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5" r:id="rId2"/>
    <p:sldId id="257" r:id="rId3"/>
  </p:sldIdLst>
  <p:sldSz cx="6858000" cy="9906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8" userDrawn="1">
          <p15:clr>
            <a:srgbClr val="A4A3A4"/>
          </p15:clr>
        </p15:guide>
        <p15:guide id="2" pos="252" userDrawn="1">
          <p15:clr>
            <a:srgbClr val="A4A3A4"/>
          </p15:clr>
        </p15:guide>
        <p15:guide id="3" pos="4065" userDrawn="1">
          <p15:clr>
            <a:srgbClr val="A4A3A4"/>
          </p15:clr>
        </p15:guide>
        <p15:guide id="4" orient="horz" pos="875" userDrawn="1">
          <p15:clr>
            <a:srgbClr val="A4A3A4"/>
          </p15:clr>
        </p15:guide>
        <p15:guide id="5" orient="horz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F1F0"/>
    <a:srgbClr val="A6E3E2"/>
    <a:srgbClr val="36A4A4"/>
    <a:srgbClr val="1A495A"/>
    <a:srgbClr val="0B202B"/>
    <a:srgbClr val="03090C"/>
    <a:srgbClr val="1D2C3C"/>
    <a:srgbClr val="213745"/>
    <a:srgbClr val="184E5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63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2122" y="67"/>
      </p:cViewPr>
      <p:guideLst>
        <p:guide orient="horz" pos="648"/>
        <p:guide pos="252"/>
        <p:guide pos="4065"/>
        <p:guide orient="horz" pos="875"/>
        <p:guide orient="horz"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15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A5212-27BB-404F-901C-238DC00BD801}" type="datetimeFigureOut">
              <a:rPr lang="zh-CN" altLang="en-US" smtClean="0"/>
              <a:t>2026-02-27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A8F20-5EAA-441A-A576-7D89D797F9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870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A8F20-5EAA-441A-A576-7D89D797F99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206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A8F20-5EAA-441A-A576-7D89D797F99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259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gradFill>
          <a:gsLst>
            <a:gs pos="0">
              <a:srgbClr val="184E5F"/>
            </a:gs>
            <a:gs pos="74000">
              <a:srgbClr val="213745"/>
            </a:gs>
            <a:gs pos="83000">
              <a:srgbClr val="1D2C3C"/>
            </a:gs>
            <a:gs pos="100000">
              <a:srgbClr val="0B202B"/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矩形 615">
            <a:extLst>
              <a:ext uri="{FF2B5EF4-FFF2-40B4-BE49-F238E27FC236}">
                <a16:creationId xmlns:a16="http://schemas.microsoft.com/office/drawing/2014/main" id="{26C56041-83B3-4E84-830F-9ED41B6AFB73}"/>
              </a:ext>
            </a:extLst>
          </p:cNvPr>
          <p:cNvSpPr/>
          <p:nvPr userDrawn="1"/>
        </p:nvSpPr>
        <p:spPr>
          <a:xfrm>
            <a:off x="0" y="-1"/>
            <a:ext cx="6858000" cy="4985189"/>
          </a:xfrm>
          <a:prstGeom prst="rect">
            <a:avLst/>
          </a:prstGeom>
          <a:solidFill>
            <a:srgbClr val="0C2F41"/>
          </a:solidFill>
          <a:ln>
            <a:solidFill>
              <a:srgbClr val="0C2F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17" name="组合 616">
            <a:extLst>
              <a:ext uri="{FF2B5EF4-FFF2-40B4-BE49-F238E27FC236}">
                <a16:creationId xmlns:a16="http://schemas.microsoft.com/office/drawing/2014/main" id="{2E8F9953-C9F3-4587-949E-162D8DFA55BA}"/>
              </a:ext>
            </a:extLst>
          </p:cNvPr>
          <p:cNvGrpSpPr/>
          <p:nvPr userDrawn="1"/>
        </p:nvGrpSpPr>
        <p:grpSpPr>
          <a:xfrm>
            <a:off x="0" y="2018306"/>
            <a:ext cx="1485900" cy="3790122"/>
            <a:chOff x="0" y="2018306"/>
            <a:chExt cx="1485900" cy="3790122"/>
          </a:xfrm>
        </p:grpSpPr>
        <p:sp>
          <p:nvSpPr>
            <p:cNvPr id="618" name="任意多边形: 形状 617">
              <a:extLst>
                <a:ext uri="{FF2B5EF4-FFF2-40B4-BE49-F238E27FC236}">
                  <a16:creationId xmlns:a16="http://schemas.microsoft.com/office/drawing/2014/main" id="{3A5D2C21-8241-4542-BD9D-619CA5175447}"/>
                </a:ext>
              </a:extLst>
            </p:cNvPr>
            <p:cNvSpPr/>
            <p:nvPr/>
          </p:nvSpPr>
          <p:spPr bwMode="auto">
            <a:xfrm>
              <a:off x="0" y="2018306"/>
              <a:ext cx="581988" cy="3790122"/>
            </a:xfrm>
            <a:custGeom>
              <a:avLst/>
              <a:gdLst>
                <a:gd name="connsiteX0" fmla="*/ 0 w 609600"/>
                <a:gd name="connsiteY0" fmla="*/ 0 h 3790122"/>
                <a:gd name="connsiteX1" fmla="*/ 0 w 609600"/>
                <a:gd name="connsiteY1" fmla="*/ 3790122 h 3790122"/>
                <a:gd name="connsiteX2" fmla="*/ 609600 w 609600"/>
                <a:gd name="connsiteY2" fmla="*/ 3578087 h 3790122"/>
                <a:gd name="connsiteX3" fmla="*/ 251791 w 609600"/>
                <a:gd name="connsiteY3" fmla="*/ 212035 h 3790122"/>
                <a:gd name="connsiteX4" fmla="*/ 0 w 609600"/>
                <a:gd name="connsiteY4" fmla="*/ 0 h 3790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" h="3790122">
                  <a:moveTo>
                    <a:pt x="0" y="0"/>
                  </a:moveTo>
                  <a:lnTo>
                    <a:pt x="0" y="3790122"/>
                  </a:lnTo>
                  <a:lnTo>
                    <a:pt x="609600" y="3578087"/>
                  </a:lnTo>
                  <a:lnTo>
                    <a:pt x="251791" y="212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4713"/>
            </a:solidFill>
            <a:ln>
              <a:solidFill>
                <a:srgbClr val="C54713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9" name="任意多边形: 形状 618">
              <a:extLst>
                <a:ext uri="{FF2B5EF4-FFF2-40B4-BE49-F238E27FC236}">
                  <a16:creationId xmlns:a16="http://schemas.microsoft.com/office/drawing/2014/main" id="{70A32D2B-8914-466C-A480-3735BC96CB5C}"/>
                </a:ext>
              </a:extLst>
            </p:cNvPr>
            <p:cNvSpPr/>
            <p:nvPr/>
          </p:nvSpPr>
          <p:spPr bwMode="auto">
            <a:xfrm>
              <a:off x="241554" y="2222754"/>
              <a:ext cx="586740" cy="3374136"/>
            </a:xfrm>
            <a:custGeom>
              <a:avLst/>
              <a:gdLst>
                <a:gd name="connsiteX0" fmla="*/ 0 w 586740"/>
                <a:gd name="connsiteY0" fmla="*/ 0 h 3390900"/>
                <a:gd name="connsiteX1" fmla="*/ 441960 w 586740"/>
                <a:gd name="connsiteY1" fmla="*/ 106680 h 3390900"/>
                <a:gd name="connsiteX2" fmla="*/ 586740 w 586740"/>
                <a:gd name="connsiteY2" fmla="*/ 335280 h 3390900"/>
                <a:gd name="connsiteX3" fmla="*/ 502920 w 586740"/>
                <a:gd name="connsiteY3" fmla="*/ 3337560 h 3390900"/>
                <a:gd name="connsiteX4" fmla="*/ 342900 w 586740"/>
                <a:gd name="connsiteY4" fmla="*/ 3390900 h 3390900"/>
                <a:gd name="connsiteX5" fmla="*/ 0 w 586740"/>
                <a:gd name="connsiteY5" fmla="*/ 0 h 339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6740" h="3390900">
                  <a:moveTo>
                    <a:pt x="0" y="0"/>
                  </a:moveTo>
                  <a:lnTo>
                    <a:pt x="441960" y="106680"/>
                  </a:lnTo>
                  <a:lnTo>
                    <a:pt x="586740" y="335280"/>
                  </a:lnTo>
                  <a:lnTo>
                    <a:pt x="502920" y="3337560"/>
                  </a:lnTo>
                  <a:lnTo>
                    <a:pt x="342900" y="3390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224"/>
            </a:solidFill>
            <a:ln>
              <a:solidFill>
                <a:srgbClr val="FF6224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0" name="任意多边形: 形状 619">
              <a:extLst>
                <a:ext uri="{FF2B5EF4-FFF2-40B4-BE49-F238E27FC236}">
                  <a16:creationId xmlns:a16="http://schemas.microsoft.com/office/drawing/2014/main" id="{539B4CCC-CC9D-4635-B540-02ABC057812B}"/>
                </a:ext>
              </a:extLst>
            </p:cNvPr>
            <p:cNvSpPr/>
            <p:nvPr/>
          </p:nvSpPr>
          <p:spPr bwMode="auto">
            <a:xfrm>
              <a:off x="518160" y="3488936"/>
              <a:ext cx="731520" cy="2053344"/>
            </a:xfrm>
            <a:custGeom>
              <a:avLst/>
              <a:gdLst>
                <a:gd name="connsiteX0" fmla="*/ 45720 w 731520"/>
                <a:gd name="connsiteY0" fmla="*/ 45720 h 1818640"/>
                <a:gd name="connsiteX1" fmla="*/ 350520 w 731520"/>
                <a:gd name="connsiteY1" fmla="*/ 0 h 1818640"/>
                <a:gd name="connsiteX2" fmla="*/ 731520 w 731520"/>
                <a:gd name="connsiteY2" fmla="*/ 817880 h 1818640"/>
                <a:gd name="connsiteX3" fmla="*/ 721360 w 731520"/>
                <a:gd name="connsiteY3" fmla="*/ 1264920 h 1818640"/>
                <a:gd name="connsiteX4" fmla="*/ 477520 w 731520"/>
                <a:gd name="connsiteY4" fmla="*/ 1625600 h 1818640"/>
                <a:gd name="connsiteX5" fmla="*/ 269240 w 731520"/>
                <a:gd name="connsiteY5" fmla="*/ 1803400 h 1818640"/>
                <a:gd name="connsiteX6" fmla="*/ 228600 w 731520"/>
                <a:gd name="connsiteY6" fmla="*/ 1818640 h 1818640"/>
                <a:gd name="connsiteX7" fmla="*/ 0 w 731520"/>
                <a:gd name="connsiteY7" fmla="*/ 1183640 h 1818640"/>
                <a:gd name="connsiteX8" fmla="*/ 45720 w 731520"/>
                <a:gd name="connsiteY8" fmla="*/ 45720 h 181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1520" h="1818640">
                  <a:moveTo>
                    <a:pt x="45720" y="45720"/>
                  </a:moveTo>
                  <a:lnTo>
                    <a:pt x="350520" y="0"/>
                  </a:lnTo>
                  <a:lnTo>
                    <a:pt x="731520" y="817880"/>
                  </a:lnTo>
                  <a:lnTo>
                    <a:pt x="721360" y="1264920"/>
                  </a:lnTo>
                  <a:lnTo>
                    <a:pt x="477520" y="1625600"/>
                  </a:lnTo>
                  <a:lnTo>
                    <a:pt x="269240" y="1803400"/>
                  </a:lnTo>
                  <a:lnTo>
                    <a:pt x="228600" y="1818640"/>
                  </a:lnTo>
                  <a:lnTo>
                    <a:pt x="0" y="1183640"/>
                  </a:lnTo>
                  <a:lnTo>
                    <a:pt x="45720" y="45720"/>
                  </a:lnTo>
                  <a:close/>
                </a:path>
              </a:pathLst>
            </a:custGeom>
            <a:solidFill>
              <a:srgbClr val="FF622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1" name="任意多边形: 形状 620">
              <a:extLst>
                <a:ext uri="{FF2B5EF4-FFF2-40B4-BE49-F238E27FC236}">
                  <a16:creationId xmlns:a16="http://schemas.microsoft.com/office/drawing/2014/main" id="{76B8A4B3-116D-4614-8105-252690BD8292}"/>
                </a:ext>
              </a:extLst>
            </p:cNvPr>
            <p:cNvSpPr/>
            <p:nvPr/>
          </p:nvSpPr>
          <p:spPr bwMode="auto">
            <a:xfrm>
              <a:off x="758190" y="3333750"/>
              <a:ext cx="727710" cy="2205990"/>
            </a:xfrm>
            <a:custGeom>
              <a:avLst/>
              <a:gdLst>
                <a:gd name="connsiteX0" fmla="*/ 0 w 739140"/>
                <a:gd name="connsiteY0" fmla="*/ 2225040 h 2225040"/>
                <a:gd name="connsiteX1" fmla="*/ 53340 w 739140"/>
                <a:gd name="connsiteY1" fmla="*/ 0 h 2225040"/>
                <a:gd name="connsiteX2" fmla="*/ 228600 w 739140"/>
                <a:gd name="connsiteY2" fmla="*/ 403860 h 2225040"/>
                <a:gd name="connsiteX3" fmla="*/ 480060 w 739140"/>
                <a:gd name="connsiteY3" fmla="*/ 746760 h 2225040"/>
                <a:gd name="connsiteX4" fmla="*/ 693420 w 739140"/>
                <a:gd name="connsiteY4" fmla="*/ 944880 h 2225040"/>
                <a:gd name="connsiteX5" fmla="*/ 739140 w 739140"/>
                <a:gd name="connsiteY5" fmla="*/ 1158240 h 2225040"/>
                <a:gd name="connsiteX6" fmla="*/ 716280 w 739140"/>
                <a:gd name="connsiteY6" fmla="*/ 1935480 h 2225040"/>
                <a:gd name="connsiteX7" fmla="*/ 289560 w 739140"/>
                <a:gd name="connsiteY7" fmla="*/ 2110740 h 2225040"/>
                <a:gd name="connsiteX8" fmla="*/ 0 w 739140"/>
                <a:gd name="connsiteY8" fmla="*/ 2225040 h 222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9140" h="2225040">
                  <a:moveTo>
                    <a:pt x="0" y="2225040"/>
                  </a:moveTo>
                  <a:lnTo>
                    <a:pt x="53340" y="0"/>
                  </a:lnTo>
                  <a:lnTo>
                    <a:pt x="228600" y="403860"/>
                  </a:lnTo>
                  <a:lnTo>
                    <a:pt x="480060" y="746760"/>
                  </a:lnTo>
                  <a:lnTo>
                    <a:pt x="693420" y="944880"/>
                  </a:lnTo>
                  <a:lnTo>
                    <a:pt x="739140" y="1158240"/>
                  </a:lnTo>
                  <a:lnTo>
                    <a:pt x="716280" y="1935480"/>
                  </a:lnTo>
                  <a:lnTo>
                    <a:pt x="289560" y="2110740"/>
                  </a:lnTo>
                  <a:lnTo>
                    <a:pt x="0" y="2225040"/>
                  </a:lnTo>
                  <a:close/>
                </a:path>
              </a:pathLst>
            </a:custGeom>
            <a:solidFill>
              <a:srgbClr val="DF561F"/>
            </a:solidFill>
            <a:ln>
              <a:solidFill>
                <a:srgbClr val="DF561F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2" name="组合 621">
            <a:extLst>
              <a:ext uri="{FF2B5EF4-FFF2-40B4-BE49-F238E27FC236}">
                <a16:creationId xmlns:a16="http://schemas.microsoft.com/office/drawing/2014/main" id="{4776398D-4A36-41BE-91E7-815085413094}"/>
              </a:ext>
            </a:extLst>
          </p:cNvPr>
          <p:cNvGrpSpPr/>
          <p:nvPr userDrawn="1"/>
        </p:nvGrpSpPr>
        <p:grpSpPr>
          <a:xfrm>
            <a:off x="5113020" y="703072"/>
            <a:ext cx="1744980" cy="5099703"/>
            <a:chOff x="5113020" y="703072"/>
            <a:chExt cx="1744980" cy="5099703"/>
          </a:xfrm>
        </p:grpSpPr>
        <p:sp>
          <p:nvSpPr>
            <p:cNvPr id="623" name="任意多边形: 形状 622">
              <a:extLst>
                <a:ext uri="{FF2B5EF4-FFF2-40B4-BE49-F238E27FC236}">
                  <a16:creationId xmlns:a16="http://schemas.microsoft.com/office/drawing/2014/main" id="{51ED2B57-1F32-4050-A835-2D9E6D782D2A}"/>
                </a:ext>
              </a:extLst>
            </p:cNvPr>
            <p:cNvSpPr/>
            <p:nvPr/>
          </p:nvSpPr>
          <p:spPr bwMode="auto">
            <a:xfrm>
              <a:off x="5113020" y="3162300"/>
              <a:ext cx="1440180" cy="2004060"/>
            </a:xfrm>
            <a:custGeom>
              <a:avLst/>
              <a:gdLst>
                <a:gd name="connsiteX0" fmla="*/ 929640 w 1440180"/>
                <a:gd name="connsiteY0" fmla="*/ 0 h 2004060"/>
                <a:gd name="connsiteX1" fmla="*/ 632460 w 1440180"/>
                <a:gd name="connsiteY1" fmla="*/ 518160 h 2004060"/>
                <a:gd name="connsiteX2" fmla="*/ 243840 w 1440180"/>
                <a:gd name="connsiteY2" fmla="*/ 922020 h 2004060"/>
                <a:gd name="connsiteX3" fmla="*/ 0 w 1440180"/>
                <a:gd name="connsiteY3" fmla="*/ 1569720 h 2004060"/>
                <a:gd name="connsiteX4" fmla="*/ 617220 w 1440180"/>
                <a:gd name="connsiteY4" fmla="*/ 2004060 h 2004060"/>
                <a:gd name="connsiteX5" fmla="*/ 1386840 w 1440180"/>
                <a:gd name="connsiteY5" fmla="*/ 1973580 h 2004060"/>
                <a:gd name="connsiteX6" fmla="*/ 1440180 w 1440180"/>
                <a:gd name="connsiteY6" fmla="*/ 739140 h 2004060"/>
                <a:gd name="connsiteX7" fmla="*/ 1417320 w 1440180"/>
                <a:gd name="connsiteY7" fmla="*/ 640080 h 2004060"/>
                <a:gd name="connsiteX8" fmla="*/ 1409700 w 1440180"/>
                <a:gd name="connsiteY8" fmla="*/ 601980 h 2004060"/>
                <a:gd name="connsiteX9" fmla="*/ 1386840 w 1440180"/>
                <a:gd name="connsiteY9" fmla="*/ 556260 h 2004060"/>
                <a:gd name="connsiteX10" fmla="*/ 1219200 w 1440180"/>
                <a:gd name="connsiteY10" fmla="*/ 22860 h 2004060"/>
                <a:gd name="connsiteX11" fmla="*/ 929640 w 1440180"/>
                <a:gd name="connsiteY11" fmla="*/ 0 h 200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40180" h="2004060">
                  <a:moveTo>
                    <a:pt x="929640" y="0"/>
                  </a:moveTo>
                  <a:lnTo>
                    <a:pt x="632460" y="518160"/>
                  </a:lnTo>
                  <a:lnTo>
                    <a:pt x="243840" y="922020"/>
                  </a:lnTo>
                  <a:lnTo>
                    <a:pt x="0" y="1569720"/>
                  </a:lnTo>
                  <a:lnTo>
                    <a:pt x="617220" y="2004060"/>
                  </a:lnTo>
                  <a:lnTo>
                    <a:pt x="1386840" y="1973580"/>
                  </a:lnTo>
                  <a:lnTo>
                    <a:pt x="1440180" y="739140"/>
                  </a:lnTo>
                  <a:cubicBezTo>
                    <a:pt x="1422691" y="581740"/>
                    <a:pt x="1447101" y="729422"/>
                    <a:pt x="1417320" y="640080"/>
                  </a:cubicBezTo>
                  <a:cubicBezTo>
                    <a:pt x="1413224" y="627793"/>
                    <a:pt x="1414126" y="614152"/>
                    <a:pt x="1409700" y="601980"/>
                  </a:cubicBezTo>
                  <a:cubicBezTo>
                    <a:pt x="1403877" y="585967"/>
                    <a:pt x="1386840" y="556260"/>
                    <a:pt x="1386840" y="556260"/>
                  </a:cubicBezTo>
                  <a:lnTo>
                    <a:pt x="1219200" y="22860"/>
                  </a:lnTo>
                  <a:lnTo>
                    <a:pt x="929640" y="0"/>
                  </a:lnTo>
                  <a:close/>
                </a:path>
              </a:pathLst>
            </a:custGeom>
            <a:solidFill>
              <a:srgbClr val="DF561F"/>
            </a:solidFill>
            <a:ln>
              <a:solidFill>
                <a:srgbClr val="DF561F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4" name="任意多边形: 形状 623">
              <a:extLst>
                <a:ext uri="{FF2B5EF4-FFF2-40B4-BE49-F238E27FC236}">
                  <a16:creationId xmlns:a16="http://schemas.microsoft.com/office/drawing/2014/main" id="{836DFA98-A006-43F9-B37C-8799E134DFB8}"/>
                </a:ext>
              </a:extLst>
            </p:cNvPr>
            <p:cNvSpPr/>
            <p:nvPr/>
          </p:nvSpPr>
          <p:spPr bwMode="auto">
            <a:xfrm>
              <a:off x="5598160" y="965200"/>
              <a:ext cx="934720" cy="4653280"/>
            </a:xfrm>
            <a:custGeom>
              <a:avLst/>
              <a:gdLst>
                <a:gd name="connsiteX0" fmla="*/ 741680 w 934720"/>
                <a:gd name="connsiteY0" fmla="*/ 4653280 h 4653280"/>
                <a:gd name="connsiteX1" fmla="*/ 924560 w 934720"/>
                <a:gd name="connsiteY1" fmla="*/ 3728720 h 4653280"/>
                <a:gd name="connsiteX2" fmla="*/ 782320 w 934720"/>
                <a:gd name="connsiteY2" fmla="*/ 2346960 h 4653280"/>
                <a:gd name="connsiteX3" fmla="*/ 934720 w 934720"/>
                <a:gd name="connsiteY3" fmla="*/ 0 h 4653280"/>
                <a:gd name="connsiteX4" fmla="*/ 609600 w 934720"/>
                <a:gd name="connsiteY4" fmla="*/ 904240 h 4653280"/>
                <a:gd name="connsiteX5" fmla="*/ 497840 w 934720"/>
                <a:gd name="connsiteY5" fmla="*/ 1595120 h 4653280"/>
                <a:gd name="connsiteX6" fmla="*/ 436880 w 934720"/>
                <a:gd name="connsiteY6" fmla="*/ 2032000 h 4653280"/>
                <a:gd name="connsiteX7" fmla="*/ 345440 w 934720"/>
                <a:gd name="connsiteY7" fmla="*/ 3098800 h 4653280"/>
                <a:gd name="connsiteX8" fmla="*/ 0 w 934720"/>
                <a:gd name="connsiteY8" fmla="*/ 4338320 h 4653280"/>
                <a:gd name="connsiteX9" fmla="*/ 101600 w 934720"/>
                <a:gd name="connsiteY9" fmla="*/ 4419600 h 4653280"/>
                <a:gd name="connsiteX10" fmla="*/ 741680 w 934720"/>
                <a:gd name="connsiteY10" fmla="*/ 4653280 h 465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34720" h="4653280">
                  <a:moveTo>
                    <a:pt x="741680" y="4653280"/>
                  </a:moveTo>
                  <a:lnTo>
                    <a:pt x="924560" y="3728720"/>
                  </a:lnTo>
                  <a:lnTo>
                    <a:pt x="782320" y="2346960"/>
                  </a:lnTo>
                  <a:lnTo>
                    <a:pt x="934720" y="0"/>
                  </a:lnTo>
                  <a:lnTo>
                    <a:pt x="609600" y="904240"/>
                  </a:lnTo>
                  <a:lnTo>
                    <a:pt x="497840" y="1595120"/>
                  </a:lnTo>
                  <a:lnTo>
                    <a:pt x="436880" y="2032000"/>
                  </a:lnTo>
                  <a:lnTo>
                    <a:pt x="345440" y="3098800"/>
                  </a:lnTo>
                  <a:lnTo>
                    <a:pt x="0" y="4338320"/>
                  </a:lnTo>
                  <a:lnTo>
                    <a:pt x="101600" y="4419600"/>
                  </a:lnTo>
                  <a:lnTo>
                    <a:pt x="741680" y="4653280"/>
                  </a:lnTo>
                  <a:close/>
                </a:path>
              </a:pathLst>
            </a:custGeom>
            <a:solidFill>
              <a:srgbClr val="FF6224"/>
            </a:solidFill>
            <a:ln>
              <a:solidFill>
                <a:srgbClr val="FF6224"/>
              </a:solidFill>
            </a:ln>
          </p:spPr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5" name="任意多边形: 形状 624">
              <a:extLst>
                <a:ext uri="{FF2B5EF4-FFF2-40B4-BE49-F238E27FC236}">
                  <a16:creationId xmlns:a16="http://schemas.microsoft.com/office/drawing/2014/main" id="{2A9EFE98-B7CD-438C-B99A-FD8DF2E9977E}"/>
                </a:ext>
              </a:extLst>
            </p:cNvPr>
            <p:cNvSpPr/>
            <p:nvPr/>
          </p:nvSpPr>
          <p:spPr bwMode="auto">
            <a:xfrm>
              <a:off x="6195060" y="4274820"/>
              <a:ext cx="419100" cy="1379220"/>
            </a:xfrm>
            <a:custGeom>
              <a:avLst/>
              <a:gdLst>
                <a:gd name="connsiteX0" fmla="*/ 91440 w 419100"/>
                <a:gd name="connsiteY0" fmla="*/ 1318260 h 1379220"/>
                <a:gd name="connsiteX1" fmla="*/ 251460 w 419100"/>
                <a:gd name="connsiteY1" fmla="*/ 1379220 h 1379220"/>
                <a:gd name="connsiteX2" fmla="*/ 419100 w 419100"/>
                <a:gd name="connsiteY2" fmla="*/ 0 h 1379220"/>
                <a:gd name="connsiteX3" fmla="*/ 182880 w 419100"/>
                <a:gd name="connsiteY3" fmla="*/ 114300 h 1379220"/>
                <a:gd name="connsiteX4" fmla="*/ 0 w 419100"/>
                <a:gd name="connsiteY4" fmla="*/ 533400 h 1379220"/>
                <a:gd name="connsiteX5" fmla="*/ 91440 w 419100"/>
                <a:gd name="connsiteY5" fmla="*/ 1318260 h 1379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9100" h="1379220">
                  <a:moveTo>
                    <a:pt x="91440" y="1318260"/>
                  </a:moveTo>
                  <a:lnTo>
                    <a:pt x="251460" y="1379220"/>
                  </a:lnTo>
                  <a:lnTo>
                    <a:pt x="419100" y="0"/>
                  </a:lnTo>
                  <a:lnTo>
                    <a:pt x="182880" y="114300"/>
                  </a:lnTo>
                  <a:lnTo>
                    <a:pt x="0" y="533400"/>
                  </a:lnTo>
                  <a:lnTo>
                    <a:pt x="91440" y="1318260"/>
                  </a:lnTo>
                  <a:close/>
                </a:path>
              </a:pathLst>
            </a:custGeom>
            <a:solidFill>
              <a:srgbClr val="FF6224"/>
            </a:solidFill>
            <a:ln>
              <a:solidFill>
                <a:srgbClr val="FF6224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6" name="任意多边形: 形状 625">
              <a:extLst>
                <a:ext uri="{FF2B5EF4-FFF2-40B4-BE49-F238E27FC236}">
                  <a16:creationId xmlns:a16="http://schemas.microsoft.com/office/drawing/2014/main" id="{67DC4311-AC53-4813-8594-FAD7414C730C}"/>
                </a:ext>
              </a:extLst>
            </p:cNvPr>
            <p:cNvSpPr/>
            <p:nvPr/>
          </p:nvSpPr>
          <p:spPr bwMode="auto">
            <a:xfrm>
              <a:off x="6360160" y="732935"/>
              <a:ext cx="497840" cy="5069840"/>
            </a:xfrm>
            <a:custGeom>
              <a:avLst/>
              <a:gdLst>
                <a:gd name="connsiteX0" fmla="*/ 497840 w 497840"/>
                <a:gd name="connsiteY0" fmla="*/ 0 h 5069840"/>
                <a:gd name="connsiteX1" fmla="*/ 497840 w 497840"/>
                <a:gd name="connsiteY1" fmla="*/ 5069840 h 5069840"/>
                <a:gd name="connsiteX2" fmla="*/ 20320 w 497840"/>
                <a:gd name="connsiteY2" fmla="*/ 4897120 h 5069840"/>
                <a:gd name="connsiteX3" fmla="*/ 152400 w 497840"/>
                <a:gd name="connsiteY3" fmla="*/ 4013200 h 5069840"/>
                <a:gd name="connsiteX4" fmla="*/ 0 w 497840"/>
                <a:gd name="connsiteY4" fmla="*/ 2672080 h 5069840"/>
                <a:gd name="connsiteX5" fmla="*/ 172720 w 497840"/>
                <a:gd name="connsiteY5" fmla="*/ 254000 h 5069840"/>
                <a:gd name="connsiteX6" fmla="*/ 497840 w 497840"/>
                <a:gd name="connsiteY6" fmla="*/ 0 h 506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7840" h="5069840">
                  <a:moveTo>
                    <a:pt x="497840" y="0"/>
                  </a:moveTo>
                  <a:lnTo>
                    <a:pt x="497840" y="5069840"/>
                  </a:lnTo>
                  <a:lnTo>
                    <a:pt x="20320" y="4897120"/>
                  </a:lnTo>
                  <a:lnTo>
                    <a:pt x="152400" y="4013200"/>
                  </a:lnTo>
                  <a:lnTo>
                    <a:pt x="0" y="2672080"/>
                  </a:lnTo>
                  <a:lnTo>
                    <a:pt x="172720" y="254000"/>
                  </a:lnTo>
                  <a:lnTo>
                    <a:pt x="497840" y="0"/>
                  </a:lnTo>
                  <a:close/>
                </a:path>
              </a:pathLst>
            </a:custGeom>
            <a:solidFill>
              <a:srgbClr val="DF561F"/>
            </a:solidFill>
            <a:ln>
              <a:solidFill>
                <a:srgbClr val="DF561F"/>
              </a:solidFill>
            </a:ln>
          </p:spPr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7" name="任意多边形: 形状 626">
              <a:extLst>
                <a:ext uri="{FF2B5EF4-FFF2-40B4-BE49-F238E27FC236}">
                  <a16:creationId xmlns:a16="http://schemas.microsoft.com/office/drawing/2014/main" id="{F4C7423B-8D29-4708-B800-8A7FA4E35B0A}"/>
                </a:ext>
              </a:extLst>
            </p:cNvPr>
            <p:cNvSpPr/>
            <p:nvPr/>
          </p:nvSpPr>
          <p:spPr bwMode="auto">
            <a:xfrm>
              <a:off x="6522720" y="703072"/>
              <a:ext cx="333248" cy="3911600"/>
            </a:xfrm>
            <a:custGeom>
              <a:avLst/>
              <a:gdLst>
                <a:gd name="connsiteX0" fmla="*/ 335280 w 335280"/>
                <a:gd name="connsiteY0" fmla="*/ 0 h 3911600"/>
                <a:gd name="connsiteX1" fmla="*/ 335280 w 335280"/>
                <a:gd name="connsiteY1" fmla="*/ 3911600 h 3911600"/>
                <a:gd name="connsiteX2" fmla="*/ 0 w 335280"/>
                <a:gd name="connsiteY2" fmla="*/ 274320 h 3911600"/>
                <a:gd name="connsiteX3" fmla="*/ 335280 w 335280"/>
                <a:gd name="connsiteY3" fmla="*/ 0 h 391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80" h="3911600">
                  <a:moveTo>
                    <a:pt x="335280" y="0"/>
                  </a:moveTo>
                  <a:lnTo>
                    <a:pt x="335280" y="3911600"/>
                  </a:lnTo>
                  <a:lnTo>
                    <a:pt x="0" y="274320"/>
                  </a:lnTo>
                  <a:lnTo>
                    <a:pt x="335280" y="0"/>
                  </a:lnTo>
                  <a:close/>
                </a:path>
              </a:pathLst>
            </a:custGeom>
            <a:solidFill>
              <a:srgbClr val="C54713"/>
            </a:solidFill>
            <a:ln>
              <a:solidFill>
                <a:srgbClr val="C54713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8" name="组合 627">
            <a:extLst>
              <a:ext uri="{FF2B5EF4-FFF2-40B4-BE49-F238E27FC236}">
                <a16:creationId xmlns:a16="http://schemas.microsoft.com/office/drawing/2014/main" id="{AEA65D6E-14FA-43CA-B30D-328E980CF4EE}"/>
              </a:ext>
            </a:extLst>
          </p:cNvPr>
          <p:cNvGrpSpPr/>
          <p:nvPr userDrawn="1"/>
        </p:nvGrpSpPr>
        <p:grpSpPr>
          <a:xfrm>
            <a:off x="858594" y="2885439"/>
            <a:ext cx="5064455" cy="3237849"/>
            <a:chOff x="1440180" y="4249713"/>
            <a:chExt cx="3837292" cy="2453289"/>
          </a:xfrm>
        </p:grpSpPr>
        <p:grpSp>
          <p:nvGrpSpPr>
            <p:cNvPr id="629" name="组合 628">
              <a:extLst>
                <a:ext uri="{FF2B5EF4-FFF2-40B4-BE49-F238E27FC236}">
                  <a16:creationId xmlns:a16="http://schemas.microsoft.com/office/drawing/2014/main" id="{10E61020-DCCF-4F43-8DD2-F9C260D21608}"/>
                </a:ext>
              </a:extLst>
            </p:cNvPr>
            <p:cNvGrpSpPr/>
            <p:nvPr/>
          </p:nvGrpSpPr>
          <p:grpSpPr>
            <a:xfrm>
              <a:off x="3242139" y="4249713"/>
              <a:ext cx="245916" cy="232233"/>
              <a:chOff x="3238329" y="4249713"/>
              <a:chExt cx="245916" cy="232233"/>
            </a:xfrm>
          </p:grpSpPr>
          <p:cxnSp>
            <p:nvCxnSpPr>
              <p:cNvPr id="715" name="直接连接符 714">
                <a:extLst>
                  <a:ext uri="{FF2B5EF4-FFF2-40B4-BE49-F238E27FC236}">
                    <a16:creationId xmlns:a16="http://schemas.microsoft.com/office/drawing/2014/main" id="{A7D73AE4-CA94-4C1E-9D7E-68BD5BA43D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8329" y="4249713"/>
                <a:ext cx="245916" cy="0"/>
              </a:xfrm>
              <a:prstGeom prst="line">
                <a:avLst/>
              </a:prstGeom>
              <a:ln w="28575">
                <a:solidFill>
                  <a:srgbClr val="56555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6" name="直接连接符 715">
                <a:extLst>
                  <a:ext uri="{FF2B5EF4-FFF2-40B4-BE49-F238E27FC236}">
                    <a16:creationId xmlns:a16="http://schemas.microsoft.com/office/drawing/2014/main" id="{F43352FC-BE10-43E9-BC6B-0D411AD0E1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7563" y="4249713"/>
                <a:ext cx="0" cy="232233"/>
              </a:xfrm>
              <a:prstGeom prst="line">
                <a:avLst/>
              </a:prstGeom>
              <a:ln w="28575">
                <a:solidFill>
                  <a:srgbClr val="56555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0" name="矩形 629">
              <a:extLst>
                <a:ext uri="{FF2B5EF4-FFF2-40B4-BE49-F238E27FC236}">
                  <a16:creationId xmlns:a16="http://schemas.microsoft.com/office/drawing/2014/main" id="{E0C00490-FB7F-4861-A306-87851A4B7608}"/>
                </a:ext>
              </a:extLst>
            </p:cNvPr>
            <p:cNvSpPr/>
            <p:nvPr/>
          </p:nvSpPr>
          <p:spPr bwMode="auto">
            <a:xfrm>
              <a:off x="2165998" y="5962482"/>
              <a:ext cx="2413622" cy="72558"/>
            </a:xfrm>
            <a:prstGeom prst="rect">
              <a:avLst/>
            </a:prstGeom>
            <a:solidFill>
              <a:srgbClr val="555658"/>
            </a:solidFill>
            <a:ln>
              <a:solidFill>
                <a:srgbClr val="555658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1" name="矩形 630">
              <a:extLst>
                <a:ext uri="{FF2B5EF4-FFF2-40B4-BE49-F238E27FC236}">
                  <a16:creationId xmlns:a16="http://schemas.microsoft.com/office/drawing/2014/main" id="{5929B8A8-24C2-4132-9522-EC560083AA16}"/>
                </a:ext>
              </a:extLst>
            </p:cNvPr>
            <p:cNvSpPr/>
            <p:nvPr/>
          </p:nvSpPr>
          <p:spPr bwMode="auto">
            <a:xfrm flipV="1">
              <a:off x="2241551" y="5234838"/>
              <a:ext cx="2244940" cy="668659"/>
            </a:xfrm>
            <a:prstGeom prst="rect">
              <a:avLst/>
            </a:prstGeom>
            <a:solidFill>
              <a:srgbClr val="414141"/>
            </a:solidFill>
            <a:ln>
              <a:solidFill>
                <a:srgbClr val="414141"/>
              </a:solidFill>
            </a:ln>
          </p:spPr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2" name="直角三角形 631">
              <a:extLst>
                <a:ext uri="{FF2B5EF4-FFF2-40B4-BE49-F238E27FC236}">
                  <a16:creationId xmlns:a16="http://schemas.microsoft.com/office/drawing/2014/main" id="{1F7CACE1-198B-452A-91C2-463322774F9B}"/>
                </a:ext>
              </a:extLst>
            </p:cNvPr>
            <p:cNvSpPr/>
            <p:nvPr/>
          </p:nvSpPr>
          <p:spPr bwMode="auto">
            <a:xfrm>
              <a:off x="2242316" y="5235721"/>
              <a:ext cx="309495" cy="569449"/>
            </a:xfrm>
            <a:prstGeom prst="rtTriangle">
              <a:avLst/>
            </a:prstGeom>
            <a:solidFill>
              <a:srgbClr val="555658"/>
            </a:solidFill>
            <a:ln>
              <a:solidFill>
                <a:srgbClr val="555658"/>
              </a:solidFill>
            </a:ln>
          </p:spPr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33" name="组合 632">
              <a:extLst>
                <a:ext uri="{FF2B5EF4-FFF2-40B4-BE49-F238E27FC236}">
                  <a16:creationId xmlns:a16="http://schemas.microsoft.com/office/drawing/2014/main" id="{E05E77D8-9E14-4BF8-BD49-E623C8C3E3D6}"/>
                </a:ext>
              </a:extLst>
            </p:cNvPr>
            <p:cNvGrpSpPr/>
            <p:nvPr/>
          </p:nvGrpSpPr>
          <p:grpSpPr>
            <a:xfrm>
              <a:off x="2241550" y="4619908"/>
              <a:ext cx="458470" cy="617725"/>
              <a:chOff x="713443" y="5380354"/>
              <a:chExt cx="742757" cy="1000761"/>
            </a:xfrm>
          </p:grpSpPr>
          <p:sp>
            <p:nvSpPr>
              <p:cNvPr id="709" name="矩形: 圆角 708">
                <a:extLst>
                  <a:ext uri="{FF2B5EF4-FFF2-40B4-BE49-F238E27FC236}">
                    <a16:creationId xmlns:a16="http://schemas.microsoft.com/office/drawing/2014/main" id="{C9AF2D54-BEC4-45BC-A0AF-1D17AD4E9E3A}"/>
                  </a:ext>
                </a:extLst>
              </p:cNvPr>
              <p:cNvSpPr/>
              <p:nvPr/>
            </p:nvSpPr>
            <p:spPr bwMode="auto">
              <a:xfrm>
                <a:off x="715010" y="5380355"/>
                <a:ext cx="741190" cy="1000760"/>
              </a:xfrm>
              <a:prstGeom prst="roundRect">
                <a:avLst/>
              </a:prstGeom>
              <a:solidFill>
                <a:srgbClr val="81817F"/>
              </a:solidFill>
              <a:ln>
                <a:solidFill>
                  <a:srgbClr val="81817F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0790F55C-CAA7-405B-862D-C1B37BCA37BA}"/>
                  </a:ext>
                </a:extLst>
              </p:cNvPr>
              <p:cNvSpPr/>
              <p:nvPr/>
            </p:nvSpPr>
            <p:spPr bwMode="auto">
              <a:xfrm>
                <a:off x="713443" y="5880733"/>
                <a:ext cx="741190" cy="194312"/>
              </a:xfrm>
              <a:prstGeom prst="rect">
                <a:avLst/>
              </a:prstGeom>
              <a:solidFill>
                <a:srgbClr val="4E4E4E"/>
              </a:solidFill>
              <a:ln>
                <a:solidFill>
                  <a:srgbClr val="4E4E4E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: 圆角 710">
                <a:extLst>
                  <a:ext uri="{FF2B5EF4-FFF2-40B4-BE49-F238E27FC236}">
                    <a16:creationId xmlns:a16="http://schemas.microsoft.com/office/drawing/2014/main" id="{A3FD288D-A27B-4C2E-8065-C3074E98E0AC}"/>
                  </a:ext>
                </a:extLst>
              </p:cNvPr>
              <p:cNvSpPr/>
              <p:nvPr/>
            </p:nvSpPr>
            <p:spPr bwMode="auto">
              <a:xfrm>
                <a:off x="713443" y="5909310"/>
                <a:ext cx="741190" cy="471802"/>
              </a:xfrm>
              <a:prstGeom prst="roundRect">
                <a:avLst>
                  <a:gd name="adj" fmla="val 26761"/>
                </a:avLst>
              </a:prstGeom>
              <a:solidFill>
                <a:srgbClr val="4E4E4E"/>
              </a:solidFill>
              <a:ln>
                <a:solidFill>
                  <a:srgbClr val="4E4E4E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83D032DA-E54F-492A-B9A8-2CFD2A55ACD1}"/>
                  </a:ext>
                </a:extLst>
              </p:cNvPr>
              <p:cNvSpPr/>
              <p:nvPr/>
            </p:nvSpPr>
            <p:spPr bwMode="auto">
              <a:xfrm>
                <a:off x="828834" y="5380354"/>
                <a:ext cx="103074" cy="1000759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7CF34D72-A20A-403D-B377-EBD26FADAF2A}"/>
                  </a:ext>
                </a:extLst>
              </p:cNvPr>
              <p:cNvSpPr/>
              <p:nvPr/>
            </p:nvSpPr>
            <p:spPr bwMode="auto">
              <a:xfrm>
                <a:off x="1032501" y="5380354"/>
                <a:ext cx="103074" cy="1000759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80732C7-4E90-466F-87E4-25E04D32EF7F}"/>
                  </a:ext>
                </a:extLst>
              </p:cNvPr>
              <p:cNvSpPr/>
              <p:nvPr/>
            </p:nvSpPr>
            <p:spPr bwMode="auto">
              <a:xfrm>
                <a:off x="1236169" y="5380354"/>
                <a:ext cx="103074" cy="1000759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24A96F0B-37EE-4FCF-A885-CFFAA03BE7DB}"/>
                </a:ext>
              </a:extLst>
            </p:cNvPr>
            <p:cNvGrpSpPr/>
            <p:nvPr/>
          </p:nvGrpSpPr>
          <p:grpSpPr>
            <a:xfrm>
              <a:off x="4029510" y="4619908"/>
              <a:ext cx="458470" cy="617725"/>
              <a:chOff x="713443" y="5380354"/>
              <a:chExt cx="742757" cy="1000761"/>
            </a:xfrm>
          </p:grpSpPr>
          <p:sp>
            <p:nvSpPr>
              <p:cNvPr id="703" name="矩形: 圆角 702">
                <a:extLst>
                  <a:ext uri="{FF2B5EF4-FFF2-40B4-BE49-F238E27FC236}">
                    <a16:creationId xmlns:a16="http://schemas.microsoft.com/office/drawing/2014/main" id="{17F62E6D-9203-455C-A474-AB3527CC6B21}"/>
                  </a:ext>
                </a:extLst>
              </p:cNvPr>
              <p:cNvSpPr/>
              <p:nvPr/>
            </p:nvSpPr>
            <p:spPr bwMode="auto">
              <a:xfrm>
                <a:off x="715010" y="5380355"/>
                <a:ext cx="741190" cy="1000760"/>
              </a:xfrm>
              <a:prstGeom prst="roundRect">
                <a:avLst/>
              </a:prstGeom>
              <a:solidFill>
                <a:srgbClr val="81817F"/>
              </a:solidFill>
              <a:ln>
                <a:solidFill>
                  <a:srgbClr val="81817F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12BE8E9-6C0D-4667-9C60-EDEAB2568839}"/>
                  </a:ext>
                </a:extLst>
              </p:cNvPr>
              <p:cNvSpPr/>
              <p:nvPr/>
            </p:nvSpPr>
            <p:spPr bwMode="auto">
              <a:xfrm>
                <a:off x="713443" y="5880733"/>
                <a:ext cx="741190" cy="194312"/>
              </a:xfrm>
              <a:prstGeom prst="rect">
                <a:avLst/>
              </a:prstGeom>
              <a:solidFill>
                <a:srgbClr val="4E4E4E"/>
              </a:solidFill>
              <a:ln>
                <a:solidFill>
                  <a:srgbClr val="4E4E4E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: 圆角 704">
                <a:extLst>
                  <a:ext uri="{FF2B5EF4-FFF2-40B4-BE49-F238E27FC236}">
                    <a16:creationId xmlns:a16="http://schemas.microsoft.com/office/drawing/2014/main" id="{7519C66C-28F1-4D6F-A74F-87105EA00B49}"/>
                  </a:ext>
                </a:extLst>
              </p:cNvPr>
              <p:cNvSpPr/>
              <p:nvPr/>
            </p:nvSpPr>
            <p:spPr bwMode="auto">
              <a:xfrm>
                <a:off x="713443" y="5909310"/>
                <a:ext cx="741190" cy="471802"/>
              </a:xfrm>
              <a:prstGeom prst="roundRect">
                <a:avLst>
                  <a:gd name="adj" fmla="val 26761"/>
                </a:avLst>
              </a:prstGeom>
              <a:solidFill>
                <a:srgbClr val="4E4E4E"/>
              </a:solidFill>
              <a:ln>
                <a:solidFill>
                  <a:srgbClr val="4E4E4E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783698CD-6526-4F83-A7C9-767571663538}"/>
                  </a:ext>
                </a:extLst>
              </p:cNvPr>
              <p:cNvSpPr/>
              <p:nvPr/>
            </p:nvSpPr>
            <p:spPr bwMode="auto">
              <a:xfrm>
                <a:off x="828834" y="5380354"/>
                <a:ext cx="103074" cy="1000759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F0B1E6E2-A476-49D6-BA01-B61564B3FDDC}"/>
                  </a:ext>
                </a:extLst>
              </p:cNvPr>
              <p:cNvSpPr/>
              <p:nvPr/>
            </p:nvSpPr>
            <p:spPr bwMode="auto">
              <a:xfrm>
                <a:off x="1032501" y="5380354"/>
                <a:ext cx="103074" cy="1000759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E4E38AE2-66F2-496B-A487-CA356A07EDC4}"/>
                  </a:ext>
                </a:extLst>
              </p:cNvPr>
              <p:cNvSpPr/>
              <p:nvPr/>
            </p:nvSpPr>
            <p:spPr bwMode="auto">
              <a:xfrm>
                <a:off x="1236169" y="5380354"/>
                <a:ext cx="103074" cy="1000759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35" name="梯形 634">
              <a:extLst>
                <a:ext uri="{FF2B5EF4-FFF2-40B4-BE49-F238E27FC236}">
                  <a16:creationId xmlns:a16="http://schemas.microsoft.com/office/drawing/2014/main" id="{1687AA75-A2F6-449B-B31D-C6AF56E30ABA}"/>
                </a:ext>
              </a:extLst>
            </p:cNvPr>
            <p:cNvSpPr/>
            <p:nvPr/>
          </p:nvSpPr>
          <p:spPr bwMode="auto">
            <a:xfrm flipV="1">
              <a:off x="2241550" y="5232938"/>
              <a:ext cx="2243600" cy="571500"/>
            </a:xfrm>
            <a:prstGeom prst="trapezoid">
              <a:avLst>
                <a:gd name="adj" fmla="val 55000"/>
              </a:avLst>
            </a:prstGeom>
            <a:solidFill>
              <a:srgbClr val="C54715"/>
            </a:solidFill>
            <a:ln>
              <a:solidFill>
                <a:srgbClr val="C54715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ED8E3715-946E-4FCB-AC96-7C3A6575A368}"/>
                </a:ext>
              </a:extLst>
            </p:cNvPr>
            <p:cNvGrpSpPr/>
            <p:nvPr/>
          </p:nvGrpSpPr>
          <p:grpSpPr>
            <a:xfrm>
              <a:off x="2536263" y="5335846"/>
              <a:ext cx="1654175" cy="369138"/>
              <a:chOff x="2536263" y="5335846"/>
              <a:chExt cx="1654175" cy="369138"/>
            </a:xfrm>
          </p:grpSpPr>
          <p:sp>
            <p:nvSpPr>
              <p:cNvPr id="701" name="矩形 700">
                <a:extLst>
                  <a:ext uri="{FF2B5EF4-FFF2-40B4-BE49-F238E27FC236}">
                    <a16:creationId xmlns:a16="http://schemas.microsoft.com/office/drawing/2014/main" id="{E23D97D7-2F48-41F3-AB90-C5D08749F022}"/>
                  </a:ext>
                </a:extLst>
              </p:cNvPr>
              <p:cNvSpPr/>
              <p:nvPr/>
            </p:nvSpPr>
            <p:spPr bwMode="auto">
              <a:xfrm flipV="1">
                <a:off x="2540234" y="5335846"/>
                <a:ext cx="1650204" cy="51734"/>
              </a:xfrm>
              <a:prstGeom prst="rect">
                <a:avLst/>
              </a:prstGeom>
              <a:solidFill>
                <a:srgbClr val="555658"/>
              </a:solidFill>
              <a:ln>
                <a:solidFill>
                  <a:srgbClr val="555658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2" name="梯形 701">
                <a:extLst>
                  <a:ext uri="{FF2B5EF4-FFF2-40B4-BE49-F238E27FC236}">
                    <a16:creationId xmlns:a16="http://schemas.microsoft.com/office/drawing/2014/main" id="{3392B1EE-A4B3-4E6A-B3C8-FB5DAAD9A514}"/>
                  </a:ext>
                </a:extLst>
              </p:cNvPr>
              <p:cNvSpPr/>
              <p:nvPr/>
            </p:nvSpPr>
            <p:spPr bwMode="auto">
              <a:xfrm flipV="1">
                <a:off x="2536263" y="5388754"/>
                <a:ext cx="1654175" cy="316230"/>
              </a:xfrm>
              <a:prstGeom prst="trapezoid">
                <a:avLst>
                  <a:gd name="adj" fmla="val 55000"/>
                </a:avLst>
              </a:prstGeom>
              <a:solidFill>
                <a:srgbClr val="555658"/>
              </a:solidFill>
              <a:ln>
                <a:solidFill>
                  <a:srgbClr val="555658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37" name="矩形 636">
              <a:extLst>
                <a:ext uri="{FF2B5EF4-FFF2-40B4-BE49-F238E27FC236}">
                  <a16:creationId xmlns:a16="http://schemas.microsoft.com/office/drawing/2014/main" id="{FBE4F7DB-DA97-4530-9E4D-2956ACDB46A0}"/>
                </a:ext>
              </a:extLst>
            </p:cNvPr>
            <p:cNvSpPr/>
            <p:nvPr/>
          </p:nvSpPr>
          <p:spPr bwMode="auto">
            <a:xfrm rot="2241685" flipH="1">
              <a:off x="3764502" y="5677938"/>
              <a:ext cx="870815" cy="70651"/>
            </a:xfrm>
            <a:prstGeom prst="rect">
              <a:avLst/>
            </a:prstGeom>
            <a:solidFill>
              <a:srgbClr val="8F9995"/>
            </a:solidFill>
            <a:ln>
              <a:solidFill>
                <a:srgbClr val="8F9995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8" name="矩形 637">
              <a:extLst>
                <a:ext uri="{FF2B5EF4-FFF2-40B4-BE49-F238E27FC236}">
                  <a16:creationId xmlns:a16="http://schemas.microsoft.com/office/drawing/2014/main" id="{8F5C6E0E-3F25-4B17-A6EC-0A666A63145A}"/>
                </a:ext>
              </a:extLst>
            </p:cNvPr>
            <p:cNvSpPr/>
            <p:nvPr/>
          </p:nvSpPr>
          <p:spPr bwMode="auto">
            <a:xfrm rot="19358315">
              <a:off x="2098100" y="5676765"/>
              <a:ext cx="870815" cy="70651"/>
            </a:xfrm>
            <a:prstGeom prst="rect">
              <a:avLst/>
            </a:prstGeom>
            <a:solidFill>
              <a:srgbClr val="8F9995"/>
            </a:solidFill>
            <a:ln>
              <a:solidFill>
                <a:srgbClr val="8F9995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39" name="组合 638">
              <a:extLst>
                <a:ext uri="{FF2B5EF4-FFF2-40B4-BE49-F238E27FC236}">
                  <a16:creationId xmlns:a16="http://schemas.microsoft.com/office/drawing/2014/main" id="{41532639-43A8-4EA5-90FA-5AE1E586A989}"/>
                </a:ext>
              </a:extLst>
            </p:cNvPr>
            <p:cNvGrpSpPr/>
            <p:nvPr/>
          </p:nvGrpSpPr>
          <p:grpSpPr>
            <a:xfrm>
              <a:off x="4457780" y="5367244"/>
              <a:ext cx="742757" cy="1000761"/>
              <a:chOff x="713443" y="5380354"/>
              <a:chExt cx="742757" cy="1000761"/>
            </a:xfrm>
          </p:grpSpPr>
          <p:sp>
            <p:nvSpPr>
              <p:cNvPr id="695" name="矩形: 圆角 694">
                <a:extLst>
                  <a:ext uri="{FF2B5EF4-FFF2-40B4-BE49-F238E27FC236}">
                    <a16:creationId xmlns:a16="http://schemas.microsoft.com/office/drawing/2014/main" id="{FFEB102B-487F-4704-BE2E-688D59E94BC9}"/>
                  </a:ext>
                </a:extLst>
              </p:cNvPr>
              <p:cNvSpPr/>
              <p:nvPr/>
            </p:nvSpPr>
            <p:spPr bwMode="auto">
              <a:xfrm>
                <a:off x="715010" y="5380355"/>
                <a:ext cx="741190" cy="1000760"/>
              </a:xfrm>
              <a:prstGeom prst="roundRect">
                <a:avLst/>
              </a:prstGeom>
              <a:solidFill>
                <a:srgbClr val="81817F"/>
              </a:solidFill>
              <a:ln>
                <a:solidFill>
                  <a:srgbClr val="81817F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6" name="矩形 695">
                <a:extLst>
                  <a:ext uri="{FF2B5EF4-FFF2-40B4-BE49-F238E27FC236}">
                    <a16:creationId xmlns:a16="http://schemas.microsoft.com/office/drawing/2014/main" id="{7CB734BE-69B3-4003-9BC8-9F750A2A7CF8}"/>
                  </a:ext>
                </a:extLst>
              </p:cNvPr>
              <p:cNvSpPr/>
              <p:nvPr/>
            </p:nvSpPr>
            <p:spPr bwMode="auto">
              <a:xfrm>
                <a:off x="713443" y="5880733"/>
                <a:ext cx="741190" cy="194312"/>
              </a:xfrm>
              <a:prstGeom prst="rect">
                <a:avLst/>
              </a:prstGeom>
              <a:solidFill>
                <a:srgbClr val="4E4E4E"/>
              </a:solidFill>
              <a:ln>
                <a:solidFill>
                  <a:srgbClr val="4E4E4E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7" name="矩形: 圆角 696">
                <a:extLst>
                  <a:ext uri="{FF2B5EF4-FFF2-40B4-BE49-F238E27FC236}">
                    <a16:creationId xmlns:a16="http://schemas.microsoft.com/office/drawing/2014/main" id="{07ADC8F3-75E4-4D98-93D3-48072B4F9203}"/>
                  </a:ext>
                </a:extLst>
              </p:cNvPr>
              <p:cNvSpPr/>
              <p:nvPr/>
            </p:nvSpPr>
            <p:spPr bwMode="auto">
              <a:xfrm>
                <a:off x="713443" y="5909310"/>
                <a:ext cx="741190" cy="471802"/>
              </a:xfrm>
              <a:prstGeom prst="roundRect">
                <a:avLst>
                  <a:gd name="adj" fmla="val 26761"/>
                </a:avLst>
              </a:prstGeom>
              <a:solidFill>
                <a:srgbClr val="4E4E4E"/>
              </a:solidFill>
              <a:ln>
                <a:solidFill>
                  <a:srgbClr val="4E4E4E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8" name="矩形 697">
                <a:extLst>
                  <a:ext uri="{FF2B5EF4-FFF2-40B4-BE49-F238E27FC236}">
                    <a16:creationId xmlns:a16="http://schemas.microsoft.com/office/drawing/2014/main" id="{1A2AAB82-D250-4E8B-8B59-A77E8E894029}"/>
                  </a:ext>
                </a:extLst>
              </p:cNvPr>
              <p:cNvSpPr/>
              <p:nvPr/>
            </p:nvSpPr>
            <p:spPr bwMode="auto">
              <a:xfrm>
                <a:off x="828834" y="5380354"/>
                <a:ext cx="103074" cy="1000759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9" name="矩形 698">
                <a:extLst>
                  <a:ext uri="{FF2B5EF4-FFF2-40B4-BE49-F238E27FC236}">
                    <a16:creationId xmlns:a16="http://schemas.microsoft.com/office/drawing/2014/main" id="{4E2B5184-9E24-45A6-8CD2-D9EE6E71C3E4}"/>
                  </a:ext>
                </a:extLst>
              </p:cNvPr>
              <p:cNvSpPr/>
              <p:nvPr/>
            </p:nvSpPr>
            <p:spPr bwMode="auto">
              <a:xfrm>
                <a:off x="1032501" y="5380354"/>
                <a:ext cx="103074" cy="1000759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0" name="矩形 699">
                <a:extLst>
                  <a:ext uri="{FF2B5EF4-FFF2-40B4-BE49-F238E27FC236}">
                    <a16:creationId xmlns:a16="http://schemas.microsoft.com/office/drawing/2014/main" id="{6F6D5EA2-6876-4A9A-BB45-BDD6AA2CD922}"/>
                  </a:ext>
                </a:extLst>
              </p:cNvPr>
              <p:cNvSpPr/>
              <p:nvPr/>
            </p:nvSpPr>
            <p:spPr bwMode="auto">
              <a:xfrm>
                <a:off x="1236169" y="5380354"/>
                <a:ext cx="103074" cy="1000759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0" name="组合 639">
              <a:extLst>
                <a:ext uri="{FF2B5EF4-FFF2-40B4-BE49-F238E27FC236}">
                  <a16:creationId xmlns:a16="http://schemas.microsoft.com/office/drawing/2014/main" id="{1349A80A-5D3A-4949-BD8A-194480101D4E}"/>
                </a:ext>
              </a:extLst>
            </p:cNvPr>
            <p:cNvGrpSpPr/>
            <p:nvPr/>
          </p:nvGrpSpPr>
          <p:grpSpPr>
            <a:xfrm>
              <a:off x="1524540" y="5367244"/>
              <a:ext cx="742757" cy="1000761"/>
              <a:chOff x="713443" y="5380354"/>
              <a:chExt cx="742757" cy="1000761"/>
            </a:xfrm>
          </p:grpSpPr>
          <p:sp>
            <p:nvSpPr>
              <p:cNvPr id="689" name="矩形: 圆角 688">
                <a:extLst>
                  <a:ext uri="{FF2B5EF4-FFF2-40B4-BE49-F238E27FC236}">
                    <a16:creationId xmlns:a16="http://schemas.microsoft.com/office/drawing/2014/main" id="{B1C5E5B5-1BD2-4A40-BA92-A39230B06484}"/>
                  </a:ext>
                </a:extLst>
              </p:cNvPr>
              <p:cNvSpPr/>
              <p:nvPr/>
            </p:nvSpPr>
            <p:spPr bwMode="auto">
              <a:xfrm>
                <a:off x="715010" y="5380355"/>
                <a:ext cx="741190" cy="1000760"/>
              </a:xfrm>
              <a:prstGeom prst="roundRect">
                <a:avLst/>
              </a:prstGeom>
              <a:solidFill>
                <a:srgbClr val="81817F"/>
              </a:solidFill>
              <a:ln>
                <a:solidFill>
                  <a:srgbClr val="81817F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0" name="矩形 689">
                <a:extLst>
                  <a:ext uri="{FF2B5EF4-FFF2-40B4-BE49-F238E27FC236}">
                    <a16:creationId xmlns:a16="http://schemas.microsoft.com/office/drawing/2014/main" id="{DC89D730-30EF-453C-8002-E649EE6F19C4}"/>
                  </a:ext>
                </a:extLst>
              </p:cNvPr>
              <p:cNvSpPr/>
              <p:nvPr/>
            </p:nvSpPr>
            <p:spPr bwMode="auto">
              <a:xfrm>
                <a:off x="713443" y="5880733"/>
                <a:ext cx="741190" cy="194312"/>
              </a:xfrm>
              <a:prstGeom prst="rect">
                <a:avLst/>
              </a:prstGeom>
              <a:solidFill>
                <a:srgbClr val="4E4E4E"/>
              </a:solidFill>
              <a:ln>
                <a:solidFill>
                  <a:srgbClr val="4E4E4E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1" name="矩形: 圆角 690">
                <a:extLst>
                  <a:ext uri="{FF2B5EF4-FFF2-40B4-BE49-F238E27FC236}">
                    <a16:creationId xmlns:a16="http://schemas.microsoft.com/office/drawing/2014/main" id="{BB53356C-C3FF-4DCF-A657-2C03DA085BEC}"/>
                  </a:ext>
                </a:extLst>
              </p:cNvPr>
              <p:cNvSpPr/>
              <p:nvPr/>
            </p:nvSpPr>
            <p:spPr bwMode="auto">
              <a:xfrm>
                <a:off x="713443" y="5909310"/>
                <a:ext cx="741190" cy="471802"/>
              </a:xfrm>
              <a:prstGeom prst="roundRect">
                <a:avLst>
                  <a:gd name="adj" fmla="val 26761"/>
                </a:avLst>
              </a:prstGeom>
              <a:solidFill>
                <a:srgbClr val="4E4E4E"/>
              </a:solidFill>
              <a:ln>
                <a:solidFill>
                  <a:srgbClr val="4E4E4E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2" name="矩形 691">
                <a:extLst>
                  <a:ext uri="{FF2B5EF4-FFF2-40B4-BE49-F238E27FC236}">
                    <a16:creationId xmlns:a16="http://schemas.microsoft.com/office/drawing/2014/main" id="{691C97D3-662B-46A2-90CC-7560E9B2D370}"/>
                  </a:ext>
                </a:extLst>
              </p:cNvPr>
              <p:cNvSpPr/>
              <p:nvPr/>
            </p:nvSpPr>
            <p:spPr bwMode="auto">
              <a:xfrm>
                <a:off x="828834" y="5380354"/>
                <a:ext cx="103074" cy="1000759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3" name="矩形 692">
                <a:extLst>
                  <a:ext uri="{FF2B5EF4-FFF2-40B4-BE49-F238E27FC236}">
                    <a16:creationId xmlns:a16="http://schemas.microsoft.com/office/drawing/2014/main" id="{AA0EE5AD-901F-486D-A05F-5B439AF71BD3}"/>
                  </a:ext>
                </a:extLst>
              </p:cNvPr>
              <p:cNvSpPr/>
              <p:nvPr/>
            </p:nvSpPr>
            <p:spPr bwMode="auto">
              <a:xfrm>
                <a:off x="1032501" y="5380354"/>
                <a:ext cx="103074" cy="1000759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4" name="矩形 693">
                <a:extLst>
                  <a:ext uri="{FF2B5EF4-FFF2-40B4-BE49-F238E27FC236}">
                    <a16:creationId xmlns:a16="http://schemas.microsoft.com/office/drawing/2014/main" id="{BFF25603-7388-4945-BB32-5CD7EEDC6935}"/>
                  </a:ext>
                </a:extLst>
              </p:cNvPr>
              <p:cNvSpPr/>
              <p:nvPr/>
            </p:nvSpPr>
            <p:spPr bwMode="auto">
              <a:xfrm>
                <a:off x="1236169" y="5380354"/>
                <a:ext cx="103074" cy="1000759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41" name="矩形 640">
              <a:extLst>
                <a:ext uri="{FF2B5EF4-FFF2-40B4-BE49-F238E27FC236}">
                  <a16:creationId xmlns:a16="http://schemas.microsoft.com/office/drawing/2014/main" id="{F7D7F590-687F-41D2-9A15-C3F7828803E8}"/>
                </a:ext>
              </a:extLst>
            </p:cNvPr>
            <p:cNvSpPr/>
            <p:nvPr/>
          </p:nvSpPr>
          <p:spPr bwMode="auto">
            <a:xfrm>
              <a:off x="4002480" y="4396740"/>
              <a:ext cx="86417" cy="541020"/>
            </a:xfrm>
            <a:prstGeom prst="rect">
              <a:avLst/>
            </a:prstGeom>
            <a:solidFill>
              <a:srgbClr val="C54715"/>
            </a:solidFill>
            <a:ln>
              <a:solidFill>
                <a:srgbClr val="C54715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2" name="矩形 641">
              <a:extLst>
                <a:ext uri="{FF2B5EF4-FFF2-40B4-BE49-F238E27FC236}">
                  <a16:creationId xmlns:a16="http://schemas.microsoft.com/office/drawing/2014/main" id="{9E56D20C-D5D3-4375-AF78-761772CC8A28}"/>
                </a:ext>
              </a:extLst>
            </p:cNvPr>
            <p:cNvSpPr/>
            <p:nvPr/>
          </p:nvSpPr>
          <p:spPr bwMode="auto">
            <a:xfrm>
              <a:off x="2632709" y="4396740"/>
              <a:ext cx="86417" cy="541020"/>
            </a:xfrm>
            <a:prstGeom prst="rect">
              <a:avLst/>
            </a:prstGeom>
            <a:solidFill>
              <a:srgbClr val="C54715"/>
            </a:solidFill>
            <a:ln>
              <a:solidFill>
                <a:srgbClr val="C54715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3" name="矩形 642">
              <a:extLst>
                <a:ext uri="{FF2B5EF4-FFF2-40B4-BE49-F238E27FC236}">
                  <a16:creationId xmlns:a16="http://schemas.microsoft.com/office/drawing/2014/main" id="{A624CEEE-9FB1-4FF8-9D31-E4622136DCE4}"/>
                </a:ext>
              </a:extLst>
            </p:cNvPr>
            <p:cNvSpPr/>
            <p:nvPr/>
          </p:nvSpPr>
          <p:spPr bwMode="auto">
            <a:xfrm>
              <a:off x="2727070" y="4457700"/>
              <a:ext cx="1270635" cy="219011"/>
            </a:xfrm>
            <a:prstGeom prst="rect">
              <a:avLst/>
            </a:prstGeom>
            <a:solidFill>
              <a:srgbClr val="FF6225"/>
            </a:solidFill>
            <a:ln>
              <a:solidFill>
                <a:srgbClr val="FF6225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44" name="组合 643">
              <a:extLst>
                <a:ext uri="{FF2B5EF4-FFF2-40B4-BE49-F238E27FC236}">
                  <a16:creationId xmlns:a16="http://schemas.microsoft.com/office/drawing/2014/main" id="{76F948F5-E0F4-4942-8FCF-6B17138702EC}"/>
                </a:ext>
              </a:extLst>
            </p:cNvPr>
            <p:cNvGrpSpPr/>
            <p:nvPr/>
          </p:nvGrpSpPr>
          <p:grpSpPr>
            <a:xfrm>
              <a:off x="1440180" y="6115685"/>
              <a:ext cx="3837292" cy="587317"/>
              <a:chOff x="1440180" y="6115685"/>
              <a:chExt cx="3837292" cy="587317"/>
            </a:xfrm>
          </p:grpSpPr>
          <p:sp>
            <p:nvSpPr>
              <p:cNvPr id="681" name="任意多边形: 形状 680">
                <a:extLst>
                  <a:ext uri="{FF2B5EF4-FFF2-40B4-BE49-F238E27FC236}">
                    <a16:creationId xmlns:a16="http://schemas.microsoft.com/office/drawing/2014/main" id="{758BF93E-BC2C-48BF-AC37-334B25352EEF}"/>
                  </a:ext>
                </a:extLst>
              </p:cNvPr>
              <p:cNvSpPr/>
              <p:nvPr/>
            </p:nvSpPr>
            <p:spPr bwMode="auto">
              <a:xfrm>
                <a:off x="1440180" y="6116955"/>
                <a:ext cx="550800" cy="579600"/>
              </a:xfrm>
              <a:custGeom>
                <a:avLst/>
                <a:gdLst>
                  <a:gd name="connsiteX0" fmla="*/ 518160 w 553720"/>
                  <a:gd name="connsiteY0" fmla="*/ 0 h 589280"/>
                  <a:gd name="connsiteX1" fmla="*/ 0 w 553720"/>
                  <a:gd name="connsiteY1" fmla="*/ 411480 h 589280"/>
                  <a:gd name="connsiteX2" fmla="*/ 0 w 553720"/>
                  <a:gd name="connsiteY2" fmla="*/ 589280 h 589280"/>
                  <a:gd name="connsiteX3" fmla="*/ 373380 w 553720"/>
                  <a:gd name="connsiteY3" fmla="*/ 441960 h 589280"/>
                  <a:gd name="connsiteX4" fmla="*/ 553720 w 553720"/>
                  <a:gd name="connsiteY4" fmla="*/ 170180 h 589280"/>
                  <a:gd name="connsiteX5" fmla="*/ 518160 w 553720"/>
                  <a:gd name="connsiteY5" fmla="*/ 0 h 589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3720" h="589280">
                    <a:moveTo>
                      <a:pt x="518160" y="0"/>
                    </a:moveTo>
                    <a:lnTo>
                      <a:pt x="0" y="411480"/>
                    </a:lnTo>
                    <a:lnTo>
                      <a:pt x="0" y="589280"/>
                    </a:lnTo>
                    <a:lnTo>
                      <a:pt x="373380" y="441960"/>
                    </a:lnTo>
                    <a:lnTo>
                      <a:pt x="553720" y="170180"/>
                    </a:lnTo>
                    <a:lnTo>
                      <a:pt x="518160" y="0"/>
                    </a:lnTo>
                    <a:close/>
                  </a:path>
                </a:pathLst>
              </a:custGeom>
              <a:solidFill>
                <a:srgbClr val="C54715"/>
              </a:solidFill>
              <a:ln>
                <a:solidFill>
                  <a:srgbClr val="C54715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2" name="任意多边形: 形状 681">
                <a:extLst>
                  <a:ext uri="{FF2B5EF4-FFF2-40B4-BE49-F238E27FC236}">
                    <a16:creationId xmlns:a16="http://schemas.microsoft.com/office/drawing/2014/main" id="{D4D80B25-7422-43AC-A6ED-9F5C28095F1F}"/>
                  </a:ext>
                </a:extLst>
              </p:cNvPr>
              <p:cNvSpPr/>
              <p:nvPr/>
            </p:nvSpPr>
            <p:spPr bwMode="auto">
              <a:xfrm flipH="1">
                <a:off x="4726672" y="6115685"/>
                <a:ext cx="550800" cy="579600"/>
              </a:xfrm>
              <a:custGeom>
                <a:avLst/>
                <a:gdLst>
                  <a:gd name="connsiteX0" fmla="*/ 518160 w 553720"/>
                  <a:gd name="connsiteY0" fmla="*/ 0 h 589280"/>
                  <a:gd name="connsiteX1" fmla="*/ 0 w 553720"/>
                  <a:gd name="connsiteY1" fmla="*/ 411480 h 589280"/>
                  <a:gd name="connsiteX2" fmla="*/ 0 w 553720"/>
                  <a:gd name="connsiteY2" fmla="*/ 589280 h 589280"/>
                  <a:gd name="connsiteX3" fmla="*/ 373380 w 553720"/>
                  <a:gd name="connsiteY3" fmla="*/ 441960 h 589280"/>
                  <a:gd name="connsiteX4" fmla="*/ 553720 w 553720"/>
                  <a:gd name="connsiteY4" fmla="*/ 170180 h 589280"/>
                  <a:gd name="connsiteX5" fmla="*/ 518160 w 553720"/>
                  <a:gd name="connsiteY5" fmla="*/ 0 h 589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3720" h="589280">
                    <a:moveTo>
                      <a:pt x="518160" y="0"/>
                    </a:moveTo>
                    <a:lnTo>
                      <a:pt x="0" y="411480"/>
                    </a:lnTo>
                    <a:lnTo>
                      <a:pt x="0" y="589280"/>
                    </a:lnTo>
                    <a:lnTo>
                      <a:pt x="373380" y="441960"/>
                    </a:lnTo>
                    <a:lnTo>
                      <a:pt x="553720" y="170180"/>
                    </a:lnTo>
                    <a:lnTo>
                      <a:pt x="518160" y="0"/>
                    </a:lnTo>
                    <a:close/>
                  </a:path>
                </a:pathLst>
              </a:custGeom>
              <a:solidFill>
                <a:srgbClr val="C54715"/>
              </a:solidFill>
              <a:ln>
                <a:solidFill>
                  <a:srgbClr val="C54715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83" name="组合 682">
                <a:extLst>
                  <a:ext uri="{FF2B5EF4-FFF2-40B4-BE49-F238E27FC236}">
                    <a16:creationId xmlns:a16="http://schemas.microsoft.com/office/drawing/2014/main" id="{AA07C44B-F1AF-471E-A9F1-8844768838D9}"/>
                  </a:ext>
                </a:extLst>
              </p:cNvPr>
              <p:cNvGrpSpPr/>
              <p:nvPr/>
            </p:nvGrpSpPr>
            <p:grpSpPr>
              <a:xfrm>
                <a:off x="1752600" y="6115685"/>
                <a:ext cx="3215323" cy="421640"/>
                <a:chOff x="1752600" y="6115685"/>
                <a:chExt cx="3215323" cy="421640"/>
              </a:xfrm>
              <a:solidFill>
                <a:srgbClr val="FF6224"/>
              </a:solidFill>
            </p:grpSpPr>
            <p:sp>
              <p:nvSpPr>
                <p:cNvPr id="687" name="任意多边形: 形状 686">
                  <a:extLst>
                    <a:ext uri="{FF2B5EF4-FFF2-40B4-BE49-F238E27FC236}">
                      <a16:creationId xmlns:a16="http://schemas.microsoft.com/office/drawing/2014/main" id="{27EB15AA-2CAF-46E4-BEBE-6CF2F883B588}"/>
                    </a:ext>
                  </a:extLst>
                </p:cNvPr>
                <p:cNvSpPr/>
                <p:nvPr/>
              </p:nvSpPr>
              <p:spPr bwMode="auto">
                <a:xfrm>
                  <a:off x="1752600" y="6115685"/>
                  <a:ext cx="1607820" cy="421640"/>
                </a:xfrm>
                <a:custGeom>
                  <a:avLst/>
                  <a:gdLst>
                    <a:gd name="connsiteX0" fmla="*/ 208280 w 1607820"/>
                    <a:gd name="connsiteY0" fmla="*/ 0 h 421640"/>
                    <a:gd name="connsiteX1" fmla="*/ 1607820 w 1607820"/>
                    <a:gd name="connsiteY1" fmla="*/ 0 h 421640"/>
                    <a:gd name="connsiteX2" fmla="*/ 1607820 w 1607820"/>
                    <a:gd name="connsiteY2" fmla="*/ 421640 h 421640"/>
                    <a:gd name="connsiteX3" fmla="*/ 0 w 1607820"/>
                    <a:gd name="connsiteY3" fmla="*/ 421640 h 421640"/>
                    <a:gd name="connsiteX4" fmla="*/ 208280 w 1607820"/>
                    <a:gd name="connsiteY4" fmla="*/ 0 h 42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7820" h="421640">
                      <a:moveTo>
                        <a:pt x="208280" y="0"/>
                      </a:moveTo>
                      <a:lnTo>
                        <a:pt x="1607820" y="0"/>
                      </a:lnTo>
                      <a:lnTo>
                        <a:pt x="1607820" y="421640"/>
                      </a:lnTo>
                      <a:lnTo>
                        <a:pt x="0" y="421640"/>
                      </a:lnTo>
                      <a:lnTo>
                        <a:pt x="208280" y="0"/>
                      </a:lnTo>
                      <a:close/>
                    </a:path>
                  </a:pathLst>
                </a:custGeom>
                <a:grpFill/>
                <a:ln>
                  <a:solidFill>
                    <a:srgbClr val="FF6224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8" name="任意多边形: 形状 687">
                  <a:extLst>
                    <a:ext uri="{FF2B5EF4-FFF2-40B4-BE49-F238E27FC236}">
                      <a16:creationId xmlns:a16="http://schemas.microsoft.com/office/drawing/2014/main" id="{70D75A32-9C77-4BCF-9053-296799649CE8}"/>
                    </a:ext>
                  </a:extLst>
                </p:cNvPr>
                <p:cNvSpPr/>
                <p:nvPr/>
              </p:nvSpPr>
              <p:spPr bwMode="auto">
                <a:xfrm flipH="1">
                  <a:off x="3360103" y="6115685"/>
                  <a:ext cx="1607820" cy="421640"/>
                </a:xfrm>
                <a:custGeom>
                  <a:avLst/>
                  <a:gdLst>
                    <a:gd name="connsiteX0" fmla="*/ 208280 w 1607820"/>
                    <a:gd name="connsiteY0" fmla="*/ 0 h 421640"/>
                    <a:gd name="connsiteX1" fmla="*/ 1607820 w 1607820"/>
                    <a:gd name="connsiteY1" fmla="*/ 0 h 421640"/>
                    <a:gd name="connsiteX2" fmla="*/ 1607820 w 1607820"/>
                    <a:gd name="connsiteY2" fmla="*/ 421640 h 421640"/>
                    <a:gd name="connsiteX3" fmla="*/ 0 w 1607820"/>
                    <a:gd name="connsiteY3" fmla="*/ 421640 h 421640"/>
                    <a:gd name="connsiteX4" fmla="*/ 208280 w 1607820"/>
                    <a:gd name="connsiteY4" fmla="*/ 0 h 42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7820" h="421640">
                      <a:moveTo>
                        <a:pt x="208280" y="0"/>
                      </a:moveTo>
                      <a:lnTo>
                        <a:pt x="1607820" y="0"/>
                      </a:lnTo>
                      <a:lnTo>
                        <a:pt x="1607820" y="421640"/>
                      </a:lnTo>
                      <a:lnTo>
                        <a:pt x="0" y="421640"/>
                      </a:lnTo>
                      <a:lnTo>
                        <a:pt x="208280" y="0"/>
                      </a:lnTo>
                      <a:close/>
                    </a:path>
                  </a:pathLst>
                </a:custGeom>
                <a:grpFill/>
                <a:ln>
                  <a:solidFill>
                    <a:srgbClr val="FF6224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84" name="组合 683">
                <a:extLst>
                  <a:ext uri="{FF2B5EF4-FFF2-40B4-BE49-F238E27FC236}">
                    <a16:creationId xmlns:a16="http://schemas.microsoft.com/office/drawing/2014/main" id="{D4D7EBDB-494E-4677-BC73-8ADE16D9D50F}"/>
                  </a:ext>
                </a:extLst>
              </p:cNvPr>
              <p:cNvGrpSpPr/>
              <p:nvPr/>
            </p:nvGrpSpPr>
            <p:grpSpPr>
              <a:xfrm>
                <a:off x="1441927" y="6535362"/>
                <a:ext cx="3831893" cy="167640"/>
                <a:chOff x="1441927" y="6535362"/>
                <a:chExt cx="3831893" cy="167640"/>
              </a:xfrm>
              <a:solidFill>
                <a:srgbClr val="DF561F"/>
              </a:solidFill>
            </p:grpSpPr>
            <p:sp>
              <p:nvSpPr>
                <p:cNvPr id="685" name="任意多边形: 形状 684">
                  <a:extLst>
                    <a:ext uri="{FF2B5EF4-FFF2-40B4-BE49-F238E27FC236}">
                      <a16:creationId xmlns:a16="http://schemas.microsoft.com/office/drawing/2014/main" id="{A5A8A035-1B51-46B0-BF68-4D924B52617D}"/>
                    </a:ext>
                  </a:extLst>
                </p:cNvPr>
                <p:cNvSpPr/>
                <p:nvPr/>
              </p:nvSpPr>
              <p:spPr bwMode="auto">
                <a:xfrm>
                  <a:off x="1441927" y="6535362"/>
                  <a:ext cx="1916430" cy="167640"/>
                </a:xfrm>
                <a:custGeom>
                  <a:avLst/>
                  <a:gdLst>
                    <a:gd name="connsiteX0" fmla="*/ 0 w 1916430"/>
                    <a:gd name="connsiteY0" fmla="*/ 163830 h 167640"/>
                    <a:gd name="connsiteX1" fmla="*/ 312420 w 1916430"/>
                    <a:gd name="connsiteY1" fmla="*/ 0 h 167640"/>
                    <a:gd name="connsiteX2" fmla="*/ 1916430 w 1916430"/>
                    <a:gd name="connsiteY2" fmla="*/ 0 h 167640"/>
                    <a:gd name="connsiteX3" fmla="*/ 1916430 w 1916430"/>
                    <a:gd name="connsiteY3" fmla="*/ 167640 h 167640"/>
                    <a:gd name="connsiteX4" fmla="*/ 0 w 1916430"/>
                    <a:gd name="connsiteY4" fmla="*/ 163830 h 167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16430" h="167640">
                      <a:moveTo>
                        <a:pt x="0" y="163830"/>
                      </a:moveTo>
                      <a:lnTo>
                        <a:pt x="312420" y="0"/>
                      </a:lnTo>
                      <a:lnTo>
                        <a:pt x="1916430" y="0"/>
                      </a:lnTo>
                      <a:lnTo>
                        <a:pt x="1916430" y="167640"/>
                      </a:lnTo>
                      <a:lnTo>
                        <a:pt x="0" y="163830"/>
                      </a:lnTo>
                      <a:close/>
                    </a:path>
                  </a:pathLst>
                </a:custGeom>
                <a:grpFill/>
                <a:ln>
                  <a:solidFill>
                    <a:srgbClr val="DF561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6" name="任意多边形: 形状 685">
                  <a:extLst>
                    <a:ext uri="{FF2B5EF4-FFF2-40B4-BE49-F238E27FC236}">
                      <a16:creationId xmlns:a16="http://schemas.microsoft.com/office/drawing/2014/main" id="{51BBC98B-CF92-4CAD-9AEE-9C42622F27E8}"/>
                    </a:ext>
                  </a:extLst>
                </p:cNvPr>
                <p:cNvSpPr/>
                <p:nvPr/>
              </p:nvSpPr>
              <p:spPr bwMode="auto">
                <a:xfrm flipH="1">
                  <a:off x="3357390" y="6535362"/>
                  <a:ext cx="1916430" cy="167640"/>
                </a:xfrm>
                <a:custGeom>
                  <a:avLst/>
                  <a:gdLst>
                    <a:gd name="connsiteX0" fmla="*/ 0 w 1916430"/>
                    <a:gd name="connsiteY0" fmla="*/ 163830 h 167640"/>
                    <a:gd name="connsiteX1" fmla="*/ 312420 w 1916430"/>
                    <a:gd name="connsiteY1" fmla="*/ 0 h 167640"/>
                    <a:gd name="connsiteX2" fmla="*/ 1916430 w 1916430"/>
                    <a:gd name="connsiteY2" fmla="*/ 0 h 167640"/>
                    <a:gd name="connsiteX3" fmla="*/ 1916430 w 1916430"/>
                    <a:gd name="connsiteY3" fmla="*/ 167640 h 167640"/>
                    <a:gd name="connsiteX4" fmla="*/ 0 w 1916430"/>
                    <a:gd name="connsiteY4" fmla="*/ 163830 h 167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16430" h="167640">
                      <a:moveTo>
                        <a:pt x="0" y="163830"/>
                      </a:moveTo>
                      <a:lnTo>
                        <a:pt x="312420" y="0"/>
                      </a:lnTo>
                      <a:lnTo>
                        <a:pt x="1916430" y="0"/>
                      </a:lnTo>
                      <a:lnTo>
                        <a:pt x="1916430" y="167640"/>
                      </a:lnTo>
                      <a:lnTo>
                        <a:pt x="0" y="163830"/>
                      </a:lnTo>
                      <a:close/>
                    </a:path>
                  </a:pathLst>
                </a:custGeom>
                <a:grpFill/>
                <a:ln>
                  <a:solidFill>
                    <a:srgbClr val="DF561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645" name="组合 644">
              <a:extLst>
                <a:ext uri="{FF2B5EF4-FFF2-40B4-BE49-F238E27FC236}">
                  <a16:creationId xmlns:a16="http://schemas.microsoft.com/office/drawing/2014/main" id="{2334C2EB-0EE4-478B-AE2D-A4E14C507CFA}"/>
                </a:ext>
              </a:extLst>
            </p:cNvPr>
            <p:cNvGrpSpPr/>
            <p:nvPr/>
          </p:nvGrpSpPr>
          <p:grpSpPr>
            <a:xfrm>
              <a:off x="3145155" y="6122133"/>
              <a:ext cx="702675" cy="580292"/>
              <a:chOff x="3145155" y="6122133"/>
              <a:chExt cx="702675" cy="580292"/>
            </a:xfrm>
          </p:grpSpPr>
          <p:sp>
            <p:nvSpPr>
              <p:cNvPr id="679" name="任意多边形: 形状 678">
                <a:extLst>
                  <a:ext uri="{FF2B5EF4-FFF2-40B4-BE49-F238E27FC236}">
                    <a16:creationId xmlns:a16="http://schemas.microsoft.com/office/drawing/2014/main" id="{E48FDF27-E4AE-478F-BA95-A9AC636BC811}"/>
                  </a:ext>
                </a:extLst>
              </p:cNvPr>
              <p:cNvSpPr/>
              <p:nvPr/>
            </p:nvSpPr>
            <p:spPr bwMode="auto">
              <a:xfrm>
                <a:off x="3145155" y="6214745"/>
                <a:ext cx="689610" cy="487680"/>
              </a:xfrm>
              <a:custGeom>
                <a:avLst/>
                <a:gdLst>
                  <a:gd name="connsiteX0" fmla="*/ 390525 w 689610"/>
                  <a:gd name="connsiteY0" fmla="*/ 487680 h 487680"/>
                  <a:gd name="connsiteX1" fmla="*/ 0 w 689610"/>
                  <a:gd name="connsiteY1" fmla="*/ 192405 h 487680"/>
                  <a:gd name="connsiteX2" fmla="*/ 253365 w 689610"/>
                  <a:gd name="connsiteY2" fmla="*/ 34290 h 487680"/>
                  <a:gd name="connsiteX3" fmla="*/ 434340 w 689610"/>
                  <a:gd name="connsiteY3" fmla="*/ 62865 h 487680"/>
                  <a:gd name="connsiteX4" fmla="*/ 523875 w 689610"/>
                  <a:gd name="connsiteY4" fmla="*/ 30480 h 487680"/>
                  <a:gd name="connsiteX5" fmla="*/ 689610 w 689610"/>
                  <a:gd name="connsiteY5" fmla="*/ 0 h 487680"/>
                  <a:gd name="connsiteX6" fmla="*/ 689610 w 689610"/>
                  <a:gd name="connsiteY6" fmla="*/ 276225 h 487680"/>
                  <a:gd name="connsiteX7" fmla="*/ 390525 w 689610"/>
                  <a:gd name="connsiteY7" fmla="*/ 487680 h 487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9610" h="487680">
                    <a:moveTo>
                      <a:pt x="390525" y="487680"/>
                    </a:moveTo>
                    <a:lnTo>
                      <a:pt x="0" y="192405"/>
                    </a:lnTo>
                    <a:lnTo>
                      <a:pt x="253365" y="34290"/>
                    </a:lnTo>
                    <a:lnTo>
                      <a:pt x="434340" y="62865"/>
                    </a:lnTo>
                    <a:lnTo>
                      <a:pt x="523875" y="30480"/>
                    </a:lnTo>
                    <a:lnTo>
                      <a:pt x="689610" y="0"/>
                    </a:lnTo>
                    <a:lnTo>
                      <a:pt x="689610" y="276225"/>
                    </a:lnTo>
                    <a:lnTo>
                      <a:pt x="390525" y="487680"/>
                    </a:lnTo>
                    <a:close/>
                  </a:path>
                </a:pathLst>
              </a:custGeom>
              <a:solidFill>
                <a:srgbClr val="C54715"/>
              </a:solidFill>
              <a:ln>
                <a:solidFill>
                  <a:srgbClr val="C54715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不完整圆 679">
                <a:extLst>
                  <a:ext uri="{FF2B5EF4-FFF2-40B4-BE49-F238E27FC236}">
                    <a16:creationId xmlns:a16="http://schemas.microsoft.com/office/drawing/2014/main" id="{1AD0146C-5EDD-4AF6-91A7-4A6B711593B3}"/>
                  </a:ext>
                </a:extLst>
              </p:cNvPr>
              <p:cNvSpPr/>
              <p:nvPr/>
            </p:nvSpPr>
            <p:spPr bwMode="auto">
              <a:xfrm flipH="1">
                <a:off x="3223862" y="6122133"/>
                <a:ext cx="623968" cy="579599"/>
              </a:xfrm>
              <a:prstGeom prst="pie">
                <a:avLst>
                  <a:gd name="adj1" fmla="val 5414021"/>
                  <a:gd name="adj2" fmla="val 9901081"/>
                </a:avLst>
              </a:prstGeom>
              <a:solidFill>
                <a:srgbClr val="C54715"/>
              </a:solidFill>
              <a:ln>
                <a:solidFill>
                  <a:srgbClr val="C54715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46" name="弦形 645">
              <a:extLst>
                <a:ext uri="{FF2B5EF4-FFF2-40B4-BE49-F238E27FC236}">
                  <a16:creationId xmlns:a16="http://schemas.microsoft.com/office/drawing/2014/main" id="{75474385-DDB8-45F0-BD37-59B92D912C7F}"/>
                </a:ext>
              </a:extLst>
            </p:cNvPr>
            <p:cNvSpPr/>
            <p:nvPr/>
          </p:nvSpPr>
          <p:spPr bwMode="auto">
            <a:xfrm>
              <a:off x="2007394" y="5391150"/>
              <a:ext cx="2700337" cy="891540"/>
            </a:xfrm>
            <a:prstGeom prst="chord">
              <a:avLst>
                <a:gd name="adj1" fmla="val 825888"/>
                <a:gd name="adj2" fmla="val 993679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47" name="组合 646">
              <a:extLst>
                <a:ext uri="{FF2B5EF4-FFF2-40B4-BE49-F238E27FC236}">
                  <a16:creationId xmlns:a16="http://schemas.microsoft.com/office/drawing/2014/main" id="{7BEB70E6-D1A9-4D0F-9D59-CF49CC4154AD}"/>
                </a:ext>
              </a:extLst>
            </p:cNvPr>
            <p:cNvGrpSpPr/>
            <p:nvPr/>
          </p:nvGrpSpPr>
          <p:grpSpPr>
            <a:xfrm>
              <a:off x="2240280" y="4792489"/>
              <a:ext cx="1434243" cy="1699694"/>
              <a:chOff x="2240280" y="4792489"/>
              <a:chExt cx="1434243" cy="1699694"/>
            </a:xfrm>
          </p:grpSpPr>
          <p:sp>
            <p:nvSpPr>
              <p:cNvPr id="676" name="任意多边形: 形状 675">
                <a:extLst>
                  <a:ext uri="{FF2B5EF4-FFF2-40B4-BE49-F238E27FC236}">
                    <a16:creationId xmlns:a16="http://schemas.microsoft.com/office/drawing/2014/main" id="{92B2DE77-CA98-40F4-A4C7-D5A195BB5FFE}"/>
                  </a:ext>
                </a:extLst>
              </p:cNvPr>
              <p:cNvSpPr/>
              <p:nvPr/>
            </p:nvSpPr>
            <p:spPr bwMode="auto">
              <a:xfrm>
                <a:off x="2240280" y="4800600"/>
                <a:ext cx="1120140" cy="1482090"/>
              </a:xfrm>
              <a:custGeom>
                <a:avLst/>
                <a:gdLst>
                  <a:gd name="connsiteX0" fmla="*/ 0 w 1120140"/>
                  <a:gd name="connsiteY0" fmla="*/ 125730 h 1482090"/>
                  <a:gd name="connsiteX1" fmla="*/ 0 w 1120140"/>
                  <a:gd name="connsiteY1" fmla="*/ 426720 h 1482090"/>
                  <a:gd name="connsiteX2" fmla="*/ 472440 w 1120140"/>
                  <a:gd name="connsiteY2" fmla="*/ 426720 h 1482090"/>
                  <a:gd name="connsiteX3" fmla="*/ 472440 w 1120140"/>
                  <a:gd name="connsiteY3" fmla="*/ 605790 h 1482090"/>
                  <a:gd name="connsiteX4" fmla="*/ 822960 w 1120140"/>
                  <a:gd name="connsiteY4" fmla="*/ 1097280 h 1482090"/>
                  <a:gd name="connsiteX5" fmla="*/ 822960 w 1120140"/>
                  <a:gd name="connsiteY5" fmla="*/ 1482090 h 1482090"/>
                  <a:gd name="connsiteX6" fmla="*/ 1120140 w 1120140"/>
                  <a:gd name="connsiteY6" fmla="*/ 1482090 h 1482090"/>
                  <a:gd name="connsiteX7" fmla="*/ 1120140 w 1120140"/>
                  <a:gd name="connsiteY7" fmla="*/ 0 h 1482090"/>
                  <a:gd name="connsiteX8" fmla="*/ 491490 w 1120140"/>
                  <a:gd name="connsiteY8" fmla="*/ 129540 h 1482090"/>
                  <a:gd name="connsiteX9" fmla="*/ 0 w 1120140"/>
                  <a:gd name="connsiteY9" fmla="*/ 125730 h 1482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20140" h="1482090">
                    <a:moveTo>
                      <a:pt x="0" y="125730"/>
                    </a:moveTo>
                    <a:lnTo>
                      <a:pt x="0" y="426720"/>
                    </a:lnTo>
                    <a:lnTo>
                      <a:pt x="472440" y="426720"/>
                    </a:lnTo>
                    <a:lnTo>
                      <a:pt x="472440" y="605790"/>
                    </a:lnTo>
                    <a:lnTo>
                      <a:pt x="822960" y="1097280"/>
                    </a:lnTo>
                    <a:lnTo>
                      <a:pt x="822960" y="1482090"/>
                    </a:lnTo>
                    <a:lnTo>
                      <a:pt x="1120140" y="1482090"/>
                    </a:lnTo>
                    <a:lnTo>
                      <a:pt x="1120140" y="0"/>
                    </a:lnTo>
                    <a:lnTo>
                      <a:pt x="491490" y="129540"/>
                    </a:lnTo>
                    <a:lnTo>
                      <a:pt x="0" y="125730"/>
                    </a:lnTo>
                    <a:close/>
                  </a:path>
                </a:pathLst>
              </a:custGeom>
              <a:solidFill>
                <a:srgbClr val="FF6224"/>
              </a:solidFill>
              <a:ln>
                <a:solidFill>
                  <a:srgbClr val="FF6224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任意多边形: 形状 676">
                <a:extLst>
                  <a:ext uri="{FF2B5EF4-FFF2-40B4-BE49-F238E27FC236}">
                    <a16:creationId xmlns:a16="http://schemas.microsoft.com/office/drawing/2014/main" id="{FF2C081D-812F-427A-8013-E6C4F5823520}"/>
                  </a:ext>
                </a:extLst>
              </p:cNvPr>
              <p:cNvSpPr/>
              <p:nvPr/>
            </p:nvSpPr>
            <p:spPr bwMode="auto">
              <a:xfrm>
                <a:off x="2710893" y="4792489"/>
                <a:ext cx="649528" cy="137651"/>
              </a:xfrm>
              <a:custGeom>
                <a:avLst/>
                <a:gdLst>
                  <a:gd name="connsiteX0" fmla="*/ 0 w 630555"/>
                  <a:gd name="connsiteY0" fmla="*/ 137651 h 137651"/>
                  <a:gd name="connsiteX1" fmla="*/ 93345 w 630555"/>
                  <a:gd name="connsiteY1" fmla="*/ 101456 h 137651"/>
                  <a:gd name="connsiteX2" fmla="*/ 205740 w 630555"/>
                  <a:gd name="connsiteY2" fmla="*/ 67166 h 137651"/>
                  <a:gd name="connsiteX3" fmla="*/ 331470 w 630555"/>
                  <a:gd name="connsiteY3" fmla="*/ 32876 h 137651"/>
                  <a:gd name="connsiteX4" fmla="*/ 449580 w 630555"/>
                  <a:gd name="connsiteY4" fmla="*/ 17636 h 137651"/>
                  <a:gd name="connsiteX5" fmla="*/ 596265 w 630555"/>
                  <a:gd name="connsiteY5" fmla="*/ 491 h 137651"/>
                  <a:gd name="connsiteX6" fmla="*/ 626745 w 630555"/>
                  <a:gd name="connsiteY6" fmla="*/ 4301 h 137651"/>
                  <a:gd name="connsiteX7" fmla="*/ 630555 w 630555"/>
                  <a:gd name="connsiteY7" fmla="*/ 8111 h 13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0555" h="137651">
                    <a:moveTo>
                      <a:pt x="0" y="137651"/>
                    </a:moveTo>
                    <a:cubicBezTo>
                      <a:pt x="29527" y="125427"/>
                      <a:pt x="59055" y="113203"/>
                      <a:pt x="93345" y="101456"/>
                    </a:cubicBezTo>
                    <a:cubicBezTo>
                      <a:pt x="127635" y="89709"/>
                      <a:pt x="166053" y="78596"/>
                      <a:pt x="205740" y="67166"/>
                    </a:cubicBezTo>
                    <a:cubicBezTo>
                      <a:pt x="245428" y="55736"/>
                      <a:pt x="290830" y="41131"/>
                      <a:pt x="331470" y="32876"/>
                    </a:cubicBezTo>
                    <a:cubicBezTo>
                      <a:pt x="372110" y="24621"/>
                      <a:pt x="449580" y="17636"/>
                      <a:pt x="449580" y="17636"/>
                    </a:cubicBezTo>
                    <a:cubicBezTo>
                      <a:pt x="493712" y="12239"/>
                      <a:pt x="566738" y="2713"/>
                      <a:pt x="596265" y="491"/>
                    </a:cubicBezTo>
                    <a:cubicBezTo>
                      <a:pt x="625792" y="-1731"/>
                      <a:pt x="626745" y="4301"/>
                      <a:pt x="626745" y="4301"/>
                    </a:cubicBezTo>
                    <a:cubicBezTo>
                      <a:pt x="632460" y="5571"/>
                      <a:pt x="623253" y="8111"/>
                      <a:pt x="630555" y="8111"/>
                    </a:cubicBezTo>
                  </a:path>
                </a:pathLst>
              </a:custGeom>
              <a:solidFill>
                <a:srgbClr val="FF6224"/>
              </a:solidFill>
              <a:ln>
                <a:solidFill>
                  <a:srgbClr val="FF6224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8" name="不完整圆 677">
                <a:extLst>
                  <a:ext uri="{FF2B5EF4-FFF2-40B4-BE49-F238E27FC236}">
                    <a16:creationId xmlns:a16="http://schemas.microsoft.com/office/drawing/2014/main" id="{F00271CD-86D0-48D5-BE64-9AF8908C0476}"/>
                  </a:ext>
                </a:extLst>
              </p:cNvPr>
              <p:cNvSpPr/>
              <p:nvPr/>
            </p:nvSpPr>
            <p:spPr bwMode="auto">
              <a:xfrm>
                <a:off x="3050554" y="5912584"/>
                <a:ext cx="623969" cy="579599"/>
              </a:xfrm>
              <a:prstGeom prst="pie">
                <a:avLst>
                  <a:gd name="adj1" fmla="val 5414021"/>
                  <a:gd name="adj2" fmla="val 9901081"/>
                </a:avLst>
              </a:prstGeom>
              <a:solidFill>
                <a:srgbClr val="FF6224"/>
              </a:solidFill>
              <a:ln>
                <a:solidFill>
                  <a:srgbClr val="FF6224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8" name="组合 647">
              <a:extLst>
                <a:ext uri="{FF2B5EF4-FFF2-40B4-BE49-F238E27FC236}">
                  <a16:creationId xmlns:a16="http://schemas.microsoft.com/office/drawing/2014/main" id="{E717EE49-1671-4A8B-8B95-2A3990AD3B5A}"/>
                </a:ext>
              </a:extLst>
            </p:cNvPr>
            <p:cNvGrpSpPr/>
            <p:nvPr/>
          </p:nvGrpSpPr>
          <p:grpSpPr>
            <a:xfrm flipH="1">
              <a:off x="3051142" y="4792489"/>
              <a:ext cx="1436149" cy="1699694"/>
              <a:chOff x="2240280" y="4792489"/>
              <a:chExt cx="1436149" cy="1699694"/>
            </a:xfrm>
            <a:solidFill>
              <a:srgbClr val="DF561F"/>
            </a:solidFill>
          </p:grpSpPr>
          <p:sp>
            <p:nvSpPr>
              <p:cNvPr id="673" name="任意多边形: 形状 672">
                <a:extLst>
                  <a:ext uri="{FF2B5EF4-FFF2-40B4-BE49-F238E27FC236}">
                    <a16:creationId xmlns:a16="http://schemas.microsoft.com/office/drawing/2014/main" id="{9241D3BF-CCAD-4835-9448-B0AD6AA5A82A}"/>
                  </a:ext>
                </a:extLst>
              </p:cNvPr>
              <p:cNvSpPr/>
              <p:nvPr/>
            </p:nvSpPr>
            <p:spPr bwMode="auto">
              <a:xfrm>
                <a:off x="2240280" y="4800600"/>
                <a:ext cx="1120140" cy="1482090"/>
              </a:xfrm>
              <a:custGeom>
                <a:avLst/>
                <a:gdLst>
                  <a:gd name="connsiteX0" fmla="*/ 0 w 1120140"/>
                  <a:gd name="connsiteY0" fmla="*/ 125730 h 1482090"/>
                  <a:gd name="connsiteX1" fmla="*/ 0 w 1120140"/>
                  <a:gd name="connsiteY1" fmla="*/ 426720 h 1482090"/>
                  <a:gd name="connsiteX2" fmla="*/ 472440 w 1120140"/>
                  <a:gd name="connsiteY2" fmla="*/ 426720 h 1482090"/>
                  <a:gd name="connsiteX3" fmla="*/ 472440 w 1120140"/>
                  <a:gd name="connsiteY3" fmla="*/ 605790 h 1482090"/>
                  <a:gd name="connsiteX4" fmla="*/ 822960 w 1120140"/>
                  <a:gd name="connsiteY4" fmla="*/ 1097280 h 1482090"/>
                  <a:gd name="connsiteX5" fmla="*/ 822960 w 1120140"/>
                  <a:gd name="connsiteY5" fmla="*/ 1482090 h 1482090"/>
                  <a:gd name="connsiteX6" fmla="*/ 1120140 w 1120140"/>
                  <a:gd name="connsiteY6" fmla="*/ 1482090 h 1482090"/>
                  <a:gd name="connsiteX7" fmla="*/ 1120140 w 1120140"/>
                  <a:gd name="connsiteY7" fmla="*/ 0 h 1482090"/>
                  <a:gd name="connsiteX8" fmla="*/ 491490 w 1120140"/>
                  <a:gd name="connsiteY8" fmla="*/ 129540 h 1482090"/>
                  <a:gd name="connsiteX9" fmla="*/ 0 w 1120140"/>
                  <a:gd name="connsiteY9" fmla="*/ 125730 h 1482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20140" h="1482090">
                    <a:moveTo>
                      <a:pt x="0" y="125730"/>
                    </a:moveTo>
                    <a:lnTo>
                      <a:pt x="0" y="426720"/>
                    </a:lnTo>
                    <a:lnTo>
                      <a:pt x="472440" y="426720"/>
                    </a:lnTo>
                    <a:lnTo>
                      <a:pt x="472440" y="605790"/>
                    </a:lnTo>
                    <a:lnTo>
                      <a:pt x="822960" y="1097280"/>
                    </a:lnTo>
                    <a:lnTo>
                      <a:pt x="822960" y="1482090"/>
                    </a:lnTo>
                    <a:lnTo>
                      <a:pt x="1120140" y="1482090"/>
                    </a:lnTo>
                    <a:lnTo>
                      <a:pt x="1120140" y="0"/>
                    </a:lnTo>
                    <a:lnTo>
                      <a:pt x="491490" y="129540"/>
                    </a:lnTo>
                    <a:lnTo>
                      <a:pt x="0" y="125730"/>
                    </a:lnTo>
                    <a:close/>
                  </a:path>
                </a:pathLst>
              </a:custGeom>
              <a:grpFill/>
              <a:ln>
                <a:solidFill>
                  <a:srgbClr val="DF561F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4" name="任意多边形: 形状 673">
                <a:extLst>
                  <a:ext uri="{FF2B5EF4-FFF2-40B4-BE49-F238E27FC236}">
                    <a16:creationId xmlns:a16="http://schemas.microsoft.com/office/drawing/2014/main" id="{62CB2EA6-154C-48D6-8348-F21844BF4C36}"/>
                  </a:ext>
                </a:extLst>
              </p:cNvPr>
              <p:cNvSpPr/>
              <p:nvPr/>
            </p:nvSpPr>
            <p:spPr bwMode="auto">
              <a:xfrm>
                <a:off x="2703097" y="4792489"/>
                <a:ext cx="657325" cy="137651"/>
              </a:xfrm>
              <a:custGeom>
                <a:avLst/>
                <a:gdLst>
                  <a:gd name="connsiteX0" fmla="*/ 0 w 630555"/>
                  <a:gd name="connsiteY0" fmla="*/ 137651 h 137651"/>
                  <a:gd name="connsiteX1" fmla="*/ 93345 w 630555"/>
                  <a:gd name="connsiteY1" fmla="*/ 101456 h 137651"/>
                  <a:gd name="connsiteX2" fmla="*/ 205740 w 630555"/>
                  <a:gd name="connsiteY2" fmla="*/ 67166 h 137651"/>
                  <a:gd name="connsiteX3" fmla="*/ 331470 w 630555"/>
                  <a:gd name="connsiteY3" fmla="*/ 32876 h 137651"/>
                  <a:gd name="connsiteX4" fmla="*/ 449580 w 630555"/>
                  <a:gd name="connsiteY4" fmla="*/ 17636 h 137651"/>
                  <a:gd name="connsiteX5" fmla="*/ 596265 w 630555"/>
                  <a:gd name="connsiteY5" fmla="*/ 491 h 137651"/>
                  <a:gd name="connsiteX6" fmla="*/ 626745 w 630555"/>
                  <a:gd name="connsiteY6" fmla="*/ 4301 h 137651"/>
                  <a:gd name="connsiteX7" fmla="*/ 630555 w 630555"/>
                  <a:gd name="connsiteY7" fmla="*/ 8111 h 13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0555" h="137651">
                    <a:moveTo>
                      <a:pt x="0" y="137651"/>
                    </a:moveTo>
                    <a:cubicBezTo>
                      <a:pt x="29527" y="125427"/>
                      <a:pt x="59055" y="113203"/>
                      <a:pt x="93345" y="101456"/>
                    </a:cubicBezTo>
                    <a:cubicBezTo>
                      <a:pt x="127635" y="89709"/>
                      <a:pt x="166053" y="78596"/>
                      <a:pt x="205740" y="67166"/>
                    </a:cubicBezTo>
                    <a:cubicBezTo>
                      <a:pt x="245428" y="55736"/>
                      <a:pt x="290830" y="41131"/>
                      <a:pt x="331470" y="32876"/>
                    </a:cubicBezTo>
                    <a:cubicBezTo>
                      <a:pt x="372110" y="24621"/>
                      <a:pt x="449580" y="17636"/>
                      <a:pt x="449580" y="17636"/>
                    </a:cubicBezTo>
                    <a:cubicBezTo>
                      <a:pt x="493712" y="12239"/>
                      <a:pt x="566738" y="2713"/>
                      <a:pt x="596265" y="491"/>
                    </a:cubicBezTo>
                    <a:cubicBezTo>
                      <a:pt x="625792" y="-1731"/>
                      <a:pt x="626745" y="4301"/>
                      <a:pt x="626745" y="4301"/>
                    </a:cubicBezTo>
                    <a:cubicBezTo>
                      <a:pt x="632460" y="5571"/>
                      <a:pt x="623253" y="8111"/>
                      <a:pt x="630555" y="8111"/>
                    </a:cubicBezTo>
                  </a:path>
                </a:pathLst>
              </a:custGeom>
              <a:grpFill/>
              <a:ln>
                <a:solidFill>
                  <a:srgbClr val="DF561F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不完整圆 674">
                <a:extLst>
                  <a:ext uri="{FF2B5EF4-FFF2-40B4-BE49-F238E27FC236}">
                    <a16:creationId xmlns:a16="http://schemas.microsoft.com/office/drawing/2014/main" id="{2556A357-96FC-4F90-B3D5-D5A3E9A60BC4}"/>
                  </a:ext>
                </a:extLst>
              </p:cNvPr>
              <p:cNvSpPr/>
              <p:nvPr/>
            </p:nvSpPr>
            <p:spPr bwMode="auto">
              <a:xfrm>
                <a:off x="3052461" y="5912584"/>
                <a:ext cx="623968" cy="579599"/>
              </a:xfrm>
              <a:prstGeom prst="pie">
                <a:avLst>
                  <a:gd name="adj1" fmla="val 5414021"/>
                  <a:gd name="adj2" fmla="val 9901081"/>
                </a:avLst>
              </a:prstGeom>
              <a:grpFill/>
              <a:ln>
                <a:solidFill>
                  <a:srgbClr val="DF561F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9" name="组合 648">
              <a:extLst>
                <a:ext uri="{FF2B5EF4-FFF2-40B4-BE49-F238E27FC236}">
                  <a16:creationId xmlns:a16="http://schemas.microsoft.com/office/drawing/2014/main" id="{6F0742DE-DA6E-4976-A5D7-067AEE55A452}"/>
                </a:ext>
              </a:extLst>
            </p:cNvPr>
            <p:cNvGrpSpPr/>
            <p:nvPr/>
          </p:nvGrpSpPr>
          <p:grpSpPr>
            <a:xfrm>
              <a:off x="2962275" y="5166360"/>
              <a:ext cx="805816" cy="99060"/>
              <a:chOff x="2960370" y="5166360"/>
              <a:chExt cx="805816" cy="99060"/>
            </a:xfrm>
          </p:grpSpPr>
          <p:sp>
            <p:nvSpPr>
              <p:cNvPr id="671" name="矩形 670">
                <a:extLst>
                  <a:ext uri="{FF2B5EF4-FFF2-40B4-BE49-F238E27FC236}">
                    <a16:creationId xmlns:a16="http://schemas.microsoft.com/office/drawing/2014/main" id="{3CAF8E83-F812-4E51-A032-7539B521B42C}"/>
                  </a:ext>
                </a:extLst>
              </p:cNvPr>
              <p:cNvSpPr/>
              <p:nvPr/>
            </p:nvSpPr>
            <p:spPr bwMode="auto">
              <a:xfrm>
                <a:off x="2960370" y="5166360"/>
                <a:ext cx="401003" cy="99060"/>
              </a:xfrm>
              <a:prstGeom prst="rect">
                <a:avLst/>
              </a:prstGeom>
              <a:solidFill>
                <a:srgbClr val="949599"/>
              </a:solidFill>
              <a:ln>
                <a:solidFill>
                  <a:srgbClr val="949599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2" name="矩形 671">
                <a:extLst>
                  <a:ext uri="{FF2B5EF4-FFF2-40B4-BE49-F238E27FC236}">
                    <a16:creationId xmlns:a16="http://schemas.microsoft.com/office/drawing/2014/main" id="{2899984E-0607-425D-BD63-D52CFAEFE65E}"/>
                  </a:ext>
                </a:extLst>
              </p:cNvPr>
              <p:cNvSpPr/>
              <p:nvPr/>
            </p:nvSpPr>
            <p:spPr bwMode="auto">
              <a:xfrm flipH="1">
                <a:off x="3365183" y="5166360"/>
                <a:ext cx="401003" cy="99060"/>
              </a:xfrm>
              <a:prstGeom prst="rect">
                <a:avLst/>
              </a:prstGeom>
              <a:solidFill>
                <a:srgbClr val="555658"/>
              </a:solidFill>
              <a:ln>
                <a:solidFill>
                  <a:srgbClr val="555658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0" name="组合 649">
              <a:extLst>
                <a:ext uri="{FF2B5EF4-FFF2-40B4-BE49-F238E27FC236}">
                  <a16:creationId xmlns:a16="http://schemas.microsoft.com/office/drawing/2014/main" id="{98CE5713-0E19-4C80-8C2D-3503626E7FBA}"/>
                </a:ext>
              </a:extLst>
            </p:cNvPr>
            <p:cNvGrpSpPr/>
            <p:nvPr/>
          </p:nvGrpSpPr>
          <p:grpSpPr>
            <a:xfrm>
              <a:off x="3183067" y="5906869"/>
              <a:ext cx="364548" cy="108967"/>
              <a:chOff x="2956560" y="5166360"/>
              <a:chExt cx="805816" cy="99060"/>
            </a:xfrm>
          </p:grpSpPr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1257F0C2-2ABE-4EE5-AC27-431111F8EB4F}"/>
                  </a:ext>
                </a:extLst>
              </p:cNvPr>
              <p:cNvSpPr/>
              <p:nvPr/>
            </p:nvSpPr>
            <p:spPr bwMode="auto">
              <a:xfrm>
                <a:off x="2956560" y="5166360"/>
                <a:ext cx="401003" cy="99060"/>
              </a:xfrm>
              <a:prstGeom prst="rect">
                <a:avLst/>
              </a:prstGeom>
              <a:solidFill>
                <a:srgbClr val="949599"/>
              </a:solidFill>
              <a:ln>
                <a:solidFill>
                  <a:srgbClr val="949599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06A689F5-B295-492F-9664-8F22C190CCA5}"/>
                  </a:ext>
                </a:extLst>
              </p:cNvPr>
              <p:cNvSpPr/>
              <p:nvPr/>
            </p:nvSpPr>
            <p:spPr bwMode="auto">
              <a:xfrm flipH="1">
                <a:off x="3361373" y="5166360"/>
                <a:ext cx="401003" cy="99060"/>
              </a:xfrm>
              <a:prstGeom prst="rect">
                <a:avLst/>
              </a:prstGeom>
              <a:solidFill>
                <a:srgbClr val="555658"/>
              </a:solidFill>
              <a:ln>
                <a:solidFill>
                  <a:srgbClr val="555658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1" name="组合 650">
              <a:extLst>
                <a:ext uri="{FF2B5EF4-FFF2-40B4-BE49-F238E27FC236}">
                  <a16:creationId xmlns:a16="http://schemas.microsoft.com/office/drawing/2014/main" id="{FC04F9E8-52C8-413E-855D-9EBF5E97A3AD}"/>
                </a:ext>
              </a:extLst>
            </p:cNvPr>
            <p:cNvGrpSpPr/>
            <p:nvPr/>
          </p:nvGrpSpPr>
          <p:grpSpPr>
            <a:xfrm>
              <a:off x="2771774" y="4787087"/>
              <a:ext cx="1183005" cy="491366"/>
              <a:chOff x="2771774" y="4787087"/>
              <a:chExt cx="1183005" cy="491366"/>
            </a:xfrm>
          </p:grpSpPr>
          <p:sp>
            <p:nvSpPr>
              <p:cNvPr id="666" name="矩形: 圆角 665">
                <a:extLst>
                  <a:ext uri="{FF2B5EF4-FFF2-40B4-BE49-F238E27FC236}">
                    <a16:creationId xmlns:a16="http://schemas.microsoft.com/office/drawing/2014/main" id="{09C75428-C15B-448C-B101-5B79A04BF91B}"/>
                  </a:ext>
                </a:extLst>
              </p:cNvPr>
              <p:cNvSpPr/>
              <p:nvPr/>
            </p:nvSpPr>
            <p:spPr bwMode="auto">
              <a:xfrm>
                <a:off x="3033775" y="4913688"/>
                <a:ext cx="651600" cy="159326"/>
              </a:xfrm>
              <a:prstGeom prst="roundRect">
                <a:avLst>
                  <a:gd name="adj" fmla="val 28624"/>
                </a:avLst>
              </a:prstGeom>
              <a:solidFill>
                <a:srgbClr val="565553"/>
              </a:solidFill>
              <a:ln>
                <a:solidFill>
                  <a:srgbClr val="565553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7" name="矩形 666">
                <a:extLst>
                  <a:ext uri="{FF2B5EF4-FFF2-40B4-BE49-F238E27FC236}">
                    <a16:creationId xmlns:a16="http://schemas.microsoft.com/office/drawing/2014/main" id="{31799429-EDC1-409C-9424-1747EB5638F4}"/>
                  </a:ext>
                </a:extLst>
              </p:cNvPr>
              <p:cNvSpPr/>
              <p:nvPr/>
            </p:nvSpPr>
            <p:spPr bwMode="auto">
              <a:xfrm>
                <a:off x="3034665" y="4833424"/>
                <a:ext cx="651600" cy="159326"/>
              </a:xfrm>
              <a:prstGeom prst="rect">
                <a:avLst/>
              </a:prstGeom>
              <a:solidFill>
                <a:srgbClr val="565553"/>
              </a:solidFill>
              <a:ln>
                <a:solidFill>
                  <a:srgbClr val="565553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弦形 667">
                <a:extLst>
                  <a:ext uri="{FF2B5EF4-FFF2-40B4-BE49-F238E27FC236}">
                    <a16:creationId xmlns:a16="http://schemas.microsoft.com/office/drawing/2014/main" id="{4B805557-F143-48B7-8234-41974C568E60}"/>
                  </a:ext>
                </a:extLst>
              </p:cNvPr>
              <p:cNvSpPr/>
              <p:nvPr/>
            </p:nvSpPr>
            <p:spPr bwMode="auto">
              <a:xfrm>
                <a:off x="2771774" y="4787087"/>
                <a:ext cx="1183005" cy="491366"/>
              </a:xfrm>
              <a:prstGeom prst="chord">
                <a:avLst>
                  <a:gd name="adj1" fmla="val 12707333"/>
                  <a:gd name="adj2" fmla="val 19642619"/>
                </a:avLst>
              </a:prstGeom>
              <a:solidFill>
                <a:srgbClr val="565553"/>
              </a:solidFill>
              <a:ln>
                <a:solidFill>
                  <a:srgbClr val="565553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2" name="组合 651">
              <a:extLst>
                <a:ext uri="{FF2B5EF4-FFF2-40B4-BE49-F238E27FC236}">
                  <a16:creationId xmlns:a16="http://schemas.microsoft.com/office/drawing/2014/main" id="{83317B38-FA09-4FC8-99FE-DA4815250921}"/>
                </a:ext>
              </a:extLst>
            </p:cNvPr>
            <p:cNvGrpSpPr/>
            <p:nvPr/>
          </p:nvGrpSpPr>
          <p:grpSpPr>
            <a:xfrm>
              <a:off x="3048001" y="4337304"/>
              <a:ext cx="311294" cy="672465"/>
              <a:chOff x="3046095" y="4343400"/>
              <a:chExt cx="321945" cy="672465"/>
            </a:xfrm>
          </p:grpSpPr>
          <p:sp>
            <p:nvSpPr>
              <p:cNvPr id="664" name="任意多边形: 形状 663">
                <a:extLst>
                  <a:ext uri="{FF2B5EF4-FFF2-40B4-BE49-F238E27FC236}">
                    <a16:creationId xmlns:a16="http://schemas.microsoft.com/office/drawing/2014/main" id="{A032EF95-3B5D-4AFA-986B-AE2C8388FB20}"/>
                  </a:ext>
                </a:extLst>
              </p:cNvPr>
              <p:cNvSpPr/>
              <p:nvPr/>
            </p:nvSpPr>
            <p:spPr bwMode="auto">
              <a:xfrm>
                <a:off x="3046095" y="4343400"/>
                <a:ext cx="321945" cy="672465"/>
              </a:xfrm>
              <a:custGeom>
                <a:avLst/>
                <a:gdLst>
                  <a:gd name="connsiteX0" fmla="*/ 321945 w 321945"/>
                  <a:gd name="connsiteY0" fmla="*/ 0 h 672465"/>
                  <a:gd name="connsiteX1" fmla="*/ 321945 w 321945"/>
                  <a:gd name="connsiteY1" fmla="*/ 672465 h 672465"/>
                  <a:gd name="connsiteX2" fmla="*/ 0 w 321945"/>
                  <a:gd name="connsiteY2" fmla="*/ 672465 h 672465"/>
                  <a:gd name="connsiteX3" fmla="*/ 104775 w 321945"/>
                  <a:gd name="connsiteY3" fmla="*/ 373380 h 672465"/>
                  <a:gd name="connsiteX4" fmla="*/ 321945 w 321945"/>
                  <a:gd name="connsiteY4" fmla="*/ 0 h 672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1945" h="672465">
                    <a:moveTo>
                      <a:pt x="321945" y="0"/>
                    </a:moveTo>
                    <a:lnTo>
                      <a:pt x="321945" y="672465"/>
                    </a:lnTo>
                    <a:lnTo>
                      <a:pt x="0" y="672465"/>
                    </a:lnTo>
                    <a:lnTo>
                      <a:pt x="104775" y="373380"/>
                    </a:lnTo>
                    <a:lnTo>
                      <a:pt x="321945" y="0"/>
                    </a:lnTo>
                    <a:close/>
                  </a:path>
                </a:pathLst>
              </a:custGeom>
              <a:solidFill>
                <a:srgbClr val="FF6224"/>
              </a:solidFill>
              <a:ln>
                <a:solidFill>
                  <a:srgbClr val="FF6224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任意多边形: 形状 664">
                <a:extLst>
                  <a:ext uri="{FF2B5EF4-FFF2-40B4-BE49-F238E27FC236}">
                    <a16:creationId xmlns:a16="http://schemas.microsoft.com/office/drawing/2014/main" id="{10D25556-F1B9-4DB5-B1AD-C0D5B3B83067}"/>
                  </a:ext>
                </a:extLst>
              </p:cNvPr>
              <p:cNvSpPr/>
              <p:nvPr/>
            </p:nvSpPr>
            <p:spPr bwMode="auto">
              <a:xfrm>
                <a:off x="3154680" y="4347210"/>
                <a:ext cx="209799" cy="360045"/>
              </a:xfrm>
              <a:custGeom>
                <a:avLst/>
                <a:gdLst>
                  <a:gd name="connsiteX0" fmla="*/ 0 w 203835"/>
                  <a:gd name="connsiteY0" fmla="*/ 360045 h 360045"/>
                  <a:gd name="connsiteX1" fmla="*/ 49530 w 203835"/>
                  <a:gd name="connsiteY1" fmla="*/ 240030 h 360045"/>
                  <a:gd name="connsiteX2" fmla="*/ 72390 w 203835"/>
                  <a:gd name="connsiteY2" fmla="*/ 194310 h 360045"/>
                  <a:gd name="connsiteX3" fmla="*/ 112395 w 203835"/>
                  <a:gd name="connsiteY3" fmla="*/ 129540 h 360045"/>
                  <a:gd name="connsiteX4" fmla="*/ 148590 w 203835"/>
                  <a:gd name="connsiteY4" fmla="*/ 68580 h 360045"/>
                  <a:gd name="connsiteX5" fmla="*/ 203835 w 203835"/>
                  <a:gd name="connsiteY5" fmla="*/ 0 h 36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3835" h="360045">
                    <a:moveTo>
                      <a:pt x="0" y="360045"/>
                    </a:moveTo>
                    <a:cubicBezTo>
                      <a:pt x="18732" y="313848"/>
                      <a:pt x="37465" y="267652"/>
                      <a:pt x="49530" y="240030"/>
                    </a:cubicBezTo>
                    <a:cubicBezTo>
                      <a:pt x="61595" y="212408"/>
                      <a:pt x="61913" y="212725"/>
                      <a:pt x="72390" y="194310"/>
                    </a:cubicBezTo>
                    <a:cubicBezTo>
                      <a:pt x="82867" y="175895"/>
                      <a:pt x="99695" y="150495"/>
                      <a:pt x="112395" y="129540"/>
                    </a:cubicBezTo>
                    <a:cubicBezTo>
                      <a:pt x="125095" y="108585"/>
                      <a:pt x="133350" y="90170"/>
                      <a:pt x="148590" y="68580"/>
                    </a:cubicBezTo>
                    <a:cubicBezTo>
                      <a:pt x="163830" y="46990"/>
                      <a:pt x="183832" y="23495"/>
                      <a:pt x="203835" y="0"/>
                    </a:cubicBezTo>
                  </a:path>
                </a:pathLst>
              </a:custGeom>
              <a:solidFill>
                <a:srgbClr val="FF6224"/>
              </a:solidFill>
              <a:ln>
                <a:solidFill>
                  <a:srgbClr val="FF6224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3" name="组合 652">
              <a:extLst>
                <a:ext uri="{FF2B5EF4-FFF2-40B4-BE49-F238E27FC236}">
                  <a16:creationId xmlns:a16="http://schemas.microsoft.com/office/drawing/2014/main" id="{3ED9E25B-5ED6-4E1D-864E-680A9EB94C84}"/>
                </a:ext>
              </a:extLst>
            </p:cNvPr>
            <p:cNvGrpSpPr/>
            <p:nvPr/>
          </p:nvGrpSpPr>
          <p:grpSpPr>
            <a:xfrm flipH="1">
              <a:off x="3364232" y="4337240"/>
              <a:ext cx="311294" cy="672465"/>
              <a:chOff x="3046095" y="4343400"/>
              <a:chExt cx="321945" cy="672465"/>
            </a:xfrm>
            <a:solidFill>
              <a:srgbClr val="DF561F"/>
            </a:solidFill>
          </p:grpSpPr>
          <p:sp>
            <p:nvSpPr>
              <p:cNvPr id="662" name="任意多边形: 形状 661">
                <a:extLst>
                  <a:ext uri="{FF2B5EF4-FFF2-40B4-BE49-F238E27FC236}">
                    <a16:creationId xmlns:a16="http://schemas.microsoft.com/office/drawing/2014/main" id="{EBA03E6C-24C0-4E95-B012-6EB242D63D0C}"/>
                  </a:ext>
                </a:extLst>
              </p:cNvPr>
              <p:cNvSpPr/>
              <p:nvPr/>
            </p:nvSpPr>
            <p:spPr bwMode="auto">
              <a:xfrm>
                <a:off x="3046095" y="4343400"/>
                <a:ext cx="321945" cy="672465"/>
              </a:xfrm>
              <a:custGeom>
                <a:avLst/>
                <a:gdLst>
                  <a:gd name="connsiteX0" fmla="*/ 321945 w 321945"/>
                  <a:gd name="connsiteY0" fmla="*/ 0 h 672465"/>
                  <a:gd name="connsiteX1" fmla="*/ 321945 w 321945"/>
                  <a:gd name="connsiteY1" fmla="*/ 672465 h 672465"/>
                  <a:gd name="connsiteX2" fmla="*/ 0 w 321945"/>
                  <a:gd name="connsiteY2" fmla="*/ 672465 h 672465"/>
                  <a:gd name="connsiteX3" fmla="*/ 104775 w 321945"/>
                  <a:gd name="connsiteY3" fmla="*/ 373380 h 672465"/>
                  <a:gd name="connsiteX4" fmla="*/ 321945 w 321945"/>
                  <a:gd name="connsiteY4" fmla="*/ 0 h 672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1945" h="672465">
                    <a:moveTo>
                      <a:pt x="321945" y="0"/>
                    </a:moveTo>
                    <a:lnTo>
                      <a:pt x="321945" y="672465"/>
                    </a:lnTo>
                    <a:lnTo>
                      <a:pt x="0" y="672465"/>
                    </a:lnTo>
                    <a:lnTo>
                      <a:pt x="104775" y="373380"/>
                    </a:lnTo>
                    <a:lnTo>
                      <a:pt x="321945" y="0"/>
                    </a:lnTo>
                    <a:close/>
                  </a:path>
                </a:pathLst>
              </a:custGeom>
              <a:grpFill/>
              <a:ln>
                <a:solidFill>
                  <a:srgbClr val="DF561F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3" name="任意多边形: 形状 662">
                <a:extLst>
                  <a:ext uri="{FF2B5EF4-FFF2-40B4-BE49-F238E27FC236}">
                    <a16:creationId xmlns:a16="http://schemas.microsoft.com/office/drawing/2014/main" id="{99685A84-DD86-4789-9268-5BD0D045DEE5}"/>
                  </a:ext>
                </a:extLst>
              </p:cNvPr>
              <p:cNvSpPr/>
              <p:nvPr/>
            </p:nvSpPr>
            <p:spPr bwMode="auto">
              <a:xfrm>
                <a:off x="3154680" y="4347210"/>
                <a:ext cx="209799" cy="360045"/>
              </a:xfrm>
              <a:custGeom>
                <a:avLst/>
                <a:gdLst>
                  <a:gd name="connsiteX0" fmla="*/ 0 w 203835"/>
                  <a:gd name="connsiteY0" fmla="*/ 360045 h 360045"/>
                  <a:gd name="connsiteX1" fmla="*/ 49530 w 203835"/>
                  <a:gd name="connsiteY1" fmla="*/ 240030 h 360045"/>
                  <a:gd name="connsiteX2" fmla="*/ 72390 w 203835"/>
                  <a:gd name="connsiteY2" fmla="*/ 194310 h 360045"/>
                  <a:gd name="connsiteX3" fmla="*/ 112395 w 203835"/>
                  <a:gd name="connsiteY3" fmla="*/ 129540 h 360045"/>
                  <a:gd name="connsiteX4" fmla="*/ 148590 w 203835"/>
                  <a:gd name="connsiteY4" fmla="*/ 68580 h 360045"/>
                  <a:gd name="connsiteX5" fmla="*/ 203835 w 203835"/>
                  <a:gd name="connsiteY5" fmla="*/ 0 h 36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3835" h="360045">
                    <a:moveTo>
                      <a:pt x="0" y="360045"/>
                    </a:moveTo>
                    <a:cubicBezTo>
                      <a:pt x="18732" y="313848"/>
                      <a:pt x="37465" y="267652"/>
                      <a:pt x="49530" y="240030"/>
                    </a:cubicBezTo>
                    <a:cubicBezTo>
                      <a:pt x="61595" y="212408"/>
                      <a:pt x="61913" y="212725"/>
                      <a:pt x="72390" y="194310"/>
                    </a:cubicBezTo>
                    <a:cubicBezTo>
                      <a:pt x="82867" y="175895"/>
                      <a:pt x="99695" y="150495"/>
                      <a:pt x="112395" y="129540"/>
                    </a:cubicBezTo>
                    <a:cubicBezTo>
                      <a:pt x="125095" y="108585"/>
                      <a:pt x="133350" y="90170"/>
                      <a:pt x="148590" y="68580"/>
                    </a:cubicBezTo>
                    <a:cubicBezTo>
                      <a:pt x="163830" y="46990"/>
                      <a:pt x="183832" y="23495"/>
                      <a:pt x="203835" y="0"/>
                    </a:cubicBezTo>
                  </a:path>
                </a:pathLst>
              </a:custGeom>
              <a:grpFill/>
              <a:ln>
                <a:solidFill>
                  <a:srgbClr val="DF561F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54" name="矩形: 圆角 653">
              <a:extLst>
                <a:ext uri="{FF2B5EF4-FFF2-40B4-BE49-F238E27FC236}">
                  <a16:creationId xmlns:a16="http://schemas.microsoft.com/office/drawing/2014/main" id="{E9EC1AA5-81FD-4CB1-80AC-1A6BD67E574C}"/>
                </a:ext>
              </a:extLst>
            </p:cNvPr>
            <p:cNvSpPr/>
            <p:nvPr/>
          </p:nvSpPr>
          <p:spPr bwMode="auto">
            <a:xfrm>
              <a:off x="3293890" y="4481946"/>
              <a:ext cx="129540" cy="183526"/>
            </a:xfrm>
            <a:prstGeom prst="roundRect">
              <a:avLst>
                <a:gd name="adj" fmla="val 50000"/>
              </a:avLst>
            </a:prstGeom>
            <a:solidFill>
              <a:srgbClr val="4F595B"/>
            </a:solidFill>
            <a:ln>
              <a:solidFill>
                <a:srgbClr val="4F595B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5" name="组合 654">
              <a:extLst>
                <a:ext uri="{FF2B5EF4-FFF2-40B4-BE49-F238E27FC236}">
                  <a16:creationId xmlns:a16="http://schemas.microsoft.com/office/drawing/2014/main" id="{19676142-DE39-403C-9F8F-E0507307FEAF}"/>
                </a:ext>
              </a:extLst>
            </p:cNvPr>
            <p:cNvGrpSpPr/>
            <p:nvPr/>
          </p:nvGrpSpPr>
          <p:grpSpPr>
            <a:xfrm>
              <a:off x="3167176" y="4724400"/>
              <a:ext cx="380315" cy="345440"/>
              <a:chOff x="3167176" y="4724400"/>
              <a:chExt cx="380315" cy="345440"/>
            </a:xfrm>
          </p:grpSpPr>
          <p:sp>
            <p:nvSpPr>
              <p:cNvPr id="659" name="矩形: 圆角 658">
                <a:extLst>
                  <a:ext uri="{FF2B5EF4-FFF2-40B4-BE49-F238E27FC236}">
                    <a16:creationId xmlns:a16="http://schemas.microsoft.com/office/drawing/2014/main" id="{78C61D9D-3D0D-4EDE-B0F4-5037A3A900CE}"/>
                  </a:ext>
                </a:extLst>
              </p:cNvPr>
              <p:cNvSpPr/>
              <p:nvPr/>
            </p:nvSpPr>
            <p:spPr bwMode="auto">
              <a:xfrm>
                <a:off x="3168541" y="4724400"/>
                <a:ext cx="378950" cy="345440"/>
              </a:xfrm>
              <a:prstGeom prst="roundRect">
                <a:avLst>
                  <a:gd name="adj" fmla="val 50000"/>
                </a:avLst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0" name="矩形 659">
                <a:extLst>
                  <a:ext uri="{FF2B5EF4-FFF2-40B4-BE49-F238E27FC236}">
                    <a16:creationId xmlns:a16="http://schemas.microsoft.com/office/drawing/2014/main" id="{19913F1B-532C-4019-9F7A-51B986B578E7}"/>
                  </a:ext>
                </a:extLst>
              </p:cNvPr>
              <p:cNvSpPr/>
              <p:nvPr/>
            </p:nvSpPr>
            <p:spPr bwMode="auto">
              <a:xfrm>
                <a:off x="3168066" y="4899108"/>
                <a:ext cx="378950" cy="137966"/>
              </a:xfrm>
              <a:prstGeom prst="rect">
                <a:avLst/>
              </a:prstGeom>
              <a:solidFill>
                <a:srgbClr val="414141"/>
              </a:solidFill>
              <a:ln>
                <a:solidFill>
                  <a:srgbClr val="414141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1" name="矩形 660">
                <a:extLst>
                  <a:ext uri="{FF2B5EF4-FFF2-40B4-BE49-F238E27FC236}">
                    <a16:creationId xmlns:a16="http://schemas.microsoft.com/office/drawing/2014/main" id="{38FC4629-F07D-43D2-AC63-3376E8AE0AB9}"/>
                  </a:ext>
                </a:extLst>
              </p:cNvPr>
              <p:cNvSpPr/>
              <p:nvPr/>
            </p:nvSpPr>
            <p:spPr bwMode="auto">
              <a:xfrm>
                <a:off x="3167176" y="5017816"/>
                <a:ext cx="379839" cy="48695"/>
              </a:xfrm>
              <a:prstGeom prst="rect">
                <a:avLst/>
              </a:prstGeom>
              <a:solidFill>
                <a:srgbClr val="565553"/>
              </a:solidFill>
              <a:ln>
                <a:solidFill>
                  <a:srgbClr val="565553"/>
                </a:solidFill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56" name="直角三角形 655">
              <a:extLst>
                <a:ext uri="{FF2B5EF4-FFF2-40B4-BE49-F238E27FC236}">
                  <a16:creationId xmlns:a16="http://schemas.microsoft.com/office/drawing/2014/main" id="{B0128915-DB20-4571-95ED-C829FDE80193}"/>
                </a:ext>
              </a:extLst>
            </p:cNvPr>
            <p:cNvSpPr/>
            <p:nvPr/>
          </p:nvSpPr>
          <p:spPr bwMode="auto">
            <a:xfrm>
              <a:off x="4025744" y="4930109"/>
              <a:ext cx="192305" cy="305085"/>
            </a:xfrm>
            <a:prstGeom prst="rtTriangle">
              <a:avLst/>
            </a:prstGeom>
            <a:solidFill>
              <a:srgbClr val="C54715"/>
            </a:solidFill>
            <a:ln>
              <a:solidFill>
                <a:srgbClr val="C54715"/>
              </a:solidFill>
            </a:ln>
          </p:spPr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7" name="任意多边形: 形状 656">
              <a:extLst>
                <a:ext uri="{FF2B5EF4-FFF2-40B4-BE49-F238E27FC236}">
                  <a16:creationId xmlns:a16="http://schemas.microsoft.com/office/drawing/2014/main" id="{A7E46F7C-9BEC-4861-B299-519484E14682}"/>
                </a:ext>
              </a:extLst>
            </p:cNvPr>
            <p:cNvSpPr/>
            <p:nvPr/>
          </p:nvSpPr>
          <p:spPr bwMode="auto">
            <a:xfrm>
              <a:off x="3703523" y="4869180"/>
              <a:ext cx="295073" cy="125730"/>
            </a:xfrm>
            <a:custGeom>
              <a:avLst/>
              <a:gdLst>
                <a:gd name="connsiteX0" fmla="*/ 0 w 200025"/>
                <a:gd name="connsiteY0" fmla="*/ 0 h 125730"/>
                <a:gd name="connsiteX1" fmla="*/ 200025 w 200025"/>
                <a:gd name="connsiteY1" fmla="*/ 57150 h 125730"/>
                <a:gd name="connsiteX2" fmla="*/ 179070 w 200025"/>
                <a:gd name="connsiteY2" fmla="*/ 125730 h 125730"/>
                <a:gd name="connsiteX3" fmla="*/ 19050 w 200025"/>
                <a:gd name="connsiteY3" fmla="*/ 104775 h 125730"/>
                <a:gd name="connsiteX4" fmla="*/ 0 w 200025"/>
                <a:gd name="connsiteY4" fmla="*/ 0 h 125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125730">
                  <a:moveTo>
                    <a:pt x="0" y="0"/>
                  </a:moveTo>
                  <a:lnTo>
                    <a:pt x="200025" y="57150"/>
                  </a:lnTo>
                  <a:lnTo>
                    <a:pt x="179070" y="125730"/>
                  </a:lnTo>
                  <a:lnTo>
                    <a:pt x="1905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561F"/>
            </a:solidFill>
            <a:ln>
              <a:solidFill>
                <a:srgbClr val="DF561F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8" name="任意多边形: 形状 657">
              <a:extLst>
                <a:ext uri="{FF2B5EF4-FFF2-40B4-BE49-F238E27FC236}">
                  <a16:creationId xmlns:a16="http://schemas.microsoft.com/office/drawing/2014/main" id="{5CCCCBDF-416E-49C3-83F4-A6BC81CA09B0}"/>
                </a:ext>
              </a:extLst>
            </p:cNvPr>
            <p:cNvSpPr/>
            <p:nvPr/>
          </p:nvSpPr>
          <p:spPr bwMode="auto">
            <a:xfrm>
              <a:off x="2716530" y="4836795"/>
              <a:ext cx="306705" cy="99060"/>
            </a:xfrm>
            <a:custGeom>
              <a:avLst/>
              <a:gdLst>
                <a:gd name="connsiteX0" fmla="*/ 0 w 306705"/>
                <a:gd name="connsiteY0" fmla="*/ 95250 h 99060"/>
                <a:gd name="connsiteX1" fmla="*/ 306705 w 306705"/>
                <a:gd name="connsiteY1" fmla="*/ 0 h 99060"/>
                <a:gd name="connsiteX2" fmla="*/ 289560 w 306705"/>
                <a:gd name="connsiteY2" fmla="*/ 57150 h 99060"/>
                <a:gd name="connsiteX3" fmla="*/ 72390 w 306705"/>
                <a:gd name="connsiteY3" fmla="*/ 99060 h 99060"/>
                <a:gd name="connsiteX4" fmla="*/ 0 w 306705"/>
                <a:gd name="connsiteY4" fmla="*/ 9525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5" h="99060">
                  <a:moveTo>
                    <a:pt x="0" y="95250"/>
                  </a:moveTo>
                  <a:lnTo>
                    <a:pt x="306705" y="0"/>
                  </a:lnTo>
                  <a:lnTo>
                    <a:pt x="289560" y="57150"/>
                  </a:lnTo>
                  <a:lnTo>
                    <a:pt x="72390" y="9906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F6224"/>
            </a:solidFill>
            <a:ln>
              <a:solidFill>
                <a:srgbClr val="FF6224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17" name="图片 716">
            <a:extLst>
              <a:ext uri="{FF2B5EF4-FFF2-40B4-BE49-F238E27FC236}">
                <a16:creationId xmlns:a16="http://schemas.microsoft.com/office/drawing/2014/main" id="{13B9245B-FF5C-420F-B13C-DD814AA8DF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279" y="2314961"/>
            <a:ext cx="1160184" cy="348627"/>
          </a:xfrm>
          <a:prstGeom prst="rect">
            <a:avLst/>
          </a:prstGeom>
        </p:spPr>
      </p:pic>
      <p:pic>
        <p:nvPicPr>
          <p:cNvPr id="718" name="图片 717">
            <a:extLst>
              <a:ext uri="{FF2B5EF4-FFF2-40B4-BE49-F238E27FC236}">
                <a16:creationId xmlns:a16="http://schemas.microsoft.com/office/drawing/2014/main" id="{26B5956B-E53B-4A4D-8048-71491D534C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4036209" y="2040869"/>
            <a:ext cx="1734526" cy="521213"/>
          </a:xfrm>
          <a:prstGeom prst="rect">
            <a:avLst/>
          </a:prstGeom>
        </p:spPr>
      </p:pic>
      <p:grpSp>
        <p:nvGrpSpPr>
          <p:cNvPr id="211" name="组合 40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93C682F3-DBCE-45F8-9B69-B2E29C862E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82031" y="6649966"/>
            <a:ext cx="2072012" cy="1917510"/>
            <a:chOff x="2457450" y="0"/>
            <a:chExt cx="7408863" cy="6856413"/>
          </a:xfrm>
        </p:grpSpPr>
        <p:sp>
          <p:nvSpPr>
            <p:cNvPr id="212" name="îşḻiḑê">
              <a:extLst>
                <a:ext uri="{FF2B5EF4-FFF2-40B4-BE49-F238E27FC236}">
                  <a16:creationId xmlns:a16="http://schemas.microsoft.com/office/drawing/2014/main" id="{8C3B39B9-6FC2-4CBB-ACAA-845040C5D642}"/>
                </a:ext>
              </a:extLst>
            </p:cNvPr>
            <p:cNvSpPr/>
            <p:nvPr/>
          </p:nvSpPr>
          <p:spPr bwMode="auto">
            <a:xfrm>
              <a:off x="2457450" y="147638"/>
              <a:ext cx="6716713" cy="6708775"/>
            </a:xfrm>
            <a:custGeom>
              <a:avLst/>
              <a:gdLst>
                <a:gd name="T0" fmla="*/ 2282 w 3586"/>
                <a:gd name="T1" fmla="*/ 3313 h 3586"/>
                <a:gd name="T2" fmla="*/ 2299 w 3586"/>
                <a:gd name="T3" fmla="*/ 3334 h 3586"/>
                <a:gd name="T4" fmla="*/ 2273 w 3586"/>
                <a:gd name="T5" fmla="*/ 3384 h 3586"/>
                <a:gd name="T6" fmla="*/ 2252 w 3586"/>
                <a:gd name="T7" fmla="*/ 3390 h 3586"/>
                <a:gd name="T8" fmla="*/ 2114 w 3586"/>
                <a:gd name="T9" fmla="*/ 3432 h 3586"/>
                <a:gd name="T10" fmla="*/ 2094 w 3586"/>
                <a:gd name="T11" fmla="*/ 3487 h 3586"/>
                <a:gd name="T12" fmla="*/ 2029 w 3586"/>
                <a:gd name="T13" fmla="*/ 3472 h 3586"/>
                <a:gd name="T14" fmla="*/ 1933 w 3586"/>
                <a:gd name="T15" fmla="*/ 3383 h 3586"/>
                <a:gd name="T16" fmla="*/ 1887 w 3586"/>
                <a:gd name="T17" fmla="*/ 3390 h 3586"/>
                <a:gd name="T18" fmla="*/ 1868 w 3586"/>
                <a:gd name="T19" fmla="*/ 3387 h 3586"/>
                <a:gd name="T20" fmla="*/ 1628 w 3586"/>
                <a:gd name="T21" fmla="*/ 3381 h 3586"/>
                <a:gd name="T22" fmla="*/ 1613 w 3586"/>
                <a:gd name="T23" fmla="*/ 3386 h 3586"/>
                <a:gd name="T24" fmla="*/ 1587 w 3586"/>
                <a:gd name="T25" fmla="*/ 3382 h 3586"/>
                <a:gd name="T26" fmla="*/ 1549 w 3586"/>
                <a:gd name="T27" fmla="*/ 3370 h 3586"/>
                <a:gd name="T28" fmla="*/ 1385 w 3586"/>
                <a:gd name="T29" fmla="*/ 3340 h 3586"/>
                <a:gd name="T30" fmla="*/ 1391 w 3586"/>
                <a:gd name="T31" fmla="*/ 3367 h 3586"/>
                <a:gd name="T32" fmla="*/ 1360 w 3586"/>
                <a:gd name="T33" fmla="*/ 3421 h 3586"/>
                <a:gd name="T34" fmla="*/ 1343 w 3586"/>
                <a:gd name="T35" fmla="*/ 3430 h 3586"/>
                <a:gd name="T36" fmla="*/ 1334 w 3586"/>
                <a:gd name="T37" fmla="*/ 3428 h 3586"/>
                <a:gd name="T38" fmla="*/ 1288 w 3586"/>
                <a:gd name="T39" fmla="*/ 3408 h 3586"/>
                <a:gd name="T40" fmla="*/ 1793 w 3586"/>
                <a:gd name="T41" fmla="*/ 3586 h 3586"/>
                <a:gd name="T42" fmla="*/ 2453 w 3586"/>
                <a:gd name="T43" fmla="*/ 3367 h 3586"/>
                <a:gd name="T44" fmla="*/ 990 w 3586"/>
                <a:gd name="T45" fmla="*/ 3173 h 3586"/>
                <a:gd name="T46" fmla="*/ 973 w 3586"/>
                <a:gd name="T47" fmla="*/ 3237 h 3586"/>
                <a:gd name="T48" fmla="*/ 992 w 3586"/>
                <a:gd name="T49" fmla="*/ 3304 h 3586"/>
                <a:gd name="T50" fmla="*/ 1104 w 3586"/>
                <a:gd name="T51" fmla="*/ 3367 h 3586"/>
                <a:gd name="T52" fmla="*/ 1218 w 3586"/>
                <a:gd name="T53" fmla="*/ 3300 h 3586"/>
                <a:gd name="T54" fmla="*/ 990 w 3586"/>
                <a:gd name="T55" fmla="*/ 3173 h 3586"/>
                <a:gd name="T56" fmla="*/ 2509 w 3586"/>
                <a:gd name="T57" fmla="*/ 3220 h 3586"/>
                <a:gd name="T58" fmla="*/ 2604 w 3586"/>
                <a:gd name="T59" fmla="*/ 3393 h 3586"/>
                <a:gd name="T60" fmla="*/ 3008 w 3586"/>
                <a:gd name="T61" fmla="*/ 2828 h 3586"/>
                <a:gd name="T62" fmla="*/ 0 w 3586"/>
                <a:gd name="T63" fmla="*/ 1793 h 3586"/>
                <a:gd name="T64" fmla="*/ 863 w 3586"/>
                <a:gd name="T65" fmla="*/ 3311 h 3586"/>
                <a:gd name="T66" fmla="*/ 863 w 3586"/>
                <a:gd name="T67" fmla="*/ 3163 h 3586"/>
                <a:gd name="T68" fmla="*/ 816 w 3586"/>
                <a:gd name="T69" fmla="*/ 3107 h 3586"/>
                <a:gd name="T70" fmla="*/ 304 w 3586"/>
                <a:gd name="T71" fmla="*/ 2370 h 3586"/>
                <a:gd name="T72" fmla="*/ 134 w 3586"/>
                <a:gd name="T73" fmla="*/ 1111 h 3586"/>
                <a:gd name="T74" fmla="*/ 141 w 3586"/>
                <a:gd name="T75" fmla="*/ 1095 h 3586"/>
                <a:gd name="T76" fmla="*/ 343 w 3586"/>
                <a:gd name="T77" fmla="*/ 1125 h 3586"/>
                <a:gd name="T78" fmla="*/ 475 w 3586"/>
                <a:gd name="T79" fmla="*/ 864 h 3586"/>
                <a:gd name="T80" fmla="*/ 555 w 3586"/>
                <a:gd name="T81" fmla="*/ 785 h 3586"/>
                <a:gd name="T82" fmla="*/ 3389 w 3586"/>
                <a:gd name="T83" fmla="*/ 1793 h 3586"/>
                <a:gd name="T84" fmla="*/ 3266 w 3586"/>
                <a:gd name="T85" fmla="*/ 2412 h 3586"/>
                <a:gd name="T86" fmla="*/ 3157 w 3586"/>
                <a:gd name="T87" fmla="*/ 2623 h 3586"/>
                <a:gd name="T88" fmla="*/ 3393 w 3586"/>
                <a:gd name="T89" fmla="*/ 2560 h 3586"/>
                <a:gd name="T90" fmla="*/ 3586 w 3586"/>
                <a:gd name="T91" fmla="*/ 1793 h 3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586" h="3586">
                  <a:moveTo>
                    <a:pt x="2419" y="3261"/>
                  </a:moveTo>
                  <a:cubicBezTo>
                    <a:pt x="2375" y="3280"/>
                    <a:pt x="2329" y="3298"/>
                    <a:pt x="2282" y="3313"/>
                  </a:cubicBezTo>
                  <a:cubicBezTo>
                    <a:pt x="2292" y="3320"/>
                    <a:pt x="2292" y="3320"/>
                    <a:pt x="2292" y="3320"/>
                  </a:cubicBezTo>
                  <a:cubicBezTo>
                    <a:pt x="2297" y="3323"/>
                    <a:pt x="2299" y="3328"/>
                    <a:pt x="2299" y="3334"/>
                  </a:cubicBezTo>
                  <a:cubicBezTo>
                    <a:pt x="2299" y="3336"/>
                    <a:pt x="2299" y="3339"/>
                    <a:pt x="2298" y="3341"/>
                  </a:cubicBezTo>
                  <a:cubicBezTo>
                    <a:pt x="2273" y="3384"/>
                    <a:pt x="2273" y="3384"/>
                    <a:pt x="2273" y="3384"/>
                  </a:cubicBezTo>
                  <a:cubicBezTo>
                    <a:pt x="2270" y="3388"/>
                    <a:pt x="2265" y="3391"/>
                    <a:pt x="2259" y="3391"/>
                  </a:cubicBezTo>
                  <a:cubicBezTo>
                    <a:pt x="2257" y="3391"/>
                    <a:pt x="2254" y="3391"/>
                    <a:pt x="2252" y="3390"/>
                  </a:cubicBezTo>
                  <a:cubicBezTo>
                    <a:pt x="2215" y="3373"/>
                    <a:pt x="2215" y="3373"/>
                    <a:pt x="2215" y="3373"/>
                  </a:cubicBezTo>
                  <a:cubicBezTo>
                    <a:pt x="2189" y="3402"/>
                    <a:pt x="2153" y="3423"/>
                    <a:pt x="2114" y="3432"/>
                  </a:cubicBezTo>
                  <a:cubicBezTo>
                    <a:pt x="2110" y="3472"/>
                    <a:pt x="2110" y="3472"/>
                    <a:pt x="2110" y="3472"/>
                  </a:cubicBezTo>
                  <a:cubicBezTo>
                    <a:pt x="2109" y="3480"/>
                    <a:pt x="2102" y="3487"/>
                    <a:pt x="2094" y="3487"/>
                  </a:cubicBezTo>
                  <a:cubicBezTo>
                    <a:pt x="2044" y="3487"/>
                    <a:pt x="2044" y="3487"/>
                    <a:pt x="2044" y="3487"/>
                  </a:cubicBezTo>
                  <a:cubicBezTo>
                    <a:pt x="2036" y="3487"/>
                    <a:pt x="2030" y="3480"/>
                    <a:pt x="2029" y="3472"/>
                  </a:cubicBezTo>
                  <a:cubicBezTo>
                    <a:pt x="2025" y="3432"/>
                    <a:pt x="2025" y="3432"/>
                    <a:pt x="2025" y="3432"/>
                  </a:cubicBezTo>
                  <a:cubicBezTo>
                    <a:pt x="1990" y="3424"/>
                    <a:pt x="1958" y="3407"/>
                    <a:pt x="1933" y="3383"/>
                  </a:cubicBezTo>
                  <a:cubicBezTo>
                    <a:pt x="1920" y="3384"/>
                    <a:pt x="1908" y="3385"/>
                    <a:pt x="1895" y="3386"/>
                  </a:cubicBezTo>
                  <a:cubicBezTo>
                    <a:pt x="1887" y="3390"/>
                    <a:pt x="1887" y="3390"/>
                    <a:pt x="1887" y="3390"/>
                  </a:cubicBezTo>
                  <a:cubicBezTo>
                    <a:pt x="1884" y="3391"/>
                    <a:pt x="1882" y="3391"/>
                    <a:pt x="1879" y="3391"/>
                  </a:cubicBezTo>
                  <a:cubicBezTo>
                    <a:pt x="1875" y="3391"/>
                    <a:pt x="1871" y="3390"/>
                    <a:pt x="1868" y="3387"/>
                  </a:cubicBezTo>
                  <a:cubicBezTo>
                    <a:pt x="1843" y="3388"/>
                    <a:pt x="1818" y="3389"/>
                    <a:pt x="1793" y="3389"/>
                  </a:cubicBezTo>
                  <a:cubicBezTo>
                    <a:pt x="1737" y="3389"/>
                    <a:pt x="1683" y="3386"/>
                    <a:pt x="1628" y="3381"/>
                  </a:cubicBezTo>
                  <a:cubicBezTo>
                    <a:pt x="1625" y="3384"/>
                    <a:pt x="1621" y="3387"/>
                    <a:pt x="1616" y="3387"/>
                  </a:cubicBezTo>
                  <a:cubicBezTo>
                    <a:pt x="1615" y="3387"/>
                    <a:pt x="1614" y="3387"/>
                    <a:pt x="1613" y="3386"/>
                  </a:cubicBezTo>
                  <a:cubicBezTo>
                    <a:pt x="1613" y="3386"/>
                    <a:pt x="1613" y="3386"/>
                    <a:pt x="1613" y="3386"/>
                  </a:cubicBezTo>
                  <a:cubicBezTo>
                    <a:pt x="1587" y="3382"/>
                    <a:pt x="1587" y="3382"/>
                    <a:pt x="1587" y="3382"/>
                  </a:cubicBezTo>
                  <a:cubicBezTo>
                    <a:pt x="1560" y="3378"/>
                    <a:pt x="1560" y="3378"/>
                    <a:pt x="1560" y="3378"/>
                  </a:cubicBezTo>
                  <a:cubicBezTo>
                    <a:pt x="1556" y="3377"/>
                    <a:pt x="1552" y="3374"/>
                    <a:pt x="1549" y="3370"/>
                  </a:cubicBezTo>
                  <a:cubicBezTo>
                    <a:pt x="1490" y="3361"/>
                    <a:pt x="1432" y="3349"/>
                    <a:pt x="1376" y="3334"/>
                  </a:cubicBezTo>
                  <a:cubicBezTo>
                    <a:pt x="1385" y="3340"/>
                    <a:pt x="1385" y="3340"/>
                    <a:pt x="1385" y="3340"/>
                  </a:cubicBezTo>
                  <a:cubicBezTo>
                    <a:pt x="1391" y="3345"/>
                    <a:pt x="1394" y="3351"/>
                    <a:pt x="1394" y="3358"/>
                  </a:cubicBezTo>
                  <a:cubicBezTo>
                    <a:pt x="1394" y="3361"/>
                    <a:pt x="1393" y="3364"/>
                    <a:pt x="1391" y="3367"/>
                  </a:cubicBezTo>
                  <a:cubicBezTo>
                    <a:pt x="1360" y="3421"/>
                    <a:pt x="1360" y="3421"/>
                    <a:pt x="1360" y="3421"/>
                  </a:cubicBezTo>
                  <a:cubicBezTo>
                    <a:pt x="1360" y="3421"/>
                    <a:pt x="1360" y="3421"/>
                    <a:pt x="1360" y="3421"/>
                  </a:cubicBezTo>
                  <a:cubicBezTo>
                    <a:pt x="1357" y="3427"/>
                    <a:pt x="1350" y="3430"/>
                    <a:pt x="1343" y="3430"/>
                  </a:cubicBezTo>
                  <a:cubicBezTo>
                    <a:pt x="1343" y="3430"/>
                    <a:pt x="1343" y="3430"/>
                    <a:pt x="1343" y="3430"/>
                  </a:cubicBezTo>
                  <a:cubicBezTo>
                    <a:pt x="1343" y="3430"/>
                    <a:pt x="1343" y="3430"/>
                    <a:pt x="1343" y="3430"/>
                  </a:cubicBezTo>
                  <a:cubicBezTo>
                    <a:pt x="1340" y="3430"/>
                    <a:pt x="1337" y="3430"/>
                    <a:pt x="1334" y="3428"/>
                  </a:cubicBezTo>
                  <a:cubicBezTo>
                    <a:pt x="1334" y="3428"/>
                    <a:pt x="1334" y="3428"/>
                    <a:pt x="1334" y="3428"/>
                  </a:cubicBezTo>
                  <a:cubicBezTo>
                    <a:pt x="1288" y="3408"/>
                    <a:pt x="1288" y="3408"/>
                    <a:pt x="1288" y="3408"/>
                  </a:cubicBezTo>
                  <a:cubicBezTo>
                    <a:pt x="1258" y="3440"/>
                    <a:pt x="1220" y="3464"/>
                    <a:pt x="1177" y="3477"/>
                  </a:cubicBezTo>
                  <a:cubicBezTo>
                    <a:pt x="1369" y="3548"/>
                    <a:pt x="1576" y="3586"/>
                    <a:pt x="1793" y="3586"/>
                  </a:cubicBezTo>
                  <a:cubicBezTo>
                    <a:pt x="2048" y="3586"/>
                    <a:pt x="2290" y="3533"/>
                    <a:pt x="2510" y="3437"/>
                  </a:cubicBezTo>
                  <a:cubicBezTo>
                    <a:pt x="2487" y="3417"/>
                    <a:pt x="2468" y="3393"/>
                    <a:pt x="2453" y="3367"/>
                  </a:cubicBezTo>
                  <a:cubicBezTo>
                    <a:pt x="2434" y="3333"/>
                    <a:pt x="2423" y="3297"/>
                    <a:pt x="2419" y="3261"/>
                  </a:cubicBezTo>
                  <a:moveTo>
                    <a:pt x="990" y="3173"/>
                  </a:moveTo>
                  <a:cubicBezTo>
                    <a:pt x="990" y="3174"/>
                    <a:pt x="990" y="3174"/>
                    <a:pt x="990" y="3174"/>
                  </a:cubicBezTo>
                  <a:cubicBezTo>
                    <a:pt x="979" y="3193"/>
                    <a:pt x="973" y="3214"/>
                    <a:pt x="973" y="3237"/>
                  </a:cubicBezTo>
                  <a:cubicBezTo>
                    <a:pt x="973" y="3260"/>
                    <a:pt x="979" y="3281"/>
                    <a:pt x="990" y="3300"/>
                  </a:cubicBezTo>
                  <a:cubicBezTo>
                    <a:pt x="992" y="3304"/>
                    <a:pt x="992" y="3304"/>
                    <a:pt x="992" y="3304"/>
                  </a:cubicBezTo>
                  <a:cubicBezTo>
                    <a:pt x="1015" y="3342"/>
                    <a:pt x="1056" y="3367"/>
                    <a:pt x="1104" y="3367"/>
                  </a:cubicBezTo>
                  <a:cubicBezTo>
                    <a:pt x="1104" y="3367"/>
                    <a:pt x="1104" y="3367"/>
                    <a:pt x="1104" y="3367"/>
                  </a:cubicBezTo>
                  <a:cubicBezTo>
                    <a:pt x="1151" y="3367"/>
                    <a:pt x="1193" y="3342"/>
                    <a:pt x="1216" y="3304"/>
                  </a:cubicBezTo>
                  <a:cubicBezTo>
                    <a:pt x="1218" y="3300"/>
                    <a:pt x="1218" y="3300"/>
                    <a:pt x="1218" y="3300"/>
                  </a:cubicBezTo>
                  <a:cubicBezTo>
                    <a:pt x="1221" y="3295"/>
                    <a:pt x="1223" y="3290"/>
                    <a:pt x="1225" y="3285"/>
                  </a:cubicBezTo>
                  <a:cubicBezTo>
                    <a:pt x="1143" y="3254"/>
                    <a:pt x="1065" y="3216"/>
                    <a:pt x="990" y="3173"/>
                  </a:cubicBezTo>
                  <a:moveTo>
                    <a:pt x="3008" y="2828"/>
                  </a:moveTo>
                  <a:cubicBezTo>
                    <a:pt x="2870" y="2989"/>
                    <a:pt x="2701" y="3123"/>
                    <a:pt x="2509" y="3220"/>
                  </a:cubicBezTo>
                  <a:cubicBezTo>
                    <a:pt x="2507" y="3254"/>
                    <a:pt x="2514" y="3290"/>
                    <a:pt x="2532" y="3322"/>
                  </a:cubicBezTo>
                  <a:cubicBezTo>
                    <a:pt x="2549" y="3352"/>
                    <a:pt x="2574" y="3377"/>
                    <a:pt x="2604" y="3393"/>
                  </a:cubicBezTo>
                  <a:cubicBezTo>
                    <a:pt x="2733" y="3327"/>
                    <a:pt x="2852" y="3247"/>
                    <a:pt x="2961" y="3154"/>
                  </a:cubicBezTo>
                  <a:cubicBezTo>
                    <a:pt x="2934" y="3042"/>
                    <a:pt x="2952" y="2925"/>
                    <a:pt x="3008" y="2828"/>
                  </a:cubicBezTo>
                  <a:moveTo>
                    <a:pt x="134" y="1111"/>
                  </a:moveTo>
                  <a:cubicBezTo>
                    <a:pt x="48" y="1321"/>
                    <a:pt x="0" y="1552"/>
                    <a:pt x="0" y="1793"/>
                  </a:cubicBezTo>
                  <a:cubicBezTo>
                    <a:pt x="0" y="2438"/>
                    <a:pt x="340" y="3004"/>
                    <a:pt x="852" y="3319"/>
                  </a:cubicBezTo>
                  <a:cubicBezTo>
                    <a:pt x="863" y="3311"/>
                    <a:pt x="863" y="3311"/>
                    <a:pt x="863" y="3311"/>
                  </a:cubicBezTo>
                  <a:cubicBezTo>
                    <a:pt x="856" y="3287"/>
                    <a:pt x="852" y="3263"/>
                    <a:pt x="852" y="3237"/>
                  </a:cubicBezTo>
                  <a:cubicBezTo>
                    <a:pt x="852" y="3211"/>
                    <a:pt x="856" y="3186"/>
                    <a:pt x="863" y="3163"/>
                  </a:cubicBezTo>
                  <a:cubicBezTo>
                    <a:pt x="823" y="3133"/>
                    <a:pt x="823" y="3133"/>
                    <a:pt x="823" y="3133"/>
                  </a:cubicBezTo>
                  <a:cubicBezTo>
                    <a:pt x="814" y="3127"/>
                    <a:pt x="811" y="3115"/>
                    <a:pt x="816" y="3107"/>
                  </a:cubicBezTo>
                  <a:cubicBezTo>
                    <a:pt x="837" y="3071"/>
                    <a:pt x="837" y="3071"/>
                    <a:pt x="837" y="3071"/>
                  </a:cubicBezTo>
                  <a:cubicBezTo>
                    <a:pt x="600" y="2893"/>
                    <a:pt x="413" y="2651"/>
                    <a:pt x="304" y="2370"/>
                  </a:cubicBezTo>
                  <a:cubicBezTo>
                    <a:pt x="206" y="2342"/>
                    <a:pt x="134" y="2251"/>
                    <a:pt x="134" y="2144"/>
                  </a:cubicBezTo>
                  <a:cubicBezTo>
                    <a:pt x="134" y="1111"/>
                    <a:pt x="134" y="1111"/>
                    <a:pt x="134" y="1111"/>
                  </a:cubicBezTo>
                  <a:moveTo>
                    <a:pt x="1793" y="0"/>
                  </a:moveTo>
                  <a:cubicBezTo>
                    <a:pt x="1050" y="0"/>
                    <a:pt x="413" y="451"/>
                    <a:pt x="141" y="1095"/>
                  </a:cubicBezTo>
                  <a:cubicBezTo>
                    <a:pt x="343" y="1095"/>
                    <a:pt x="343" y="1095"/>
                    <a:pt x="343" y="1095"/>
                  </a:cubicBezTo>
                  <a:cubicBezTo>
                    <a:pt x="343" y="1125"/>
                    <a:pt x="343" y="1125"/>
                    <a:pt x="343" y="1125"/>
                  </a:cubicBezTo>
                  <a:cubicBezTo>
                    <a:pt x="381" y="1044"/>
                    <a:pt x="425" y="966"/>
                    <a:pt x="475" y="893"/>
                  </a:cubicBezTo>
                  <a:cubicBezTo>
                    <a:pt x="475" y="864"/>
                    <a:pt x="475" y="864"/>
                    <a:pt x="475" y="864"/>
                  </a:cubicBezTo>
                  <a:cubicBezTo>
                    <a:pt x="475" y="820"/>
                    <a:pt x="510" y="785"/>
                    <a:pt x="554" y="785"/>
                  </a:cubicBezTo>
                  <a:cubicBezTo>
                    <a:pt x="555" y="785"/>
                    <a:pt x="555" y="785"/>
                    <a:pt x="555" y="785"/>
                  </a:cubicBezTo>
                  <a:cubicBezTo>
                    <a:pt x="848" y="426"/>
                    <a:pt x="1294" y="197"/>
                    <a:pt x="1793" y="197"/>
                  </a:cubicBezTo>
                  <a:cubicBezTo>
                    <a:pt x="2674" y="197"/>
                    <a:pt x="3389" y="912"/>
                    <a:pt x="3389" y="1793"/>
                  </a:cubicBezTo>
                  <a:cubicBezTo>
                    <a:pt x="3389" y="2011"/>
                    <a:pt x="3345" y="2219"/>
                    <a:pt x="3266" y="2408"/>
                  </a:cubicBezTo>
                  <a:cubicBezTo>
                    <a:pt x="3266" y="2412"/>
                    <a:pt x="3266" y="2412"/>
                    <a:pt x="3266" y="2412"/>
                  </a:cubicBezTo>
                  <a:cubicBezTo>
                    <a:pt x="3266" y="2445"/>
                    <a:pt x="3251" y="2475"/>
                    <a:pt x="3227" y="2494"/>
                  </a:cubicBezTo>
                  <a:cubicBezTo>
                    <a:pt x="3206" y="2538"/>
                    <a:pt x="3182" y="2581"/>
                    <a:pt x="3157" y="2623"/>
                  </a:cubicBezTo>
                  <a:cubicBezTo>
                    <a:pt x="3176" y="2611"/>
                    <a:pt x="3176" y="2611"/>
                    <a:pt x="3176" y="2611"/>
                  </a:cubicBezTo>
                  <a:cubicBezTo>
                    <a:pt x="3245" y="2576"/>
                    <a:pt x="3320" y="2560"/>
                    <a:pt x="3393" y="2560"/>
                  </a:cubicBezTo>
                  <a:cubicBezTo>
                    <a:pt x="3400" y="2560"/>
                    <a:pt x="3407" y="2560"/>
                    <a:pt x="3414" y="2560"/>
                  </a:cubicBezTo>
                  <a:cubicBezTo>
                    <a:pt x="3524" y="2328"/>
                    <a:pt x="3586" y="2067"/>
                    <a:pt x="3586" y="1793"/>
                  </a:cubicBezTo>
                  <a:cubicBezTo>
                    <a:pt x="3586" y="803"/>
                    <a:pt x="2783" y="0"/>
                    <a:pt x="1793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iṩ1îḑè">
              <a:extLst>
                <a:ext uri="{FF2B5EF4-FFF2-40B4-BE49-F238E27FC236}">
                  <a16:creationId xmlns:a16="http://schemas.microsoft.com/office/drawing/2014/main" id="{04065025-6E02-46E1-9C46-69C272F05669}"/>
                </a:ext>
              </a:extLst>
            </p:cNvPr>
            <p:cNvSpPr/>
            <p:nvPr/>
          </p:nvSpPr>
          <p:spPr bwMode="auto">
            <a:xfrm>
              <a:off x="2825750" y="515938"/>
              <a:ext cx="5980113" cy="5972175"/>
            </a:xfrm>
            <a:prstGeom prst="ellipse">
              <a:avLst/>
            </a:prstGeom>
            <a:solidFill>
              <a:srgbClr val="3C58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4" name="îṥlídé">
              <a:extLst>
                <a:ext uri="{FF2B5EF4-FFF2-40B4-BE49-F238E27FC236}">
                  <a16:creationId xmlns:a16="http://schemas.microsoft.com/office/drawing/2014/main" id="{5C81441B-82EA-4B74-BA6D-65FFC195B550}"/>
                </a:ext>
              </a:extLst>
            </p:cNvPr>
            <p:cNvSpPr/>
            <p:nvPr/>
          </p:nvSpPr>
          <p:spPr bwMode="auto">
            <a:xfrm>
              <a:off x="6234113" y="5737226"/>
              <a:ext cx="198438" cy="273050"/>
            </a:xfrm>
            <a:custGeom>
              <a:avLst/>
              <a:gdLst>
                <a:gd name="T0" fmla="*/ 78 w 106"/>
                <a:gd name="T1" fmla="*/ 0 h 146"/>
                <a:gd name="T2" fmla="*/ 28 w 106"/>
                <a:gd name="T3" fmla="*/ 0 h 146"/>
                <a:gd name="T4" fmla="*/ 13 w 106"/>
                <a:gd name="T5" fmla="*/ 15 h 146"/>
                <a:gd name="T6" fmla="*/ 1 w 106"/>
                <a:gd name="T7" fmla="*/ 127 h 146"/>
                <a:gd name="T8" fmla="*/ 17 w 106"/>
                <a:gd name="T9" fmla="*/ 146 h 146"/>
                <a:gd name="T10" fmla="*/ 90 w 106"/>
                <a:gd name="T11" fmla="*/ 146 h 146"/>
                <a:gd name="T12" fmla="*/ 105 w 106"/>
                <a:gd name="T13" fmla="*/ 127 h 146"/>
                <a:gd name="T14" fmla="*/ 94 w 106"/>
                <a:gd name="T15" fmla="*/ 15 h 146"/>
                <a:gd name="T16" fmla="*/ 78 w 106"/>
                <a:gd name="T17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46">
                  <a:moveTo>
                    <a:pt x="7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0" y="0"/>
                    <a:pt x="14" y="7"/>
                    <a:pt x="13" y="15"/>
                  </a:cubicBezTo>
                  <a:cubicBezTo>
                    <a:pt x="1" y="127"/>
                    <a:pt x="1" y="127"/>
                    <a:pt x="1" y="127"/>
                  </a:cubicBezTo>
                  <a:cubicBezTo>
                    <a:pt x="0" y="137"/>
                    <a:pt x="7" y="146"/>
                    <a:pt x="17" y="146"/>
                  </a:cubicBezTo>
                  <a:cubicBezTo>
                    <a:pt x="90" y="146"/>
                    <a:pt x="90" y="146"/>
                    <a:pt x="90" y="146"/>
                  </a:cubicBezTo>
                  <a:cubicBezTo>
                    <a:pt x="99" y="146"/>
                    <a:pt x="106" y="137"/>
                    <a:pt x="105" y="127"/>
                  </a:cubicBezTo>
                  <a:cubicBezTo>
                    <a:pt x="94" y="15"/>
                    <a:pt x="94" y="15"/>
                    <a:pt x="94" y="15"/>
                  </a:cubicBezTo>
                  <a:cubicBezTo>
                    <a:pt x="93" y="7"/>
                    <a:pt x="86" y="0"/>
                    <a:pt x="78" y="0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îṧľîḓê">
              <a:extLst>
                <a:ext uri="{FF2B5EF4-FFF2-40B4-BE49-F238E27FC236}">
                  <a16:creationId xmlns:a16="http://schemas.microsoft.com/office/drawing/2014/main" id="{FDABC87C-4AA6-4B4A-B66A-22535AD2AC5F}"/>
                </a:ext>
              </a:extLst>
            </p:cNvPr>
            <p:cNvSpPr/>
            <p:nvPr/>
          </p:nvSpPr>
          <p:spPr bwMode="auto">
            <a:xfrm>
              <a:off x="5899150" y="5913438"/>
              <a:ext cx="307975" cy="271463"/>
            </a:xfrm>
            <a:custGeom>
              <a:avLst/>
              <a:gdLst>
                <a:gd name="T0" fmla="*/ 29 w 165"/>
                <a:gd name="T1" fmla="*/ 9 h 145"/>
                <a:gd name="T2" fmla="*/ 4 w 165"/>
                <a:gd name="T3" fmla="*/ 52 h 145"/>
                <a:gd name="T4" fmla="*/ 9 w 165"/>
                <a:gd name="T5" fmla="*/ 73 h 145"/>
                <a:gd name="T6" fmla="*/ 100 w 165"/>
                <a:gd name="T7" fmla="*/ 139 h 145"/>
                <a:gd name="T8" fmla="*/ 124 w 165"/>
                <a:gd name="T9" fmla="*/ 135 h 145"/>
                <a:gd name="T10" fmla="*/ 161 w 165"/>
                <a:gd name="T11" fmla="*/ 72 h 145"/>
                <a:gd name="T12" fmla="*/ 152 w 165"/>
                <a:gd name="T13" fmla="*/ 49 h 145"/>
                <a:gd name="T14" fmla="*/ 50 w 165"/>
                <a:gd name="T15" fmla="*/ 4 h 145"/>
                <a:gd name="T16" fmla="*/ 29 w 165"/>
                <a:gd name="T17" fmla="*/ 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5" h="145">
                  <a:moveTo>
                    <a:pt x="29" y="9"/>
                  </a:moveTo>
                  <a:cubicBezTo>
                    <a:pt x="4" y="52"/>
                    <a:pt x="4" y="52"/>
                    <a:pt x="4" y="52"/>
                  </a:cubicBezTo>
                  <a:cubicBezTo>
                    <a:pt x="0" y="59"/>
                    <a:pt x="2" y="68"/>
                    <a:pt x="9" y="73"/>
                  </a:cubicBezTo>
                  <a:cubicBezTo>
                    <a:pt x="100" y="139"/>
                    <a:pt x="100" y="139"/>
                    <a:pt x="100" y="139"/>
                  </a:cubicBezTo>
                  <a:cubicBezTo>
                    <a:pt x="108" y="145"/>
                    <a:pt x="120" y="144"/>
                    <a:pt x="124" y="135"/>
                  </a:cubicBezTo>
                  <a:cubicBezTo>
                    <a:pt x="161" y="72"/>
                    <a:pt x="161" y="72"/>
                    <a:pt x="161" y="72"/>
                  </a:cubicBezTo>
                  <a:cubicBezTo>
                    <a:pt x="165" y="64"/>
                    <a:pt x="161" y="53"/>
                    <a:pt x="152" y="49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42" y="0"/>
                    <a:pt x="32" y="2"/>
                    <a:pt x="29" y="9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îsľídê">
              <a:extLst>
                <a:ext uri="{FF2B5EF4-FFF2-40B4-BE49-F238E27FC236}">
                  <a16:creationId xmlns:a16="http://schemas.microsoft.com/office/drawing/2014/main" id="{2F38AD23-9B91-4C89-BE41-1ADA6FA7F231}"/>
                </a:ext>
              </a:extLst>
            </p:cNvPr>
            <p:cNvSpPr/>
            <p:nvPr/>
          </p:nvSpPr>
          <p:spPr bwMode="auto">
            <a:xfrm>
              <a:off x="5899150" y="6223001"/>
              <a:ext cx="307975" cy="271463"/>
            </a:xfrm>
            <a:custGeom>
              <a:avLst/>
              <a:gdLst>
                <a:gd name="T0" fmla="*/ 4 w 165"/>
                <a:gd name="T1" fmla="*/ 93 h 145"/>
                <a:gd name="T2" fmla="*/ 29 w 165"/>
                <a:gd name="T3" fmla="*/ 136 h 145"/>
                <a:gd name="T4" fmla="*/ 50 w 165"/>
                <a:gd name="T5" fmla="*/ 142 h 145"/>
                <a:gd name="T6" fmla="*/ 152 w 165"/>
                <a:gd name="T7" fmla="*/ 96 h 145"/>
                <a:gd name="T8" fmla="*/ 161 w 165"/>
                <a:gd name="T9" fmla="*/ 73 h 145"/>
                <a:gd name="T10" fmla="*/ 124 w 165"/>
                <a:gd name="T11" fmla="*/ 10 h 145"/>
                <a:gd name="T12" fmla="*/ 100 w 165"/>
                <a:gd name="T13" fmla="*/ 6 h 145"/>
                <a:gd name="T14" fmla="*/ 9 w 165"/>
                <a:gd name="T15" fmla="*/ 72 h 145"/>
                <a:gd name="T16" fmla="*/ 4 w 165"/>
                <a:gd name="T17" fmla="*/ 93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5" h="145">
                  <a:moveTo>
                    <a:pt x="4" y="93"/>
                  </a:moveTo>
                  <a:cubicBezTo>
                    <a:pt x="29" y="136"/>
                    <a:pt x="29" y="136"/>
                    <a:pt x="29" y="136"/>
                  </a:cubicBezTo>
                  <a:cubicBezTo>
                    <a:pt x="32" y="143"/>
                    <a:pt x="42" y="145"/>
                    <a:pt x="50" y="142"/>
                  </a:cubicBezTo>
                  <a:cubicBezTo>
                    <a:pt x="152" y="96"/>
                    <a:pt x="152" y="96"/>
                    <a:pt x="152" y="96"/>
                  </a:cubicBezTo>
                  <a:cubicBezTo>
                    <a:pt x="161" y="92"/>
                    <a:pt x="165" y="81"/>
                    <a:pt x="161" y="73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0" y="1"/>
                    <a:pt x="108" y="0"/>
                    <a:pt x="100" y="6"/>
                  </a:cubicBezTo>
                  <a:cubicBezTo>
                    <a:pt x="9" y="72"/>
                    <a:pt x="9" y="72"/>
                    <a:pt x="9" y="72"/>
                  </a:cubicBezTo>
                  <a:cubicBezTo>
                    <a:pt x="2" y="77"/>
                    <a:pt x="0" y="86"/>
                    <a:pt x="4" y="93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îṣ1íḍè">
              <a:extLst>
                <a:ext uri="{FF2B5EF4-FFF2-40B4-BE49-F238E27FC236}">
                  <a16:creationId xmlns:a16="http://schemas.microsoft.com/office/drawing/2014/main" id="{74A56987-A072-48FF-8EC1-06A504A9464C}"/>
                </a:ext>
              </a:extLst>
            </p:cNvPr>
            <p:cNvSpPr/>
            <p:nvPr/>
          </p:nvSpPr>
          <p:spPr bwMode="auto">
            <a:xfrm>
              <a:off x="6234113" y="6397626"/>
              <a:ext cx="198438" cy="273050"/>
            </a:xfrm>
            <a:custGeom>
              <a:avLst/>
              <a:gdLst>
                <a:gd name="T0" fmla="*/ 28 w 106"/>
                <a:gd name="T1" fmla="*/ 146 h 146"/>
                <a:gd name="T2" fmla="*/ 78 w 106"/>
                <a:gd name="T3" fmla="*/ 146 h 146"/>
                <a:gd name="T4" fmla="*/ 94 w 106"/>
                <a:gd name="T5" fmla="*/ 131 h 146"/>
                <a:gd name="T6" fmla="*/ 105 w 106"/>
                <a:gd name="T7" fmla="*/ 19 h 146"/>
                <a:gd name="T8" fmla="*/ 90 w 106"/>
                <a:gd name="T9" fmla="*/ 0 h 146"/>
                <a:gd name="T10" fmla="*/ 17 w 106"/>
                <a:gd name="T11" fmla="*/ 0 h 146"/>
                <a:gd name="T12" fmla="*/ 1 w 106"/>
                <a:gd name="T13" fmla="*/ 19 h 146"/>
                <a:gd name="T14" fmla="*/ 13 w 106"/>
                <a:gd name="T15" fmla="*/ 131 h 146"/>
                <a:gd name="T16" fmla="*/ 28 w 106"/>
                <a:gd name="T17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46">
                  <a:moveTo>
                    <a:pt x="28" y="146"/>
                  </a:moveTo>
                  <a:cubicBezTo>
                    <a:pt x="78" y="146"/>
                    <a:pt x="78" y="146"/>
                    <a:pt x="78" y="146"/>
                  </a:cubicBezTo>
                  <a:cubicBezTo>
                    <a:pt x="86" y="146"/>
                    <a:pt x="93" y="139"/>
                    <a:pt x="94" y="131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6" y="9"/>
                    <a:pt x="99" y="0"/>
                    <a:pt x="9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9"/>
                    <a:pt x="1" y="19"/>
                  </a:cubicBezTo>
                  <a:cubicBezTo>
                    <a:pt x="13" y="131"/>
                    <a:pt x="13" y="131"/>
                    <a:pt x="13" y="131"/>
                  </a:cubicBezTo>
                  <a:cubicBezTo>
                    <a:pt x="14" y="139"/>
                    <a:pt x="20" y="146"/>
                    <a:pt x="28" y="146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iṡ1iḍe">
              <a:extLst>
                <a:ext uri="{FF2B5EF4-FFF2-40B4-BE49-F238E27FC236}">
                  <a16:creationId xmlns:a16="http://schemas.microsoft.com/office/drawing/2014/main" id="{2BAA2B2C-C0D0-4307-BCBE-F31AA3C53544}"/>
                </a:ext>
              </a:extLst>
            </p:cNvPr>
            <p:cNvSpPr/>
            <p:nvPr/>
          </p:nvSpPr>
          <p:spPr bwMode="auto">
            <a:xfrm>
              <a:off x="6457950" y="6223001"/>
              <a:ext cx="311150" cy="271463"/>
            </a:xfrm>
            <a:custGeom>
              <a:avLst/>
              <a:gdLst>
                <a:gd name="T0" fmla="*/ 137 w 166"/>
                <a:gd name="T1" fmla="*/ 136 h 145"/>
                <a:gd name="T2" fmla="*/ 162 w 166"/>
                <a:gd name="T3" fmla="*/ 93 h 145"/>
                <a:gd name="T4" fmla="*/ 156 w 166"/>
                <a:gd name="T5" fmla="*/ 72 h 145"/>
                <a:gd name="T6" fmla="*/ 66 w 166"/>
                <a:gd name="T7" fmla="*/ 6 h 145"/>
                <a:gd name="T8" fmla="*/ 41 w 166"/>
                <a:gd name="T9" fmla="*/ 10 h 145"/>
                <a:gd name="T10" fmla="*/ 5 w 166"/>
                <a:gd name="T11" fmla="*/ 73 h 145"/>
                <a:gd name="T12" fmla="*/ 14 w 166"/>
                <a:gd name="T13" fmla="*/ 96 h 145"/>
                <a:gd name="T14" fmla="*/ 116 w 166"/>
                <a:gd name="T15" fmla="*/ 142 h 145"/>
                <a:gd name="T16" fmla="*/ 137 w 166"/>
                <a:gd name="T17" fmla="*/ 136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6" h="145">
                  <a:moveTo>
                    <a:pt x="137" y="136"/>
                  </a:moveTo>
                  <a:cubicBezTo>
                    <a:pt x="162" y="93"/>
                    <a:pt x="162" y="93"/>
                    <a:pt x="162" y="93"/>
                  </a:cubicBezTo>
                  <a:cubicBezTo>
                    <a:pt x="166" y="86"/>
                    <a:pt x="163" y="77"/>
                    <a:pt x="156" y="72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57" y="0"/>
                    <a:pt x="46" y="1"/>
                    <a:pt x="41" y="10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0" y="81"/>
                    <a:pt x="4" y="92"/>
                    <a:pt x="14" y="96"/>
                  </a:cubicBezTo>
                  <a:cubicBezTo>
                    <a:pt x="116" y="142"/>
                    <a:pt x="116" y="142"/>
                    <a:pt x="116" y="142"/>
                  </a:cubicBezTo>
                  <a:cubicBezTo>
                    <a:pt x="124" y="145"/>
                    <a:pt x="133" y="143"/>
                    <a:pt x="137" y="136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iṣlîḋê">
              <a:extLst>
                <a:ext uri="{FF2B5EF4-FFF2-40B4-BE49-F238E27FC236}">
                  <a16:creationId xmlns:a16="http://schemas.microsoft.com/office/drawing/2014/main" id="{E373994E-A92D-4FF6-94AD-36FE0D7911CC}"/>
                </a:ext>
              </a:extLst>
            </p:cNvPr>
            <p:cNvSpPr/>
            <p:nvPr/>
          </p:nvSpPr>
          <p:spPr bwMode="auto">
            <a:xfrm>
              <a:off x="6457950" y="5913438"/>
              <a:ext cx="311150" cy="271463"/>
            </a:xfrm>
            <a:custGeom>
              <a:avLst/>
              <a:gdLst>
                <a:gd name="T0" fmla="*/ 162 w 166"/>
                <a:gd name="T1" fmla="*/ 52 h 145"/>
                <a:gd name="T2" fmla="*/ 137 w 166"/>
                <a:gd name="T3" fmla="*/ 9 h 145"/>
                <a:gd name="T4" fmla="*/ 116 w 166"/>
                <a:gd name="T5" fmla="*/ 4 h 145"/>
                <a:gd name="T6" fmla="*/ 14 w 166"/>
                <a:gd name="T7" fmla="*/ 49 h 145"/>
                <a:gd name="T8" fmla="*/ 5 w 166"/>
                <a:gd name="T9" fmla="*/ 72 h 145"/>
                <a:gd name="T10" fmla="*/ 41 w 166"/>
                <a:gd name="T11" fmla="*/ 135 h 145"/>
                <a:gd name="T12" fmla="*/ 66 w 166"/>
                <a:gd name="T13" fmla="*/ 139 h 145"/>
                <a:gd name="T14" fmla="*/ 156 w 166"/>
                <a:gd name="T15" fmla="*/ 73 h 145"/>
                <a:gd name="T16" fmla="*/ 162 w 166"/>
                <a:gd name="T17" fmla="*/ 52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6" h="145">
                  <a:moveTo>
                    <a:pt x="162" y="52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3" y="2"/>
                    <a:pt x="124" y="0"/>
                    <a:pt x="116" y="4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4" y="53"/>
                    <a:pt x="0" y="64"/>
                    <a:pt x="5" y="72"/>
                  </a:cubicBezTo>
                  <a:cubicBezTo>
                    <a:pt x="41" y="135"/>
                    <a:pt x="41" y="135"/>
                    <a:pt x="41" y="135"/>
                  </a:cubicBezTo>
                  <a:cubicBezTo>
                    <a:pt x="46" y="144"/>
                    <a:pt x="57" y="145"/>
                    <a:pt x="66" y="139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63" y="68"/>
                    <a:pt x="166" y="59"/>
                    <a:pt x="162" y="52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îślíḓé">
              <a:extLst>
                <a:ext uri="{FF2B5EF4-FFF2-40B4-BE49-F238E27FC236}">
                  <a16:creationId xmlns:a16="http://schemas.microsoft.com/office/drawing/2014/main" id="{6C145F46-17B8-4FBE-A84B-A9202BC91B46}"/>
                </a:ext>
              </a:extLst>
            </p:cNvPr>
            <p:cNvSpPr/>
            <p:nvPr/>
          </p:nvSpPr>
          <p:spPr bwMode="auto">
            <a:xfrm>
              <a:off x="6078538" y="6473826"/>
              <a:ext cx="171450" cy="93663"/>
            </a:xfrm>
            <a:custGeom>
              <a:avLst/>
              <a:gdLst>
                <a:gd name="T0" fmla="*/ 13 w 92"/>
                <a:gd name="T1" fmla="*/ 0 h 50"/>
                <a:gd name="T2" fmla="*/ 0 w 92"/>
                <a:gd name="T3" fmla="*/ 1 h 50"/>
                <a:gd name="T4" fmla="*/ 92 w 92"/>
                <a:gd name="T5" fmla="*/ 50 h 50"/>
                <a:gd name="T6" fmla="*/ 91 w 92"/>
                <a:gd name="T7" fmla="*/ 40 h 50"/>
                <a:gd name="T8" fmla="*/ 13 w 92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50">
                  <a:moveTo>
                    <a:pt x="13" y="0"/>
                  </a:moveTo>
                  <a:cubicBezTo>
                    <a:pt x="8" y="0"/>
                    <a:pt x="4" y="1"/>
                    <a:pt x="0" y="1"/>
                  </a:cubicBezTo>
                  <a:cubicBezTo>
                    <a:pt x="25" y="25"/>
                    <a:pt x="57" y="42"/>
                    <a:pt x="92" y="5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61" y="33"/>
                    <a:pt x="35" y="19"/>
                    <a:pt x="13" y="0"/>
                  </a:cubicBezTo>
                </a:path>
              </a:pathLst>
            </a:custGeom>
            <a:solidFill>
              <a:srgbClr val="D2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iš1iḍè">
              <a:extLst>
                <a:ext uri="{FF2B5EF4-FFF2-40B4-BE49-F238E27FC236}">
                  <a16:creationId xmlns:a16="http://schemas.microsoft.com/office/drawing/2014/main" id="{69948665-9A31-407B-AFFA-4EFD67FB9EF6}"/>
                </a:ext>
              </a:extLst>
            </p:cNvPr>
            <p:cNvSpPr/>
            <p:nvPr/>
          </p:nvSpPr>
          <p:spPr bwMode="auto">
            <a:xfrm>
              <a:off x="5959475" y="5840413"/>
              <a:ext cx="290513" cy="636588"/>
            </a:xfrm>
            <a:custGeom>
              <a:avLst/>
              <a:gdLst>
                <a:gd name="T0" fmla="*/ 62 w 155"/>
                <a:gd name="T1" fmla="*/ 326 h 340"/>
                <a:gd name="T2" fmla="*/ 53 w 155"/>
                <a:gd name="T3" fmla="*/ 330 h 340"/>
                <a:gd name="T4" fmla="*/ 63 w 155"/>
                <a:gd name="T5" fmla="*/ 340 h 340"/>
                <a:gd name="T6" fmla="*/ 76 w 155"/>
                <a:gd name="T7" fmla="*/ 339 h 340"/>
                <a:gd name="T8" fmla="*/ 62 w 155"/>
                <a:gd name="T9" fmla="*/ 326 h 340"/>
                <a:gd name="T10" fmla="*/ 8 w 155"/>
                <a:gd name="T11" fmla="*/ 136 h 340"/>
                <a:gd name="T12" fmla="*/ 0 w 155"/>
                <a:gd name="T13" fmla="*/ 195 h 340"/>
                <a:gd name="T14" fmla="*/ 8 w 155"/>
                <a:gd name="T15" fmla="*/ 253 h 340"/>
                <a:gd name="T16" fmla="*/ 17 w 155"/>
                <a:gd name="T17" fmla="*/ 247 h 340"/>
                <a:gd name="T18" fmla="*/ 9 w 155"/>
                <a:gd name="T19" fmla="*/ 195 h 340"/>
                <a:gd name="T20" fmla="*/ 17 w 155"/>
                <a:gd name="T21" fmla="*/ 142 h 340"/>
                <a:gd name="T22" fmla="*/ 8 w 155"/>
                <a:gd name="T23" fmla="*/ 136 h 340"/>
                <a:gd name="T24" fmla="*/ 155 w 155"/>
                <a:gd name="T25" fmla="*/ 0 h 340"/>
                <a:gd name="T26" fmla="*/ 53 w 155"/>
                <a:gd name="T27" fmla="*/ 59 h 340"/>
                <a:gd name="T28" fmla="*/ 62 w 155"/>
                <a:gd name="T29" fmla="*/ 63 h 340"/>
                <a:gd name="T30" fmla="*/ 154 w 155"/>
                <a:gd name="T31" fmla="*/ 10 h 340"/>
                <a:gd name="T32" fmla="*/ 155 w 155"/>
                <a:gd name="T33" fmla="*/ 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340">
                  <a:moveTo>
                    <a:pt x="62" y="326"/>
                  </a:moveTo>
                  <a:cubicBezTo>
                    <a:pt x="53" y="330"/>
                    <a:pt x="53" y="330"/>
                    <a:pt x="53" y="330"/>
                  </a:cubicBezTo>
                  <a:cubicBezTo>
                    <a:pt x="56" y="334"/>
                    <a:pt x="59" y="337"/>
                    <a:pt x="63" y="340"/>
                  </a:cubicBezTo>
                  <a:cubicBezTo>
                    <a:pt x="67" y="340"/>
                    <a:pt x="71" y="339"/>
                    <a:pt x="76" y="339"/>
                  </a:cubicBezTo>
                  <a:cubicBezTo>
                    <a:pt x="71" y="335"/>
                    <a:pt x="66" y="331"/>
                    <a:pt x="62" y="326"/>
                  </a:cubicBezTo>
                  <a:moveTo>
                    <a:pt x="8" y="136"/>
                  </a:moveTo>
                  <a:cubicBezTo>
                    <a:pt x="3" y="154"/>
                    <a:pt x="0" y="174"/>
                    <a:pt x="0" y="195"/>
                  </a:cubicBezTo>
                  <a:cubicBezTo>
                    <a:pt x="0" y="215"/>
                    <a:pt x="3" y="235"/>
                    <a:pt x="8" y="253"/>
                  </a:cubicBezTo>
                  <a:cubicBezTo>
                    <a:pt x="17" y="247"/>
                    <a:pt x="17" y="247"/>
                    <a:pt x="17" y="247"/>
                  </a:cubicBezTo>
                  <a:cubicBezTo>
                    <a:pt x="12" y="231"/>
                    <a:pt x="9" y="213"/>
                    <a:pt x="9" y="195"/>
                  </a:cubicBezTo>
                  <a:cubicBezTo>
                    <a:pt x="9" y="176"/>
                    <a:pt x="12" y="159"/>
                    <a:pt x="17" y="142"/>
                  </a:cubicBezTo>
                  <a:cubicBezTo>
                    <a:pt x="8" y="136"/>
                    <a:pt x="8" y="136"/>
                    <a:pt x="8" y="136"/>
                  </a:cubicBezTo>
                  <a:moveTo>
                    <a:pt x="155" y="0"/>
                  </a:moveTo>
                  <a:cubicBezTo>
                    <a:pt x="115" y="9"/>
                    <a:pt x="80" y="30"/>
                    <a:pt x="53" y="59"/>
                  </a:cubicBezTo>
                  <a:cubicBezTo>
                    <a:pt x="62" y="63"/>
                    <a:pt x="62" y="63"/>
                    <a:pt x="62" y="63"/>
                  </a:cubicBezTo>
                  <a:cubicBezTo>
                    <a:pt x="87" y="37"/>
                    <a:pt x="118" y="19"/>
                    <a:pt x="154" y="10"/>
                  </a:cubicBezTo>
                  <a:cubicBezTo>
                    <a:pt x="155" y="0"/>
                    <a:pt x="155" y="0"/>
                    <a:pt x="155" y="0"/>
                  </a:cubicBezTo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íṣľidê">
              <a:extLst>
                <a:ext uri="{FF2B5EF4-FFF2-40B4-BE49-F238E27FC236}">
                  <a16:creationId xmlns:a16="http://schemas.microsoft.com/office/drawing/2014/main" id="{5E25C16B-261F-4106-B98F-5D2B98F16162}"/>
                </a:ext>
              </a:extLst>
            </p:cNvPr>
            <p:cNvSpPr/>
            <p:nvPr/>
          </p:nvSpPr>
          <p:spPr bwMode="auto">
            <a:xfrm>
              <a:off x="6248400" y="5830888"/>
              <a:ext cx="84138" cy="28575"/>
            </a:xfrm>
            <a:custGeom>
              <a:avLst/>
              <a:gdLst>
                <a:gd name="T0" fmla="*/ 45 w 45"/>
                <a:gd name="T1" fmla="*/ 0 h 15"/>
                <a:gd name="T2" fmla="*/ 1 w 45"/>
                <a:gd name="T3" fmla="*/ 5 h 15"/>
                <a:gd name="T4" fmla="*/ 0 w 45"/>
                <a:gd name="T5" fmla="*/ 15 h 15"/>
                <a:gd name="T6" fmla="*/ 45 w 45"/>
                <a:gd name="T7" fmla="*/ 10 h 15"/>
                <a:gd name="T8" fmla="*/ 45 w 45"/>
                <a:gd name="T9" fmla="*/ 10 h 15"/>
                <a:gd name="T10" fmla="*/ 45 w 45"/>
                <a:gd name="T11" fmla="*/ 0 h 15"/>
                <a:gd name="T12" fmla="*/ 45 w 45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15">
                  <a:moveTo>
                    <a:pt x="45" y="0"/>
                  </a:moveTo>
                  <a:cubicBezTo>
                    <a:pt x="30" y="0"/>
                    <a:pt x="15" y="2"/>
                    <a:pt x="1" y="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4" y="11"/>
                    <a:pt x="29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3" name="iṡlîdé">
              <a:extLst>
                <a:ext uri="{FF2B5EF4-FFF2-40B4-BE49-F238E27FC236}">
                  <a16:creationId xmlns:a16="http://schemas.microsoft.com/office/drawing/2014/main" id="{C2342962-14C5-4B93-80E6-5963C82FCD37}"/>
                </a:ext>
              </a:extLst>
            </p:cNvPr>
            <p:cNvSpPr/>
            <p:nvPr/>
          </p:nvSpPr>
          <p:spPr bwMode="auto">
            <a:xfrm>
              <a:off x="5975350" y="5949951"/>
              <a:ext cx="101600" cy="155575"/>
            </a:xfrm>
            <a:custGeom>
              <a:avLst/>
              <a:gdLst>
                <a:gd name="T0" fmla="*/ 45 w 54"/>
                <a:gd name="T1" fmla="*/ 0 h 83"/>
                <a:gd name="T2" fmla="*/ 0 w 54"/>
                <a:gd name="T3" fmla="*/ 77 h 83"/>
                <a:gd name="T4" fmla="*/ 9 w 54"/>
                <a:gd name="T5" fmla="*/ 83 h 83"/>
                <a:gd name="T6" fmla="*/ 54 w 54"/>
                <a:gd name="T7" fmla="*/ 4 h 83"/>
                <a:gd name="T8" fmla="*/ 45 w 54"/>
                <a:gd name="T9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83">
                  <a:moveTo>
                    <a:pt x="45" y="0"/>
                  </a:moveTo>
                  <a:cubicBezTo>
                    <a:pt x="25" y="21"/>
                    <a:pt x="9" y="48"/>
                    <a:pt x="0" y="77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17" y="53"/>
                    <a:pt x="33" y="26"/>
                    <a:pt x="54" y="4"/>
                  </a:cubicBezTo>
                  <a:cubicBezTo>
                    <a:pt x="45" y="0"/>
                    <a:pt x="45" y="0"/>
                    <a:pt x="45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4" name="îṩlíḑe">
              <a:extLst>
                <a:ext uri="{FF2B5EF4-FFF2-40B4-BE49-F238E27FC236}">
                  <a16:creationId xmlns:a16="http://schemas.microsoft.com/office/drawing/2014/main" id="{BEF3B221-7E60-4FA2-BC21-CC161AC25D5A}"/>
                </a:ext>
              </a:extLst>
            </p:cNvPr>
            <p:cNvSpPr/>
            <p:nvPr/>
          </p:nvSpPr>
          <p:spPr bwMode="auto">
            <a:xfrm>
              <a:off x="5975350" y="6302376"/>
              <a:ext cx="101600" cy="155575"/>
            </a:xfrm>
            <a:custGeom>
              <a:avLst/>
              <a:gdLst>
                <a:gd name="T0" fmla="*/ 9 w 54"/>
                <a:gd name="T1" fmla="*/ 0 h 83"/>
                <a:gd name="T2" fmla="*/ 0 w 54"/>
                <a:gd name="T3" fmla="*/ 6 h 83"/>
                <a:gd name="T4" fmla="*/ 45 w 54"/>
                <a:gd name="T5" fmla="*/ 83 h 83"/>
                <a:gd name="T6" fmla="*/ 54 w 54"/>
                <a:gd name="T7" fmla="*/ 79 h 83"/>
                <a:gd name="T8" fmla="*/ 9 w 54"/>
                <a:gd name="T9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83">
                  <a:moveTo>
                    <a:pt x="9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9" y="35"/>
                    <a:pt x="25" y="62"/>
                    <a:pt x="45" y="83"/>
                  </a:cubicBezTo>
                  <a:cubicBezTo>
                    <a:pt x="54" y="79"/>
                    <a:pt x="54" y="79"/>
                    <a:pt x="54" y="79"/>
                  </a:cubicBezTo>
                  <a:cubicBezTo>
                    <a:pt x="33" y="57"/>
                    <a:pt x="17" y="30"/>
                    <a:pt x="9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îşḻîḓê">
              <a:extLst>
                <a:ext uri="{FF2B5EF4-FFF2-40B4-BE49-F238E27FC236}">
                  <a16:creationId xmlns:a16="http://schemas.microsoft.com/office/drawing/2014/main" id="{DB1E362B-746F-407E-B917-6A8EB3C35D15}"/>
                </a:ext>
              </a:extLst>
            </p:cNvPr>
            <p:cNvSpPr/>
            <p:nvPr/>
          </p:nvSpPr>
          <p:spPr bwMode="auto">
            <a:xfrm>
              <a:off x="6248400" y="6550026"/>
              <a:ext cx="84138" cy="26988"/>
            </a:xfrm>
            <a:custGeom>
              <a:avLst/>
              <a:gdLst>
                <a:gd name="T0" fmla="*/ 0 w 45"/>
                <a:gd name="T1" fmla="*/ 0 h 15"/>
                <a:gd name="T2" fmla="*/ 1 w 45"/>
                <a:gd name="T3" fmla="*/ 10 h 15"/>
                <a:gd name="T4" fmla="*/ 45 w 45"/>
                <a:gd name="T5" fmla="*/ 15 h 15"/>
                <a:gd name="T6" fmla="*/ 45 w 45"/>
                <a:gd name="T7" fmla="*/ 15 h 15"/>
                <a:gd name="T8" fmla="*/ 45 w 45"/>
                <a:gd name="T9" fmla="*/ 5 h 15"/>
                <a:gd name="T10" fmla="*/ 45 w 45"/>
                <a:gd name="T11" fmla="*/ 5 h 15"/>
                <a:gd name="T12" fmla="*/ 0 w 45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15">
                  <a:moveTo>
                    <a:pt x="0" y="0"/>
                  </a:moveTo>
                  <a:cubicBezTo>
                    <a:pt x="1" y="10"/>
                    <a:pt x="1" y="10"/>
                    <a:pt x="1" y="10"/>
                  </a:cubicBezTo>
                  <a:cubicBezTo>
                    <a:pt x="15" y="13"/>
                    <a:pt x="30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29" y="5"/>
                    <a:pt x="14" y="4"/>
                    <a:pt x="0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îśḻîḋé">
              <a:extLst>
                <a:ext uri="{FF2B5EF4-FFF2-40B4-BE49-F238E27FC236}">
                  <a16:creationId xmlns:a16="http://schemas.microsoft.com/office/drawing/2014/main" id="{56E58C8A-BD9E-4851-A3E1-799E267F0DCA}"/>
                </a:ext>
              </a:extLst>
            </p:cNvPr>
            <p:cNvSpPr/>
            <p:nvPr/>
          </p:nvSpPr>
          <p:spPr bwMode="auto">
            <a:xfrm>
              <a:off x="6416675" y="5840413"/>
              <a:ext cx="190500" cy="117475"/>
            </a:xfrm>
            <a:custGeom>
              <a:avLst/>
              <a:gdLst>
                <a:gd name="T0" fmla="*/ 0 w 101"/>
                <a:gd name="T1" fmla="*/ 0 h 63"/>
                <a:gd name="T2" fmla="*/ 1 w 101"/>
                <a:gd name="T3" fmla="*/ 10 h 63"/>
                <a:gd name="T4" fmla="*/ 92 w 101"/>
                <a:gd name="T5" fmla="*/ 63 h 63"/>
                <a:gd name="T6" fmla="*/ 101 w 101"/>
                <a:gd name="T7" fmla="*/ 59 h 63"/>
                <a:gd name="T8" fmla="*/ 0 w 101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63">
                  <a:moveTo>
                    <a:pt x="0" y="0"/>
                  </a:moveTo>
                  <a:cubicBezTo>
                    <a:pt x="1" y="10"/>
                    <a:pt x="1" y="10"/>
                    <a:pt x="1" y="10"/>
                  </a:cubicBezTo>
                  <a:cubicBezTo>
                    <a:pt x="36" y="19"/>
                    <a:pt x="68" y="37"/>
                    <a:pt x="92" y="63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75" y="30"/>
                    <a:pt x="39" y="9"/>
                    <a:pt x="0" y="0"/>
                  </a:cubicBezTo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7" name="í$ḻîďê">
              <a:extLst>
                <a:ext uri="{FF2B5EF4-FFF2-40B4-BE49-F238E27FC236}">
                  <a16:creationId xmlns:a16="http://schemas.microsoft.com/office/drawing/2014/main" id="{EE3AEE44-2711-4C97-90E6-778428D02601}"/>
                </a:ext>
              </a:extLst>
            </p:cNvPr>
            <p:cNvSpPr/>
            <p:nvPr/>
          </p:nvSpPr>
          <p:spPr bwMode="auto">
            <a:xfrm>
              <a:off x="6416675" y="5840413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0 w 2"/>
                <a:gd name="T7" fmla="*/ 0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8" name="îşļíḍê">
              <a:extLst>
                <a:ext uri="{FF2B5EF4-FFF2-40B4-BE49-F238E27FC236}">
                  <a16:creationId xmlns:a16="http://schemas.microsoft.com/office/drawing/2014/main" id="{94028AB3-7F74-4D21-837C-6CAD7DE7FC7C}"/>
                </a:ext>
              </a:extLst>
            </p:cNvPr>
            <p:cNvSpPr/>
            <p:nvPr/>
          </p:nvSpPr>
          <p:spPr bwMode="auto">
            <a:xfrm>
              <a:off x="6416675" y="5840413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0 w 2"/>
                <a:gd name="T7" fmla="*/ 0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9" name="ïšlîḓè">
              <a:extLst>
                <a:ext uri="{FF2B5EF4-FFF2-40B4-BE49-F238E27FC236}">
                  <a16:creationId xmlns:a16="http://schemas.microsoft.com/office/drawing/2014/main" id="{8CD367D7-C29D-4957-9FF1-EC5EA4D0099E}"/>
                </a:ext>
              </a:extLst>
            </p:cNvPr>
            <p:cNvSpPr/>
            <p:nvPr/>
          </p:nvSpPr>
          <p:spPr bwMode="auto">
            <a:xfrm>
              <a:off x="6589713" y="5949951"/>
              <a:ext cx="17463" cy="7938"/>
            </a:xfrm>
            <a:custGeom>
              <a:avLst/>
              <a:gdLst>
                <a:gd name="T0" fmla="*/ 11 w 11"/>
                <a:gd name="T1" fmla="*/ 0 h 5"/>
                <a:gd name="T2" fmla="*/ 0 w 11"/>
                <a:gd name="T3" fmla="*/ 5 h 5"/>
                <a:gd name="T4" fmla="*/ 0 w 11"/>
                <a:gd name="T5" fmla="*/ 5 h 5"/>
                <a:gd name="T6" fmla="*/ 11 w 11"/>
                <a:gd name="T7" fmla="*/ 0 h 5"/>
                <a:gd name="T8" fmla="*/ 11 w 1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1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0" name="iṧlïḍè">
              <a:extLst>
                <a:ext uri="{FF2B5EF4-FFF2-40B4-BE49-F238E27FC236}">
                  <a16:creationId xmlns:a16="http://schemas.microsoft.com/office/drawing/2014/main" id="{DE47DA37-E509-4C90-8300-5AF837141AF5}"/>
                </a:ext>
              </a:extLst>
            </p:cNvPr>
            <p:cNvSpPr/>
            <p:nvPr/>
          </p:nvSpPr>
          <p:spPr bwMode="auto">
            <a:xfrm>
              <a:off x="6589713" y="5949951"/>
              <a:ext cx="17463" cy="7938"/>
            </a:xfrm>
            <a:custGeom>
              <a:avLst/>
              <a:gdLst>
                <a:gd name="T0" fmla="*/ 11 w 11"/>
                <a:gd name="T1" fmla="*/ 0 h 5"/>
                <a:gd name="T2" fmla="*/ 0 w 11"/>
                <a:gd name="T3" fmla="*/ 5 h 5"/>
                <a:gd name="T4" fmla="*/ 0 w 11"/>
                <a:gd name="T5" fmla="*/ 5 h 5"/>
                <a:gd name="T6" fmla="*/ 11 w 11"/>
                <a:gd name="T7" fmla="*/ 0 h 5"/>
                <a:gd name="T8" fmla="*/ 11 w 1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1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1" y="0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1" name="îšḻîḍê">
              <a:extLst>
                <a:ext uri="{FF2B5EF4-FFF2-40B4-BE49-F238E27FC236}">
                  <a16:creationId xmlns:a16="http://schemas.microsoft.com/office/drawing/2014/main" id="{DBBA5B5D-6449-4E47-8D4E-A803EA49F164}"/>
                </a:ext>
              </a:extLst>
            </p:cNvPr>
            <p:cNvSpPr/>
            <p:nvPr/>
          </p:nvSpPr>
          <p:spPr bwMode="auto">
            <a:xfrm>
              <a:off x="6675438" y="6094413"/>
              <a:ext cx="31750" cy="219075"/>
            </a:xfrm>
            <a:custGeom>
              <a:avLst/>
              <a:gdLst>
                <a:gd name="T0" fmla="*/ 8 w 17"/>
                <a:gd name="T1" fmla="*/ 0 h 117"/>
                <a:gd name="T2" fmla="*/ 0 w 17"/>
                <a:gd name="T3" fmla="*/ 6 h 117"/>
                <a:gd name="T4" fmla="*/ 7 w 17"/>
                <a:gd name="T5" fmla="*/ 58 h 117"/>
                <a:gd name="T6" fmla="*/ 7 w 17"/>
                <a:gd name="T7" fmla="*/ 58 h 117"/>
                <a:gd name="T8" fmla="*/ 7 w 17"/>
                <a:gd name="T9" fmla="*/ 59 h 117"/>
                <a:gd name="T10" fmla="*/ 7 w 17"/>
                <a:gd name="T11" fmla="*/ 59 h 117"/>
                <a:gd name="T12" fmla="*/ 7 w 17"/>
                <a:gd name="T13" fmla="*/ 59 h 117"/>
                <a:gd name="T14" fmla="*/ 7 w 17"/>
                <a:gd name="T15" fmla="*/ 59 h 117"/>
                <a:gd name="T16" fmla="*/ 7 w 17"/>
                <a:gd name="T17" fmla="*/ 59 h 117"/>
                <a:gd name="T18" fmla="*/ 7 w 17"/>
                <a:gd name="T19" fmla="*/ 59 h 117"/>
                <a:gd name="T20" fmla="*/ 7 w 17"/>
                <a:gd name="T21" fmla="*/ 59 h 117"/>
                <a:gd name="T22" fmla="*/ 7 w 17"/>
                <a:gd name="T23" fmla="*/ 59 h 117"/>
                <a:gd name="T24" fmla="*/ 0 w 17"/>
                <a:gd name="T25" fmla="*/ 111 h 117"/>
                <a:gd name="T26" fmla="*/ 8 w 17"/>
                <a:gd name="T27" fmla="*/ 117 h 117"/>
                <a:gd name="T28" fmla="*/ 17 w 17"/>
                <a:gd name="T29" fmla="*/ 59 h 117"/>
                <a:gd name="T30" fmla="*/ 8 w 17"/>
                <a:gd name="T3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17">
                  <a:moveTo>
                    <a:pt x="8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4" y="22"/>
                    <a:pt x="7" y="40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7" y="58"/>
                    <a:pt x="7" y="58"/>
                    <a:pt x="7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77"/>
                    <a:pt x="4" y="95"/>
                    <a:pt x="0" y="111"/>
                  </a:cubicBezTo>
                  <a:cubicBezTo>
                    <a:pt x="8" y="117"/>
                    <a:pt x="8" y="117"/>
                    <a:pt x="8" y="117"/>
                  </a:cubicBezTo>
                  <a:cubicBezTo>
                    <a:pt x="14" y="99"/>
                    <a:pt x="17" y="79"/>
                    <a:pt x="17" y="59"/>
                  </a:cubicBezTo>
                  <a:cubicBezTo>
                    <a:pt x="17" y="38"/>
                    <a:pt x="14" y="18"/>
                    <a:pt x="8" y="0"/>
                  </a:cubicBezTo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2" name="iṣ1îḍê">
              <a:extLst>
                <a:ext uri="{FF2B5EF4-FFF2-40B4-BE49-F238E27FC236}">
                  <a16:creationId xmlns:a16="http://schemas.microsoft.com/office/drawing/2014/main" id="{5C21452F-CF6A-4BB9-8CA9-D018796D5A1C}"/>
                </a:ext>
              </a:extLst>
            </p:cNvPr>
            <p:cNvSpPr/>
            <p:nvPr/>
          </p:nvSpPr>
          <p:spPr bwMode="auto">
            <a:xfrm>
              <a:off x="6675438" y="6302376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0 w 10"/>
                <a:gd name="T3" fmla="*/ 0 h 7"/>
                <a:gd name="T4" fmla="*/ 10 w 10"/>
                <a:gd name="T5" fmla="*/ 7 h 7"/>
                <a:gd name="T6" fmla="*/ 10 w 10"/>
                <a:gd name="T7" fmla="*/ 7 h 7"/>
                <a:gd name="T8" fmla="*/ 0 w 10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0" y="0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3" name="îšļíḑé">
              <a:extLst>
                <a:ext uri="{FF2B5EF4-FFF2-40B4-BE49-F238E27FC236}">
                  <a16:creationId xmlns:a16="http://schemas.microsoft.com/office/drawing/2014/main" id="{7217CF2C-6BB4-428A-8466-2B8F107500EA}"/>
                </a:ext>
              </a:extLst>
            </p:cNvPr>
            <p:cNvSpPr/>
            <p:nvPr/>
          </p:nvSpPr>
          <p:spPr bwMode="auto">
            <a:xfrm>
              <a:off x="6675438" y="6302376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0 w 10"/>
                <a:gd name="T3" fmla="*/ 0 h 7"/>
                <a:gd name="T4" fmla="*/ 10 w 10"/>
                <a:gd name="T5" fmla="*/ 7 h 7"/>
                <a:gd name="T6" fmla="*/ 10 w 10"/>
                <a:gd name="T7" fmla="*/ 7 h 7"/>
                <a:gd name="T8" fmla="*/ 0 w 10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0" y="0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4" name="î$ļïḓê">
              <a:extLst>
                <a:ext uri="{FF2B5EF4-FFF2-40B4-BE49-F238E27FC236}">
                  <a16:creationId xmlns:a16="http://schemas.microsoft.com/office/drawing/2014/main" id="{2F7460DA-4641-4D4B-A50D-D3F39C8BEB9B}"/>
                </a:ext>
              </a:extLst>
            </p:cNvPr>
            <p:cNvSpPr/>
            <p:nvPr/>
          </p:nvSpPr>
          <p:spPr bwMode="auto">
            <a:xfrm>
              <a:off x="6675438" y="6094413"/>
              <a:ext cx="15875" cy="11113"/>
            </a:xfrm>
            <a:custGeom>
              <a:avLst/>
              <a:gdLst>
                <a:gd name="T0" fmla="*/ 10 w 10"/>
                <a:gd name="T1" fmla="*/ 0 h 7"/>
                <a:gd name="T2" fmla="*/ 0 w 10"/>
                <a:gd name="T3" fmla="*/ 7 h 7"/>
                <a:gd name="T4" fmla="*/ 0 w 10"/>
                <a:gd name="T5" fmla="*/ 7 h 7"/>
                <a:gd name="T6" fmla="*/ 10 w 10"/>
                <a:gd name="T7" fmla="*/ 0 h 7"/>
                <a:gd name="T8" fmla="*/ 10 w 10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1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5" name="î$ļíḍè">
              <a:extLst>
                <a:ext uri="{FF2B5EF4-FFF2-40B4-BE49-F238E27FC236}">
                  <a16:creationId xmlns:a16="http://schemas.microsoft.com/office/drawing/2014/main" id="{1B833CE9-6205-4670-9BD0-B5DE2F5CB0AD}"/>
                </a:ext>
              </a:extLst>
            </p:cNvPr>
            <p:cNvSpPr/>
            <p:nvPr/>
          </p:nvSpPr>
          <p:spPr bwMode="auto">
            <a:xfrm>
              <a:off x="6675438" y="6094413"/>
              <a:ext cx="15875" cy="11113"/>
            </a:xfrm>
            <a:custGeom>
              <a:avLst/>
              <a:gdLst>
                <a:gd name="T0" fmla="*/ 10 w 10"/>
                <a:gd name="T1" fmla="*/ 0 h 7"/>
                <a:gd name="T2" fmla="*/ 0 w 10"/>
                <a:gd name="T3" fmla="*/ 7 h 7"/>
                <a:gd name="T4" fmla="*/ 0 w 10"/>
                <a:gd name="T5" fmla="*/ 7 h 7"/>
                <a:gd name="T6" fmla="*/ 10 w 10"/>
                <a:gd name="T7" fmla="*/ 0 h 7"/>
                <a:gd name="T8" fmla="*/ 10 w 10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1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10" y="0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6" name="iśḷîḋê">
              <a:extLst>
                <a:ext uri="{FF2B5EF4-FFF2-40B4-BE49-F238E27FC236}">
                  <a16:creationId xmlns:a16="http://schemas.microsoft.com/office/drawing/2014/main" id="{3754DC37-CE28-4F9F-8662-767EA07AF848}"/>
                </a:ext>
              </a:extLst>
            </p:cNvPr>
            <p:cNvSpPr/>
            <p:nvPr/>
          </p:nvSpPr>
          <p:spPr bwMode="auto">
            <a:xfrm>
              <a:off x="6416675" y="6450013"/>
              <a:ext cx="190500" cy="117475"/>
            </a:xfrm>
            <a:custGeom>
              <a:avLst/>
              <a:gdLst>
                <a:gd name="T0" fmla="*/ 92 w 101"/>
                <a:gd name="T1" fmla="*/ 0 h 63"/>
                <a:gd name="T2" fmla="*/ 1 w 101"/>
                <a:gd name="T3" fmla="*/ 53 h 63"/>
                <a:gd name="T4" fmla="*/ 0 w 101"/>
                <a:gd name="T5" fmla="*/ 63 h 63"/>
                <a:gd name="T6" fmla="*/ 101 w 101"/>
                <a:gd name="T7" fmla="*/ 4 h 63"/>
                <a:gd name="T8" fmla="*/ 92 w 101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63">
                  <a:moveTo>
                    <a:pt x="92" y="0"/>
                  </a:moveTo>
                  <a:cubicBezTo>
                    <a:pt x="68" y="26"/>
                    <a:pt x="36" y="44"/>
                    <a:pt x="1" y="5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9" y="54"/>
                    <a:pt x="75" y="33"/>
                    <a:pt x="101" y="4"/>
                  </a:cubicBezTo>
                  <a:cubicBezTo>
                    <a:pt x="92" y="0"/>
                    <a:pt x="92" y="0"/>
                    <a:pt x="92" y="0"/>
                  </a:cubicBezTo>
                </a:path>
              </a:pathLst>
            </a:custGeom>
            <a:solidFill>
              <a:srgbClr val="D2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7" name="ïsļîḋê">
              <a:extLst>
                <a:ext uri="{FF2B5EF4-FFF2-40B4-BE49-F238E27FC236}">
                  <a16:creationId xmlns:a16="http://schemas.microsoft.com/office/drawing/2014/main" id="{0D83E31B-FD9C-4B99-84E4-D43CBA79AB2F}"/>
                </a:ext>
              </a:extLst>
            </p:cNvPr>
            <p:cNvSpPr/>
            <p:nvPr/>
          </p:nvSpPr>
          <p:spPr bwMode="auto">
            <a:xfrm>
              <a:off x="6416675" y="6550026"/>
              <a:ext cx="3175" cy="17463"/>
            </a:xfrm>
            <a:custGeom>
              <a:avLst/>
              <a:gdLst>
                <a:gd name="T0" fmla="*/ 2 w 2"/>
                <a:gd name="T1" fmla="*/ 0 h 11"/>
                <a:gd name="T2" fmla="*/ 2 w 2"/>
                <a:gd name="T3" fmla="*/ 0 h 11"/>
                <a:gd name="T4" fmla="*/ 0 w 2"/>
                <a:gd name="T5" fmla="*/ 11 h 11"/>
                <a:gd name="T6" fmla="*/ 0 w 2"/>
                <a:gd name="T7" fmla="*/ 11 h 11"/>
                <a:gd name="T8" fmla="*/ 2 w 2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1">
                  <a:moveTo>
                    <a:pt x="2" y="0"/>
                  </a:moveTo>
                  <a:lnTo>
                    <a:pt x="2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8" name="îsľíďê">
              <a:extLst>
                <a:ext uri="{FF2B5EF4-FFF2-40B4-BE49-F238E27FC236}">
                  <a16:creationId xmlns:a16="http://schemas.microsoft.com/office/drawing/2014/main" id="{BE2E91CD-35D3-47A6-97AA-B63E438C0C67}"/>
                </a:ext>
              </a:extLst>
            </p:cNvPr>
            <p:cNvSpPr/>
            <p:nvPr/>
          </p:nvSpPr>
          <p:spPr bwMode="auto">
            <a:xfrm>
              <a:off x="6416675" y="6550026"/>
              <a:ext cx="3175" cy="17463"/>
            </a:xfrm>
            <a:custGeom>
              <a:avLst/>
              <a:gdLst>
                <a:gd name="T0" fmla="*/ 2 w 2"/>
                <a:gd name="T1" fmla="*/ 0 h 11"/>
                <a:gd name="T2" fmla="*/ 2 w 2"/>
                <a:gd name="T3" fmla="*/ 0 h 11"/>
                <a:gd name="T4" fmla="*/ 0 w 2"/>
                <a:gd name="T5" fmla="*/ 11 h 11"/>
                <a:gd name="T6" fmla="*/ 0 w 2"/>
                <a:gd name="T7" fmla="*/ 11 h 11"/>
                <a:gd name="T8" fmla="*/ 2 w 2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1">
                  <a:moveTo>
                    <a:pt x="2" y="0"/>
                  </a:moveTo>
                  <a:lnTo>
                    <a:pt x="2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9" name="ïŝ1îḋe">
              <a:extLst>
                <a:ext uri="{FF2B5EF4-FFF2-40B4-BE49-F238E27FC236}">
                  <a16:creationId xmlns:a16="http://schemas.microsoft.com/office/drawing/2014/main" id="{3BA5CE65-BA44-4AAA-BDCF-C90042138F55}"/>
                </a:ext>
              </a:extLst>
            </p:cNvPr>
            <p:cNvSpPr/>
            <p:nvPr/>
          </p:nvSpPr>
          <p:spPr bwMode="auto">
            <a:xfrm>
              <a:off x="6589713" y="6450013"/>
              <a:ext cx="17463" cy="7938"/>
            </a:xfrm>
            <a:custGeom>
              <a:avLst/>
              <a:gdLst>
                <a:gd name="T0" fmla="*/ 0 w 11"/>
                <a:gd name="T1" fmla="*/ 0 h 5"/>
                <a:gd name="T2" fmla="*/ 0 w 11"/>
                <a:gd name="T3" fmla="*/ 0 h 5"/>
                <a:gd name="T4" fmla="*/ 11 w 11"/>
                <a:gd name="T5" fmla="*/ 5 h 5"/>
                <a:gd name="T6" fmla="*/ 11 w 11"/>
                <a:gd name="T7" fmla="*/ 5 h 5"/>
                <a:gd name="T8" fmla="*/ 0 w 1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0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0" name="ïṥ1ïde">
              <a:extLst>
                <a:ext uri="{FF2B5EF4-FFF2-40B4-BE49-F238E27FC236}">
                  <a16:creationId xmlns:a16="http://schemas.microsoft.com/office/drawing/2014/main" id="{2116492A-2E31-4CFA-A90E-CAAE690C7F65}"/>
                </a:ext>
              </a:extLst>
            </p:cNvPr>
            <p:cNvSpPr/>
            <p:nvPr/>
          </p:nvSpPr>
          <p:spPr bwMode="auto">
            <a:xfrm>
              <a:off x="6589713" y="6450013"/>
              <a:ext cx="17463" cy="7938"/>
            </a:xfrm>
            <a:custGeom>
              <a:avLst/>
              <a:gdLst>
                <a:gd name="T0" fmla="*/ 0 w 11"/>
                <a:gd name="T1" fmla="*/ 0 h 5"/>
                <a:gd name="T2" fmla="*/ 0 w 11"/>
                <a:gd name="T3" fmla="*/ 0 h 5"/>
                <a:gd name="T4" fmla="*/ 11 w 11"/>
                <a:gd name="T5" fmla="*/ 5 h 5"/>
                <a:gd name="T6" fmla="*/ 11 w 11"/>
                <a:gd name="T7" fmla="*/ 5 h 5"/>
                <a:gd name="T8" fmla="*/ 0 w 1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0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1" name="iṣlîḍe">
              <a:extLst>
                <a:ext uri="{FF2B5EF4-FFF2-40B4-BE49-F238E27FC236}">
                  <a16:creationId xmlns:a16="http://schemas.microsoft.com/office/drawing/2014/main" id="{B76D3493-3DB2-442A-827B-2BBF2242C54B}"/>
                </a:ext>
              </a:extLst>
            </p:cNvPr>
            <p:cNvSpPr/>
            <p:nvPr/>
          </p:nvSpPr>
          <p:spPr bwMode="auto">
            <a:xfrm>
              <a:off x="5976938" y="5849938"/>
              <a:ext cx="711200" cy="708025"/>
            </a:xfrm>
            <a:custGeom>
              <a:avLst/>
              <a:gdLst>
                <a:gd name="T0" fmla="*/ 190 w 380"/>
                <a:gd name="T1" fmla="*/ 0 h 379"/>
                <a:gd name="T2" fmla="*/ 0 w 380"/>
                <a:gd name="T3" fmla="*/ 190 h 379"/>
                <a:gd name="T4" fmla="*/ 190 w 380"/>
                <a:gd name="T5" fmla="*/ 379 h 379"/>
                <a:gd name="T6" fmla="*/ 380 w 380"/>
                <a:gd name="T7" fmla="*/ 190 h 379"/>
                <a:gd name="T8" fmla="*/ 190 w 380"/>
                <a:gd name="T9" fmla="*/ 0 h 379"/>
                <a:gd name="T10" fmla="*/ 190 w 380"/>
                <a:gd name="T11" fmla="*/ 293 h 379"/>
                <a:gd name="T12" fmla="*/ 87 w 380"/>
                <a:gd name="T13" fmla="*/ 190 h 379"/>
                <a:gd name="T14" fmla="*/ 190 w 380"/>
                <a:gd name="T15" fmla="*/ 86 h 379"/>
                <a:gd name="T16" fmla="*/ 294 w 380"/>
                <a:gd name="T17" fmla="*/ 190 h 379"/>
                <a:gd name="T18" fmla="*/ 190 w 380"/>
                <a:gd name="T19" fmla="*/ 293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0" h="379">
                  <a:moveTo>
                    <a:pt x="190" y="0"/>
                  </a:moveTo>
                  <a:cubicBezTo>
                    <a:pt x="85" y="0"/>
                    <a:pt x="0" y="85"/>
                    <a:pt x="0" y="190"/>
                  </a:cubicBezTo>
                  <a:cubicBezTo>
                    <a:pt x="0" y="294"/>
                    <a:pt x="85" y="379"/>
                    <a:pt x="190" y="379"/>
                  </a:cubicBezTo>
                  <a:cubicBezTo>
                    <a:pt x="295" y="379"/>
                    <a:pt x="380" y="294"/>
                    <a:pt x="380" y="190"/>
                  </a:cubicBezTo>
                  <a:cubicBezTo>
                    <a:pt x="380" y="85"/>
                    <a:pt x="295" y="0"/>
                    <a:pt x="190" y="0"/>
                  </a:cubicBezTo>
                  <a:moveTo>
                    <a:pt x="190" y="293"/>
                  </a:moveTo>
                  <a:cubicBezTo>
                    <a:pt x="133" y="293"/>
                    <a:pt x="87" y="247"/>
                    <a:pt x="87" y="190"/>
                  </a:cubicBezTo>
                  <a:cubicBezTo>
                    <a:pt x="87" y="132"/>
                    <a:pt x="133" y="86"/>
                    <a:pt x="190" y="86"/>
                  </a:cubicBezTo>
                  <a:cubicBezTo>
                    <a:pt x="247" y="86"/>
                    <a:pt x="294" y="132"/>
                    <a:pt x="294" y="190"/>
                  </a:cubicBezTo>
                  <a:cubicBezTo>
                    <a:pt x="294" y="247"/>
                    <a:pt x="247" y="293"/>
                    <a:pt x="190" y="293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2" name="isḷîḑè">
              <a:extLst>
                <a:ext uri="{FF2B5EF4-FFF2-40B4-BE49-F238E27FC236}">
                  <a16:creationId xmlns:a16="http://schemas.microsoft.com/office/drawing/2014/main" id="{33EA7070-EC5E-4D1F-AACB-6E170E550F29}"/>
                </a:ext>
              </a:extLst>
            </p:cNvPr>
            <p:cNvSpPr/>
            <p:nvPr/>
          </p:nvSpPr>
          <p:spPr bwMode="auto">
            <a:xfrm>
              <a:off x="6332538" y="5737226"/>
              <a:ext cx="84138" cy="103188"/>
            </a:xfrm>
            <a:custGeom>
              <a:avLst/>
              <a:gdLst>
                <a:gd name="T0" fmla="*/ 25 w 45"/>
                <a:gd name="T1" fmla="*/ 0 h 55"/>
                <a:gd name="T2" fmla="*/ 0 w 45"/>
                <a:gd name="T3" fmla="*/ 0 h 55"/>
                <a:gd name="T4" fmla="*/ 0 w 45"/>
                <a:gd name="T5" fmla="*/ 50 h 55"/>
                <a:gd name="T6" fmla="*/ 45 w 45"/>
                <a:gd name="T7" fmla="*/ 55 h 55"/>
                <a:gd name="T8" fmla="*/ 41 w 45"/>
                <a:gd name="T9" fmla="*/ 15 h 55"/>
                <a:gd name="T10" fmla="*/ 25 w 45"/>
                <a:gd name="T11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55">
                  <a:moveTo>
                    <a:pt x="2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5" y="50"/>
                    <a:pt x="30" y="52"/>
                    <a:pt x="45" y="5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0" y="7"/>
                    <a:pt x="33" y="0"/>
                    <a:pt x="25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3" name="işḻïḋé">
              <a:extLst>
                <a:ext uri="{FF2B5EF4-FFF2-40B4-BE49-F238E27FC236}">
                  <a16:creationId xmlns:a16="http://schemas.microsoft.com/office/drawing/2014/main" id="{F03AC86D-6210-4204-94F3-50CBBF50294F}"/>
                </a:ext>
              </a:extLst>
            </p:cNvPr>
            <p:cNvSpPr/>
            <p:nvPr/>
          </p:nvSpPr>
          <p:spPr bwMode="auto">
            <a:xfrm>
              <a:off x="6607175" y="5916613"/>
              <a:ext cx="157163" cy="177800"/>
            </a:xfrm>
            <a:custGeom>
              <a:avLst/>
              <a:gdLst>
                <a:gd name="T0" fmla="*/ 44 w 84"/>
                <a:gd name="T1" fmla="*/ 0 h 95"/>
                <a:gd name="T2" fmla="*/ 37 w 84"/>
                <a:gd name="T3" fmla="*/ 2 h 95"/>
                <a:gd name="T4" fmla="*/ 37 w 84"/>
                <a:gd name="T5" fmla="*/ 2 h 95"/>
                <a:gd name="T6" fmla="*/ 0 w 84"/>
                <a:gd name="T7" fmla="*/ 18 h 95"/>
                <a:gd name="T8" fmla="*/ 45 w 84"/>
                <a:gd name="T9" fmla="*/ 95 h 95"/>
                <a:gd name="T10" fmla="*/ 77 w 84"/>
                <a:gd name="T11" fmla="*/ 71 h 95"/>
                <a:gd name="T12" fmla="*/ 84 w 84"/>
                <a:gd name="T13" fmla="*/ 58 h 95"/>
                <a:gd name="T14" fmla="*/ 83 w 84"/>
                <a:gd name="T15" fmla="*/ 50 h 95"/>
                <a:gd name="T16" fmla="*/ 58 w 84"/>
                <a:gd name="T17" fmla="*/ 7 h 95"/>
                <a:gd name="T18" fmla="*/ 44 w 84"/>
                <a:gd name="T1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95">
                  <a:moveTo>
                    <a:pt x="44" y="0"/>
                  </a:moveTo>
                  <a:cubicBezTo>
                    <a:pt x="42" y="0"/>
                    <a:pt x="39" y="0"/>
                    <a:pt x="37" y="2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1" y="39"/>
                    <a:pt x="36" y="66"/>
                    <a:pt x="45" y="95"/>
                  </a:cubicBezTo>
                  <a:cubicBezTo>
                    <a:pt x="77" y="71"/>
                    <a:pt x="77" y="71"/>
                    <a:pt x="77" y="71"/>
                  </a:cubicBezTo>
                  <a:cubicBezTo>
                    <a:pt x="82" y="68"/>
                    <a:pt x="84" y="63"/>
                    <a:pt x="84" y="58"/>
                  </a:cubicBezTo>
                  <a:cubicBezTo>
                    <a:pt x="84" y="55"/>
                    <a:pt x="84" y="53"/>
                    <a:pt x="83" y="5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5" y="3"/>
                    <a:pt x="50" y="0"/>
                    <a:pt x="44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4" name="ísľïḑé">
              <a:extLst>
                <a:ext uri="{FF2B5EF4-FFF2-40B4-BE49-F238E27FC236}">
                  <a16:creationId xmlns:a16="http://schemas.microsoft.com/office/drawing/2014/main" id="{1A580D7D-6A11-4539-BA07-A7A6C9BF8CAF}"/>
                </a:ext>
              </a:extLst>
            </p:cNvPr>
            <p:cNvSpPr/>
            <p:nvPr/>
          </p:nvSpPr>
          <p:spPr bwMode="auto">
            <a:xfrm>
              <a:off x="6607175" y="6313488"/>
              <a:ext cx="157163" cy="177800"/>
            </a:xfrm>
            <a:custGeom>
              <a:avLst/>
              <a:gdLst>
                <a:gd name="T0" fmla="*/ 45 w 84"/>
                <a:gd name="T1" fmla="*/ 0 h 95"/>
                <a:gd name="T2" fmla="*/ 0 w 84"/>
                <a:gd name="T3" fmla="*/ 77 h 95"/>
                <a:gd name="T4" fmla="*/ 37 w 84"/>
                <a:gd name="T5" fmla="*/ 94 h 95"/>
                <a:gd name="T6" fmla="*/ 44 w 84"/>
                <a:gd name="T7" fmla="*/ 95 h 95"/>
                <a:gd name="T8" fmla="*/ 58 w 84"/>
                <a:gd name="T9" fmla="*/ 88 h 95"/>
                <a:gd name="T10" fmla="*/ 83 w 84"/>
                <a:gd name="T11" fmla="*/ 45 h 95"/>
                <a:gd name="T12" fmla="*/ 84 w 84"/>
                <a:gd name="T13" fmla="*/ 38 h 95"/>
                <a:gd name="T14" fmla="*/ 77 w 84"/>
                <a:gd name="T15" fmla="*/ 24 h 95"/>
                <a:gd name="T16" fmla="*/ 77 w 84"/>
                <a:gd name="T17" fmla="*/ 24 h 95"/>
                <a:gd name="T18" fmla="*/ 45 w 84"/>
                <a:gd name="T1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95">
                  <a:moveTo>
                    <a:pt x="45" y="0"/>
                  </a:moveTo>
                  <a:cubicBezTo>
                    <a:pt x="36" y="29"/>
                    <a:pt x="21" y="56"/>
                    <a:pt x="0" y="77"/>
                  </a:cubicBezTo>
                  <a:cubicBezTo>
                    <a:pt x="37" y="94"/>
                    <a:pt x="37" y="94"/>
                    <a:pt x="37" y="94"/>
                  </a:cubicBezTo>
                  <a:cubicBezTo>
                    <a:pt x="39" y="95"/>
                    <a:pt x="42" y="95"/>
                    <a:pt x="44" y="95"/>
                  </a:cubicBezTo>
                  <a:cubicBezTo>
                    <a:pt x="50" y="95"/>
                    <a:pt x="55" y="92"/>
                    <a:pt x="58" y="88"/>
                  </a:cubicBezTo>
                  <a:cubicBezTo>
                    <a:pt x="83" y="45"/>
                    <a:pt x="83" y="45"/>
                    <a:pt x="83" y="45"/>
                  </a:cubicBezTo>
                  <a:cubicBezTo>
                    <a:pt x="84" y="43"/>
                    <a:pt x="84" y="40"/>
                    <a:pt x="84" y="38"/>
                  </a:cubicBezTo>
                  <a:cubicBezTo>
                    <a:pt x="84" y="32"/>
                    <a:pt x="82" y="27"/>
                    <a:pt x="77" y="24"/>
                  </a:cubicBezTo>
                  <a:cubicBezTo>
                    <a:pt x="77" y="24"/>
                    <a:pt x="77" y="24"/>
                    <a:pt x="77" y="24"/>
                  </a:cubicBezTo>
                  <a:cubicBezTo>
                    <a:pt x="45" y="0"/>
                    <a:pt x="45" y="0"/>
                    <a:pt x="45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5" name="íṣ1îḑé">
              <a:extLst>
                <a:ext uri="{FF2B5EF4-FFF2-40B4-BE49-F238E27FC236}">
                  <a16:creationId xmlns:a16="http://schemas.microsoft.com/office/drawing/2014/main" id="{F3BF8BFE-FAD4-42B6-BF33-52B33C6D99A8}"/>
                </a:ext>
              </a:extLst>
            </p:cNvPr>
            <p:cNvSpPr/>
            <p:nvPr/>
          </p:nvSpPr>
          <p:spPr bwMode="auto">
            <a:xfrm>
              <a:off x="6332538" y="6567488"/>
              <a:ext cx="84138" cy="103188"/>
            </a:xfrm>
            <a:custGeom>
              <a:avLst/>
              <a:gdLst>
                <a:gd name="T0" fmla="*/ 45 w 45"/>
                <a:gd name="T1" fmla="*/ 0 h 55"/>
                <a:gd name="T2" fmla="*/ 0 w 45"/>
                <a:gd name="T3" fmla="*/ 5 h 55"/>
                <a:gd name="T4" fmla="*/ 0 w 45"/>
                <a:gd name="T5" fmla="*/ 55 h 55"/>
                <a:gd name="T6" fmla="*/ 25 w 45"/>
                <a:gd name="T7" fmla="*/ 55 h 55"/>
                <a:gd name="T8" fmla="*/ 41 w 45"/>
                <a:gd name="T9" fmla="*/ 40 h 55"/>
                <a:gd name="T10" fmla="*/ 45 w 45"/>
                <a:gd name="T11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55">
                  <a:moveTo>
                    <a:pt x="45" y="0"/>
                  </a:moveTo>
                  <a:cubicBezTo>
                    <a:pt x="30" y="3"/>
                    <a:pt x="15" y="5"/>
                    <a:pt x="0" y="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3" y="55"/>
                    <a:pt x="40" y="48"/>
                    <a:pt x="41" y="40"/>
                  </a:cubicBezTo>
                  <a:cubicBezTo>
                    <a:pt x="45" y="0"/>
                    <a:pt x="45" y="0"/>
                    <a:pt x="45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6" name="ïşḻíḑé">
              <a:extLst>
                <a:ext uri="{FF2B5EF4-FFF2-40B4-BE49-F238E27FC236}">
                  <a16:creationId xmlns:a16="http://schemas.microsoft.com/office/drawing/2014/main" id="{62E28AFC-5A1B-4379-9D15-DD8B96CE840A}"/>
                </a:ext>
              </a:extLst>
            </p:cNvPr>
            <p:cNvSpPr/>
            <p:nvPr/>
          </p:nvSpPr>
          <p:spPr bwMode="auto">
            <a:xfrm>
              <a:off x="6332538" y="5830888"/>
              <a:ext cx="87313" cy="28575"/>
            </a:xfrm>
            <a:custGeom>
              <a:avLst/>
              <a:gdLst>
                <a:gd name="T0" fmla="*/ 0 w 46"/>
                <a:gd name="T1" fmla="*/ 0 h 15"/>
                <a:gd name="T2" fmla="*/ 0 w 46"/>
                <a:gd name="T3" fmla="*/ 10 h 15"/>
                <a:gd name="T4" fmla="*/ 46 w 46"/>
                <a:gd name="T5" fmla="*/ 15 h 15"/>
                <a:gd name="T6" fmla="*/ 45 w 46"/>
                <a:gd name="T7" fmla="*/ 5 h 15"/>
                <a:gd name="T8" fmla="*/ 0 w 46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15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6" y="10"/>
                    <a:pt x="31" y="11"/>
                    <a:pt x="46" y="15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30" y="2"/>
                    <a:pt x="15" y="0"/>
                    <a:pt x="0" y="0"/>
                  </a:cubicBezTo>
                </a:path>
              </a:pathLst>
            </a:custGeom>
            <a:solidFill>
              <a:srgbClr val="C847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7" name="îSļíḋé">
              <a:extLst>
                <a:ext uri="{FF2B5EF4-FFF2-40B4-BE49-F238E27FC236}">
                  <a16:creationId xmlns:a16="http://schemas.microsoft.com/office/drawing/2014/main" id="{9C254F6A-0DE1-40EF-A432-70C21DDDA875}"/>
                </a:ext>
              </a:extLst>
            </p:cNvPr>
            <p:cNvSpPr/>
            <p:nvPr/>
          </p:nvSpPr>
          <p:spPr bwMode="auto">
            <a:xfrm>
              <a:off x="6589713" y="5949951"/>
              <a:ext cx="101600" cy="155575"/>
            </a:xfrm>
            <a:custGeom>
              <a:avLst/>
              <a:gdLst>
                <a:gd name="T0" fmla="*/ 9 w 54"/>
                <a:gd name="T1" fmla="*/ 0 h 83"/>
                <a:gd name="T2" fmla="*/ 0 w 54"/>
                <a:gd name="T3" fmla="*/ 4 h 83"/>
                <a:gd name="T4" fmla="*/ 46 w 54"/>
                <a:gd name="T5" fmla="*/ 83 h 83"/>
                <a:gd name="T6" fmla="*/ 54 w 54"/>
                <a:gd name="T7" fmla="*/ 77 h 83"/>
                <a:gd name="T8" fmla="*/ 9 w 54"/>
                <a:gd name="T9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83">
                  <a:moveTo>
                    <a:pt x="9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1" y="26"/>
                    <a:pt x="37" y="53"/>
                    <a:pt x="46" y="83"/>
                  </a:cubicBezTo>
                  <a:cubicBezTo>
                    <a:pt x="54" y="77"/>
                    <a:pt x="54" y="77"/>
                    <a:pt x="54" y="77"/>
                  </a:cubicBezTo>
                  <a:cubicBezTo>
                    <a:pt x="45" y="48"/>
                    <a:pt x="30" y="21"/>
                    <a:pt x="9" y="0"/>
                  </a:cubicBezTo>
                </a:path>
              </a:pathLst>
            </a:custGeom>
            <a:solidFill>
              <a:srgbClr val="C847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8" name="i$lîḑè">
              <a:extLst>
                <a:ext uri="{FF2B5EF4-FFF2-40B4-BE49-F238E27FC236}">
                  <a16:creationId xmlns:a16="http://schemas.microsoft.com/office/drawing/2014/main" id="{3261B32A-5B84-41AC-9B7B-9157C4E91496}"/>
                </a:ext>
              </a:extLst>
            </p:cNvPr>
            <p:cNvSpPr/>
            <p:nvPr/>
          </p:nvSpPr>
          <p:spPr bwMode="auto">
            <a:xfrm>
              <a:off x="6688138" y="6203951"/>
              <a:ext cx="0" cy="1588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74D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9" name="islîḑê">
              <a:extLst>
                <a:ext uri="{FF2B5EF4-FFF2-40B4-BE49-F238E27FC236}">
                  <a16:creationId xmlns:a16="http://schemas.microsoft.com/office/drawing/2014/main" id="{0818081E-8D85-4356-BBF5-02B1F029966E}"/>
                </a:ext>
              </a:extLst>
            </p:cNvPr>
            <p:cNvSpPr/>
            <p:nvPr/>
          </p:nvSpPr>
          <p:spPr bwMode="auto">
            <a:xfrm>
              <a:off x="6589713" y="6302376"/>
              <a:ext cx="101600" cy="155575"/>
            </a:xfrm>
            <a:custGeom>
              <a:avLst/>
              <a:gdLst>
                <a:gd name="T0" fmla="*/ 46 w 54"/>
                <a:gd name="T1" fmla="*/ 0 h 83"/>
                <a:gd name="T2" fmla="*/ 0 w 54"/>
                <a:gd name="T3" fmla="*/ 79 h 83"/>
                <a:gd name="T4" fmla="*/ 9 w 54"/>
                <a:gd name="T5" fmla="*/ 83 h 83"/>
                <a:gd name="T6" fmla="*/ 54 w 54"/>
                <a:gd name="T7" fmla="*/ 6 h 83"/>
                <a:gd name="T8" fmla="*/ 46 w 54"/>
                <a:gd name="T9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83">
                  <a:moveTo>
                    <a:pt x="46" y="0"/>
                  </a:moveTo>
                  <a:cubicBezTo>
                    <a:pt x="37" y="30"/>
                    <a:pt x="21" y="57"/>
                    <a:pt x="0" y="79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30" y="62"/>
                    <a:pt x="45" y="35"/>
                    <a:pt x="54" y="6"/>
                  </a:cubicBezTo>
                  <a:cubicBezTo>
                    <a:pt x="46" y="0"/>
                    <a:pt x="46" y="0"/>
                    <a:pt x="46" y="0"/>
                  </a:cubicBezTo>
                </a:path>
              </a:pathLst>
            </a:custGeom>
            <a:solidFill>
              <a:srgbClr val="C847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0" name="ïś1îḍê">
              <a:extLst>
                <a:ext uri="{FF2B5EF4-FFF2-40B4-BE49-F238E27FC236}">
                  <a16:creationId xmlns:a16="http://schemas.microsoft.com/office/drawing/2014/main" id="{FD83DE6E-4EB1-4B2F-B1AE-36FFDF7EB24C}"/>
                </a:ext>
              </a:extLst>
            </p:cNvPr>
            <p:cNvSpPr/>
            <p:nvPr/>
          </p:nvSpPr>
          <p:spPr bwMode="auto">
            <a:xfrm>
              <a:off x="6332538" y="6550026"/>
              <a:ext cx="87313" cy="26988"/>
            </a:xfrm>
            <a:custGeom>
              <a:avLst/>
              <a:gdLst>
                <a:gd name="T0" fmla="*/ 46 w 46"/>
                <a:gd name="T1" fmla="*/ 0 h 15"/>
                <a:gd name="T2" fmla="*/ 0 w 46"/>
                <a:gd name="T3" fmla="*/ 5 h 15"/>
                <a:gd name="T4" fmla="*/ 0 w 46"/>
                <a:gd name="T5" fmla="*/ 15 h 15"/>
                <a:gd name="T6" fmla="*/ 45 w 46"/>
                <a:gd name="T7" fmla="*/ 10 h 15"/>
                <a:gd name="T8" fmla="*/ 46 w 46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15">
                  <a:moveTo>
                    <a:pt x="46" y="0"/>
                  </a:moveTo>
                  <a:cubicBezTo>
                    <a:pt x="31" y="4"/>
                    <a:pt x="16" y="5"/>
                    <a:pt x="0" y="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5" y="15"/>
                    <a:pt x="30" y="13"/>
                    <a:pt x="45" y="10"/>
                  </a:cubicBezTo>
                  <a:cubicBezTo>
                    <a:pt x="46" y="0"/>
                    <a:pt x="46" y="0"/>
                    <a:pt x="46" y="0"/>
                  </a:cubicBezTo>
                </a:path>
              </a:pathLst>
            </a:custGeom>
            <a:solidFill>
              <a:srgbClr val="C847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1" name="iṩľiďé">
              <a:extLst>
                <a:ext uri="{FF2B5EF4-FFF2-40B4-BE49-F238E27FC236}">
                  <a16:creationId xmlns:a16="http://schemas.microsoft.com/office/drawing/2014/main" id="{B7E62CD4-150B-445B-B2E2-66B63D4C6492}"/>
                </a:ext>
              </a:extLst>
            </p:cNvPr>
            <p:cNvSpPr/>
            <p:nvPr/>
          </p:nvSpPr>
          <p:spPr bwMode="auto">
            <a:xfrm>
              <a:off x="6332538" y="5849938"/>
              <a:ext cx="355600" cy="708025"/>
            </a:xfrm>
            <a:custGeom>
              <a:avLst/>
              <a:gdLst>
                <a:gd name="T0" fmla="*/ 0 w 190"/>
                <a:gd name="T1" fmla="*/ 0 h 379"/>
                <a:gd name="T2" fmla="*/ 0 w 190"/>
                <a:gd name="T3" fmla="*/ 86 h 379"/>
                <a:gd name="T4" fmla="*/ 104 w 190"/>
                <a:gd name="T5" fmla="*/ 190 h 379"/>
                <a:gd name="T6" fmla="*/ 104 w 190"/>
                <a:gd name="T7" fmla="*/ 190 h 379"/>
                <a:gd name="T8" fmla="*/ 104 w 190"/>
                <a:gd name="T9" fmla="*/ 190 h 379"/>
                <a:gd name="T10" fmla="*/ 0 w 190"/>
                <a:gd name="T11" fmla="*/ 293 h 379"/>
                <a:gd name="T12" fmla="*/ 0 w 190"/>
                <a:gd name="T13" fmla="*/ 379 h 379"/>
                <a:gd name="T14" fmla="*/ 46 w 190"/>
                <a:gd name="T15" fmla="*/ 374 h 379"/>
                <a:gd name="T16" fmla="*/ 46 w 190"/>
                <a:gd name="T17" fmla="*/ 374 h 379"/>
                <a:gd name="T18" fmla="*/ 137 w 190"/>
                <a:gd name="T19" fmla="*/ 321 h 379"/>
                <a:gd name="T20" fmla="*/ 137 w 190"/>
                <a:gd name="T21" fmla="*/ 321 h 379"/>
                <a:gd name="T22" fmla="*/ 183 w 190"/>
                <a:gd name="T23" fmla="*/ 242 h 379"/>
                <a:gd name="T24" fmla="*/ 183 w 190"/>
                <a:gd name="T25" fmla="*/ 242 h 379"/>
                <a:gd name="T26" fmla="*/ 190 w 190"/>
                <a:gd name="T27" fmla="*/ 190 h 379"/>
                <a:gd name="T28" fmla="*/ 190 w 190"/>
                <a:gd name="T29" fmla="*/ 190 h 379"/>
                <a:gd name="T30" fmla="*/ 190 w 190"/>
                <a:gd name="T31" fmla="*/ 190 h 379"/>
                <a:gd name="T32" fmla="*/ 190 w 190"/>
                <a:gd name="T33" fmla="*/ 190 h 379"/>
                <a:gd name="T34" fmla="*/ 190 w 190"/>
                <a:gd name="T35" fmla="*/ 190 h 379"/>
                <a:gd name="T36" fmla="*/ 190 w 190"/>
                <a:gd name="T37" fmla="*/ 190 h 379"/>
                <a:gd name="T38" fmla="*/ 190 w 190"/>
                <a:gd name="T39" fmla="*/ 189 h 379"/>
                <a:gd name="T40" fmla="*/ 190 w 190"/>
                <a:gd name="T41" fmla="*/ 189 h 379"/>
                <a:gd name="T42" fmla="*/ 183 w 190"/>
                <a:gd name="T43" fmla="*/ 137 h 379"/>
                <a:gd name="T44" fmla="*/ 183 w 190"/>
                <a:gd name="T45" fmla="*/ 137 h 379"/>
                <a:gd name="T46" fmla="*/ 137 w 190"/>
                <a:gd name="T47" fmla="*/ 58 h 379"/>
                <a:gd name="T48" fmla="*/ 137 w 190"/>
                <a:gd name="T49" fmla="*/ 58 h 379"/>
                <a:gd name="T50" fmla="*/ 46 w 190"/>
                <a:gd name="T51" fmla="*/ 5 h 379"/>
                <a:gd name="T52" fmla="*/ 46 w 190"/>
                <a:gd name="T53" fmla="*/ 5 h 379"/>
                <a:gd name="T54" fmla="*/ 0 w 190"/>
                <a:gd name="T55" fmla="*/ 0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0" h="379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57" y="86"/>
                    <a:pt x="104" y="132"/>
                    <a:pt x="104" y="190"/>
                  </a:cubicBezTo>
                  <a:cubicBezTo>
                    <a:pt x="104" y="190"/>
                    <a:pt x="104" y="190"/>
                    <a:pt x="104" y="190"/>
                  </a:cubicBezTo>
                  <a:cubicBezTo>
                    <a:pt x="104" y="190"/>
                    <a:pt x="104" y="190"/>
                    <a:pt x="104" y="190"/>
                  </a:cubicBezTo>
                  <a:cubicBezTo>
                    <a:pt x="104" y="247"/>
                    <a:pt x="57" y="293"/>
                    <a:pt x="0" y="293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16" y="379"/>
                    <a:pt x="31" y="378"/>
                    <a:pt x="46" y="374"/>
                  </a:cubicBezTo>
                  <a:cubicBezTo>
                    <a:pt x="46" y="374"/>
                    <a:pt x="46" y="374"/>
                    <a:pt x="46" y="374"/>
                  </a:cubicBezTo>
                  <a:cubicBezTo>
                    <a:pt x="81" y="365"/>
                    <a:pt x="113" y="347"/>
                    <a:pt x="137" y="321"/>
                  </a:cubicBezTo>
                  <a:cubicBezTo>
                    <a:pt x="137" y="321"/>
                    <a:pt x="137" y="321"/>
                    <a:pt x="137" y="321"/>
                  </a:cubicBezTo>
                  <a:cubicBezTo>
                    <a:pt x="158" y="299"/>
                    <a:pt x="174" y="272"/>
                    <a:pt x="183" y="242"/>
                  </a:cubicBezTo>
                  <a:cubicBezTo>
                    <a:pt x="183" y="242"/>
                    <a:pt x="183" y="242"/>
                    <a:pt x="183" y="242"/>
                  </a:cubicBezTo>
                  <a:cubicBezTo>
                    <a:pt x="187" y="226"/>
                    <a:pt x="190" y="208"/>
                    <a:pt x="190" y="190"/>
                  </a:cubicBezTo>
                  <a:cubicBezTo>
                    <a:pt x="190" y="190"/>
                    <a:pt x="190" y="190"/>
                    <a:pt x="190" y="190"/>
                  </a:cubicBezTo>
                  <a:cubicBezTo>
                    <a:pt x="190" y="190"/>
                    <a:pt x="190" y="190"/>
                    <a:pt x="190" y="190"/>
                  </a:cubicBezTo>
                  <a:cubicBezTo>
                    <a:pt x="190" y="190"/>
                    <a:pt x="190" y="190"/>
                    <a:pt x="190" y="190"/>
                  </a:cubicBezTo>
                  <a:cubicBezTo>
                    <a:pt x="190" y="190"/>
                    <a:pt x="190" y="190"/>
                    <a:pt x="190" y="190"/>
                  </a:cubicBezTo>
                  <a:cubicBezTo>
                    <a:pt x="190" y="190"/>
                    <a:pt x="190" y="190"/>
                    <a:pt x="190" y="190"/>
                  </a:cubicBezTo>
                  <a:cubicBezTo>
                    <a:pt x="190" y="189"/>
                    <a:pt x="190" y="189"/>
                    <a:pt x="190" y="189"/>
                  </a:cubicBezTo>
                  <a:cubicBezTo>
                    <a:pt x="190" y="189"/>
                    <a:pt x="190" y="189"/>
                    <a:pt x="190" y="189"/>
                  </a:cubicBezTo>
                  <a:cubicBezTo>
                    <a:pt x="190" y="171"/>
                    <a:pt x="187" y="153"/>
                    <a:pt x="183" y="137"/>
                  </a:cubicBezTo>
                  <a:cubicBezTo>
                    <a:pt x="183" y="137"/>
                    <a:pt x="183" y="137"/>
                    <a:pt x="183" y="137"/>
                  </a:cubicBezTo>
                  <a:cubicBezTo>
                    <a:pt x="174" y="107"/>
                    <a:pt x="158" y="80"/>
                    <a:pt x="137" y="58"/>
                  </a:cubicBezTo>
                  <a:cubicBezTo>
                    <a:pt x="137" y="58"/>
                    <a:pt x="137" y="58"/>
                    <a:pt x="137" y="58"/>
                  </a:cubicBezTo>
                  <a:cubicBezTo>
                    <a:pt x="113" y="32"/>
                    <a:pt x="81" y="14"/>
                    <a:pt x="46" y="5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31" y="1"/>
                    <a:pt x="16" y="0"/>
                    <a:pt x="0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2" name="îṣľíḋe">
              <a:extLst>
                <a:ext uri="{FF2B5EF4-FFF2-40B4-BE49-F238E27FC236}">
                  <a16:creationId xmlns:a16="http://schemas.microsoft.com/office/drawing/2014/main" id="{0B9D191D-386A-4DC0-BB4B-7B8FE217E6A2}"/>
                </a:ext>
              </a:extLst>
            </p:cNvPr>
            <p:cNvSpPr/>
            <p:nvPr/>
          </p:nvSpPr>
          <p:spPr bwMode="auto">
            <a:xfrm>
              <a:off x="5437188" y="5462588"/>
              <a:ext cx="228600" cy="317500"/>
            </a:xfrm>
            <a:custGeom>
              <a:avLst/>
              <a:gdLst>
                <a:gd name="T0" fmla="*/ 107 w 122"/>
                <a:gd name="T1" fmla="*/ 10 h 170"/>
                <a:gd name="T2" fmla="*/ 54 w 122"/>
                <a:gd name="T3" fmla="*/ 2 h 170"/>
                <a:gd name="T4" fmla="*/ 35 w 122"/>
                <a:gd name="T5" fmla="*/ 15 h 170"/>
                <a:gd name="T6" fmla="*/ 3 w 122"/>
                <a:gd name="T7" fmla="*/ 133 h 170"/>
                <a:gd name="T8" fmla="*/ 17 w 122"/>
                <a:gd name="T9" fmla="*/ 156 h 170"/>
                <a:gd name="T10" fmla="*/ 95 w 122"/>
                <a:gd name="T11" fmla="*/ 169 h 170"/>
                <a:gd name="T12" fmla="*/ 115 w 122"/>
                <a:gd name="T13" fmla="*/ 150 h 170"/>
                <a:gd name="T14" fmla="*/ 121 w 122"/>
                <a:gd name="T15" fmla="*/ 29 h 170"/>
                <a:gd name="T16" fmla="*/ 107 w 122"/>
                <a:gd name="T17" fmla="*/ 1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" h="170">
                  <a:moveTo>
                    <a:pt x="107" y="10"/>
                  </a:moveTo>
                  <a:cubicBezTo>
                    <a:pt x="54" y="2"/>
                    <a:pt x="54" y="2"/>
                    <a:pt x="54" y="2"/>
                  </a:cubicBezTo>
                  <a:cubicBezTo>
                    <a:pt x="46" y="0"/>
                    <a:pt x="37" y="6"/>
                    <a:pt x="35" y="15"/>
                  </a:cubicBezTo>
                  <a:cubicBezTo>
                    <a:pt x="3" y="133"/>
                    <a:pt x="3" y="133"/>
                    <a:pt x="3" y="133"/>
                  </a:cubicBezTo>
                  <a:cubicBezTo>
                    <a:pt x="0" y="144"/>
                    <a:pt x="7" y="155"/>
                    <a:pt x="17" y="156"/>
                  </a:cubicBezTo>
                  <a:cubicBezTo>
                    <a:pt x="95" y="169"/>
                    <a:pt x="95" y="169"/>
                    <a:pt x="95" y="169"/>
                  </a:cubicBezTo>
                  <a:cubicBezTo>
                    <a:pt x="105" y="170"/>
                    <a:pt x="115" y="162"/>
                    <a:pt x="115" y="150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2" y="20"/>
                    <a:pt x="116" y="11"/>
                    <a:pt x="107" y="10"/>
                  </a:cubicBezTo>
                </a:path>
              </a:pathLst>
            </a:custGeom>
            <a:solidFill>
              <a:srgbClr val="F1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3" name="ïSḷîḓè">
              <a:extLst>
                <a:ext uri="{FF2B5EF4-FFF2-40B4-BE49-F238E27FC236}">
                  <a16:creationId xmlns:a16="http://schemas.microsoft.com/office/drawing/2014/main" id="{69D22129-7C84-4922-B13D-960A03356F5C}"/>
                </a:ext>
              </a:extLst>
            </p:cNvPr>
            <p:cNvSpPr/>
            <p:nvPr/>
          </p:nvSpPr>
          <p:spPr bwMode="auto">
            <a:xfrm>
              <a:off x="5072063" y="5600701"/>
              <a:ext cx="331788" cy="314325"/>
            </a:xfrm>
            <a:custGeom>
              <a:avLst/>
              <a:gdLst>
                <a:gd name="T0" fmla="*/ 40 w 177"/>
                <a:gd name="T1" fmla="*/ 8 h 168"/>
                <a:gd name="T2" fmla="*/ 6 w 177"/>
                <a:gd name="T3" fmla="*/ 50 h 168"/>
                <a:gd name="T4" fmla="*/ 8 w 177"/>
                <a:gd name="T5" fmla="*/ 73 h 168"/>
                <a:gd name="T6" fmla="*/ 94 w 177"/>
                <a:gd name="T7" fmla="*/ 159 h 168"/>
                <a:gd name="T8" fmla="*/ 121 w 177"/>
                <a:gd name="T9" fmla="*/ 160 h 168"/>
                <a:gd name="T10" fmla="*/ 171 w 177"/>
                <a:gd name="T11" fmla="*/ 98 h 168"/>
                <a:gd name="T12" fmla="*/ 165 w 177"/>
                <a:gd name="T13" fmla="*/ 71 h 168"/>
                <a:gd name="T14" fmla="*/ 63 w 177"/>
                <a:gd name="T15" fmla="*/ 5 h 168"/>
                <a:gd name="T16" fmla="*/ 40 w 177"/>
                <a:gd name="T17" fmla="*/ 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7" h="168">
                  <a:moveTo>
                    <a:pt x="40" y="8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0" y="57"/>
                    <a:pt x="1" y="67"/>
                    <a:pt x="8" y="73"/>
                  </a:cubicBezTo>
                  <a:cubicBezTo>
                    <a:pt x="94" y="159"/>
                    <a:pt x="94" y="159"/>
                    <a:pt x="94" y="159"/>
                  </a:cubicBezTo>
                  <a:cubicBezTo>
                    <a:pt x="102" y="167"/>
                    <a:pt x="114" y="168"/>
                    <a:pt x="121" y="160"/>
                  </a:cubicBezTo>
                  <a:cubicBezTo>
                    <a:pt x="171" y="98"/>
                    <a:pt x="171" y="98"/>
                    <a:pt x="171" y="98"/>
                  </a:cubicBezTo>
                  <a:cubicBezTo>
                    <a:pt x="177" y="90"/>
                    <a:pt x="175" y="78"/>
                    <a:pt x="165" y="71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55" y="0"/>
                    <a:pt x="45" y="1"/>
                    <a:pt x="40" y="8"/>
                  </a:cubicBezTo>
                </a:path>
              </a:pathLst>
            </a:custGeom>
            <a:solidFill>
              <a:srgbClr val="F1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4" name="íṣ1îḍé">
              <a:extLst>
                <a:ext uri="{FF2B5EF4-FFF2-40B4-BE49-F238E27FC236}">
                  <a16:creationId xmlns:a16="http://schemas.microsoft.com/office/drawing/2014/main" id="{59CB0259-52CE-461B-A575-796F590C7A9A}"/>
                </a:ext>
              </a:extLst>
            </p:cNvPr>
            <p:cNvSpPr/>
            <p:nvPr/>
          </p:nvSpPr>
          <p:spPr bwMode="auto">
            <a:xfrm>
              <a:off x="5010150" y="5954713"/>
              <a:ext cx="334963" cy="271463"/>
            </a:xfrm>
            <a:custGeom>
              <a:avLst/>
              <a:gdLst>
                <a:gd name="T0" fmla="*/ 4 w 179"/>
                <a:gd name="T1" fmla="*/ 82 h 145"/>
                <a:gd name="T2" fmla="*/ 23 w 179"/>
                <a:gd name="T3" fmla="*/ 133 h 145"/>
                <a:gd name="T4" fmla="*/ 45 w 179"/>
                <a:gd name="T5" fmla="*/ 143 h 145"/>
                <a:gd name="T6" fmla="*/ 162 w 179"/>
                <a:gd name="T7" fmla="*/ 111 h 145"/>
                <a:gd name="T8" fmla="*/ 176 w 179"/>
                <a:gd name="T9" fmla="*/ 88 h 145"/>
                <a:gd name="T10" fmla="*/ 147 w 179"/>
                <a:gd name="T11" fmla="*/ 14 h 145"/>
                <a:gd name="T12" fmla="*/ 121 w 179"/>
                <a:gd name="T13" fmla="*/ 5 h 145"/>
                <a:gd name="T14" fmla="*/ 13 w 179"/>
                <a:gd name="T15" fmla="*/ 61 h 145"/>
                <a:gd name="T16" fmla="*/ 4 w 179"/>
                <a:gd name="T17" fmla="*/ 82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45">
                  <a:moveTo>
                    <a:pt x="4" y="82"/>
                  </a:moveTo>
                  <a:cubicBezTo>
                    <a:pt x="23" y="133"/>
                    <a:pt x="23" y="133"/>
                    <a:pt x="23" y="133"/>
                  </a:cubicBezTo>
                  <a:cubicBezTo>
                    <a:pt x="26" y="141"/>
                    <a:pt x="35" y="145"/>
                    <a:pt x="45" y="143"/>
                  </a:cubicBezTo>
                  <a:cubicBezTo>
                    <a:pt x="162" y="111"/>
                    <a:pt x="162" y="111"/>
                    <a:pt x="162" y="111"/>
                  </a:cubicBezTo>
                  <a:cubicBezTo>
                    <a:pt x="173" y="108"/>
                    <a:pt x="179" y="97"/>
                    <a:pt x="176" y="88"/>
                  </a:cubicBezTo>
                  <a:cubicBezTo>
                    <a:pt x="147" y="14"/>
                    <a:pt x="147" y="14"/>
                    <a:pt x="147" y="14"/>
                  </a:cubicBezTo>
                  <a:cubicBezTo>
                    <a:pt x="143" y="4"/>
                    <a:pt x="131" y="0"/>
                    <a:pt x="121" y="5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5" y="65"/>
                    <a:pt x="0" y="74"/>
                    <a:pt x="4" y="82"/>
                  </a:cubicBezTo>
                </a:path>
              </a:pathLst>
            </a:custGeom>
            <a:solidFill>
              <a:srgbClr val="F1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5" name="íśľïḑè">
              <a:extLst>
                <a:ext uri="{FF2B5EF4-FFF2-40B4-BE49-F238E27FC236}">
                  <a16:creationId xmlns:a16="http://schemas.microsoft.com/office/drawing/2014/main" id="{887E34D1-298C-4062-A826-56C1004B23E6}"/>
                </a:ext>
              </a:extLst>
            </p:cNvPr>
            <p:cNvSpPr/>
            <p:nvPr/>
          </p:nvSpPr>
          <p:spPr bwMode="auto">
            <a:xfrm>
              <a:off x="5353050" y="6167438"/>
              <a:ext cx="227013" cy="317500"/>
            </a:xfrm>
            <a:custGeom>
              <a:avLst/>
              <a:gdLst>
                <a:gd name="T0" fmla="*/ 14 w 121"/>
                <a:gd name="T1" fmla="*/ 160 h 170"/>
                <a:gd name="T2" fmla="*/ 67 w 121"/>
                <a:gd name="T3" fmla="*/ 168 h 170"/>
                <a:gd name="T4" fmla="*/ 87 w 121"/>
                <a:gd name="T5" fmla="*/ 155 h 170"/>
                <a:gd name="T6" fmla="*/ 118 w 121"/>
                <a:gd name="T7" fmla="*/ 37 h 170"/>
                <a:gd name="T8" fmla="*/ 105 w 121"/>
                <a:gd name="T9" fmla="*/ 14 h 170"/>
                <a:gd name="T10" fmla="*/ 26 w 121"/>
                <a:gd name="T11" fmla="*/ 1 h 170"/>
                <a:gd name="T12" fmla="*/ 6 w 121"/>
                <a:gd name="T13" fmla="*/ 20 h 170"/>
                <a:gd name="T14" fmla="*/ 0 w 121"/>
                <a:gd name="T15" fmla="*/ 141 h 170"/>
                <a:gd name="T16" fmla="*/ 14 w 121"/>
                <a:gd name="T17" fmla="*/ 1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" h="170">
                  <a:moveTo>
                    <a:pt x="14" y="160"/>
                  </a:moveTo>
                  <a:cubicBezTo>
                    <a:pt x="67" y="168"/>
                    <a:pt x="67" y="168"/>
                    <a:pt x="67" y="168"/>
                  </a:cubicBezTo>
                  <a:cubicBezTo>
                    <a:pt x="76" y="170"/>
                    <a:pt x="84" y="164"/>
                    <a:pt x="87" y="155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21" y="26"/>
                    <a:pt x="115" y="15"/>
                    <a:pt x="105" y="14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16" y="0"/>
                    <a:pt x="7" y="8"/>
                    <a:pt x="6" y="20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50"/>
                    <a:pt x="6" y="159"/>
                    <a:pt x="14" y="160"/>
                  </a:cubicBezTo>
                </a:path>
              </a:pathLst>
            </a:custGeom>
            <a:solidFill>
              <a:srgbClr val="F1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6" name="îşļïḋê">
              <a:extLst>
                <a:ext uri="{FF2B5EF4-FFF2-40B4-BE49-F238E27FC236}">
                  <a16:creationId xmlns:a16="http://schemas.microsoft.com/office/drawing/2014/main" id="{16832CEC-685D-44EC-AC13-6A2B0D742F4D}"/>
                </a:ext>
              </a:extLst>
            </p:cNvPr>
            <p:cNvSpPr/>
            <p:nvPr/>
          </p:nvSpPr>
          <p:spPr bwMode="auto">
            <a:xfrm>
              <a:off x="5613400" y="6032501"/>
              <a:ext cx="331788" cy="314325"/>
            </a:xfrm>
            <a:custGeom>
              <a:avLst/>
              <a:gdLst>
                <a:gd name="T0" fmla="*/ 138 w 177"/>
                <a:gd name="T1" fmla="*/ 160 h 168"/>
                <a:gd name="T2" fmla="*/ 172 w 177"/>
                <a:gd name="T3" fmla="*/ 118 h 168"/>
                <a:gd name="T4" fmla="*/ 170 w 177"/>
                <a:gd name="T5" fmla="*/ 95 h 168"/>
                <a:gd name="T6" fmla="*/ 84 w 177"/>
                <a:gd name="T7" fmla="*/ 9 h 168"/>
                <a:gd name="T8" fmla="*/ 57 w 177"/>
                <a:gd name="T9" fmla="*/ 8 h 168"/>
                <a:gd name="T10" fmla="*/ 7 w 177"/>
                <a:gd name="T11" fmla="*/ 70 h 168"/>
                <a:gd name="T12" fmla="*/ 12 w 177"/>
                <a:gd name="T13" fmla="*/ 97 h 168"/>
                <a:gd name="T14" fmla="*/ 114 w 177"/>
                <a:gd name="T15" fmla="*/ 163 h 168"/>
                <a:gd name="T16" fmla="*/ 138 w 177"/>
                <a:gd name="T17" fmla="*/ 16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7" h="168">
                  <a:moveTo>
                    <a:pt x="138" y="160"/>
                  </a:moveTo>
                  <a:cubicBezTo>
                    <a:pt x="172" y="118"/>
                    <a:pt x="172" y="118"/>
                    <a:pt x="172" y="118"/>
                  </a:cubicBezTo>
                  <a:cubicBezTo>
                    <a:pt x="177" y="112"/>
                    <a:pt x="176" y="101"/>
                    <a:pt x="170" y="95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76" y="1"/>
                    <a:pt x="63" y="0"/>
                    <a:pt x="57" y="8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0" y="78"/>
                    <a:pt x="3" y="90"/>
                    <a:pt x="12" y="97"/>
                  </a:cubicBezTo>
                  <a:cubicBezTo>
                    <a:pt x="114" y="163"/>
                    <a:pt x="114" y="163"/>
                    <a:pt x="114" y="163"/>
                  </a:cubicBezTo>
                  <a:cubicBezTo>
                    <a:pt x="122" y="168"/>
                    <a:pt x="133" y="167"/>
                    <a:pt x="138" y="160"/>
                  </a:cubicBezTo>
                </a:path>
              </a:pathLst>
            </a:custGeom>
            <a:solidFill>
              <a:srgbClr val="F1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7" name="íSlîdê">
              <a:extLst>
                <a:ext uri="{FF2B5EF4-FFF2-40B4-BE49-F238E27FC236}">
                  <a16:creationId xmlns:a16="http://schemas.microsoft.com/office/drawing/2014/main" id="{429D4328-7361-4FAA-B633-60EFB102BBE6}"/>
                </a:ext>
              </a:extLst>
            </p:cNvPr>
            <p:cNvSpPr/>
            <p:nvPr/>
          </p:nvSpPr>
          <p:spPr bwMode="auto">
            <a:xfrm>
              <a:off x="5672138" y="5722938"/>
              <a:ext cx="334963" cy="271463"/>
            </a:xfrm>
            <a:custGeom>
              <a:avLst/>
              <a:gdLst>
                <a:gd name="T0" fmla="*/ 176 w 179"/>
                <a:gd name="T1" fmla="*/ 63 h 145"/>
                <a:gd name="T2" fmla="*/ 157 w 179"/>
                <a:gd name="T3" fmla="*/ 12 h 145"/>
                <a:gd name="T4" fmla="*/ 135 w 179"/>
                <a:gd name="T5" fmla="*/ 2 h 145"/>
                <a:gd name="T6" fmla="*/ 18 w 179"/>
                <a:gd name="T7" fmla="*/ 34 h 145"/>
                <a:gd name="T8" fmla="*/ 4 w 179"/>
                <a:gd name="T9" fmla="*/ 57 h 145"/>
                <a:gd name="T10" fmla="*/ 33 w 179"/>
                <a:gd name="T11" fmla="*/ 131 h 145"/>
                <a:gd name="T12" fmla="*/ 58 w 179"/>
                <a:gd name="T13" fmla="*/ 140 h 145"/>
                <a:gd name="T14" fmla="*/ 166 w 179"/>
                <a:gd name="T15" fmla="*/ 84 h 145"/>
                <a:gd name="T16" fmla="*/ 176 w 179"/>
                <a:gd name="T17" fmla="*/ 63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45">
                  <a:moveTo>
                    <a:pt x="176" y="63"/>
                  </a:moveTo>
                  <a:cubicBezTo>
                    <a:pt x="157" y="12"/>
                    <a:pt x="157" y="12"/>
                    <a:pt x="157" y="12"/>
                  </a:cubicBezTo>
                  <a:cubicBezTo>
                    <a:pt x="154" y="4"/>
                    <a:pt x="144" y="0"/>
                    <a:pt x="135" y="2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7" y="37"/>
                    <a:pt x="0" y="48"/>
                    <a:pt x="4" y="57"/>
                  </a:cubicBezTo>
                  <a:cubicBezTo>
                    <a:pt x="33" y="131"/>
                    <a:pt x="33" y="131"/>
                    <a:pt x="33" y="131"/>
                  </a:cubicBezTo>
                  <a:cubicBezTo>
                    <a:pt x="36" y="141"/>
                    <a:pt x="48" y="145"/>
                    <a:pt x="58" y="140"/>
                  </a:cubicBezTo>
                  <a:cubicBezTo>
                    <a:pt x="166" y="84"/>
                    <a:pt x="166" y="84"/>
                    <a:pt x="166" y="84"/>
                  </a:cubicBezTo>
                  <a:cubicBezTo>
                    <a:pt x="175" y="80"/>
                    <a:pt x="179" y="71"/>
                    <a:pt x="176" y="63"/>
                  </a:cubicBezTo>
                </a:path>
              </a:pathLst>
            </a:custGeom>
            <a:solidFill>
              <a:srgbClr val="F1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8" name="išḻiḑé">
              <a:extLst>
                <a:ext uri="{FF2B5EF4-FFF2-40B4-BE49-F238E27FC236}">
                  <a16:creationId xmlns:a16="http://schemas.microsoft.com/office/drawing/2014/main" id="{0908C4E6-D7D0-4D46-9CD9-0D4B24FA015A}"/>
                </a:ext>
              </a:extLst>
            </p:cNvPr>
            <p:cNvSpPr/>
            <p:nvPr/>
          </p:nvSpPr>
          <p:spPr bwMode="auto">
            <a:xfrm>
              <a:off x="5102225" y="5568951"/>
              <a:ext cx="744538" cy="809625"/>
            </a:xfrm>
            <a:custGeom>
              <a:avLst/>
              <a:gdLst>
                <a:gd name="T0" fmla="*/ 342 w 397"/>
                <a:gd name="T1" fmla="*/ 381 h 433"/>
                <a:gd name="T2" fmla="*/ 235 w 397"/>
                <a:gd name="T3" fmla="*/ 422 h 433"/>
                <a:gd name="T4" fmla="*/ 232 w 397"/>
                <a:gd name="T5" fmla="*/ 433 h 433"/>
                <a:gd name="T6" fmla="*/ 351 w 397"/>
                <a:gd name="T7" fmla="*/ 387 h 433"/>
                <a:gd name="T8" fmla="*/ 342 w 397"/>
                <a:gd name="T9" fmla="*/ 381 h 433"/>
                <a:gd name="T10" fmla="*/ 48 w 397"/>
                <a:gd name="T11" fmla="*/ 335 h 433"/>
                <a:gd name="T12" fmla="*/ 37 w 397"/>
                <a:gd name="T13" fmla="*/ 337 h 433"/>
                <a:gd name="T14" fmla="*/ 136 w 397"/>
                <a:gd name="T15" fmla="*/ 418 h 433"/>
                <a:gd name="T16" fmla="*/ 137 w 397"/>
                <a:gd name="T17" fmla="*/ 407 h 433"/>
                <a:gd name="T18" fmla="*/ 48 w 397"/>
                <a:gd name="T19" fmla="*/ 335 h 433"/>
                <a:gd name="T20" fmla="*/ 23 w 397"/>
                <a:gd name="T21" fmla="*/ 121 h 433"/>
                <a:gd name="T22" fmla="*/ 3 w 397"/>
                <a:gd name="T23" fmla="*/ 183 h 433"/>
                <a:gd name="T24" fmla="*/ 3 w 397"/>
                <a:gd name="T25" fmla="*/ 247 h 433"/>
                <a:gd name="T26" fmla="*/ 12 w 397"/>
                <a:gd name="T27" fmla="*/ 242 h 433"/>
                <a:gd name="T28" fmla="*/ 13 w 397"/>
                <a:gd name="T29" fmla="*/ 184 h 433"/>
                <a:gd name="T30" fmla="*/ 30 w 397"/>
                <a:gd name="T31" fmla="*/ 129 h 433"/>
                <a:gd name="T32" fmla="*/ 23 w 397"/>
                <a:gd name="T33" fmla="*/ 121 h 433"/>
                <a:gd name="T34" fmla="*/ 298 w 397"/>
                <a:gd name="T35" fmla="*/ 15 h 433"/>
                <a:gd name="T36" fmla="*/ 298 w 397"/>
                <a:gd name="T37" fmla="*/ 26 h 433"/>
                <a:gd name="T38" fmla="*/ 387 w 397"/>
                <a:gd name="T39" fmla="*/ 98 h 433"/>
                <a:gd name="T40" fmla="*/ 397 w 397"/>
                <a:gd name="T41" fmla="*/ 96 h 433"/>
                <a:gd name="T42" fmla="*/ 298 w 397"/>
                <a:gd name="T43" fmla="*/ 15 h 433"/>
                <a:gd name="T44" fmla="*/ 203 w 397"/>
                <a:gd name="T45" fmla="*/ 0 h 433"/>
                <a:gd name="T46" fmla="*/ 84 w 397"/>
                <a:gd name="T47" fmla="*/ 46 h 433"/>
                <a:gd name="T48" fmla="*/ 93 w 397"/>
                <a:gd name="T49" fmla="*/ 52 h 433"/>
                <a:gd name="T50" fmla="*/ 200 w 397"/>
                <a:gd name="T51" fmla="*/ 11 h 433"/>
                <a:gd name="T52" fmla="*/ 203 w 397"/>
                <a:gd name="T53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97" h="433">
                  <a:moveTo>
                    <a:pt x="342" y="381"/>
                  </a:moveTo>
                  <a:cubicBezTo>
                    <a:pt x="311" y="404"/>
                    <a:pt x="274" y="419"/>
                    <a:pt x="235" y="422"/>
                  </a:cubicBezTo>
                  <a:cubicBezTo>
                    <a:pt x="232" y="433"/>
                    <a:pt x="232" y="433"/>
                    <a:pt x="232" y="433"/>
                  </a:cubicBezTo>
                  <a:cubicBezTo>
                    <a:pt x="276" y="430"/>
                    <a:pt x="317" y="413"/>
                    <a:pt x="351" y="387"/>
                  </a:cubicBezTo>
                  <a:cubicBezTo>
                    <a:pt x="342" y="381"/>
                    <a:pt x="342" y="381"/>
                    <a:pt x="342" y="381"/>
                  </a:cubicBezTo>
                  <a:moveTo>
                    <a:pt x="48" y="335"/>
                  </a:moveTo>
                  <a:cubicBezTo>
                    <a:pt x="37" y="337"/>
                    <a:pt x="37" y="337"/>
                    <a:pt x="37" y="337"/>
                  </a:cubicBezTo>
                  <a:cubicBezTo>
                    <a:pt x="61" y="373"/>
                    <a:pt x="95" y="401"/>
                    <a:pt x="136" y="418"/>
                  </a:cubicBezTo>
                  <a:cubicBezTo>
                    <a:pt x="137" y="407"/>
                    <a:pt x="137" y="407"/>
                    <a:pt x="137" y="407"/>
                  </a:cubicBezTo>
                  <a:cubicBezTo>
                    <a:pt x="100" y="391"/>
                    <a:pt x="70" y="366"/>
                    <a:pt x="48" y="335"/>
                  </a:cubicBezTo>
                  <a:moveTo>
                    <a:pt x="23" y="121"/>
                  </a:moveTo>
                  <a:cubicBezTo>
                    <a:pt x="13" y="140"/>
                    <a:pt x="7" y="161"/>
                    <a:pt x="3" y="183"/>
                  </a:cubicBezTo>
                  <a:cubicBezTo>
                    <a:pt x="0" y="204"/>
                    <a:pt x="0" y="226"/>
                    <a:pt x="3" y="247"/>
                  </a:cubicBezTo>
                  <a:cubicBezTo>
                    <a:pt x="12" y="242"/>
                    <a:pt x="12" y="242"/>
                    <a:pt x="12" y="242"/>
                  </a:cubicBezTo>
                  <a:cubicBezTo>
                    <a:pt x="10" y="223"/>
                    <a:pt x="10" y="204"/>
                    <a:pt x="13" y="184"/>
                  </a:cubicBezTo>
                  <a:cubicBezTo>
                    <a:pt x="17" y="165"/>
                    <a:pt x="22" y="146"/>
                    <a:pt x="30" y="129"/>
                  </a:cubicBezTo>
                  <a:cubicBezTo>
                    <a:pt x="23" y="121"/>
                    <a:pt x="23" y="121"/>
                    <a:pt x="23" y="121"/>
                  </a:cubicBezTo>
                  <a:moveTo>
                    <a:pt x="298" y="15"/>
                  </a:moveTo>
                  <a:cubicBezTo>
                    <a:pt x="298" y="26"/>
                    <a:pt x="298" y="26"/>
                    <a:pt x="298" y="26"/>
                  </a:cubicBezTo>
                  <a:cubicBezTo>
                    <a:pt x="334" y="42"/>
                    <a:pt x="365" y="67"/>
                    <a:pt x="387" y="98"/>
                  </a:cubicBezTo>
                  <a:cubicBezTo>
                    <a:pt x="397" y="96"/>
                    <a:pt x="397" y="96"/>
                    <a:pt x="397" y="96"/>
                  </a:cubicBezTo>
                  <a:cubicBezTo>
                    <a:pt x="373" y="60"/>
                    <a:pt x="339" y="32"/>
                    <a:pt x="298" y="15"/>
                  </a:cubicBezTo>
                  <a:moveTo>
                    <a:pt x="203" y="0"/>
                  </a:moveTo>
                  <a:cubicBezTo>
                    <a:pt x="158" y="3"/>
                    <a:pt x="117" y="20"/>
                    <a:pt x="84" y="46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123" y="29"/>
                    <a:pt x="160" y="14"/>
                    <a:pt x="200" y="11"/>
                  </a:cubicBezTo>
                  <a:cubicBezTo>
                    <a:pt x="203" y="0"/>
                    <a:pt x="203" y="0"/>
                    <a:pt x="203" y="0"/>
                  </a:cubicBezTo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9" name="isļîdé">
              <a:extLst>
                <a:ext uri="{FF2B5EF4-FFF2-40B4-BE49-F238E27FC236}">
                  <a16:creationId xmlns:a16="http://schemas.microsoft.com/office/drawing/2014/main" id="{5B41E5FD-56F3-46D5-BEB7-1AB01F1BAFF6}"/>
                </a:ext>
              </a:extLst>
            </p:cNvPr>
            <p:cNvSpPr/>
            <p:nvPr/>
          </p:nvSpPr>
          <p:spPr bwMode="auto">
            <a:xfrm>
              <a:off x="5476875" y="5568951"/>
              <a:ext cx="95250" cy="23813"/>
            </a:xfrm>
            <a:custGeom>
              <a:avLst/>
              <a:gdLst>
                <a:gd name="T0" fmla="*/ 17 w 51"/>
                <a:gd name="T1" fmla="*/ 0 h 13"/>
                <a:gd name="T2" fmla="*/ 3 w 51"/>
                <a:gd name="T3" fmla="*/ 0 h 13"/>
                <a:gd name="T4" fmla="*/ 0 w 51"/>
                <a:gd name="T5" fmla="*/ 11 h 13"/>
                <a:gd name="T6" fmla="*/ 17 w 51"/>
                <a:gd name="T7" fmla="*/ 10 h 13"/>
                <a:gd name="T8" fmla="*/ 50 w 51"/>
                <a:gd name="T9" fmla="*/ 13 h 13"/>
                <a:gd name="T10" fmla="*/ 51 w 51"/>
                <a:gd name="T11" fmla="*/ 2 h 13"/>
                <a:gd name="T12" fmla="*/ 17 w 51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13">
                  <a:moveTo>
                    <a:pt x="17" y="0"/>
                  </a:moveTo>
                  <a:cubicBezTo>
                    <a:pt x="12" y="0"/>
                    <a:pt x="7" y="0"/>
                    <a:pt x="3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5" y="10"/>
                    <a:pt x="11" y="10"/>
                    <a:pt x="17" y="10"/>
                  </a:cubicBezTo>
                  <a:cubicBezTo>
                    <a:pt x="28" y="10"/>
                    <a:pt x="39" y="11"/>
                    <a:pt x="50" y="13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40" y="1"/>
                    <a:pt x="28" y="0"/>
                    <a:pt x="17" y="0"/>
                  </a:cubicBezTo>
                </a:path>
              </a:pathLst>
            </a:custGeom>
            <a:solidFill>
              <a:srgbClr val="DC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ïṡ1ïḑé">
              <a:extLst>
                <a:ext uri="{FF2B5EF4-FFF2-40B4-BE49-F238E27FC236}">
                  <a16:creationId xmlns:a16="http://schemas.microsoft.com/office/drawing/2014/main" id="{D2C45712-DA59-4DB4-B7FA-01C67C38C517}"/>
                </a:ext>
              </a:extLst>
            </p:cNvPr>
            <p:cNvSpPr/>
            <p:nvPr/>
          </p:nvSpPr>
          <p:spPr bwMode="auto">
            <a:xfrm>
              <a:off x="5145088" y="5654676"/>
              <a:ext cx="131763" cy="155575"/>
            </a:xfrm>
            <a:custGeom>
              <a:avLst/>
              <a:gdLst>
                <a:gd name="T0" fmla="*/ 61 w 70"/>
                <a:gd name="T1" fmla="*/ 0 h 83"/>
                <a:gd name="T2" fmla="*/ 0 w 70"/>
                <a:gd name="T3" fmla="*/ 75 h 83"/>
                <a:gd name="T4" fmla="*/ 7 w 70"/>
                <a:gd name="T5" fmla="*/ 83 h 83"/>
                <a:gd name="T6" fmla="*/ 70 w 70"/>
                <a:gd name="T7" fmla="*/ 6 h 83"/>
                <a:gd name="T8" fmla="*/ 61 w 70"/>
                <a:gd name="T9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83">
                  <a:moveTo>
                    <a:pt x="61" y="0"/>
                  </a:moveTo>
                  <a:cubicBezTo>
                    <a:pt x="35" y="20"/>
                    <a:pt x="14" y="45"/>
                    <a:pt x="0" y="75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22" y="52"/>
                    <a:pt x="43" y="26"/>
                    <a:pt x="70" y="6"/>
                  </a:cubicBezTo>
                  <a:cubicBezTo>
                    <a:pt x="61" y="0"/>
                    <a:pt x="61" y="0"/>
                    <a:pt x="61" y="0"/>
                  </a:cubicBezTo>
                </a:path>
              </a:pathLst>
            </a:custGeom>
            <a:solidFill>
              <a:srgbClr val="DC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1" name="iṥḻiḑè">
              <a:extLst>
                <a:ext uri="{FF2B5EF4-FFF2-40B4-BE49-F238E27FC236}">
                  <a16:creationId xmlns:a16="http://schemas.microsoft.com/office/drawing/2014/main" id="{27489A21-81DE-4D6C-82A5-ED90075F82A5}"/>
                </a:ext>
              </a:extLst>
            </p:cNvPr>
            <p:cNvSpPr/>
            <p:nvPr/>
          </p:nvSpPr>
          <p:spPr bwMode="auto">
            <a:xfrm>
              <a:off x="5108575" y="6021388"/>
              <a:ext cx="84138" cy="177800"/>
            </a:xfrm>
            <a:custGeom>
              <a:avLst/>
              <a:gdLst>
                <a:gd name="T0" fmla="*/ 9 w 45"/>
                <a:gd name="T1" fmla="*/ 0 h 95"/>
                <a:gd name="T2" fmla="*/ 0 w 45"/>
                <a:gd name="T3" fmla="*/ 5 h 95"/>
                <a:gd name="T4" fmla="*/ 34 w 45"/>
                <a:gd name="T5" fmla="*/ 95 h 95"/>
                <a:gd name="T6" fmla="*/ 45 w 45"/>
                <a:gd name="T7" fmla="*/ 93 h 95"/>
                <a:gd name="T8" fmla="*/ 9 w 45"/>
                <a:gd name="T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95">
                  <a:moveTo>
                    <a:pt x="9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4" y="38"/>
                    <a:pt x="16" y="69"/>
                    <a:pt x="34" y="95"/>
                  </a:cubicBezTo>
                  <a:cubicBezTo>
                    <a:pt x="45" y="93"/>
                    <a:pt x="45" y="93"/>
                    <a:pt x="45" y="93"/>
                  </a:cubicBezTo>
                  <a:cubicBezTo>
                    <a:pt x="26" y="65"/>
                    <a:pt x="14" y="34"/>
                    <a:pt x="9" y="0"/>
                  </a:cubicBezTo>
                </a:path>
              </a:pathLst>
            </a:custGeom>
            <a:solidFill>
              <a:srgbClr val="DC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2" name="îsḷïḍé">
              <a:extLst>
                <a:ext uri="{FF2B5EF4-FFF2-40B4-BE49-F238E27FC236}">
                  <a16:creationId xmlns:a16="http://schemas.microsoft.com/office/drawing/2014/main" id="{74A75D42-D18C-4629-B91F-2F09E8D98816}"/>
                </a:ext>
              </a:extLst>
            </p:cNvPr>
            <p:cNvSpPr/>
            <p:nvPr/>
          </p:nvSpPr>
          <p:spPr bwMode="auto">
            <a:xfrm>
              <a:off x="5357813" y="6330951"/>
              <a:ext cx="184150" cy="47625"/>
            </a:xfrm>
            <a:custGeom>
              <a:avLst/>
              <a:gdLst>
                <a:gd name="T0" fmla="*/ 99 w 99"/>
                <a:gd name="T1" fmla="*/ 15 h 26"/>
                <a:gd name="T2" fmla="*/ 99 w 99"/>
                <a:gd name="T3" fmla="*/ 15 h 26"/>
                <a:gd name="T4" fmla="*/ 96 w 99"/>
                <a:gd name="T5" fmla="*/ 26 h 26"/>
                <a:gd name="T6" fmla="*/ 96 w 99"/>
                <a:gd name="T7" fmla="*/ 26 h 26"/>
                <a:gd name="T8" fmla="*/ 99 w 99"/>
                <a:gd name="T9" fmla="*/ 15 h 26"/>
                <a:gd name="T10" fmla="*/ 1 w 99"/>
                <a:gd name="T11" fmla="*/ 0 h 26"/>
                <a:gd name="T12" fmla="*/ 0 w 99"/>
                <a:gd name="T13" fmla="*/ 11 h 26"/>
                <a:gd name="T14" fmla="*/ 47 w 99"/>
                <a:gd name="T15" fmla="*/ 24 h 26"/>
                <a:gd name="T16" fmla="*/ 47 w 99"/>
                <a:gd name="T17" fmla="*/ 24 h 26"/>
                <a:gd name="T18" fmla="*/ 49 w 99"/>
                <a:gd name="T19" fmla="*/ 13 h 26"/>
                <a:gd name="T20" fmla="*/ 49 w 99"/>
                <a:gd name="T21" fmla="*/ 13 h 26"/>
                <a:gd name="T22" fmla="*/ 1 w 99"/>
                <a:gd name="T2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9" h="26">
                  <a:moveTo>
                    <a:pt x="99" y="15"/>
                  </a:moveTo>
                  <a:cubicBezTo>
                    <a:pt x="99" y="15"/>
                    <a:pt x="99" y="15"/>
                    <a:pt x="99" y="15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9" y="15"/>
                    <a:pt x="99" y="15"/>
                    <a:pt x="99" y="15"/>
                  </a:cubicBezTo>
                  <a:moveTo>
                    <a:pt x="1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15" y="17"/>
                    <a:pt x="31" y="21"/>
                    <a:pt x="47" y="2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32" y="11"/>
                    <a:pt x="16" y="6"/>
                    <a:pt x="1" y="0"/>
                  </a:cubicBezTo>
                </a:path>
              </a:pathLst>
            </a:custGeom>
            <a:solidFill>
              <a:srgbClr val="DC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3" name="iṧļiḓé">
              <a:extLst>
                <a:ext uri="{FF2B5EF4-FFF2-40B4-BE49-F238E27FC236}">
                  <a16:creationId xmlns:a16="http://schemas.microsoft.com/office/drawing/2014/main" id="{5CC038EE-863B-48E1-9721-E92A43E0EAF9}"/>
                </a:ext>
              </a:extLst>
            </p:cNvPr>
            <p:cNvSpPr/>
            <p:nvPr/>
          </p:nvSpPr>
          <p:spPr bwMode="auto">
            <a:xfrm>
              <a:off x="5859463" y="5916613"/>
              <a:ext cx="57150" cy="236538"/>
            </a:xfrm>
            <a:custGeom>
              <a:avLst/>
              <a:gdLst>
                <a:gd name="T0" fmla="*/ 28 w 31"/>
                <a:gd name="T1" fmla="*/ 0 h 126"/>
                <a:gd name="T2" fmla="*/ 18 w 31"/>
                <a:gd name="T3" fmla="*/ 5 h 126"/>
                <a:gd name="T4" fmla="*/ 17 w 31"/>
                <a:gd name="T5" fmla="*/ 62 h 126"/>
                <a:gd name="T6" fmla="*/ 17 w 31"/>
                <a:gd name="T7" fmla="*/ 62 h 126"/>
                <a:gd name="T8" fmla="*/ 17 w 31"/>
                <a:gd name="T9" fmla="*/ 63 h 126"/>
                <a:gd name="T10" fmla="*/ 17 w 31"/>
                <a:gd name="T11" fmla="*/ 63 h 126"/>
                <a:gd name="T12" fmla="*/ 17 w 31"/>
                <a:gd name="T13" fmla="*/ 63 h 126"/>
                <a:gd name="T14" fmla="*/ 17 w 31"/>
                <a:gd name="T15" fmla="*/ 63 h 126"/>
                <a:gd name="T16" fmla="*/ 17 w 31"/>
                <a:gd name="T17" fmla="*/ 63 h 126"/>
                <a:gd name="T18" fmla="*/ 17 w 31"/>
                <a:gd name="T19" fmla="*/ 64 h 126"/>
                <a:gd name="T20" fmla="*/ 17 w 31"/>
                <a:gd name="T21" fmla="*/ 64 h 126"/>
                <a:gd name="T22" fmla="*/ 17 w 31"/>
                <a:gd name="T23" fmla="*/ 64 h 126"/>
                <a:gd name="T24" fmla="*/ 17 w 31"/>
                <a:gd name="T25" fmla="*/ 65 h 126"/>
                <a:gd name="T26" fmla="*/ 17 w 31"/>
                <a:gd name="T27" fmla="*/ 65 h 126"/>
                <a:gd name="T28" fmla="*/ 17 w 31"/>
                <a:gd name="T29" fmla="*/ 66 h 126"/>
                <a:gd name="T30" fmla="*/ 17 w 31"/>
                <a:gd name="T31" fmla="*/ 66 h 126"/>
                <a:gd name="T32" fmla="*/ 17 w 31"/>
                <a:gd name="T33" fmla="*/ 66 h 126"/>
                <a:gd name="T34" fmla="*/ 0 w 31"/>
                <a:gd name="T35" fmla="*/ 118 h 126"/>
                <a:gd name="T36" fmla="*/ 8 w 31"/>
                <a:gd name="T37" fmla="*/ 126 h 126"/>
                <a:gd name="T38" fmla="*/ 27 w 31"/>
                <a:gd name="T39" fmla="*/ 68 h 126"/>
                <a:gd name="T40" fmla="*/ 25 w 31"/>
                <a:gd name="T41" fmla="*/ 50 h 126"/>
                <a:gd name="T42" fmla="*/ 30 w 31"/>
                <a:gd name="T43" fmla="*/ 41 h 126"/>
                <a:gd name="T44" fmla="*/ 28 w 31"/>
                <a:gd name="T45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126">
                  <a:moveTo>
                    <a:pt x="28" y="0"/>
                  </a:moveTo>
                  <a:cubicBezTo>
                    <a:pt x="18" y="5"/>
                    <a:pt x="18" y="5"/>
                    <a:pt x="18" y="5"/>
                  </a:cubicBezTo>
                  <a:cubicBezTo>
                    <a:pt x="20" y="24"/>
                    <a:pt x="20" y="43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7" y="62"/>
                    <a:pt x="17" y="63"/>
                    <a:pt x="17" y="63"/>
                  </a:cubicBezTo>
                  <a:cubicBezTo>
                    <a:pt x="17" y="63"/>
                    <a:pt x="17" y="63"/>
                    <a:pt x="17" y="63"/>
                  </a:cubicBezTo>
                  <a:cubicBezTo>
                    <a:pt x="17" y="63"/>
                    <a:pt x="17" y="63"/>
                    <a:pt x="17" y="63"/>
                  </a:cubicBezTo>
                  <a:cubicBezTo>
                    <a:pt x="17" y="63"/>
                    <a:pt x="17" y="63"/>
                    <a:pt x="17" y="63"/>
                  </a:cubicBezTo>
                  <a:cubicBezTo>
                    <a:pt x="17" y="63"/>
                    <a:pt x="17" y="63"/>
                    <a:pt x="17" y="63"/>
                  </a:cubicBezTo>
                  <a:cubicBezTo>
                    <a:pt x="17" y="63"/>
                    <a:pt x="17" y="63"/>
                    <a:pt x="17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4"/>
                    <a:pt x="17" y="65"/>
                    <a:pt x="17" y="65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17" y="65"/>
                    <a:pt x="17" y="65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3" y="85"/>
                    <a:pt x="8" y="102"/>
                    <a:pt x="0" y="118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17" y="108"/>
                    <a:pt x="23" y="89"/>
                    <a:pt x="27" y="68"/>
                  </a:cubicBezTo>
                  <a:cubicBezTo>
                    <a:pt x="22" y="63"/>
                    <a:pt x="22" y="56"/>
                    <a:pt x="25" y="5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27"/>
                    <a:pt x="30" y="14"/>
                    <a:pt x="28" y="0"/>
                  </a:cubicBezTo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4" name="îṡḷïḓé">
              <a:extLst>
                <a:ext uri="{FF2B5EF4-FFF2-40B4-BE49-F238E27FC236}">
                  <a16:creationId xmlns:a16="http://schemas.microsoft.com/office/drawing/2014/main" id="{74EAB98E-34C9-4D22-B37B-4FB6E7257330}"/>
                </a:ext>
              </a:extLst>
            </p:cNvPr>
            <p:cNvSpPr/>
            <p:nvPr/>
          </p:nvSpPr>
          <p:spPr bwMode="auto">
            <a:xfrm>
              <a:off x="5900738" y="5994401"/>
              <a:ext cx="14288" cy="49213"/>
            </a:xfrm>
            <a:custGeom>
              <a:avLst/>
              <a:gdLst>
                <a:gd name="T0" fmla="*/ 8 w 8"/>
                <a:gd name="T1" fmla="*/ 0 h 27"/>
                <a:gd name="T2" fmla="*/ 3 w 8"/>
                <a:gd name="T3" fmla="*/ 9 h 27"/>
                <a:gd name="T4" fmla="*/ 5 w 8"/>
                <a:gd name="T5" fmla="*/ 27 h 27"/>
                <a:gd name="T6" fmla="*/ 5 w 8"/>
                <a:gd name="T7" fmla="*/ 23 h 27"/>
                <a:gd name="T8" fmla="*/ 8 w 8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7">
                  <a:moveTo>
                    <a:pt x="8" y="0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0" y="15"/>
                    <a:pt x="0" y="22"/>
                    <a:pt x="5" y="27"/>
                  </a:cubicBezTo>
                  <a:cubicBezTo>
                    <a:pt x="5" y="26"/>
                    <a:pt x="5" y="25"/>
                    <a:pt x="5" y="23"/>
                  </a:cubicBezTo>
                  <a:cubicBezTo>
                    <a:pt x="7" y="16"/>
                    <a:pt x="7" y="8"/>
                    <a:pt x="8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5" name="îsḻïdê">
              <a:extLst>
                <a:ext uri="{FF2B5EF4-FFF2-40B4-BE49-F238E27FC236}">
                  <a16:creationId xmlns:a16="http://schemas.microsoft.com/office/drawing/2014/main" id="{1D6CFED4-473A-42B1-8E0D-B93545673A44}"/>
                </a:ext>
              </a:extLst>
            </p:cNvPr>
            <p:cNvSpPr/>
            <p:nvPr/>
          </p:nvSpPr>
          <p:spPr bwMode="auto">
            <a:xfrm>
              <a:off x="5827713" y="5748338"/>
              <a:ext cx="19050" cy="4763"/>
            </a:xfrm>
            <a:custGeom>
              <a:avLst/>
              <a:gdLst>
                <a:gd name="T0" fmla="*/ 12 w 12"/>
                <a:gd name="T1" fmla="*/ 0 h 3"/>
                <a:gd name="T2" fmla="*/ 0 w 12"/>
                <a:gd name="T3" fmla="*/ 3 h 3"/>
                <a:gd name="T4" fmla="*/ 0 w 12"/>
                <a:gd name="T5" fmla="*/ 3 h 3"/>
                <a:gd name="T6" fmla="*/ 12 w 12"/>
                <a:gd name="T7" fmla="*/ 0 h 3"/>
                <a:gd name="T8" fmla="*/ 12 w 1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3">
                  <a:moveTo>
                    <a:pt x="12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C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6" name="ïṡľîḍé">
              <a:extLst>
                <a:ext uri="{FF2B5EF4-FFF2-40B4-BE49-F238E27FC236}">
                  <a16:creationId xmlns:a16="http://schemas.microsoft.com/office/drawing/2014/main" id="{39723AC1-E598-4A2E-8FA3-0C6AE3653104}"/>
                </a:ext>
              </a:extLst>
            </p:cNvPr>
            <p:cNvSpPr/>
            <p:nvPr/>
          </p:nvSpPr>
          <p:spPr bwMode="auto">
            <a:xfrm>
              <a:off x="5827713" y="5748338"/>
              <a:ext cx="19050" cy="4763"/>
            </a:xfrm>
            <a:custGeom>
              <a:avLst/>
              <a:gdLst>
                <a:gd name="T0" fmla="*/ 12 w 12"/>
                <a:gd name="T1" fmla="*/ 0 h 3"/>
                <a:gd name="T2" fmla="*/ 0 w 12"/>
                <a:gd name="T3" fmla="*/ 3 h 3"/>
                <a:gd name="T4" fmla="*/ 0 w 12"/>
                <a:gd name="T5" fmla="*/ 3 h 3"/>
                <a:gd name="T6" fmla="*/ 12 w 12"/>
                <a:gd name="T7" fmla="*/ 0 h 3"/>
                <a:gd name="T8" fmla="*/ 12 w 1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3">
                  <a:moveTo>
                    <a:pt x="12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2" y="0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7" name="ïşlîḍè">
              <a:extLst>
                <a:ext uri="{FF2B5EF4-FFF2-40B4-BE49-F238E27FC236}">
                  <a16:creationId xmlns:a16="http://schemas.microsoft.com/office/drawing/2014/main" id="{822A58AE-F291-402A-BEAF-58356B416923}"/>
                </a:ext>
              </a:extLst>
            </p:cNvPr>
            <p:cNvSpPr/>
            <p:nvPr/>
          </p:nvSpPr>
          <p:spPr bwMode="auto">
            <a:xfrm>
              <a:off x="5094288" y="5559426"/>
              <a:ext cx="830263" cy="828675"/>
            </a:xfrm>
            <a:custGeom>
              <a:avLst/>
              <a:gdLst>
                <a:gd name="T0" fmla="*/ 254 w 443"/>
                <a:gd name="T1" fmla="*/ 18 h 443"/>
                <a:gd name="T2" fmla="*/ 17 w 443"/>
                <a:gd name="T3" fmla="*/ 189 h 443"/>
                <a:gd name="T4" fmla="*/ 189 w 443"/>
                <a:gd name="T5" fmla="*/ 425 h 443"/>
                <a:gd name="T6" fmla="*/ 425 w 443"/>
                <a:gd name="T7" fmla="*/ 254 h 443"/>
                <a:gd name="T8" fmla="*/ 254 w 443"/>
                <a:gd name="T9" fmla="*/ 18 h 443"/>
                <a:gd name="T10" fmla="*/ 204 w 443"/>
                <a:gd name="T11" fmla="*/ 333 h 443"/>
                <a:gd name="T12" fmla="*/ 110 w 443"/>
                <a:gd name="T13" fmla="*/ 204 h 443"/>
                <a:gd name="T14" fmla="*/ 239 w 443"/>
                <a:gd name="T15" fmla="*/ 110 h 443"/>
                <a:gd name="T16" fmla="*/ 332 w 443"/>
                <a:gd name="T17" fmla="*/ 239 h 443"/>
                <a:gd name="T18" fmla="*/ 204 w 443"/>
                <a:gd name="T19" fmla="*/ 33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3" h="443">
                  <a:moveTo>
                    <a:pt x="254" y="18"/>
                  </a:moveTo>
                  <a:cubicBezTo>
                    <a:pt x="141" y="0"/>
                    <a:pt x="35" y="77"/>
                    <a:pt x="17" y="189"/>
                  </a:cubicBezTo>
                  <a:cubicBezTo>
                    <a:pt x="0" y="302"/>
                    <a:pt x="76" y="408"/>
                    <a:pt x="189" y="425"/>
                  </a:cubicBezTo>
                  <a:cubicBezTo>
                    <a:pt x="302" y="443"/>
                    <a:pt x="407" y="366"/>
                    <a:pt x="425" y="254"/>
                  </a:cubicBezTo>
                  <a:cubicBezTo>
                    <a:pt x="443" y="141"/>
                    <a:pt x="366" y="36"/>
                    <a:pt x="254" y="18"/>
                  </a:cubicBezTo>
                  <a:moveTo>
                    <a:pt x="204" y="333"/>
                  </a:moveTo>
                  <a:cubicBezTo>
                    <a:pt x="142" y="323"/>
                    <a:pt x="101" y="265"/>
                    <a:pt x="110" y="204"/>
                  </a:cubicBezTo>
                  <a:cubicBezTo>
                    <a:pt x="120" y="143"/>
                    <a:pt x="178" y="101"/>
                    <a:pt x="239" y="110"/>
                  </a:cubicBezTo>
                  <a:cubicBezTo>
                    <a:pt x="300" y="120"/>
                    <a:pt x="342" y="178"/>
                    <a:pt x="332" y="239"/>
                  </a:cubicBezTo>
                  <a:cubicBezTo>
                    <a:pt x="323" y="300"/>
                    <a:pt x="265" y="342"/>
                    <a:pt x="204" y="333"/>
                  </a:cubicBezTo>
                </a:path>
              </a:pathLst>
            </a:custGeom>
            <a:solidFill>
              <a:srgbClr val="F1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8" name="ïśḷïḍè">
              <a:extLst>
                <a:ext uri="{FF2B5EF4-FFF2-40B4-BE49-F238E27FC236}">
                  <a16:creationId xmlns:a16="http://schemas.microsoft.com/office/drawing/2014/main" id="{97C4630F-0DD1-4316-A385-24DE62CD8E20}"/>
                </a:ext>
              </a:extLst>
            </p:cNvPr>
            <p:cNvSpPr/>
            <p:nvPr/>
          </p:nvSpPr>
          <p:spPr bwMode="auto">
            <a:xfrm>
              <a:off x="5661025" y="5516563"/>
              <a:ext cx="3175" cy="80963"/>
            </a:xfrm>
            <a:custGeom>
              <a:avLst/>
              <a:gdLst>
                <a:gd name="T0" fmla="*/ 2 w 2"/>
                <a:gd name="T1" fmla="*/ 0 h 51"/>
                <a:gd name="T2" fmla="*/ 0 w 2"/>
                <a:gd name="T3" fmla="*/ 51 h 51"/>
                <a:gd name="T4" fmla="*/ 0 w 2"/>
                <a:gd name="T5" fmla="*/ 51 h 51"/>
                <a:gd name="T6" fmla="*/ 2 w 2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51">
                  <a:moveTo>
                    <a:pt x="2" y="0"/>
                  </a:moveTo>
                  <a:lnTo>
                    <a:pt x="0" y="51"/>
                  </a:lnTo>
                  <a:lnTo>
                    <a:pt x="0" y="5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9" name="iŝḷîḋe">
              <a:extLst>
                <a:ext uri="{FF2B5EF4-FFF2-40B4-BE49-F238E27FC236}">
                  <a16:creationId xmlns:a16="http://schemas.microsoft.com/office/drawing/2014/main" id="{E0DA50D3-75ED-4559-A7C0-8268EBE4C790}"/>
                </a:ext>
              </a:extLst>
            </p:cNvPr>
            <p:cNvSpPr/>
            <p:nvPr/>
          </p:nvSpPr>
          <p:spPr bwMode="auto">
            <a:xfrm>
              <a:off x="5661025" y="5516563"/>
              <a:ext cx="3175" cy="80963"/>
            </a:xfrm>
            <a:custGeom>
              <a:avLst/>
              <a:gdLst>
                <a:gd name="T0" fmla="*/ 2 w 2"/>
                <a:gd name="T1" fmla="*/ 0 h 51"/>
                <a:gd name="T2" fmla="*/ 0 w 2"/>
                <a:gd name="T3" fmla="*/ 51 h 51"/>
                <a:gd name="T4" fmla="*/ 0 w 2"/>
                <a:gd name="T5" fmla="*/ 51 h 51"/>
                <a:gd name="T6" fmla="*/ 2 w 2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51">
                  <a:moveTo>
                    <a:pt x="2" y="0"/>
                  </a:moveTo>
                  <a:lnTo>
                    <a:pt x="0" y="51"/>
                  </a:lnTo>
                  <a:lnTo>
                    <a:pt x="0" y="51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0" name="ïṡḷíḍé">
              <a:extLst>
                <a:ext uri="{FF2B5EF4-FFF2-40B4-BE49-F238E27FC236}">
                  <a16:creationId xmlns:a16="http://schemas.microsoft.com/office/drawing/2014/main" id="{C93A3678-2038-4E55-9896-CB79F3DDF187}"/>
                </a:ext>
              </a:extLst>
            </p:cNvPr>
            <p:cNvSpPr/>
            <p:nvPr/>
          </p:nvSpPr>
          <p:spPr bwMode="auto">
            <a:xfrm>
              <a:off x="5572125" y="5473701"/>
              <a:ext cx="92075" cy="123825"/>
            </a:xfrm>
            <a:custGeom>
              <a:avLst/>
              <a:gdLst>
                <a:gd name="T0" fmla="*/ 9 w 49"/>
                <a:gd name="T1" fmla="*/ 0 h 66"/>
                <a:gd name="T2" fmla="*/ 0 w 49"/>
                <a:gd name="T3" fmla="*/ 53 h 66"/>
                <a:gd name="T4" fmla="*/ 0 w 49"/>
                <a:gd name="T5" fmla="*/ 53 h 66"/>
                <a:gd name="T6" fmla="*/ 47 w 49"/>
                <a:gd name="T7" fmla="*/ 66 h 66"/>
                <a:gd name="T8" fmla="*/ 49 w 49"/>
                <a:gd name="T9" fmla="*/ 23 h 66"/>
                <a:gd name="T10" fmla="*/ 49 w 49"/>
                <a:gd name="T11" fmla="*/ 22 h 66"/>
                <a:gd name="T12" fmla="*/ 35 w 49"/>
                <a:gd name="T13" fmla="*/ 4 h 66"/>
                <a:gd name="T14" fmla="*/ 35 w 49"/>
                <a:gd name="T15" fmla="*/ 4 h 66"/>
                <a:gd name="T16" fmla="*/ 9 w 49"/>
                <a:gd name="T1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66">
                  <a:moveTo>
                    <a:pt x="9" y="0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7" y="56"/>
                    <a:pt x="32" y="60"/>
                    <a:pt x="47" y="66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49" y="23"/>
                    <a:pt x="49" y="22"/>
                    <a:pt x="49" y="22"/>
                  </a:cubicBezTo>
                  <a:cubicBezTo>
                    <a:pt x="49" y="13"/>
                    <a:pt x="44" y="5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DC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1" name="íṧ1ïde">
              <a:extLst>
                <a:ext uri="{FF2B5EF4-FFF2-40B4-BE49-F238E27FC236}">
                  <a16:creationId xmlns:a16="http://schemas.microsoft.com/office/drawing/2014/main" id="{73387C50-81DA-4159-9150-E6A481E9C9E0}"/>
                </a:ext>
              </a:extLst>
            </p:cNvPr>
            <p:cNvSpPr/>
            <p:nvPr/>
          </p:nvSpPr>
          <p:spPr bwMode="auto">
            <a:xfrm>
              <a:off x="5661025" y="5597526"/>
              <a:ext cx="1588" cy="20638"/>
            </a:xfrm>
            <a:prstGeom prst="rect">
              <a:avLst/>
            </a:prstGeom>
            <a:solidFill>
              <a:srgbClr val="374D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2" name="iṡľïdé">
              <a:extLst>
                <a:ext uri="{FF2B5EF4-FFF2-40B4-BE49-F238E27FC236}">
                  <a16:creationId xmlns:a16="http://schemas.microsoft.com/office/drawing/2014/main" id="{68B4F074-7723-4023-8B37-18C1EC1DBC75}"/>
                </a:ext>
              </a:extLst>
            </p:cNvPr>
            <p:cNvSpPr/>
            <p:nvPr/>
          </p:nvSpPr>
          <p:spPr bwMode="auto">
            <a:xfrm>
              <a:off x="5661025" y="5597526"/>
              <a:ext cx="1588" cy="20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3" name="ísḻídé">
              <a:extLst>
                <a:ext uri="{FF2B5EF4-FFF2-40B4-BE49-F238E27FC236}">
                  <a16:creationId xmlns:a16="http://schemas.microsoft.com/office/drawing/2014/main" id="{C504E2B1-ADFB-4E46-A08B-3D5E1BD0C8E3}"/>
                </a:ext>
              </a:extLst>
            </p:cNvPr>
            <p:cNvSpPr/>
            <p:nvPr/>
          </p:nvSpPr>
          <p:spPr bwMode="auto">
            <a:xfrm>
              <a:off x="5570538" y="5572126"/>
              <a:ext cx="90488" cy="46038"/>
            </a:xfrm>
            <a:custGeom>
              <a:avLst/>
              <a:gdLst>
                <a:gd name="T0" fmla="*/ 1 w 48"/>
                <a:gd name="T1" fmla="*/ 0 h 24"/>
                <a:gd name="T2" fmla="*/ 0 w 48"/>
                <a:gd name="T3" fmla="*/ 11 h 24"/>
                <a:gd name="T4" fmla="*/ 0 w 48"/>
                <a:gd name="T5" fmla="*/ 11 h 24"/>
                <a:gd name="T6" fmla="*/ 48 w 48"/>
                <a:gd name="T7" fmla="*/ 24 h 24"/>
                <a:gd name="T8" fmla="*/ 48 w 48"/>
                <a:gd name="T9" fmla="*/ 13 h 24"/>
                <a:gd name="T10" fmla="*/ 1 w 48"/>
                <a:gd name="T11" fmla="*/ 0 h 24"/>
                <a:gd name="T12" fmla="*/ 1 w 48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4">
                  <a:moveTo>
                    <a:pt x="1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7" y="13"/>
                    <a:pt x="33" y="18"/>
                    <a:pt x="48" y="2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33" y="7"/>
                    <a:pt x="18" y="3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C9C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4" name="ïŝḷîḑè">
              <a:extLst>
                <a:ext uri="{FF2B5EF4-FFF2-40B4-BE49-F238E27FC236}">
                  <a16:creationId xmlns:a16="http://schemas.microsoft.com/office/drawing/2014/main" id="{55124894-956E-467B-A5E2-8E83183B7548}"/>
                </a:ext>
              </a:extLst>
            </p:cNvPr>
            <p:cNvSpPr/>
            <p:nvPr/>
          </p:nvSpPr>
          <p:spPr bwMode="auto">
            <a:xfrm>
              <a:off x="5911850" y="5880101"/>
              <a:ext cx="71438" cy="36513"/>
            </a:xfrm>
            <a:custGeom>
              <a:avLst/>
              <a:gdLst>
                <a:gd name="T0" fmla="*/ 45 w 45"/>
                <a:gd name="T1" fmla="*/ 0 h 23"/>
                <a:gd name="T2" fmla="*/ 0 w 45"/>
                <a:gd name="T3" fmla="*/ 23 h 23"/>
                <a:gd name="T4" fmla="*/ 0 w 45"/>
                <a:gd name="T5" fmla="*/ 23 h 23"/>
                <a:gd name="T6" fmla="*/ 45 w 45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23">
                  <a:moveTo>
                    <a:pt x="45" y="0"/>
                  </a:moveTo>
                  <a:lnTo>
                    <a:pt x="0" y="23"/>
                  </a:lnTo>
                  <a:lnTo>
                    <a:pt x="0" y="2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5" name="iś1iďe">
              <a:extLst>
                <a:ext uri="{FF2B5EF4-FFF2-40B4-BE49-F238E27FC236}">
                  <a16:creationId xmlns:a16="http://schemas.microsoft.com/office/drawing/2014/main" id="{0476B992-4102-4A90-B9EA-9120D5395058}"/>
                </a:ext>
              </a:extLst>
            </p:cNvPr>
            <p:cNvSpPr/>
            <p:nvPr/>
          </p:nvSpPr>
          <p:spPr bwMode="auto">
            <a:xfrm>
              <a:off x="5911850" y="5880101"/>
              <a:ext cx="71438" cy="36513"/>
            </a:xfrm>
            <a:custGeom>
              <a:avLst/>
              <a:gdLst>
                <a:gd name="T0" fmla="*/ 45 w 45"/>
                <a:gd name="T1" fmla="*/ 0 h 23"/>
                <a:gd name="T2" fmla="*/ 0 w 45"/>
                <a:gd name="T3" fmla="*/ 23 h 23"/>
                <a:gd name="T4" fmla="*/ 0 w 45"/>
                <a:gd name="T5" fmla="*/ 23 h 23"/>
                <a:gd name="T6" fmla="*/ 45 w 45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23">
                  <a:moveTo>
                    <a:pt x="45" y="0"/>
                  </a:moveTo>
                  <a:lnTo>
                    <a:pt x="0" y="23"/>
                  </a:lnTo>
                  <a:lnTo>
                    <a:pt x="0" y="23"/>
                  </a:lnTo>
                  <a:lnTo>
                    <a:pt x="4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6" name="ïṥļîdé">
              <a:extLst>
                <a:ext uri="{FF2B5EF4-FFF2-40B4-BE49-F238E27FC236}">
                  <a16:creationId xmlns:a16="http://schemas.microsoft.com/office/drawing/2014/main" id="{0E64BF4D-A196-4952-8028-AB7F7A833F4D}"/>
                </a:ext>
              </a:extLst>
            </p:cNvPr>
            <p:cNvSpPr/>
            <p:nvPr/>
          </p:nvSpPr>
          <p:spPr bwMode="auto">
            <a:xfrm>
              <a:off x="5846763" y="5726113"/>
              <a:ext cx="157163" cy="190500"/>
            </a:xfrm>
            <a:custGeom>
              <a:avLst/>
              <a:gdLst>
                <a:gd name="T0" fmla="*/ 47 w 84"/>
                <a:gd name="T1" fmla="*/ 0 h 102"/>
                <a:gd name="T2" fmla="*/ 42 w 84"/>
                <a:gd name="T3" fmla="*/ 0 h 102"/>
                <a:gd name="T4" fmla="*/ 42 w 84"/>
                <a:gd name="T5" fmla="*/ 0 h 102"/>
                <a:gd name="T6" fmla="*/ 0 w 84"/>
                <a:gd name="T7" fmla="*/ 12 h 102"/>
                <a:gd name="T8" fmla="*/ 35 w 84"/>
                <a:gd name="T9" fmla="*/ 102 h 102"/>
                <a:gd name="T10" fmla="*/ 73 w 84"/>
                <a:gd name="T11" fmla="*/ 82 h 102"/>
                <a:gd name="T12" fmla="*/ 84 w 84"/>
                <a:gd name="T13" fmla="*/ 66 h 102"/>
                <a:gd name="T14" fmla="*/ 83 w 84"/>
                <a:gd name="T15" fmla="*/ 61 h 102"/>
                <a:gd name="T16" fmla="*/ 64 w 84"/>
                <a:gd name="T17" fmla="*/ 10 h 102"/>
                <a:gd name="T18" fmla="*/ 47 w 84"/>
                <a:gd name="T19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102">
                  <a:moveTo>
                    <a:pt x="47" y="0"/>
                  </a:moveTo>
                  <a:cubicBezTo>
                    <a:pt x="46" y="0"/>
                    <a:pt x="44" y="0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8" y="38"/>
                    <a:pt x="30" y="69"/>
                    <a:pt x="35" y="102"/>
                  </a:cubicBezTo>
                  <a:cubicBezTo>
                    <a:pt x="73" y="82"/>
                    <a:pt x="73" y="82"/>
                    <a:pt x="73" y="82"/>
                  </a:cubicBezTo>
                  <a:cubicBezTo>
                    <a:pt x="80" y="79"/>
                    <a:pt x="84" y="73"/>
                    <a:pt x="84" y="66"/>
                  </a:cubicBezTo>
                  <a:cubicBezTo>
                    <a:pt x="84" y="64"/>
                    <a:pt x="84" y="62"/>
                    <a:pt x="83" y="61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61" y="4"/>
                    <a:pt x="55" y="0"/>
                    <a:pt x="47" y="0"/>
                  </a:cubicBezTo>
                </a:path>
              </a:pathLst>
            </a:custGeom>
            <a:solidFill>
              <a:srgbClr val="DC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7" name="iš1îḓe">
              <a:extLst>
                <a:ext uri="{FF2B5EF4-FFF2-40B4-BE49-F238E27FC236}">
                  <a16:creationId xmlns:a16="http://schemas.microsoft.com/office/drawing/2014/main" id="{D11A9929-AF4D-425E-8BB2-BB44A12CE5B3}"/>
                </a:ext>
              </a:extLst>
            </p:cNvPr>
            <p:cNvSpPr/>
            <p:nvPr/>
          </p:nvSpPr>
          <p:spPr bwMode="auto">
            <a:xfrm>
              <a:off x="5892800" y="5916613"/>
              <a:ext cx="19050" cy="9525"/>
            </a:xfrm>
            <a:custGeom>
              <a:avLst/>
              <a:gdLst>
                <a:gd name="T0" fmla="*/ 12 w 12"/>
                <a:gd name="T1" fmla="*/ 0 h 6"/>
                <a:gd name="T2" fmla="*/ 0 w 12"/>
                <a:gd name="T3" fmla="*/ 6 h 6"/>
                <a:gd name="T4" fmla="*/ 0 w 12"/>
                <a:gd name="T5" fmla="*/ 6 h 6"/>
                <a:gd name="T6" fmla="*/ 12 w 12"/>
                <a:gd name="T7" fmla="*/ 0 h 6"/>
                <a:gd name="T8" fmla="*/ 12 w 12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6">
                  <a:moveTo>
                    <a:pt x="12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74D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8" name="ïśļïḋe">
              <a:extLst>
                <a:ext uri="{FF2B5EF4-FFF2-40B4-BE49-F238E27FC236}">
                  <a16:creationId xmlns:a16="http://schemas.microsoft.com/office/drawing/2014/main" id="{9A739AE1-24B8-4470-96FA-B3C68D217B1C}"/>
                </a:ext>
              </a:extLst>
            </p:cNvPr>
            <p:cNvSpPr/>
            <p:nvPr/>
          </p:nvSpPr>
          <p:spPr bwMode="auto">
            <a:xfrm>
              <a:off x="5892800" y="5916613"/>
              <a:ext cx="19050" cy="9525"/>
            </a:xfrm>
            <a:custGeom>
              <a:avLst/>
              <a:gdLst>
                <a:gd name="T0" fmla="*/ 12 w 12"/>
                <a:gd name="T1" fmla="*/ 0 h 6"/>
                <a:gd name="T2" fmla="*/ 0 w 12"/>
                <a:gd name="T3" fmla="*/ 6 h 6"/>
                <a:gd name="T4" fmla="*/ 0 w 12"/>
                <a:gd name="T5" fmla="*/ 6 h 6"/>
                <a:gd name="T6" fmla="*/ 12 w 12"/>
                <a:gd name="T7" fmla="*/ 0 h 6"/>
                <a:gd name="T8" fmla="*/ 12 w 12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6">
                  <a:moveTo>
                    <a:pt x="12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12" y="0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9" name="iṩliḑé">
              <a:extLst>
                <a:ext uri="{FF2B5EF4-FFF2-40B4-BE49-F238E27FC236}">
                  <a16:creationId xmlns:a16="http://schemas.microsoft.com/office/drawing/2014/main" id="{BF7BA96F-8AF7-49C7-8765-898B5EB7FE26}"/>
                </a:ext>
              </a:extLst>
            </p:cNvPr>
            <p:cNvSpPr/>
            <p:nvPr/>
          </p:nvSpPr>
          <p:spPr bwMode="auto">
            <a:xfrm>
              <a:off x="5827713" y="5748338"/>
              <a:ext cx="84138" cy="177800"/>
            </a:xfrm>
            <a:custGeom>
              <a:avLst/>
              <a:gdLst>
                <a:gd name="T0" fmla="*/ 10 w 45"/>
                <a:gd name="T1" fmla="*/ 0 h 95"/>
                <a:gd name="T2" fmla="*/ 0 w 45"/>
                <a:gd name="T3" fmla="*/ 2 h 95"/>
                <a:gd name="T4" fmla="*/ 35 w 45"/>
                <a:gd name="T5" fmla="*/ 95 h 95"/>
                <a:gd name="T6" fmla="*/ 45 w 45"/>
                <a:gd name="T7" fmla="*/ 90 h 95"/>
                <a:gd name="T8" fmla="*/ 10 w 45"/>
                <a:gd name="T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95">
                  <a:moveTo>
                    <a:pt x="1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9" y="30"/>
                    <a:pt x="31" y="61"/>
                    <a:pt x="35" y="95"/>
                  </a:cubicBezTo>
                  <a:cubicBezTo>
                    <a:pt x="45" y="90"/>
                    <a:pt x="45" y="90"/>
                    <a:pt x="45" y="90"/>
                  </a:cubicBezTo>
                  <a:cubicBezTo>
                    <a:pt x="40" y="57"/>
                    <a:pt x="28" y="26"/>
                    <a:pt x="10" y="0"/>
                  </a:cubicBezTo>
                </a:path>
              </a:pathLst>
            </a:custGeom>
            <a:solidFill>
              <a:srgbClr val="C9C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0" name="ïš1îḓê">
              <a:extLst>
                <a:ext uri="{FF2B5EF4-FFF2-40B4-BE49-F238E27FC236}">
                  <a16:creationId xmlns:a16="http://schemas.microsoft.com/office/drawing/2014/main" id="{42A377D8-6AD2-44FD-89E2-8A1E4379BFB6}"/>
                </a:ext>
              </a:extLst>
            </p:cNvPr>
            <p:cNvSpPr/>
            <p:nvPr/>
          </p:nvSpPr>
          <p:spPr bwMode="auto">
            <a:xfrm>
              <a:off x="5891213" y="6032501"/>
              <a:ext cx="0" cy="7938"/>
            </a:xfrm>
            <a:custGeom>
              <a:avLst/>
              <a:gdLst>
                <a:gd name="T0" fmla="*/ 4 h 4"/>
                <a:gd name="T1" fmla="*/ 4 h 4"/>
                <a:gd name="T2" fmla="*/ 4 h 4"/>
                <a:gd name="T3" fmla="*/ 3 h 4"/>
                <a:gd name="T4" fmla="*/ 4 h 4"/>
                <a:gd name="T5" fmla="*/ 3 h 4"/>
                <a:gd name="T6" fmla="*/ 2 h 4"/>
                <a:gd name="T7" fmla="*/ 3 h 4"/>
                <a:gd name="T8" fmla="*/ 2 h 4"/>
                <a:gd name="T9" fmla="*/ 2 h 4"/>
                <a:gd name="T10" fmla="*/ 2 h 4"/>
                <a:gd name="T11" fmla="*/ 2 h 4"/>
                <a:gd name="T12" fmla="*/ 1 h 4"/>
                <a:gd name="T13" fmla="*/ 1 h 4"/>
                <a:gd name="T14" fmla="*/ 1 h 4"/>
                <a:gd name="T15" fmla="*/ 1 h 4"/>
                <a:gd name="T16" fmla="*/ 1 h 4"/>
                <a:gd name="T17" fmla="*/ 1 h 4"/>
                <a:gd name="T18" fmla="*/ 0 h 4"/>
                <a:gd name="T19" fmla="*/ 0 h 4"/>
                <a:gd name="T20" fmla="*/ 0 h 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  <a:cxn ang="0">
                  <a:pos x="0" y="T11"/>
                </a:cxn>
                <a:cxn ang="0">
                  <a:pos x="0" y="T12"/>
                </a:cxn>
                <a:cxn ang="0">
                  <a:pos x="0" y="T13"/>
                </a:cxn>
                <a:cxn ang="0">
                  <a:pos x="0" y="T14"/>
                </a:cxn>
                <a:cxn ang="0">
                  <a:pos x="0" y="T15"/>
                </a:cxn>
                <a:cxn ang="0">
                  <a:pos x="0" y="T16"/>
                </a:cxn>
                <a:cxn ang="0">
                  <a:pos x="0" y="T17"/>
                </a:cxn>
                <a:cxn ang="0">
                  <a:pos x="0" y="T18"/>
                </a:cxn>
                <a:cxn ang="0">
                  <a:pos x="0" y="T19"/>
                </a:cxn>
                <a:cxn ang="0">
                  <a:pos x="0" y="T20"/>
                </a:cxn>
              </a:cxnLst>
              <a:rect l="0" t="0" r="r" b="b"/>
              <a:pathLst>
                <a:path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2"/>
                  </a:move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74D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1" name="ïşľiďé">
              <a:extLst>
                <a:ext uri="{FF2B5EF4-FFF2-40B4-BE49-F238E27FC236}">
                  <a16:creationId xmlns:a16="http://schemas.microsoft.com/office/drawing/2014/main" id="{BDDAC699-3814-459C-8735-A712C4759FB6}"/>
                </a:ext>
              </a:extLst>
            </p:cNvPr>
            <p:cNvSpPr/>
            <p:nvPr/>
          </p:nvSpPr>
          <p:spPr bwMode="auto">
            <a:xfrm>
              <a:off x="5759450" y="6153151"/>
              <a:ext cx="182563" cy="184150"/>
            </a:xfrm>
            <a:custGeom>
              <a:avLst/>
              <a:gdLst>
                <a:gd name="T0" fmla="*/ 0 w 97"/>
                <a:gd name="T1" fmla="*/ 75 h 99"/>
                <a:gd name="T2" fmla="*/ 0 w 97"/>
                <a:gd name="T3" fmla="*/ 75 h 99"/>
                <a:gd name="T4" fmla="*/ 36 w 97"/>
                <a:gd name="T5" fmla="*/ 99 h 99"/>
                <a:gd name="T6" fmla="*/ 0 w 97"/>
                <a:gd name="T7" fmla="*/ 75 h 99"/>
                <a:gd name="T8" fmla="*/ 61 w 97"/>
                <a:gd name="T9" fmla="*/ 0 h 99"/>
                <a:gd name="T10" fmla="*/ 61 w 97"/>
                <a:gd name="T11" fmla="*/ 0 h 99"/>
                <a:gd name="T12" fmla="*/ 92 w 97"/>
                <a:gd name="T13" fmla="*/ 31 h 99"/>
                <a:gd name="T14" fmla="*/ 97 w 97"/>
                <a:gd name="T15" fmla="*/ 44 h 99"/>
                <a:gd name="T16" fmla="*/ 92 w 97"/>
                <a:gd name="T17" fmla="*/ 31 h 99"/>
                <a:gd name="T18" fmla="*/ 61 w 97"/>
                <a:gd name="T19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99">
                  <a:moveTo>
                    <a:pt x="0" y="75"/>
                  </a:moveTo>
                  <a:cubicBezTo>
                    <a:pt x="0" y="75"/>
                    <a:pt x="0" y="75"/>
                    <a:pt x="0" y="75"/>
                  </a:cubicBezTo>
                  <a:cubicBezTo>
                    <a:pt x="36" y="99"/>
                    <a:pt x="36" y="99"/>
                    <a:pt x="36" y="99"/>
                  </a:cubicBezTo>
                  <a:cubicBezTo>
                    <a:pt x="0" y="75"/>
                    <a:pt x="0" y="75"/>
                    <a:pt x="0" y="75"/>
                  </a:cubicBezTo>
                  <a:moveTo>
                    <a:pt x="61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5" y="34"/>
                    <a:pt x="97" y="39"/>
                    <a:pt x="97" y="44"/>
                  </a:cubicBezTo>
                  <a:cubicBezTo>
                    <a:pt x="97" y="39"/>
                    <a:pt x="95" y="34"/>
                    <a:pt x="92" y="31"/>
                  </a:cubicBezTo>
                  <a:cubicBezTo>
                    <a:pt x="61" y="0"/>
                    <a:pt x="61" y="0"/>
                    <a:pt x="61" y="0"/>
                  </a:cubicBezTo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2" name="iṣ1íde">
              <a:extLst>
                <a:ext uri="{FF2B5EF4-FFF2-40B4-BE49-F238E27FC236}">
                  <a16:creationId xmlns:a16="http://schemas.microsoft.com/office/drawing/2014/main" id="{B5B3A812-BC0F-4526-B19B-0D8553176860}"/>
                </a:ext>
              </a:extLst>
            </p:cNvPr>
            <p:cNvSpPr/>
            <p:nvPr/>
          </p:nvSpPr>
          <p:spPr bwMode="auto">
            <a:xfrm>
              <a:off x="5759450" y="6153151"/>
              <a:ext cx="182563" cy="190500"/>
            </a:xfrm>
            <a:custGeom>
              <a:avLst/>
              <a:gdLst>
                <a:gd name="T0" fmla="*/ 61 w 97"/>
                <a:gd name="T1" fmla="*/ 0 h 102"/>
                <a:gd name="T2" fmla="*/ 0 w 97"/>
                <a:gd name="T3" fmla="*/ 75 h 102"/>
                <a:gd name="T4" fmla="*/ 36 w 97"/>
                <a:gd name="T5" fmla="*/ 99 h 102"/>
                <a:gd name="T6" fmla="*/ 47 w 97"/>
                <a:gd name="T7" fmla="*/ 102 h 102"/>
                <a:gd name="T8" fmla="*/ 60 w 97"/>
                <a:gd name="T9" fmla="*/ 96 h 102"/>
                <a:gd name="T10" fmla="*/ 94 w 97"/>
                <a:gd name="T11" fmla="*/ 54 h 102"/>
                <a:gd name="T12" fmla="*/ 97 w 97"/>
                <a:gd name="T13" fmla="*/ 44 h 102"/>
                <a:gd name="T14" fmla="*/ 92 w 97"/>
                <a:gd name="T15" fmla="*/ 31 h 102"/>
                <a:gd name="T16" fmla="*/ 61 w 97"/>
                <a:gd name="T1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02">
                  <a:moveTo>
                    <a:pt x="61" y="0"/>
                  </a:moveTo>
                  <a:cubicBezTo>
                    <a:pt x="46" y="30"/>
                    <a:pt x="25" y="55"/>
                    <a:pt x="0" y="75"/>
                  </a:cubicBezTo>
                  <a:cubicBezTo>
                    <a:pt x="36" y="99"/>
                    <a:pt x="36" y="99"/>
                    <a:pt x="36" y="99"/>
                  </a:cubicBezTo>
                  <a:cubicBezTo>
                    <a:pt x="40" y="101"/>
                    <a:pt x="43" y="102"/>
                    <a:pt x="47" y="102"/>
                  </a:cubicBezTo>
                  <a:cubicBezTo>
                    <a:pt x="52" y="102"/>
                    <a:pt x="57" y="100"/>
                    <a:pt x="60" y="96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6" y="51"/>
                    <a:pt x="97" y="48"/>
                    <a:pt x="97" y="44"/>
                  </a:cubicBezTo>
                  <a:cubicBezTo>
                    <a:pt x="97" y="39"/>
                    <a:pt x="95" y="34"/>
                    <a:pt x="92" y="31"/>
                  </a:cubicBezTo>
                  <a:cubicBezTo>
                    <a:pt x="61" y="0"/>
                    <a:pt x="61" y="0"/>
                    <a:pt x="61" y="0"/>
                  </a:cubicBezTo>
                </a:path>
              </a:pathLst>
            </a:custGeom>
            <a:solidFill>
              <a:srgbClr val="DC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3" name="í$ḻîḑè">
              <a:extLst>
                <a:ext uri="{FF2B5EF4-FFF2-40B4-BE49-F238E27FC236}">
                  <a16:creationId xmlns:a16="http://schemas.microsoft.com/office/drawing/2014/main" id="{8D51E147-B5C7-4F66-B2D7-2D8C5CCDCDF3}"/>
                </a:ext>
              </a:extLst>
            </p:cNvPr>
            <p:cNvSpPr/>
            <p:nvPr/>
          </p:nvSpPr>
          <p:spPr bwMode="auto">
            <a:xfrm>
              <a:off x="5743575" y="6137276"/>
              <a:ext cx="130175" cy="155575"/>
            </a:xfrm>
            <a:custGeom>
              <a:avLst/>
              <a:gdLst>
                <a:gd name="T0" fmla="*/ 0 w 70"/>
                <a:gd name="T1" fmla="*/ 77 h 83"/>
                <a:gd name="T2" fmla="*/ 0 w 70"/>
                <a:gd name="T3" fmla="*/ 77 h 83"/>
                <a:gd name="T4" fmla="*/ 9 w 70"/>
                <a:gd name="T5" fmla="*/ 83 h 83"/>
                <a:gd name="T6" fmla="*/ 9 w 70"/>
                <a:gd name="T7" fmla="*/ 83 h 83"/>
                <a:gd name="T8" fmla="*/ 0 w 70"/>
                <a:gd name="T9" fmla="*/ 77 h 83"/>
                <a:gd name="T10" fmla="*/ 62 w 70"/>
                <a:gd name="T11" fmla="*/ 0 h 83"/>
                <a:gd name="T12" fmla="*/ 62 w 70"/>
                <a:gd name="T13" fmla="*/ 0 h 83"/>
                <a:gd name="T14" fmla="*/ 70 w 70"/>
                <a:gd name="T15" fmla="*/ 8 h 83"/>
                <a:gd name="T16" fmla="*/ 70 w 70"/>
                <a:gd name="T17" fmla="*/ 8 h 83"/>
                <a:gd name="T18" fmla="*/ 62 w 70"/>
                <a:gd name="T19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83">
                  <a:moveTo>
                    <a:pt x="0" y="77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0" y="77"/>
                    <a:pt x="0" y="77"/>
                    <a:pt x="0" y="77"/>
                  </a:cubicBezTo>
                  <a:moveTo>
                    <a:pt x="62" y="0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2" y="0"/>
                    <a:pt x="62" y="0"/>
                    <a:pt x="62" y="0"/>
                  </a:cubicBezTo>
                </a:path>
              </a:pathLst>
            </a:custGeom>
            <a:solidFill>
              <a:srgbClr val="374D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4" name="ï$1idè">
              <a:extLst>
                <a:ext uri="{FF2B5EF4-FFF2-40B4-BE49-F238E27FC236}">
                  <a16:creationId xmlns:a16="http://schemas.microsoft.com/office/drawing/2014/main" id="{DD628357-BDF1-41A3-9F6B-BD3EFACA3CED}"/>
                </a:ext>
              </a:extLst>
            </p:cNvPr>
            <p:cNvSpPr/>
            <p:nvPr/>
          </p:nvSpPr>
          <p:spPr bwMode="auto">
            <a:xfrm>
              <a:off x="5743575" y="6137276"/>
              <a:ext cx="130175" cy="155575"/>
            </a:xfrm>
            <a:custGeom>
              <a:avLst/>
              <a:gdLst>
                <a:gd name="T0" fmla="*/ 62 w 70"/>
                <a:gd name="T1" fmla="*/ 0 h 83"/>
                <a:gd name="T2" fmla="*/ 0 w 70"/>
                <a:gd name="T3" fmla="*/ 77 h 83"/>
                <a:gd name="T4" fmla="*/ 9 w 70"/>
                <a:gd name="T5" fmla="*/ 83 h 83"/>
                <a:gd name="T6" fmla="*/ 70 w 70"/>
                <a:gd name="T7" fmla="*/ 8 h 83"/>
                <a:gd name="T8" fmla="*/ 62 w 70"/>
                <a:gd name="T9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83">
                  <a:moveTo>
                    <a:pt x="62" y="0"/>
                  </a:moveTo>
                  <a:cubicBezTo>
                    <a:pt x="48" y="31"/>
                    <a:pt x="26" y="57"/>
                    <a:pt x="0" y="77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34" y="63"/>
                    <a:pt x="55" y="38"/>
                    <a:pt x="70" y="8"/>
                  </a:cubicBezTo>
                  <a:cubicBezTo>
                    <a:pt x="62" y="0"/>
                    <a:pt x="62" y="0"/>
                    <a:pt x="62" y="0"/>
                  </a:cubicBezTo>
                </a:path>
              </a:pathLst>
            </a:custGeom>
            <a:solidFill>
              <a:srgbClr val="C9C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5" name="ïŝḻïḓe">
              <a:extLst>
                <a:ext uri="{FF2B5EF4-FFF2-40B4-BE49-F238E27FC236}">
                  <a16:creationId xmlns:a16="http://schemas.microsoft.com/office/drawing/2014/main" id="{6601D38B-0E76-4A43-B822-110A9D91E101}"/>
                </a:ext>
              </a:extLst>
            </p:cNvPr>
            <p:cNvSpPr/>
            <p:nvPr/>
          </p:nvSpPr>
          <p:spPr bwMode="auto">
            <a:xfrm>
              <a:off x="5476875" y="6183313"/>
              <a:ext cx="31750" cy="1588"/>
            </a:xfrm>
            <a:custGeom>
              <a:avLst/>
              <a:gdLst>
                <a:gd name="T0" fmla="*/ 0 w 17"/>
                <a:gd name="T1" fmla="*/ 0 h 1"/>
                <a:gd name="T2" fmla="*/ 0 w 17"/>
                <a:gd name="T3" fmla="*/ 0 h 1"/>
                <a:gd name="T4" fmla="*/ 17 w 17"/>
                <a:gd name="T5" fmla="*/ 1 h 1"/>
                <a:gd name="T6" fmla="*/ 17 w 17"/>
                <a:gd name="T7" fmla="*/ 1 h 1"/>
                <a:gd name="T8" fmla="*/ 0 w 1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1"/>
                    <a:pt x="12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2" y="1"/>
                    <a:pt x="6" y="1"/>
                    <a:pt x="0" y="0"/>
                  </a:cubicBezTo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6" name="îṥlíḓê">
              <a:extLst>
                <a:ext uri="{FF2B5EF4-FFF2-40B4-BE49-F238E27FC236}">
                  <a16:creationId xmlns:a16="http://schemas.microsoft.com/office/drawing/2014/main" id="{17E799A1-558D-4F7F-99F0-27C1E42D0E31}"/>
                </a:ext>
              </a:extLst>
            </p:cNvPr>
            <p:cNvSpPr/>
            <p:nvPr/>
          </p:nvSpPr>
          <p:spPr bwMode="auto">
            <a:xfrm>
              <a:off x="5476875" y="61833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C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7" name="îŝliḓé">
              <a:extLst>
                <a:ext uri="{FF2B5EF4-FFF2-40B4-BE49-F238E27FC236}">
                  <a16:creationId xmlns:a16="http://schemas.microsoft.com/office/drawing/2014/main" id="{049EE8A8-F3C6-4F41-AC42-BB8ED3C05DC5}"/>
                </a:ext>
              </a:extLst>
            </p:cNvPr>
            <p:cNvSpPr/>
            <p:nvPr/>
          </p:nvSpPr>
          <p:spPr bwMode="auto">
            <a:xfrm>
              <a:off x="5430838" y="6473826"/>
              <a:ext cx="47625" cy="7938"/>
            </a:xfrm>
            <a:custGeom>
              <a:avLst/>
              <a:gdLst>
                <a:gd name="T0" fmla="*/ 0 w 30"/>
                <a:gd name="T1" fmla="*/ 0 h 5"/>
                <a:gd name="T2" fmla="*/ 0 w 30"/>
                <a:gd name="T3" fmla="*/ 0 h 5"/>
                <a:gd name="T4" fmla="*/ 30 w 30"/>
                <a:gd name="T5" fmla="*/ 5 h 5"/>
                <a:gd name="T6" fmla="*/ 0 w 30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5">
                  <a:moveTo>
                    <a:pt x="0" y="0"/>
                  </a:moveTo>
                  <a:lnTo>
                    <a:pt x="0" y="0"/>
                  </a:lnTo>
                  <a:lnTo>
                    <a:pt x="3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8" name="ïšliḓè">
              <a:extLst>
                <a:ext uri="{FF2B5EF4-FFF2-40B4-BE49-F238E27FC236}">
                  <a16:creationId xmlns:a16="http://schemas.microsoft.com/office/drawing/2014/main" id="{41F8876B-F2EB-4912-8FA7-1EC1AB9ACBD6}"/>
                </a:ext>
              </a:extLst>
            </p:cNvPr>
            <p:cNvSpPr/>
            <p:nvPr/>
          </p:nvSpPr>
          <p:spPr bwMode="auto">
            <a:xfrm>
              <a:off x="5430838" y="6473826"/>
              <a:ext cx="47625" cy="7938"/>
            </a:xfrm>
            <a:custGeom>
              <a:avLst/>
              <a:gdLst>
                <a:gd name="T0" fmla="*/ 0 w 30"/>
                <a:gd name="T1" fmla="*/ 0 h 5"/>
                <a:gd name="T2" fmla="*/ 0 w 30"/>
                <a:gd name="T3" fmla="*/ 0 h 5"/>
                <a:gd name="T4" fmla="*/ 30 w 30"/>
                <a:gd name="T5" fmla="*/ 5 h 5"/>
                <a:gd name="T6" fmla="*/ 0 w 30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5">
                  <a:moveTo>
                    <a:pt x="0" y="0"/>
                  </a:moveTo>
                  <a:lnTo>
                    <a:pt x="0" y="0"/>
                  </a:lnTo>
                  <a:lnTo>
                    <a:pt x="30" y="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9" name="î$lïďè">
              <a:extLst>
                <a:ext uri="{FF2B5EF4-FFF2-40B4-BE49-F238E27FC236}">
                  <a16:creationId xmlns:a16="http://schemas.microsoft.com/office/drawing/2014/main" id="{7C7DEA02-F017-483D-A319-A5B25D3C4397}"/>
                </a:ext>
              </a:extLst>
            </p:cNvPr>
            <p:cNvSpPr/>
            <p:nvPr/>
          </p:nvSpPr>
          <p:spPr bwMode="auto">
            <a:xfrm>
              <a:off x="5430838" y="6375401"/>
              <a:ext cx="106363" cy="107950"/>
            </a:xfrm>
            <a:custGeom>
              <a:avLst/>
              <a:gdLst>
                <a:gd name="T0" fmla="*/ 8 w 57"/>
                <a:gd name="T1" fmla="*/ 0 h 58"/>
                <a:gd name="T2" fmla="*/ 0 w 57"/>
                <a:gd name="T3" fmla="*/ 53 h 58"/>
                <a:gd name="T4" fmla="*/ 26 w 57"/>
                <a:gd name="T5" fmla="*/ 57 h 58"/>
                <a:gd name="T6" fmla="*/ 29 w 57"/>
                <a:gd name="T7" fmla="*/ 58 h 58"/>
                <a:gd name="T8" fmla="*/ 46 w 57"/>
                <a:gd name="T9" fmla="*/ 44 h 58"/>
                <a:gd name="T10" fmla="*/ 57 w 57"/>
                <a:gd name="T11" fmla="*/ 2 h 58"/>
                <a:gd name="T12" fmla="*/ 43 w 57"/>
                <a:gd name="T13" fmla="*/ 2 h 58"/>
                <a:gd name="T14" fmla="*/ 8 w 57"/>
                <a:gd name="T15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58">
                  <a:moveTo>
                    <a:pt x="8" y="0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7" y="58"/>
                    <a:pt x="28" y="58"/>
                    <a:pt x="29" y="58"/>
                  </a:cubicBezTo>
                  <a:cubicBezTo>
                    <a:pt x="36" y="58"/>
                    <a:pt x="43" y="52"/>
                    <a:pt x="46" y="44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2" y="2"/>
                    <a:pt x="47" y="2"/>
                    <a:pt x="43" y="2"/>
                  </a:cubicBezTo>
                  <a:cubicBezTo>
                    <a:pt x="31" y="2"/>
                    <a:pt x="20" y="1"/>
                    <a:pt x="8" y="0"/>
                  </a:cubicBezTo>
                </a:path>
              </a:pathLst>
            </a:custGeom>
            <a:solidFill>
              <a:srgbClr val="DC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0" name="îšḻïḋè">
              <a:extLst>
                <a:ext uri="{FF2B5EF4-FFF2-40B4-BE49-F238E27FC236}">
                  <a16:creationId xmlns:a16="http://schemas.microsoft.com/office/drawing/2014/main" id="{9D7F391C-9BFF-46F4-BD28-9F7A35EB0586}"/>
                </a:ext>
              </a:extLst>
            </p:cNvPr>
            <p:cNvSpPr/>
            <p:nvPr/>
          </p:nvSpPr>
          <p:spPr bwMode="auto">
            <a:xfrm>
              <a:off x="5445125" y="6354763"/>
              <a:ext cx="96838" cy="23813"/>
            </a:xfrm>
            <a:custGeom>
              <a:avLst/>
              <a:gdLst>
                <a:gd name="T0" fmla="*/ 2 w 52"/>
                <a:gd name="T1" fmla="*/ 0 h 13"/>
                <a:gd name="T2" fmla="*/ 0 w 52"/>
                <a:gd name="T3" fmla="*/ 11 h 13"/>
                <a:gd name="T4" fmla="*/ 35 w 52"/>
                <a:gd name="T5" fmla="*/ 13 h 13"/>
                <a:gd name="T6" fmla="*/ 49 w 52"/>
                <a:gd name="T7" fmla="*/ 13 h 13"/>
                <a:gd name="T8" fmla="*/ 52 w 52"/>
                <a:gd name="T9" fmla="*/ 2 h 13"/>
                <a:gd name="T10" fmla="*/ 35 w 52"/>
                <a:gd name="T11" fmla="*/ 3 h 13"/>
                <a:gd name="T12" fmla="*/ 2 w 52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3">
                  <a:moveTo>
                    <a:pt x="2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12" y="12"/>
                    <a:pt x="23" y="13"/>
                    <a:pt x="35" y="13"/>
                  </a:cubicBezTo>
                  <a:cubicBezTo>
                    <a:pt x="39" y="13"/>
                    <a:pt x="44" y="13"/>
                    <a:pt x="49" y="13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46" y="3"/>
                    <a:pt x="40" y="3"/>
                    <a:pt x="35" y="3"/>
                  </a:cubicBezTo>
                  <a:cubicBezTo>
                    <a:pt x="24" y="3"/>
                    <a:pt x="13" y="2"/>
                    <a:pt x="2" y="0"/>
                  </a:cubicBezTo>
                </a:path>
              </a:pathLst>
            </a:custGeom>
            <a:solidFill>
              <a:srgbClr val="C9C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1" name="îśḻïďé">
              <a:extLst>
                <a:ext uri="{FF2B5EF4-FFF2-40B4-BE49-F238E27FC236}">
                  <a16:creationId xmlns:a16="http://schemas.microsoft.com/office/drawing/2014/main" id="{0119BEA9-9B6D-4C3E-867E-EA4FA84C460B}"/>
                </a:ext>
              </a:extLst>
            </p:cNvPr>
            <p:cNvSpPr/>
            <p:nvPr/>
          </p:nvSpPr>
          <p:spPr bwMode="auto">
            <a:xfrm>
              <a:off x="5448300" y="5592763"/>
              <a:ext cx="447675" cy="766763"/>
            </a:xfrm>
            <a:custGeom>
              <a:avLst/>
              <a:gdLst>
                <a:gd name="T0" fmla="*/ 65 w 239"/>
                <a:gd name="T1" fmla="*/ 0 h 410"/>
                <a:gd name="T2" fmla="*/ 50 w 239"/>
                <a:gd name="T3" fmla="*/ 92 h 410"/>
                <a:gd name="T4" fmla="*/ 145 w 239"/>
                <a:gd name="T5" fmla="*/ 203 h 410"/>
                <a:gd name="T6" fmla="*/ 143 w 239"/>
                <a:gd name="T7" fmla="*/ 221 h 410"/>
                <a:gd name="T8" fmla="*/ 143 w 239"/>
                <a:gd name="T9" fmla="*/ 225 h 410"/>
                <a:gd name="T10" fmla="*/ 32 w 239"/>
                <a:gd name="T11" fmla="*/ 316 h 410"/>
                <a:gd name="T12" fmla="*/ 32 w 239"/>
                <a:gd name="T13" fmla="*/ 316 h 410"/>
                <a:gd name="T14" fmla="*/ 32 w 239"/>
                <a:gd name="T15" fmla="*/ 316 h 410"/>
                <a:gd name="T16" fmla="*/ 15 w 239"/>
                <a:gd name="T17" fmla="*/ 315 h 410"/>
                <a:gd name="T18" fmla="*/ 15 w 239"/>
                <a:gd name="T19" fmla="*/ 315 h 410"/>
                <a:gd name="T20" fmla="*/ 15 w 239"/>
                <a:gd name="T21" fmla="*/ 315 h 410"/>
                <a:gd name="T22" fmla="*/ 0 w 239"/>
                <a:gd name="T23" fmla="*/ 407 h 410"/>
                <a:gd name="T24" fmla="*/ 33 w 239"/>
                <a:gd name="T25" fmla="*/ 410 h 410"/>
                <a:gd name="T26" fmla="*/ 50 w 239"/>
                <a:gd name="T27" fmla="*/ 409 h 410"/>
                <a:gd name="T28" fmla="*/ 50 w 239"/>
                <a:gd name="T29" fmla="*/ 409 h 410"/>
                <a:gd name="T30" fmla="*/ 157 w 239"/>
                <a:gd name="T31" fmla="*/ 368 h 410"/>
                <a:gd name="T32" fmla="*/ 157 w 239"/>
                <a:gd name="T33" fmla="*/ 368 h 410"/>
                <a:gd name="T34" fmla="*/ 157 w 239"/>
                <a:gd name="T35" fmla="*/ 368 h 410"/>
                <a:gd name="T36" fmla="*/ 219 w 239"/>
                <a:gd name="T37" fmla="*/ 291 h 410"/>
                <a:gd name="T38" fmla="*/ 219 w 239"/>
                <a:gd name="T39" fmla="*/ 291 h 410"/>
                <a:gd name="T40" fmla="*/ 219 w 239"/>
                <a:gd name="T41" fmla="*/ 291 h 410"/>
                <a:gd name="T42" fmla="*/ 236 w 239"/>
                <a:gd name="T43" fmla="*/ 239 h 410"/>
                <a:gd name="T44" fmla="*/ 236 w 239"/>
                <a:gd name="T45" fmla="*/ 239 h 410"/>
                <a:gd name="T46" fmla="*/ 236 w 239"/>
                <a:gd name="T47" fmla="*/ 239 h 410"/>
                <a:gd name="T48" fmla="*/ 236 w 239"/>
                <a:gd name="T49" fmla="*/ 238 h 410"/>
                <a:gd name="T50" fmla="*/ 236 w 239"/>
                <a:gd name="T51" fmla="*/ 238 h 410"/>
                <a:gd name="T52" fmla="*/ 236 w 239"/>
                <a:gd name="T53" fmla="*/ 237 h 410"/>
                <a:gd name="T54" fmla="*/ 236 w 239"/>
                <a:gd name="T55" fmla="*/ 237 h 410"/>
                <a:gd name="T56" fmla="*/ 236 w 239"/>
                <a:gd name="T57" fmla="*/ 237 h 410"/>
                <a:gd name="T58" fmla="*/ 236 w 239"/>
                <a:gd name="T59" fmla="*/ 236 h 410"/>
                <a:gd name="T60" fmla="*/ 236 w 239"/>
                <a:gd name="T61" fmla="*/ 236 h 410"/>
                <a:gd name="T62" fmla="*/ 236 w 239"/>
                <a:gd name="T63" fmla="*/ 236 h 410"/>
                <a:gd name="T64" fmla="*/ 236 w 239"/>
                <a:gd name="T65" fmla="*/ 236 h 410"/>
                <a:gd name="T66" fmla="*/ 236 w 239"/>
                <a:gd name="T67" fmla="*/ 236 h 410"/>
                <a:gd name="T68" fmla="*/ 236 w 239"/>
                <a:gd name="T69" fmla="*/ 235 h 410"/>
                <a:gd name="T70" fmla="*/ 236 w 239"/>
                <a:gd name="T71" fmla="*/ 235 h 410"/>
                <a:gd name="T72" fmla="*/ 237 w 239"/>
                <a:gd name="T73" fmla="*/ 178 h 410"/>
                <a:gd name="T74" fmla="*/ 237 w 239"/>
                <a:gd name="T75" fmla="*/ 178 h 410"/>
                <a:gd name="T76" fmla="*/ 237 w 239"/>
                <a:gd name="T77" fmla="*/ 178 h 410"/>
                <a:gd name="T78" fmla="*/ 202 w 239"/>
                <a:gd name="T79" fmla="*/ 85 h 410"/>
                <a:gd name="T80" fmla="*/ 202 w 239"/>
                <a:gd name="T81" fmla="*/ 85 h 410"/>
                <a:gd name="T82" fmla="*/ 113 w 239"/>
                <a:gd name="T83" fmla="*/ 13 h 410"/>
                <a:gd name="T84" fmla="*/ 113 w 239"/>
                <a:gd name="T85" fmla="*/ 13 h 410"/>
                <a:gd name="T86" fmla="*/ 113 w 239"/>
                <a:gd name="T87" fmla="*/ 13 h 410"/>
                <a:gd name="T88" fmla="*/ 65 w 239"/>
                <a:gd name="T89" fmla="*/ 0 h 410"/>
                <a:gd name="T90" fmla="*/ 65 w 239"/>
                <a:gd name="T91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39" h="410">
                  <a:moveTo>
                    <a:pt x="65" y="0"/>
                  </a:moveTo>
                  <a:cubicBezTo>
                    <a:pt x="50" y="92"/>
                    <a:pt x="50" y="92"/>
                    <a:pt x="50" y="92"/>
                  </a:cubicBezTo>
                  <a:cubicBezTo>
                    <a:pt x="105" y="101"/>
                    <a:pt x="145" y="149"/>
                    <a:pt x="145" y="203"/>
                  </a:cubicBezTo>
                  <a:cubicBezTo>
                    <a:pt x="145" y="209"/>
                    <a:pt x="144" y="215"/>
                    <a:pt x="143" y="221"/>
                  </a:cubicBezTo>
                  <a:cubicBezTo>
                    <a:pt x="143" y="223"/>
                    <a:pt x="143" y="224"/>
                    <a:pt x="143" y="225"/>
                  </a:cubicBezTo>
                  <a:cubicBezTo>
                    <a:pt x="132" y="278"/>
                    <a:pt x="85" y="316"/>
                    <a:pt x="32" y="316"/>
                  </a:cubicBezTo>
                  <a:cubicBezTo>
                    <a:pt x="32" y="316"/>
                    <a:pt x="32" y="316"/>
                    <a:pt x="32" y="316"/>
                  </a:cubicBezTo>
                  <a:cubicBezTo>
                    <a:pt x="32" y="316"/>
                    <a:pt x="32" y="316"/>
                    <a:pt x="32" y="316"/>
                  </a:cubicBezTo>
                  <a:cubicBezTo>
                    <a:pt x="27" y="316"/>
                    <a:pt x="21" y="316"/>
                    <a:pt x="15" y="315"/>
                  </a:cubicBezTo>
                  <a:cubicBezTo>
                    <a:pt x="15" y="315"/>
                    <a:pt x="15" y="315"/>
                    <a:pt x="15" y="315"/>
                  </a:cubicBezTo>
                  <a:cubicBezTo>
                    <a:pt x="15" y="315"/>
                    <a:pt x="15" y="315"/>
                    <a:pt x="15" y="315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11" y="409"/>
                    <a:pt x="22" y="410"/>
                    <a:pt x="33" y="410"/>
                  </a:cubicBezTo>
                  <a:cubicBezTo>
                    <a:pt x="38" y="410"/>
                    <a:pt x="44" y="410"/>
                    <a:pt x="50" y="409"/>
                  </a:cubicBezTo>
                  <a:cubicBezTo>
                    <a:pt x="50" y="409"/>
                    <a:pt x="50" y="409"/>
                    <a:pt x="50" y="409"/>
                  </a:cubicBezTo>
                  <a:cubicBezTo>
                    <a:pt x="89" y="406"/>
                    <a:pt x="126" y="391"/>
                    <a:pt x="157" y="368"/>
                  </a:cubicBezTo>
                  <a:cubicBezTo>
                    <a:pt x="157" y="368"/>
                    <a:pt x="157" y="368"/>
                    <a:pt x="157" y="368"/>
                  </a:cubicBezTo>
                  <a:cubicBezTo>
                    <a:pt x="157" y="368"/>
                    <a:pt x="157" y="368"/>
                    <a:pt x="157" y="368"/>
                  </a:cubicBezTo>
                  <a:cubicBezTo>
                    <a:pt x="183" y="348"/>
                    <a:pt x="205" y="322"/>
                    <a:pt x="219" y="291"/>
                  </a:cubicBezTo>
                  <a:cubicBezTo>
                    <a:pt x="219" y="291"/>
                    <a:pt x="219" y="291"/>
                    <a:pt x="219" y="291"/>
                  </a:cubicBezTo>
                  <a:cubicBezTo>
                    <a:pt x="219" y="291"/>
                    <a:pt x="219" y="291"/>
                    <a:pt x="219" y="291"/>
                  </a:cubicBezTo>
                  <a:cubicBezTo>
                    <a:pt x="227" y="275"/>
                    <a:pt x="232" y="258"/>
                    <a:pt x="236" y="239"/>
                  </a:cubicBezTo>
                  <a:cubicBezTo>
                    <a:pt x="236" y="239"/>
                    <a:pt x="236" y="239"/>
                    <a:pt x="236" y="239"/>
                  </a:cubicBezTo>
                  <a:cubicBezTo>
                    <a:pt x="236" y="239"/>
                    <a:pt x="236" y="239"/>
                    <a:pt x="236" y="239"/>
                  </a:cubicBezTo>
                  <a:cubicBezTo>
                    <a:pt x="236" y="238"/>
                    <a:pt x="236" y="238"/>
                    <a:pt x="236" y="238"/>
                  </a:cubicBezTo>
                  <a:cubicBezTo>
                    <a:pt x="236" y="238"/>
                    <a:pt x="236" y="238"/>
                    <a:pt x="236" y="238"/>
                  </a:cubicBezTo>
                  <a:cubicBezTo>
                    <a:pt x="236" y="238"/>
                    <a:pt x="236" y="237"/>
                    <a:pt x="236" y="237"/>
                  </a:cubicBezTo>
                  <a:cubicBezTo>
                    <a:pt x="236" y="237"/>
                    <a:pt x="236" y="237"/>
                    <a:pt x="236" y="237"/>
                  </a:cubicBezTo>
                  <a:cubicBezTo>
                    <a:pt x="236" y="237"/>
                    <a:pt x="236" y="237"/>
                    <a:pt x="236" y="237"/>
                  </a:cubicBezTo>
                  <a:cubicBezTo>
                    <a:pt x="236" y="236"/>
                    <a:pt x="236" y="236"/>
                    <a:pt x="236" y="236"/>
                  </a:cubicBezTo>
                  <a:cubicBezTo>
                    <a:pt x="236" y="236"/>
                    <a:pt x="236" y="236"/>
                    <a:pt x="236" y="236"/>
                  </a:cubicBezTo>
                  <a:cubicBezTo>
                    <a:pt x="236" y="236"/>
                    <a:pt x="236" y="236"/>
                    <a:pt x="236" y="236"/>
                  </a:cubicBezTo>
                  <a:cubicBezTo>
                    <a:pt x="236" y="236"/>
                    <a:pt x="236" y="236"/>
                    <a:pt x="236" y="236"/>
                  </a:cubicBezTo>
                  <a:cubicBezTo>
                    <a:pt x="236" y="236"/>
                    <a:pt x="236" y="236"/>
                    <a:pt x="236" y="236"/>
                  </a:cubicBezTo>
                  <a:cubicBezTo>
                    <a:pt x="236" y="236"/>
                    <a:pt x="236" y="235"/>
                    <a:pt x="236" y="235"/>
                  </a:cubicBezTo>
                  <a:cubicBezTo>
                    <a:pt x="236" y="235"/>
                    <a:pt x="236" y="235"/>
                    <a:pt x="236" y="235"/>
                  </a:cubicBezTo>
                  <a:cubicBezTo>
                    <a:pt x="239" y="216"/>
                    <a:pt x="239" y="197"/>
                    <a:pt x="237" y="178"/>
                  </a:cubicBezTo>
                  <a:cubicBezTo>
                    <a:pt x="237" y="178"/>
                    <a:pt x="237" y="178"/>
                    <a:pt x="237" y="178"/>
                  </a:cubicBezTo>
                  <a:cubicBezTo>
                    <a:pt x="237" y="178"/>
                    <a:pt x="237" y="178"/>
                    <a:pt x="237" y="178"/>
                  </a:cubicBezTo>
                  <a:cubicBezTo>
                    <a:pt x="233" y="144"/>
                    <a:pt x="221" y="113"/>
                    <a:pt x="202" y="85"/>
                  </a:cubicBezTo>
                  <a:cubicBezTo>
                    <a:pt x="202" y="85"/>
                    <a:pt x="202" y="85"/>
                    <a:pt x="202" y="85"/>
                  </a:cubicBezTo>
                  <a:cubicBezTo>
                    <a:pt x="180" y="54"/>
                    <a:pt x="149" y="29"/>
                    <a:pt x="113" y="13"/>
                  </a:cubicBezTo>
                  <a:cubicBezTo>
                    <a:pt x="113" y="13"/>
                    <a:pt x="113" y="13"/>
                    <a:pt x="113" y="13"/>
                  </a:cubicBezTo>
                  <a:cubicBezTo>
                    <a:pt x="113" y="13"/>
                    <a:pt x="113" y="13"/>
                    <a:pt x="113" y="13"/>
                  </a:cubicBezTo>
                  <a:cubicBezTo>
                    <a:pt x="98" y="7"/>
                    <a:pt x="82" y="2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</a:path>
              </a:pathLst>
            </a:custGeom>
            <a:solidFill>
              <a:srgbClr val="DC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2" name="ïşļidê">
              <a:extLst>
                <a:ext uri="{FF2B5EF4-FFF2-40B4-BE49-F238E27FC236}">
                  <a16:creationId xmlns:a16="http://schemas.microsoft.com/office/drawing/2014/main" id="{7C5C7A95-98AA-4B98-A58F-024AD7BE729E}"/>
                </a:ext>
              </a:extLst>
            </p:cNvPr>
            <p:cNvSpPr/>
            <p:nvPr/>
          </p:nvSpPr>
          <p:spPr bwMode="auto">
            <a:xfrm>
              <a:off x="4400550" y="5614988"/>
              <a:ext cx="250825" cy="344488"/>
            </a:xfrm>
            <a:custGeom>
              <a:avLst/>
              <a:gdLst>
                <a:gd name="T0" fmla="*/ 98 w 134"/>
                <a:gd name="T1" fmla="*/ 0 h 184"/>
                <a:gd name="T2" fmla="*/ 36 w 134"/>
                <a:gd name="T3" fmla="*/ 0 h 184"/>
                <a:gd name="T4" fmla="*/ 16 w 134"/>
                <a:gd name="T5" fmla="*/ 19 h 184"/>
                <a:gd name="T6" fmla="*/ 1 w 134"/>
                <a:gd name="T7" fmla="*/ 159 h 184"/>
                <a:gd name="T8" fmla="*/ 21 w 134"/>
                <a:gd name="T9" fmla="*/ 184 h 184"/>
                <a:gd name="T10" fmla="*/ 113 w 134"/>
                <a:gd name="T11" fmla="*/ 184 h 184"/>
                <a:gd name="T12" fmla="*/ 132 w 134"/>
                <a:gd name="T13" fmla="*/ 159 h 184"/>
                <a:gd name="T14" fmla="*/ 118 w 134"/>
                <a:gd name="T15" fmla="*/ 19 h 184"/>
                <a:gd name="T16" fmla="*/ 98 w 134"/>
                <a:gd name="T17" fmla="*/ 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184">
                  <a:moveTo>
                    <a:pt x="98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26" y="0"/>
                    <a:pt x="17" y="8"/>
                    <a:pt x="16" y="19"/>
                  </a:cubicBezTo>
                  <a:cubicBezTo>
                    <a:pt x="1" y="159"/>
                    <a:pt x="1" y="159"/>
                    <a:pt x="1" y="159"/>
                  </a:cubicBezTo>
                  <a:cubicBezTo>
                    <a:pt x="0" y="172"/>
                    <a:pt x="9" y="184"/>
                    <a:pt x="21" y="184"/>
                  </a:cubicBezTo>
                  <a:cubicBezTo>
                    <a:pt x="113" y="184"/>
                    <a:pt x="113" y="184"/>
                    <a:pt x="113" y="184"/>
                  </a:cubicBezTo>
                  <a:cubicBezTo>
                    <a:pt x="125" y="184"/>
                    <a:pt x="134" y="172"/>
                    <a:pt x="132" y="159"/>
                  </a:cubicBezTo>
                  <a:cubicBezTo>
                    <a:pt x="118" y="19"/>
                    <a:pt x="118" y="19"/>
                    <a:pt x="118" y="19"/>
                  </a:cubicBezTo>
                  <a:cubicBezTo>
                    <a:pt x="116" y="8"/>
                    <a:pt x="108" y="0"/>
                    <a:pt x="98" y="0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3" name="iŝľíde">
              <a:extLst>
                <a:ext uri="{FF2B5EF4-FFF2-40B4-BE49-F238E27FC236}">
                  <a16:creationId xmlns:a16="http://schemas.microsoft.com/office/drawing/2014/main" id="{E596BD37-C451-4098-B3F8-785C5851815D}"/>
                </a:ext>
              </a:extLst>
            </p:cNvPr>
            <p:cNvSpPr/>
            <p:nvPr/>
          </p:nvSpPr>
          <p:spPr bwMode="auto">
            <a:xfrm>
              <a:off x="3976688" y="5837238"/>
              <a:ext cx="392113" cy="341313"/>
            </a:xfrm>
            <a:custGeom>
              <a:avLst/>
              <a:gdLst>
                <a:gd name="T0" fmla="*/ 36 w 209"/>
                <a:gd name="T1" fmla="*/ 12 h 183"/>
                <a:gd name="T2" fmla="*/ 5 w 209"/>
                <a:gd name="T3" fmla="*/ 66 h 183"/>
                <a:gd name="T4" fmla="*/ 12 w 209"/>
                <a:gd name="T5" fmla="*/ 92 h 183"/>
                <a:gd name="T6" fmla="*/ 126 w 209"/>
                <a:gd name="T7" fmla="*/ 175 h 183"/>
                <a:gd name="T8" fmla="*/ 157 w 209"/>
                <a:gd name="T9" fmla="*/ 171 h 183"/>
                <a:gd name="T10" fmla="*/ 203 w 209"/>
                <a:gd name="T11" fmla="*/ 91 h 183"/>
                <a:gd name="T12" fmla="*/ 191 w 209"/>
                <a:gd name="T13" fmla="*/ 62 h 183"/>
                <a:gd name="T14" fmla="*/ 63 w 209"/>
                <a:gd name="T15" fmla="*/ 4 h 183"/>
                <a:gd name="T16" fmla="*/ 36 w 209"/>
                <a:gd name="T17" fmla="*/ 1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183">
                  <a:moveTo>
                    <a:pt x="36" y="12"/>
                  </a:moveTo>
                  <a:cubicBezTo>
                    <a:pt x="5" y="66"/>
                    <a:pt x="5" y="66"/>
                    <a:pt x="5" y="66"/>
                  </a:cubicBezTo>
                  <a:cubicBezTo>
                    <a:pt x="0" y="74"/>
                    <a:pt x="3" y="86"/>
                    <a:pt x="12" y="92"/>
                  </a:cubicBezTo>
                  <a:cubicBezTo>
                    <a:pt x="126" y="175"/>
                    <a:pt x="126" y="175"/>
                    <a:pt x="126" y="175"/>
                  </a:cubicBezTo>
                  <a:cubicBezTo>
                    <a:pt x="136" y="183"/>
                    <a:pt x="151" y="181"/>
                    <a:pt x="157" y="17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9" y="81"/>
                    <a:pt x="203" y="67"/>
                    <a:pt x="191" y="62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53" y="0"/>
                    <a:pt x="41" y="3"/>
                    <a:pt x="36" y="12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" name="iṧḻîḋé">
              <a:extLst>
                <a:ext uri="{FF2B5EF4-FFF2-40B4-BE49-F238E27FC236}">
                  <a16:creationId xmlns:a16="http://schemas.microsoft.com/office/drawing/2014/main" id="{09425934-FBC6-4A1B-93CA-9F49FE5DBEF2}"/>
                </a:ext>
              </a:extLst>
            </p:cNvPr>
            <p:cNvSpPr/>
            <p:nvPr/>
          </p:nvSpPr>
          <p:spPr bwMode="auto">
            <a:xfrm>
              <a:off x="3976688" y="6227763"/>
              <a:ext cx="392113" cy="341313"/>
            </a:xfrm>
            <a:custGeom>
              <a:avLst/>
              <a:gdLst>
                <a:gd name="T0" fmla="*/ 5 w 209"/>
                <a:gd name="T1" fmla="*/ 117 h 183"/>
                <a:gd name="T2" fmla="*/ 36 w 209"/>
                <a:gd name="T3" fmla="*/ 171 h 183"/>
                <a:gd name="T4" fmla="*/ 63 w 209"/>
                <a:gd name="T5" fmla="*/ 178 h 183"/>
                <a:gd name="T6" fmla="*/ 191 w 209"/>
                <a:gd name="T7" fmla="*/ 121 h 183"/>
                <a:gd name="T8" fmla="*/ 203 w 209"/>
                <a:gd name="T9" fmla="*/ 92 h 183"/>
                <a:gd name="T10" fmla="*/ 157 w 209"/>
                <a:gd name="T11" fmla="*/ 12 h 183"/>
                <a:gd name="T12" fmla="*/ 126 w 209"/>
                <a:gd name="T13" fmla="*/ 7 h 183"/>
                <a:gd name="T14" fmla="*/ 12 w 209"/>
                <a:gd name="T15" fmla="*/ 90 h 183"/>
                <a:gd name="T16" fmla="*/ 5 w 209"/>
                <a:gd name="T17" fmla="*/ 117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183">
                  <a:moveTo>
                    <a:pt x="5" y="117"/>
                  </a:moveTo>
                  <a:cubicBezTo>
                    <a:pt x="36" y="171"/>
                    <a:pt x="36" y="171"/>
                    <a:pt x="36" y="171"/>
                  </a:cubicBezTo>
                  <a:cubicBezTo>
                    <a:pt x="41" y="180"/>
                    <a:pt x="53" y="183"/>
                    <a:pt x="63" y="178"/>
                  </a:cubicBezTo>
                  <a:cubicBezTo>
                    <a:pt x="191" y="121"/>
                    <a:pt x="191" y="121"/>
                    <a:pt x="191" y="121"/>
                  </a:cubicBezTo>
                  <a:cubicBezTo>
                    <a:pt x="203" y="116"/>
                    <a:pt x="209" y="102"/>
                    <a:pt x="203" y="92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1" y="2"/>
                    <a:pt x="136" y="0"/>
                    <a:pt x="126" y="7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3" y="97"/>
                    <a:pt x="0" y="108"/>
                    <a:pt x="5" y="117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" name="ïŝļïḓê">
              <a:extLst>
                <a:ext uri="{FF2B5EF4-FFF2-40B4-BE49-F238E27FC236}">
                  <a16:creationId xmlns:a16="http://schemas.microsoft.com/office/drawing/2014/main" id="{8458FA6D-F7A6-4511-98EB-F985F7E2DD63}"/>
                </a:ext>
              </a:extLst>
            </p:cNvPr>
            <p:cNvSpPr/>
            <p:nvPr/>
          </p:nvSpPr>
          <p:spPr bwMode="auto">
            <a:xfrm>
              <a:off x="4400550" y="6446838"/>
              <a:ext cx="250825" cy="344488"/>
            </a:xfrm>
            <a:custGeom>
              <a:avLst/>
              <a:gdLst>
                <a:gd name="T0" fmla="*/ 36 w 134"/>
                <a:gd name="T1" fmla="*/ 184 h 184"/>
                <a:gd name="T2" fmla="*/ 98 w 134"/>
                <a:gd name="T3" fmla="*/ 184 h 184"/>
                <a:gd name="T4" fmla="*/ 118 w 134"/>
                <a:gd name="T5" fmla="*/ 165 h 184"/>
                <a:gd name="T6" fmla="*/ 132 w 134"/>
                <a:gd name="T7" fmla="*/ 25 h 184"/>
                <a:gd name="T8" fmla="*/ 113 w 134"/>
                <a:gd name="T9" fmla="*/ 0 h 184"/>
                <a:gd name="T10" fmla="*/ 21 w 134"/>
                <a:gd name="T11" fmla="*/ 0 h 184"/>
                <a:gd name="T12" fmla="*/ 1 w 134"/>
                <a:gd name="T13" fmla="*/ 25 h 184"/>
                <a:gd name="T14" fmla="*/ 16 w 134"/>
                <a:gd name="T15" fmla="*/ 165 h 184"/>
                <a:gd name="T16" fmla="*/ 36 w 134"/>
                <a:gd name="T17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184">
                  <a:moveTo>
                    <a:pt x="36" y="184"/>
                  </a:moveTo>
                  <a:cubicBezTo>
                    <a:pt x="98" y="184"/>
                    <a:pt x="98" y="184"/>
                    <a:pt x="98" y="184"/>
                  </a:cubicBezTo>
                  <a:cubicBezTo>
                    <a:pt x="108" y="184"/>
                    <a:pt x="116" y="176"/>
                    <a:pt x="118" y="165"/>
                  </a:cubicBezTo>
                  <a:cubicBezTo>
                    <a:pt x="132" y="25"/>
                    <a:pt x="132" y="25"/>
                    <a:pt x="132" y="25"/>
                  </a:cubicBezTo>
                  <a:cubicBezTo>
                    <a:pt x="134" y="12"/>
                    <a:pt x="125" y="0"/>
                    <a:pt x="113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2"/>
                    <a:pt x="1" y="25"/>
                  </a:cubicBezTo>
                  <a:cubicBezTo>
                    <a:pt x="16" y="165"/>
                    <a:pt x="16" y="165"/>
                    <a:pt x="16" y="165"/>
                  </a:cubicBezTo>
                  <a:cubicBezTo>
                    <a:pt x="17" y="176"/>
                    <a:pt x="26" y="184"/>
                    <a:pt x="36" y="184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" name="ïṥľiḍé">
              <a:extLst>
                <a:ext uri="{FF2B5EF4-FFF2-40B4-BE49-F238E27FC236}">
                  <a16:creationId xmlns:a16="http://schemas.microsoft.com/office/drawing/2014/main" id="{7AADA8C7-B7C0-42A7-8E0D-EAA0FA80DA7F}"/>
                </a:ext>
              </a:extLst>
            </p:cNvPr>
            <p:cNvSpPr/>
            <p:nvPr/>
          </p:nvSpPr>
          <p:spPr bwMode="auto">
            <a:xfrm>
              <a:off x="4683125" y="6227763"/>
              <a:ext cx="388938" cy="341313"/>
            </a:xfrm>
            <a:custGeom>
              <a:avLst/>
              <a:gdLst>
                <a:gd name="T0" fmla="*/ 172 w 208"/>
                <a:gd name="T1" fmla="*/ 171 h 183"/>
                <a:gd name="T2" fmla="*/ 203 w 208"/>
                <a:gd name="T3" fmla="*/ 117 h 183"/>
                <a:gd name="T4" fmla="*/ 197 w 208"/>
                <a:gd name="T5" fmla="*/ 90 h 183"/>
                <a:gd name="T6" fmla="*/ 83 w 208"/>
                <a:gd name="T7" fmla="*/ 7 h 183"/>
                <a:gd name="T8" fmla="*/ 52 w 208"/>
                <a:gd name="T9" fmla="*/ 12 h 183"/>
                <a:gd name="T10" fmla="*/ 6 w 208"/>
                <a:gd name="T11" fmla="*/ 92 h 183"/>
                <a:gd name="T12" fmla="*/ 17 w 208"/>
                <a:gd name="T13" fmla="*/ 121 h 183"/>
                <a:gd name="T14" fmla="*/ 146 w 208"/>
                <a:gd name="T15" fmla="*/ 178 h 183"/>
                <a:gd name="T16" fmla="*/ 172 w 208"/>
                <a:gd name="T17" fmla="*/ 171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8" h="183">
                  <a:moveTo>
                    <a:pt x="172" y="171"/>
                  </a:moveTo>
                  <a:cubicBezTo>
                    <a:pt x="203" y="117"/>
                    <a:pt x="203" y="117"/>
                    <a:pt x="203" y="117"/>
                  </a:cubicBezTo>
                  <a:cubicBezTo>
                    <a:pt x="208" y="108"/>
                    <a:pt x="205" y="97"/>
                    <a:pt x="197" y="90"/>
                  </a:cubicBezTo>
                  <a:cubicBezTo>
                    <a:pt x="83" y="7"/>
                    <a:pt x="83" y="7"/>
                    <a:pt x="83" y="7"/>
                  </a:cubicBezTo>
                  <a:cubicBezTo>
                    <a:pt x="72" y="0"/>
                    <a:pt x="58" y="2"/>
                    <a:pt x="52" y="12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0" y="102"/>
                    <a:pt x="5" y="116"/>
                    <a:pt x="17" y="121"/>
                  </a:cubicBezTo>
                  <a:cubicBezTo>
                    <a:pt x="146" y="178"/>
                    <a:pt x="146" y="178"/>
                    <a:pt x="146" y="178"/>
                  </a:cubicBezTo>
                  <a:cubicBezTo>
                    <a:pt x="156" y="183"/>
                    <a:pt x="167" y="180"/>
                    <a:pt x="172" y="171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" name="ïSḻîdê">
              <a:extLst>
                <a:ext uri="{FF2B5EF4-FFF2-40B4-BE49-F238E27FC236}">
                  <a16:creationId xmlns:a16="http://schemas.microsoft.com/office/drawing/2014/main" id="{6CEE36A4-AFFF-49EE-85A3-9576A70FEB3E}"/>
                </a:ext>
              </a:extLst>
            </p:cNvPr>
            <p:cNvSpPr/>
            <p:nvPr/>
          </p:nvSpPr>
          <p:spPr bwMode="auto">
            <a:xfrm>
              <a:off x="4683125" y="5837238"/>
              <a:ext cx="388938" cy="341313"/>
            </a:xfrm>
            <a:custGeom>
              <a:avLst/>
              <a:gdLst>
                <a:gd name="T0" fmla="*/ 203 w 208"/>
                <a:gd name="T1" fmla="*/ 66 h 183"/>
                <a:gd name="T2" fmla="*/ 172 w 208"/>
                <a:gd name="T3" fmla="*/ 12 h 183"/>
                <a:gd name="T4" fmla="*/ 146 w 208"/>
                <a:gd name="T5" fmla="*/ 4 h 183"/>
                <a:gd name="T6" fmla="*/ 17 w 208"/>
                <a:gd name="T7" fmla="*/ 62 h 183"/>
                <a:gd name="T8" fmla="*/ 6 w 208"/>
                <a:gd name="T9" fmla="*/ 91 h 183"/>
                <a:gd name="T10" fmla="*/ 52 w 208"/>
                <a:gd name="T11" fmla="*/ 171 h 183"/>
                <a:gd name="T12" fmla="*/ 83 w 208"/>
                <a:gd name="T13" fmla="*/ 175 h 183"/>
                <a:gd name="T14" fmla="*/ 197 w 208"/>
                <a:gd name="T15" fmla="*/ 92 h 183"/>
                <a:gd name="T16" fmla="*/ 203 w 208"/>
                <a:gd name="T17" fmla="*/ 66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8" h="183">
                  <a:moveTo>
                    <a:pt x="203" y="66"/>
                  </a:moveTo>
                  <a:cubicBezTo>
                    <a:pt x="172" y="12"/>
                    <a:pt x="172" y="12"/>
                    <a:pt x="172" y="12"/>
                  </a:cubicBezTo>
                  <a:cubicBezTo>
                    <a:pt x="167" y="3"/>
                    <a:pt x="156" y="0"/>
                    <a:pt x="146" y="4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5" y="67"/>
                    <a:pt x="0" y="81"/>
                    <a:pt x="6" y="9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8" y="181"/>
                    <a:pt x="72" y="183"/>
                    <a:pt x="83" y="175"/>
                  </a:cubicBezTo>
                  <a:cubicBezTo>
                    <a:pt x="197" y="92"/>
                    <a:pt x="197" y="92"/>
                    <a:pt x="197" y="92"/>
                  </a:cubicBezTo>
                  <a:cubicBezTo>
                    <a:pt x="205" y="86"/>
                    <a:pt x="208" y="74"/>
                    <a:pt x="203" y="66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8" name="ïṥ1íḓe">
              <a:extLst>
                <a:ext uri="{FF2B5EF4-FFF2-40B4-BE49-F238E27FC236}">
                  <a16:creationId xmlns:a16="http://schemas.microsoft.com/office/drawing/2014/main" id="{5C7A7130-D0ED-435C-84C5-5AFB6AD4A7DD}"/>
                </a:ext>
              </a:extLst>
            </p:cNvPr>
            <p:cNvSpPr/>
            <p:nvPr/>
          </p:nvSpPr>
          <p:spPr bwMode="auto">
            <a:xfrm>
              <a:off x="4181475" y="5745163"/>
              <a:ext cx="688975" cy="147638"/>
            </a:xfrm>
            <a:custGeom>
              <a:avLst/>
              <a:gdLst>
                <a:gd name="T0" fmla="*/ 128 w 368"/>
                <a:gd name="T1" fmla="*/ 0 h 79"/>
                <a:gd name="T2" fmla="*/ 0 w 368"/>
                <a:gd name="T3" fmla="*/ 74 h 79"/>
                <a:gd name="T4" fmla="*/ 11 w 368"/>
                <a:gd name="T5" fmla="*/ 79 h 79"/>
                <a:gd name="T6" fmla="*/ 126 w 368"/>
                <a:gd name="T7" fmla="*/ 13 h 79"/>
                <a:gd name="T8" fmla="*/ 128 w 368"/>
                <a:gd name="T9" fmla="*/ 0 h 79"/>
                <a:gd name="T10" fmla="*/ 240 w 368"/>
                <a:gd name="T11" fmla="*/ 0 h 79"/>
                <a:gd name="T12" fmla="*/ 241 w 368"/>
                <a:gd name="T13" fmla="*/ 13 h 79"/>
                <a:gd name="T14" fmla="*/ 356 w 368"/>
                <a:gd name="T15" fmla="*/ 79 h 79"/>
                <a:gd name="T16" fmla="*/ 368 w 368"/>
                <a:gd name="T17" fmla="*/ 74 h 79"/>
                <a:gd name="T18" fmla="*/ 240 w 368"/>
                <a:gd name="T19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8" h="79">
                  <a:moveTo>
                    <a:pt x="128" y="0"/>
                  </a:moveTo>
                  <a:cubicBezTo>
                    <a:pt x="78" y="11"/>
                    <a:pt x="33" y="38"/>
                    <a:pt x="0" y="74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42" y="47"/>
                    <a:pt x="82" y="24"/>
                    <a:pt x="126" y="13"/>
                  </a:cubicBezTo>
                  <a:cubicBezTo>
                    <a:pt x="128" y="0"/>
                    <a:pt x="128" y="0"/>
                    <a:pt x="128" y="0"/>
                  </a:cubicBezTo>
                  <a:moveTo>
                    <a:pt x="240" y="0"/>
                  </a:moveTo>
                  <a:cubicBezTo>
                    <a:pt x="241" y="13"/>
                    <a:pt x="241" y="13"/>
                    <a:pt x="241" y="13"/>
                  </a:cubicBezTo>
                  <a:cubicBezTo>
                    <a:pt x="286" y="24"/>
                    <a:pt x="325" y="47"/>
                    <a:pt x="356" y="79"/>
                  </a:cubicBezTo>
                  <a:cubicBezTo>
                    <a:pt x="368" y="74"/>
                    <a:pt x="368" y="74"/>
                    <a:pt x="368" y="74"/>
                  </a:cubicBezTo>
                  <a:cubicBezTo>
                    <a:pt x="334" y="38"/>
                    <a:pt x="290" y="11"/>
                    <a:pt x="240" y="0"/>
                  </a:cubicBezTo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9" name="iśḷïḓé">
              <a:extLst>
                <a:ext uri="{FF2B5EF4-FFF2-40B4-BE49-F238E27FC236}">
                  <a16:creationId xmlns:a16="http://schemas.microsoft.com/office/drawing/2014/main" id="{570188B2-ABE9-4375-B956-16EB53168068}"/>
                </a:ext>
              </a:extLst>
            </p:cNvPr>
            <p:cNvSpPr/>
            <p:nvPr/>
          </p:nvSpPr>
          <p:spPr bwMode="auto">
            <a:xfrm>
              <a:off x="4052888" y="6064251"/>
              <a:ext cx="41275" cy="277813"/>
            </a:xfrm>
            <a:custGeom>
              <a:avLst/>
              <a:gdLst>
                <a:gd name="T0" fmla="*/ 11 w 22"/>
                <a:gd name="T1" fmla="*/ 0 h 148"/>
                <a:gd name="T2" fmla="*/ 0 w 22"/>
                <a:gd name="T3" fmla="*/ 74 h 148"/>
                <a:gd name="T4" fmla="*/ 11 w 22"/>
                <a:gd name="T5" fmla="*/ 148 h 148"/>
                <a:gd name="T6" fmla="*/ 22 w 22"/>
                <a:gd name="T7" fmla="*/ 140 h 148"/>
                <a:gd name="T8" fmla="*/ 12 w 22"/>
                <a:gd name="T9" fmla="*/ 74 h 148"/>
                <a:gd name="T10" fmla="*/ 22 w 22"/>
                <a:gd name="T11" fmla="*/ 7 h 148"/>
                <a:gd name="T12" fmla="*/ 11 w 22"/>
                <a:gd name="T1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148">
                  <a:moveTo>
                    <a:pt x="11" y="0"/>
                  </a:moveTo>
                  <a:cubicBezTo>
                    <a:pt x="4" y="23"/>
                    <a:pt x="0" y="48"/>
                    <a:pt x="0" y="74"/>
                  </a:cubicBezTo>
                  <a:cubicBezTo>
                    <a:pt x="0" y="100"/>
                    <a:pt x="4" y="124"/>
                    <a:pt x="11" y="148"/>
                  </a:cubicBezTo>
                  <a:cubicBezTo>
                    <a:pt x="22" y="140"/>
                    <a:pt x="22" y="140"/>
                    <a:pt x="22" y="140"/>
                  </a:cubicBezTo>
                  <a:cubicBezTo>
                    <a:pt x="16" y="119"/>
                    <a:pt x="12" y="97"/>
                    <a:pt x="12" y="74"/>
                  </a:cubicBezTo>
                  <a:cubicBezTo>
                    <a:pt x="12" y="51"/>
                    <a:pt x="16" y="29"/>
                    <a:pt x="22" y="7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D2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0" name="íS1íde">
              <a:extLst>
                <a:ext uri="{FF2B5EF4-FFF2-40B4-BE49-F238E27FC236}">
                  <a16:creationId xmlns:a16="http://schemas.microsoft.com/office/drawing/2014/main" id="{4D33A14B-4D2E-4824-85E1-8EC536A4A38D}"/>
                </a:ext>
              </a:extLst>
            </p:cNvPr>
            <p:cNvSpPr/>
            <p:nvPr/>
          </p:nvSpPr>
          <p:spPr bwMode="auto">
            <a:xfrm>
              <a:off x="4181475" y="6513513"/>
              <a:ext cx="481013" cy="147638"/>
            </a:xfrm>
            <a:custGeom>
              <a:avLst/>
              <a:gdLst>
                <a:gd name="T0" fmla="*/ 241 w 257"/>
                <a:gd name="T1" fmla="*/ 69 h 79"/>
                <a:gd name="T2" fmla="*/ 240 w 257"/>
                <a:gd name="T3" fmla="*/ 79 h 79"/>
                <a:gd name="T4" fmla="*/ 257 w 257"/>
                <a:gd name="T5" fmla="*/ 74 h 79"/>
                <a:gd name="T6" fmla="*/ 241 w 257"/>
                <a:gd name="T7" fmla="*/ 69 h 79"/>
                <a:gd name="T8" fmla="*/ 11 w 257"/>
                <a:gd name="T9" fmla="*/ 0 h 79"/>
                <a:gd name="T10" fmla="*/ 0 w 257"/>
                <a:gd name="T11" fmla="*/ 5 h 79"/>
                <a:gd name="T12" fmla="*/ 128 w 257"/>
                <a:gd name="T13" fmla="*/ 79 h 79"/>
                <a:gd name="T14" fmla="*/ 126 w 257"/>
                <a:gd name="T15" fmla="*/ 66 h 79"/>
                <a:gd name="T16" fmla="*/ 11 w 257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7" h="79">
                  <a:moveTo>
                    <a:pt x="241" y="69"/>
                  </a:moveTo>
                  <a:cubicBezTo>
                    <a:pt x="240" y="79"/>
                    <a:pt x="240" y="79"/>
                    <a:pt x="240" y="79"/>
                  </a:cubicBezTo>
                  <a:cubicBezTo>
                    <a:pt x="246" y="78"/>
                    <a:pt x="251" y="76"/>
                    <a:pt x="257" y="74"/>
                  </a:cubicBezTo>
                  <a:cubicBezTo>
                    <a:pt x="251" y="73"/>
                    <a:pt x="246" y="71"/>
                    <a:pt x="241" y="69"/>
                  </a:cubicBezTo>
                  <a:moveTo>
                    <a:pt x="11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33" y="41"/>
                    <a:pt x="78" y="68"/>
                    <a:pt x="128" y="79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82" y="55"/>
                    <a:pt x="42" y="32"/>
                    <a:pt x="11" y="0"/>
                  </a:cubicBezTo>
                </a:path>
              </a:pathLst>
            </a:custGeom>
            <a:solidFill>
              <a:srgbClr val="E9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1" name="i$lîḋé">
              <a:extLst>
                <a:ext uri="{FF2B5EF4-FFF2-40B4-BE49-F238E27FC236}">
                  <a16:creationId xmlns:a16="http://schemas.microsoft.com/office/drawing/2014/main" id="{2FA42CD3-5006-41E1-BFC6-D88AF291D595}"/>
                </a:ext>
              </a:extLst>
            </p:cNvPr>
            <p:cNvSpPr/>
            <p:nvPr/>
          </p:nvSpPr>
          <p:spPr bwMode="auto">
            <a:xfrm>
              <a:off x="4632325" y="6513513"/>
              <a:ext cx="238125" cy="138113"/>
            </a:xfrm>
            <a:custGeom>
              <a:avLst/>
              <a:gdLst>
                <a:gd name="T0" fmla="*/ 115 w 127"/>
                <a:gd name="T1" fmla="*/ 0 h 74"/>
                <a:gd name="T2" fmla="*/ 0 w 127"/>
                <a:gd name="T3" fmla="*/ 66 h 74"/>
                <a:gd name="T4" fmla="*/ 0 w 127"/>
                <a:gd name="T5" fmla="*/ 69 h 74"/>
                <a:gd name="T6" fmla="*/ 16 w 127"/>
                <a:gd name="T7" fmla="*/ 74 h 74"/>
                <a:gd name="T8" fmla="*/ 127 w 127"/>
                <a:gd name="T9" fmla="*/ 5 h 74"/>
                <a:gd name="T10" fmla="*/ 115 w 127"/>
                <a:gd name="T11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7" h="74">
                  <a:moveTo>
                    <a:pt x="115" y="0"/>
                  </a:moveTo>
                  <a:cubicBezTo>
                    <a:pt x="84" y="32"/>
                    <a:pt x="45" y="55"/>
                    <a:pt x="0" y="66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5" y="71"/>
                    <a:pt x="10" y="73"/>
                    <a:pt x="16" y="74"/>
                  </a:cubicBezTo>
                  <a:cubicBezTo>
                    <a:pt x="59" y="61"/>
                    <a:pt x="97" y="37"/>
                    <a:pt x="127" y="5"/>
                  </a:cubicBezTo>
                  <a:cubicBezTo>
                    <a:pt x="115" y="0"/>
                    <a:pt x="115" y="0"/>
                    <a:pt x="115" y="0"/>
                  </a:cubicBezTo>
                </a:path>
              </a:pathLst>
            </a:custGeom>
            <a:solidFill>
              <a:srgbClr val="D2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2" name="íşlïḑe">
              <a:extLst>
                <a:ext uri="{FF2B5EF4-FFF2-40B4-BE49-F238E27FC236}">
                  <a16:creationId xmlns:a16="http://schemas.microsoft.com/office/drawing/2014/main" id="{481549C5-9A34-4DD0-979C-56A5981E11B2}"/>
                </a:ext>
              </a:extLst>
            </p:cNvPr>
            <p:cNvSpPr/>
            <p:nvPr/>
          </p:nvSpPr>
          <p:spPr bwMode="auto">
            <a:xfrm>
              <a:off x="4416425" y="5734051"/>
              <a:ext cx="109538" cy="34925"/>
            </a:xfrm>
            <a:custGeom>
              <a:avLst/>
              <a:gdLst>
                <a:gd name="T0" fmla="*/ 58 w 58"/>
                <a:gd name="T1" fmla="*/ 0 h 19"/>
                <a:gd name="T2" fmla="*/ 2 w 58"/>
                <a:gd name="T3" fmla="*/ 6 h 19"/>
                <a:gd name="T4" fmla="*/ 0 w 58"/>
                <a:gd name="T5" fmla="*/ 19 h 19"/>
                <a:gd name="T6" fmla="*/ 58 w 58"/>
                <a:gd name="T7" fmla="*/ 12 h 19"/>
                <a:gd name="T8" fmla="*/ 58 w 58"/>
                <a:gd name="T9" fmla="*/ 12 h 19"/>
                <a:gd name="T10" fmla="*/ 58 w 58"/>
                <a:gd name="T11" fmla="*/ 0 h 19"/>
                <a:gd name="T12" fmla="*/ 58 w 58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19">
                  <a:moveTo>
                    <a:pt x="58" y="0"/>
                  </a:moveTo>
                  <a:cubicBezTo>
                    <a:pt x="38" y="0"/>
                    <a:pt x="20" y="2"/>
                    <a:pt x="2" y="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9" y="14"/>
                    <a:pt x="38" y="12"/>
                    <a:pt x="58" y="12"/>
                  </a:cubicBezTo>
                  <a:cubicBezTo>
                    <a:pt x="58" y="12"/>
                    <a:pt x="58" y="12"/>
                    <a:pt x="58" y="12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8" y="0"/>
                    <a:pt x="58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3" name="iṣḷiḑé">
              <a:extLst>
                <a:ext uri="{FF2B5EF4-FFF2-40B4-BE49-F238E27FC236}">
                  <a16:creationId xmlns:a16="http://schemas.microsoft.com/office/drawing/2014/main" id="{E0DF14CD-591A-44F4-B5A6-B122FB3059B1}"/>
                </a:ext>
              </a:extLst>
            </p:cNvPr>
            <p:cNvSpPr/>
            <p:nvPr/>
          </p:nvSpPr>
          <p:spPr bwMode="auto">
            <a:xfrm>
              <a:off x="4073525" y="5883276"/>
              <a:ext cx="128588" cy="195263"/>
            </a:xfrm>
            <a:custGeom>
              <a:avLst/>
              <a:gdLst>
                <a:gd name="T0" fmla="*/ 57 w 68"/>
                <a:gd name="T1" fmla="*/ 0 h 104"/>
                <a:gd name="T2" fmla="*/ 0 w 68"/>
                <a:gd name="T3" fmla="*/ 97 h 104"/>
                <a:gd name="T4" fmla="*/ 11 w 68"/>
                <a:gd name="T5" fmla="*/ 104 h 104"/>
                <a:gd name="T6" fmla="*/ 68 w 68"/>
                <a:gd name="T7" fmla="*/ 5 h 104"/>
                <a:gd name="T8" fmla="*/ 57 w 68"/>
                <a:gd name="T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104">
                  <a:moveTo>
                    <a:pt x="57" y="0"/>
                  </a:moveTo>
                  <a:cubicBezTo>
                    <a:pt x="31" y="27"/>
                    <a:pt x="12" y="60"/>
                    <a:pt x="0" y="97"/>
                  </a:cubicBezTo>
                  <a:cubicBezTo>
                    <a:pt x="11" y="104"/>
                    <a:pt x="11" y="104"/>
                    <a:pt x="11" y="104"/>
                  </a:cubicBezTo>
                  <a:cubicBezTo>
                    <a:pt x="22" y="67"/>
                    <a:pt x="42" y="33"/>
                    <a:pt x="68" y="5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4" name="íṩḻíḓè">
              <a:extLst>
                <a:ext uri="{FF2B5EF4-FFF2-40B4-BE49-F238E27FC236}">
                  <a16:creationId xmlns:a16="http://schemas.microsoft.com/office/drawing/2014/main" id="{70FC0E55-1091-40F6-BF02-CDF4BF55D83D}"/>
                </a:ext>
              </a:extLst>
            </p:cNvPr>
            <p:cNvSpPr/>
            <p:nvPr/>
          </p:nvSpPr>
          <p:spPr bwMode="auto">
            <a:xfrm>
              <a:off x="4073525" y="6326188"/>
              <a:ext cx="128588" cy="196850"/>
            </a:xfrm>
            <a:custGeom>
              <a:avLst/>
              <a:gdLst>
                <a:gd name="T0" fmla="*/ 11 w 68"/>
                <a:gd name="T1" fmla="*/ 0 h 105"/>
                <a:gd name="T2" fmla="*/ 0 w 68"/>
                <a:gd name="T3" fmla="*/ 8 h 105"/>
                <a:gd name="T4" fmla="*/ 57 w 68"/>
                <a:gd name="T5" fmla="*/ 105 h 105"/>
                <a:gd name="T6" fmla="*/ 68 w 68"/>
                <a:gd name="T7" fmla="*/ 100 h 105"/>
                <a:gd name="T8" fmla="*/ 11 w 68"/>
                <a:gd name="T9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105">
                  <a:moveTo>
                    <a:pt x="11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12" y="44"/>
                    <a:pt x="31" y="78"/>
                    <a:pt x="57" y="105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42" y="72"/>
                    <a:pt x="22" y="38"/>
                    <a:pt x="11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5" name="isḷïḓè">
              <a:extLst>
                <a:ext uri="{FF2B5EF4-FFF2-40B4-BE49-F238E27FC236}">
                  <a16:creationId xmlns:a16="http://schemas.microsoft.com/office/drawing/2014/main" id="{AD3FDE96-1065-4913-9D71-85E4B0C391D5}"/>
                </a:ext>
              </a:extLst>
            </p:cNvPr>
            <p:cNvSpPr/>
            <p:nvPr/>
          </p:nvSpPr>
          <p:spPr bwMode="auto">
            <a:xfrm>
              <a:off x="4416425" y="6637338"/>
              <a:ext cx="109538" cy="34925"/>
            </a:xfrm>
            <a:custGeom>
              <a:avLst/>
              <a:gdLst>
                <a:gd name="T0" fmla="*/ 0 w 58"/>
                <a:gd name="T1" fmla="*/ 0 h 19"/>
                <a:gd name="T2" fmla="*/ 2 w 58"/>
                <a:gd name="T3" fmla="*/ 13 h 19"/>
                <a:gd name="T4" fmla="*/ 58 w 58"/>
                <a:gd name="T5" fmla="*/ 19 h 19"/>
                <a:gd name="T6" fmla="*/ 58 w 58"/>
                <a:gd name="T7" fmla="*/ 19 h 19"/>
                <a:gd name="T8" fmla="*/ 58 w 58"/>
                <a:gd name="T9" fmla="*/ 7 h 19"/>
                <a:gd name="T10" fmla="*/ 58 w 58"/>
                <a:gd name="T11" fmla="*/ 7 h 19"/>
                <a:gd name="T12" fmla="*/ 0 w 58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19">
                  <a:moveTo>
                    <a:pt x="0" y="0"/>
                  </a:moveTo>
                  <a:cubicBezTo>
                    <a:pt x="2" y="13"/>
                    <a:pt x="2" y="13"/>
                    <a:pt x="2" y="13"/>
                  </a:cubicBezTo>
                  <a:cubicBezTo>
                    <a:pt x="20" y="17"/>
                    <a:pt x="38" y="19"/>
                    <a:pt x="58" y="19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38" y="7"/>
                    <a:pt x="19" y="5"/>
                    <a:pt x="0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6" name="îṩ1ïḑê">
              <a:extLst>
                <a:ext uri="{FF2B5EF4-FFF2-40B4-BE49-F238E27FC236}">
                  <a16:creationId xmlns:a16="http://schemas.microsoft.com/office/drawing/2014/main" id="{875D34AE-481F-483B-9E7F-0065F64FEA5A}"/>
                </a:ext>
              </a:extLst>
            </p:cNvPr>
            <p:cNvSpPr/>
            <p:nvPr/>
          </p:nvSpPr>
          <p:spPr bwMode="auto">
            <a:xfrm>
              <a:off x="4956175" y="6064251"/>
              <a:ext cx="39688" cy="277813"/>
            </a:xfrm>
            <a:custGeom>
              <a:avLst/>
              <a:gdLst>
                <a:gd name="T0" fmla="*/ 10 w 21"/>
                <a:gd name="T1" fmla="*/ 0 h 148"/>
                <a:gd name="T2" fmla="*/ 0 w 21"/>
                <a:gd name="T3" fmla="*/ 7 h 148"/>
                <a:gd name="T4" fmla="*/ 9 w 21"/>
                <a:gd name="T5" fmla="*/ 73 h 148"/>
                <a:gd name="T6" fmla="*/ 9 w 21"/>
                <a:gd name="T7" fmla="*/ 73 h 148"/>
                <a:gd name="T8" fmla="*/ 9 w 21"/>
                <a:gd name="T9" fmla="*/ 73 h 148"/>
                <a:gd name="T10" fmla="*/ 9 w 21"/>
                <a:gd name="T11" fmla="*/ 73 h 148"/>
                <a:gd name="T12" fmla="*/ 9 w 21"/>
                <a:gd name="T13" fmla="*/ 73 h 148"/>
                <a:gd name="T14" fmla="*/ 9 w 21"/>
                <a:gd name="T15" fmla="*/ 73 h 148"/>
                <a:gd name="T16" fmla="*/ 9 w 21"/>
                <a:gd name="T17" fmla="*/ 74 h 148"/>
                <a:gd name="T18" fmla="*/ 9 w 21"/>
                <a:gd name="T19" fmla="*/ 74 h 148"/>
                <a:gd name="T20" fmla="*/ 9 w 21"/>
                <a:gd name="T21" fmla="*/ 74 h 148"/>
                <a:gd name="T22" fmla="*/ 9 w 21"/>
                <a:gd name="T23" fmla="*/ 74 h 148"/>
                <a:gd name="T24" fmla="*/ 9 w 21"/>
                <a:gd name="T25" fmla="*/ 74 h 148"/>
                <a:gd name="T26" fmla="*/ 9 w 21"/>
                <a:gd name="T27" fmla="*/ 74 h 148"/>
                <a:gd name="T28" fmla="*/ 9 w 21"/>
                <a:gd name="T29" fmla="*/ 74 h 148"/>
                <a:gd name="T30" fmla="*/ 9 w 21"/>
                <a:gd name="T31" fmla="*/ 75 h 148"/>
                <a:gd name="T32" fmla="*/ 9 w 21"/>
                <a:gd name="T33" fmla="*/ 75 h 148"/>
                <a:gd name="T34" fmla="*/ 9 w 21"/>
                <a:gd name="T35" fmla="*/ 75 h 148"/>
                <a:gd name="T36" fmla="*/ 9 w 21"/>
                <a:gd name="T37" fmla="*/ 75 h 148"/>
                <a:gd name="T38" fmla="*/ 9 w 21"/>
                <a:gd name="T39" fmla="*/ 75 h 148"/>
                <a:gd name="T40" fmla="*/ 0 w 21"/>
                <a:gd name="T41" fmla="*/ 140 h 148"/>
                <a:gd name="T42" fmla="*/ 10 w 21"/>
                <a:gd name="T43" fmla="*/ 148 h 148"/>
                <a:gd name="T44" fmla="*/ 21 w 21"/>
                <a:gd name="T45" fmla="*/ 74 h 148"/>
                <a:gd name="T46" fmla="*/ 10 w 21"/>
                <a:gd name="T47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" h="148">
                  <a:moveTo>
                    <a:pt x="10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6" y="28"/>
                    <a:pt x="9" y="50"/>
                    <a:pt x="9" y="73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73"/>
                    <a:pt x="9" y="74"/>
                    <a:pt x="9" y="74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9" y="74"/>
                    <a:pt x="9" y="74"/>
                    <a:pt x="9" y="7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98"/>
                    <a:pt x="6" y="120"/>
                    <a:pt x="0" y="140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7" y="124"/>
                    <a:pt x="21" y="100"/>
                    <a:pt x="21" y="74"/>
                  </a:cubicBezTo>
                  <a:cubicBezTo>
                    <a:pt x="21" y="48"/>
                    <a:pt x="17" y="23"/>
                    <a:pt x="10" y="0"/>
                  </a:cubicBezTo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" name="í$ľîďê">
              <a:extLst>
                <a:ext uri="{FF2B5EF4-FFF2-40B4-BE49-F238E27FC236}">
                  <a16:creationId xmlns:a16="http://schemas.microsoft.com/office/drawing/2014/main" id="{DE523B30-DCD2-4EFF-9754-C5D49305CF74}"/>
                </a:ext>
              </a:extLst>
            </p:cNvPr>
            <p:cNvSpPr/>
            <p:nvPr/>
          </p:nvSpPr>
          <p:spPr bwMode="auto">
            <a:xfrm>
              <a:off x="4848225" y="5883276"/>
              <a:ext cx="127000" cy="195263"/>
            </a:xfrm>
            <a:custGeom>
              <a:avLst/>
              <a:gdLst>
                <a:gd name="T0" fmla="*/ 80 w 80"/>
                <a:gd name="T1" fmla="*/ 114 h 123"/>
                <a:gd name="T2" fmla="*/ 68 w 80"/>
                <a:gd name="T3" fmla="*/ 123 h 123"/>
                <a:gd name="T4" fmla="*/ 68 w 80"/>
                <a:gd name="T5" fmla="*/ 123 h 123"/>
                <a:gd name="T6" fmla="*/ 80 w 80"/>
                <a:gd name="T7" fmla="*/ 114 h 123"/>
                <a:gd name="T8" fmla="*/ 80 w 80"/>
                <a:gd name="T9" fmla="*/ 114 h 123"/>
                <a:gd name="T10" fmla="*/ 14 w 80"/>
                <a:gd name="T11" fmla="*/ 0 h 123"/>
                <a:gd name="T12" fmla="*/ 0 w 80"/>
                <a:gd name="T13" fmla="*/ 6 h 123"/>
                <a:gd name="T14" fmla="*/ 0 w 80"/>
                <a:gd name="T15" fmla="*/ 6 h 123"/>
                <a:gd name="T16" fmla="*/ 14 w 80"/>
                <a:gd name="T17" fmla="*/ 0 h 123"/>
                <a:gd name="T18" fmla="*/ 14 w 80"/>
                <a:gd name="T1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23">
                  <a:moveTo>
                    <a:pt x="80" y="114"/>
                  </a:moveTo>
                  <a:lnTo>
                    <a:pt x="68" y="123"/>
                  </a:lnTo>
                  <a:lnTo>
                    <a:pt x="68" y="123"/>
                  </a:lnTo>
                  <a:lnTo>
                    <a:pt x="80" y="114"/>
                  </a:lnTo>
                  <a:lnTo>
                    <a:pt x="80" y="114"/>
                  </a:lnTo>
                  <a:close/>
                  <a:moveTo>
                    <a:pt x="14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" name="isļîḑe">
              <a:extLst>
                <a:ext uri="{FF2B5EF4-FFF2-40B4-BE49-F238E27FC236}">
                  <a16:creationId xmlns:a16="http://schemas.microsoft.com/office/drawing/2014/main" id="{B3A8E9A7-F8C4-4F51-8907-AFFC18352FDD}"/>
                </a:ext>
              </a:extLst>
            </p:cNvPr>
            <p:cNvSpPr/>
            <p:nvPr/>
          </p:nvSpPr>
          <p:spPr bwMode="auto">
            <a:xfrm>
              <a:off x="4848225" y="5883276"/>
              <a:ext cx="127000" cy="195263"/>
            </a:xfrm>
            <a:custGeom>
              <a:avLst/>
              <a:gdLst>
                <a:gd name="T0" fmla="*/ 80 w 80"/>
                <a:gd name="T1" fmla="*/ 114 h 123"/>
                <a:gd name="T2" fmla="*/ 68 w 80"/>
                <a:gd name="T3" fmla="*/ 123 h 123"/>
                <a:gd name="T4" fmla="*/ 68 w 80"/>
                <a:gd name="T5" fmla="*/ 123 h 123"/>
                <a:gd name="T6" fmla="*/ 80 w 80"/>
                <a:gd name="T7" fmla="*/ 114 h 123"/>
                <a:gd name="T8" fmla="*/ 80 w 80"/>
                <a:gd name="T9" fmla="*/ 114 h 123"/>
                <a:gd name="T10" fmla="*/ 14 w 80"/>
                <a:gd name="T11" fmla="*/ 0 h 123"/>
                <a:gd name="T12" fmla="*/ 0 w 80"/>
                <a:gd name="T13" fmla="*/ 6 h 123"/>
                <a:gd name="T14" fmla="*/ 0 w 80"/>
                <a:gd name="T15" fmla="*/ 6 h 123"/>
                <a:gd name="T16" fmla="*/ 14 w 80"/>
                <a:gd name="T17" fmla="*/ 0 h 123"/>
                <a:gd name="T18" fmla="*/ 14 w 80"/>
                <a:gd name="T1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23">
                  <a:moveTo>
                    <a:pt x="80" y="114"/>
                  </a:moveTo>
                  <a:lnTo>
                    <a:pt x="68" y="123"/>
                  </a:lnTo>
                  <a:lnTo>
                    <a:pt x="68" y="123"/>
                  </a:lnTo>
                  <a:lnTo>
                    <a:pt x="80" y="114"/>
                  </a:lnTo>
                  <a:lnTo>
                    <a:pt x="80" y="114"/>
                  </a:lnTo>
                  <a:moveTo>
                    <a:pt x="14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14" y="0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" name="ï$ľíďé">
              <a:extLst>
                <a:ext uri="{FF2B5EF4-FFF2-40B4-BE49-F238E27FC236}">
                  <a16:creationId xmlns:a16="http://schemas.microsoft.com/office/drawing/2014/main" id="{014C0FF0-3EC2-4EBC-A314-36B976D2D540}"/>
                </a:ext>
              </a:extLst>
            </p:cNvPr>
            <p:cNvSpPr/>
            <p:nvPr/>
          </p:nvSpPr>
          <p:spPr bwMode="auto">
            <a:xfrm>
              <a:off x="4076700" y="5756276"/>
              <a:ext cx="896938" cy="893763"/>
            </a:xfrm>
            <a:custGeom>
              <a:avLst/>
              <a:gdLst>
                <a:gd name="T0" fmla="*/ 240 w 479"/>
                <a:gd name="T1" fmla="*/ 0 h 478"/>
                <a:gd name="T2" fmla="*/ 0 w 479"/>
                <a:gd name="T3" fmla="*/ 239 h 478"/>
                <a:gd name="T4" fmla="*/ 240 w 479"/>
                <a:gd name="T5" fmla="*/ 478 h 478"/>
                <a:gd name="T6" fmla="*/ 479 w 479"/>
                <a:gd name="T7" fmla="*/ 239 h 478"/>
                <a:gd name="T8" fmla="*/ 240 w 479"/>
                <a:gd name="T9" fmla="*/ 0 h 478"/>
                <a:gd name="T10" fmla="*/ 240 w 479"/>
                <a:gd name="T11" fmla="*/ 369 h 478"/>
                <a:gd name="T12" fmla="*/ 109 w 479"/>
                <a:gd name="T13" fmla="*/ 239 h 478"/>
                <a:gd name="T14" fmla="*/ 240 w 479"/>
                <a:gd name="T15" fmla="*/ 109 h 478"/>
                <a:gd name="T16" fmla="*/ 370 w 479"/>
                <a:gd name="T17" fmla="*/ 239 h 478"/>
                <a:gd name="T18" fmla="*/ 240 w 479"/>
                <a:gd name="T19" fmla="*/ 369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9" h="478">
                  <a:moveTo>
                    <a:pt x="240" y="0"/>
                  </a:moveTo>
                  <a:cubicBezTo>
                    <a:pt x="108" y="0"/>
                    <a:pt x="0" y="107"/>
                    <a:pt x="0" y="239"/>
                  </a:cubicBezTo>
                  <a:cubicBezTo>
                    <a:pt x="0" y="371"/>
                    <a:pt x="108" y="478"/>
                    <a:pt x="240" y="478"/>
                  </a:cubicBezTo>
                  <a:cubicBezTo>
                    <a:pt x="372" y="478"/>
                    <a:pt x="479" y="371"/>
                    <a:pt x="479" y="239"/>
                  </a:cubicBezTo>
                  <a:cubicBezTo>
                    <a:pt x="479" y="107"/>
                    <a:pt x="372" y="0"/>
                    <a:pt x="240" y="0"/>
                  </a:cubicBezTo>
                  <a:moveTo>
                    <a:pt x="240" y="369"/>
                  </a:moveTo>
                  <a:cubicBezTo>
                    <a:pt x="168" y="369"/>
                    <a:pt x="109" y="311"/>
                    <a:pt x="109" y="239"/>
                  </a:cubicBezTo>
                  <a:cubicBezTo>
                    <a:pt x="109" y="167"/>
                    <a:pt x="168" y="109"/>
                    <a:pt x="240" y="109"/>
                  </a:cubicBezTo>
                  <a:cubicBezTo>
                    <a:pt x="312" y="109"/>
                    <a:pt x="370" y="167"/>
                    <a:pt x="370" y="239"/>
                  </a:cubicBezTo>
                  <a:cubicBezTo>
                    <a:pt x="370" y="311"/>
                    <a:pt x="312" y="369"/>
                    <a:pt x="240" y="369"/>
                  </a:cubicBezTo>
                </a:path>
              </a:pathLst>
            </a:cu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" name="iŝľïḑe">
              <a:extLst>
                <a:ext uri="{FF2B5EF4-FFF2-40B4-BE49-F238E27FC236}">
                  <a16:creationId xmlns:a16="http://schemas.microsoft.com/office/drawing/2014/main" id="{A3AA5189-CF55-4599-985C-329477EBFA8A}"/>
                </a:ext>
              </a:extLst>
            </p:cNvPr>
            <p:cNvSpPr/>
            <p:nvPr/>
          </p:nvSpPr>
          <p:spPr bwMode="auto">
            <a:xfrm>
              <a:off x="4525963" y="5614988"/>
              <a:ext cx="104775" cy="130175"/>
            </a:xfrm>
            <a:custGeom>
              <a:avLst/>
              <a:gdLst>
                <a:gd name="T0" fmla="*/ 31 w 56"/>
                <a:gd name="T1" fmla="*/ 0 h 69"/>
                <a:gd name="T2" fmla="*/ 0 w 56"/>
                <a:gd name="T3" fmla="*/ 0 h 69"/>
                <a:gd name="T4" fmla="*/ 31 w 56"/>
                <a:gd name="T5" fmla="*/ 0 h 69"/>
                <a:gd name="T6" fmla="*/ 51 w 56"/>
                <a:gd name="T7" fmla="*/ 19 h 69"/>
                <a:gd name="T8" fmla="*/ 56 w 56"/>
                <a:gd name="T9" fmla="*/ 69 h 69"/>
                <a:gd name="T10" fmla="*/ 56 w 56"/>
                <a:gd name="T11" fmla="*/ 69 h 69"/>
                <a:gd name="T12" fmla="*/ 51 w 56"/>
                <a:gd name="T13" fmla="*/ 19 h 69"/>
                <a:gd name="T14" fmla="*/ 31 w 56"/>
                <a:gd name="T1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69">
                  <a:moveTo>
                    <a:pt x="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1" y="0"/>
                    <a:pt x="49" y="8"/>
                    <a:pt x="51" y="19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49" y="8"/>
                    <a:pt x="41" y="0"/>
                    <a:pt x="31" y="0"/>
                  </a:cubicBezTo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1" name="îṣlïḍe">
              <a:extLst>
                <a:ext uri="{FF2B5EF4-FFF2-40B4-BE49-F238E27FC236}">
                  <a16:creationId xmlns:a16="http://schemas.microsoft.com/office/drawing/2014/main" id="{D4720043-EB94-48BA-958C-E8117BCECAB0}"/>
                </a:ext>
              </a:extLst>
            </p:cNvPr>
            <p:cNvSpPr/>
            <p:nvPr/>
          </p:nvSpPr>
          <p:spPr bwMode="auto">
            <a:xfrm>
              <a:off x="4525963" y="5614988"/>
              <a:ext cx="104775" cy="130175"/>
            </a:xfrm>
            <a:custGeom>
              <a:avLst/>
              <a:gdLst>
                <a:gd name="T0" fmla="*/ 31 w 56"/>
                <a:gd name="T1" fmla="*/ 0 h 69"/>
                <a:gd name="T2" fmla="*/ 0 w 56"/>
                <a:gd name="T3" fmla="*/ 0 h 69"/>
                <a:gd name="T4" fmla="*/ 0 w 56"/>
                <a:gd name="T5" fmla="*/ 63 h 69"/>
                <a:gd name="T6" fmla="*/ 56 w 56"/>
                <a:gd name="T7" fmla="*/ 69 h 69"/>
                <a:gd name="T8" fmla="*/ 51 w 56"/>
                <a:gd name="T9" fmla="*/ 19 h 69"/>
                <a:gd name="T10" fmla="*/ 31 w 56"/>
                <a:gd name="T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69">
                  <a:moveTo>
                    <a:pt x="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19" y="63"/>
                    <a:pt x="38" y="65"/>
                    <a:pt x="56" y="6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49" y="8"/>
                    <a:pt x="41" y="0"/>
                    <a:pt x="31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2" name="iś1ïḑè">
              <a:extLst>
                <a:ext uri="{FF2B5EF4-FFF2-40B4-BE49-F238E27FC236}">
                  <a16:creationId xmlns:a16="http://schemas.microsoft.com/office/drawing/2014/main" id="{13F35A58-1285-436B-98D5-3C5F3B8DE7A9}"/>
                </a:ext>
              </a:extLst>
            </p:cNvPr>
            <p:cNvSpPr/>
            <p:nvPr/>
          </p:nvSpPr>
          <p:spPr bwMode="auto">
            <a:xfrm>
              <a:off x="4630738" y="5745163"/>
              <a:ext cx="1588" cy="23813"/>
            </a:xfrm>
            <a:custGeom>
              <a:avLst/>
              <a:gdLst>
                <a:gd name="T0" fmla="*/ 0 w 1"/>
                <a:gd name="T1" fmla="*/ 0 h 15"/>
                <a:gd name="T2" fmla="*/ 1 w 1"/>
                <a:gd name="T3" fmla="*/ 15 h 15"/>
                <a:gd name="T4" fmla="*/ 1 w 1"/>
                <a:gd name="T5" fmla="*/ 15 h 15"/>
                <a:gd name="T6" fmla="*/ 0 w 1"/>
                <a:gd name="T7" fmla="*/ 0 h 15"/>
                <a:gd name="T8" fmla="*/ 0 w 1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5">
                  <a:moveTo>
                    <a:pt x="0" y="0"/>
                  </a:moveTo>
                  <a:lnTo>
                    <a:pt x="1" y="15"/>
                  </a:lnTo>
                  <a:lnTo>
                    <a:pt x="1" y="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D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3" name="íṧļiḋé">
              <a:extLst>
                <a:ext uri="{FF2B5EF4-FFF2-40B4-BE49-F238E27FC236}">
                  <a16:creationId xmlns:a16="http://schemas.microsoft.com/office/drawing/2014/main" id="{70E9D9E5-A190-46AE-9EA8-F02706D0CC06}"/>
                </a:ext>
              </a:extLst>
            </p:cNvPr>
            <p:cNvSpPr/>
            <p:nvPr/>
          </p:nvSpPr>
          <p:spPr bwMode="auto">
            <a:xfrm>
              <a:off x="4630738" y="5745163"/>
              <a:ext cx="1588" cy="23813"/>
            </a:xfrm>
            <a:custGeom>
              <a:avLst/>
              <a:gdLst>
                <a:gd name="T0" fmla="*/ 0 w 1"/>
                <a:gd name="T1" fmla="*/ 0 h 15"/>
                <a:gd name="T2" fmla="*/ 1 w 1"/>
                <a:gd name="T3" fmla="*/ 15 h 15"/>
                <a:gd name="T4" fmla="*/ 1 w 1"/>
                <a:gd name="T5" fmla="*/ 15 h 15"/>
                <a:gd name="T6" fmla="*/ 0 w 1"/>
                <a:gd name="T7" fmla="*/ 0 h 15"/>
                <a:gd name="T8" fmla="*/ 0 w 1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5">
                  <a:moveTo>
                    <a:pt x="0" y="0"/>
                  </a:moveTo>
                  <a:lnTo>
                    <a:pt x="1" y="15"/>
                  </a:lnTo>
                  <a:lnTo>
                    <a:pt x="1" y="15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4" name="îṡļîdé">
              <a:extLst>
                <a:ext uri="{FF2B5EF4-FFF2-40B4-BE49-F238E27FC236}">
                  <a16:creationId xmlns:a16="http://schemas.microsoft.com/office/drawing/2014/main" id="{AD3B6B78-B136-41CE-8E23-38A99ED36085}"/>
                </a:ext>
              </a:extLst>
            </p:cNvPr>
            <p:cNvSpPr/>
            <p:nvPr/>
          </p:nvSpPr>
          <p:spPr bwMode="auto">
            <a:xfrm>
              <a:off x="4525963" y="5734051"/>
              <a:ext cx="106363" cy="34925"/>
            </a:xfrm>
            <a:custGeom>
              <a:avLst/>
              <a:gdLst>
                <a:gd name="T0" fmla="*/ 0 w 57"/>
                <a:gd name="T1" fmla="*/ 0 h 19"/>
                <a:gd name="T2" fmla="*/ 0 w 57"/>
                <a:gd name="T3" fmla="*/ 12 h 19"/>
                <a:gd name="T4" fmla="*/ 57 w 57"/>
                <a:gd name="T5" fmla="*/ 19 h 19"/>
                <a:gd name="T6" fmla="*/ 56 w 57"/>
                <a:gd name="T7" fmla="*/ 6 h 19"/>
                <a:gd name="T8" fmla="*/ 0 w 57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9">
                  <a:moveTo>
                    <a:pt x="0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20" y="12"/>
                    <a:pt x="39" y="14"/>
                    <a:pt x="57" y="19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38" y="2"/>
                    <a:pt x="19" y="0"/>
                    <a:pt x="0" y="0"/>
                  </a:cubicBezTo>
                </a:path>
              </a:pathLst>
            </a:custGeom>
            <a:solidFill>
              <a:srgbClr val="C847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5" name="isľíḑê">
              <a:extLst>
                <a:ext uri="{FF2B5EF4-FFF2-40B4-BE49-F238E27FC236}">
                  <a16:creationId xmlns:a16="http://schemas.microsoft.com/office/drawing/2014/main" id="{B267FEC0-6BE6-479A-ABF0-109BCA53D864}"/>
                </a:ext>
              </a:extLst>
            </p:cNvPr>
            <p:cNvSpPr/>
            <p:nvPr/>
          </p:nvSpPr>
          <p:spPr bwMode="auto">
            <a:xfrm>
              <a:off x="4973638" y="5840413"/>
              <a:ext cx="95250" cy="136525"/>
            </a:xfrm>
            <a:custGeom>
              <a:avLst/>
              <a:gdLst>
                <a:gd name="T0" fmla="*/ 0 w 51"/>
                <a:gd name="T1" fmla="*/ 0 h 73"/>
                <a:gd name="T2" fmla="*/ 0 w 51"/>
                <a:gd name="T3" fmla="*/ 0 h 73"/>
                <a:gd name="T4" fmla="*/ 17 w 51"/>
                <a:gd name="T5" fmla="*/ 10 h 73"/>
                <a:gd name="T6" fmla="*/ 48 w 51"/>
                <a:gd name="T7" fmla="*/ 64 h 73"/>
                <a:gd name="T8" fmla="*/ 51 w 51"/>
                <a:gd name="T9" fmla="*/ 73 h 73"/>
                <a:gd name="T10" fmla="*/ 48 w 51"/>
                <a:gd name="T11" fmla="*/ 64 h 73"/>
                <a:gd name="T12" fmla="*/ 17 w 51"/>
                <a:gd name="T13" fmla="*/ 10 h 73"/>
                <a:gd name="T14" fmla="*/ 0 w 51"/>
                <a:gd name="T1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7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14" y="4"/>
                    <a:pt x="17" y="10"/>
                  </a:cubicBezTo>
                  <a:cubicBezTo>
                    <a:pt x="48" y="64"/>
                    <a:pt x="48" y="64"/>
                    <a:pt x="48" y="64"/>
                  </a:cubicBezTo>
                  <a:cubicBezTo>
                    <a:pt x="50" y="67"/>
                    <a:pt x="51" y="70"/>
                    <a:pt x="51" y="73"/>
                  </a:cubicBezTo>
                  <a:cubicBezTo>
                    <a:pt x="51" y="70"/>
                    <a:pt x="50" y="67"/>
                    <a:pt x="48" y="64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4" y="4"/>
                    <a:pt x="7" y="0"/>
                    <a:pt x="0" y="0"/>
                  </a:cubicBezTo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6" name="íṥḷíďè">
              <a:extLst>
                <a:ext uri="{FF2B5EF4-FFF2-40B4-BE49-F238E27FC236}">
                  <a16:creationId xmlns:a16="http://schemas.microsoft.com/office/drawing/2014/main" id="{9168FA6F-88DA-4B2B-9D17-5F4252879281}"/>
                </a:ext>
              </a:extLst>
            </p:cNvPr>
            <p:cNvSpPr/>
            <p:nvPr/>
          </p:nvSpPr>
          <p:spPr bwMode="auto">
            <a:xfrm>
              <a:off x="4870450" y="5840413"/>
              <a:ext cx="198438" cy="223838"/>
            </a:xfrm>
            <a:custGeom>
              <a:avLst/>
              <a:gdLst>
                <a:gd name="T0" fmla="*/ 55 w 106"/>
                <a:gd name="T1" fmla="*/ 0 h 120"/>
                <a:gd name="T2" fmla="*/ 47 w 106"/>
                <a:gd name="T3" fmla="*/ 2 h 120"/>
                <a:gd name="T4" fmla="*/ 46 w 106"/>
                <a:gd name="T5" fmla="*/ 2 h 120"/>
                <a:gd name="T6" fmla="*/ 46 w 106"/>
                <a:gd name="T7" fmla="*/ 2 h 120"/>
                <a:gd name="T8" fmla="*/ 0 w 106"/>
                <a:gd name="T9" fmla="*/ 23 h 120"/>
                <a:gd name="T10" fmla="*/ 56 w 106"/>
                <a:gd name="T11" fmla="*/ 120 h 120"/>
                <a:gd name="T12" fmla="*/ 97 w 106"/>
                <a:gd name="T13" fmla="*/ 90 h 120"/>
                <a:gd name="T14" fmla="*/ 106 w 106"/>
                <a:gd name="T15" fmla="*/ 73 h 120"/>
                <a:gd name="T16" fmla="*/ 103 w 106"/>
                <a:gd name="T17" fmla="*/ 64 h 120"/>
                <a:gd name="T18" fmla="*/ 72 w 106"/>
                <a:gd name="T19" fmla="*/ 10 h 120"/>
                <a:gd name="T20" fmla="*/ 55 w 106"/>
                <a:gd name="T2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6" h="120">
                  <a:moveTo>
                    <a:pt x="55" y="0"/>
                  </a:moveTo>
                  <a:cubicBezTo>
                    <a:pt x="52" y="0"/>
                    <a:pt x="50" y="1"/>
                    <a:pt x="47" y="2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5" y="50"/>
                    <a:pt x="45" y="83"/>
                    <a:pt x="56" y="120"/>
                  </a:cubicBezTo>
                  <a:cubicBezTo>
                    <a:pt x="97" y="90"/>
                    <a:pt x="97" y="90"/>
                    <a:pt x="97" y="90"/>
                  </a:cubicBezTo>
                  <a:cubicBezTo>
                    <a:pt x="103" y="86"/>
                    <a:pt x="106" y="79"/>
                    <a:pt x="106" y="73"/>
                  </a:cubicBezTo>
                  <a:cubicBezTo>
                    <a:pt x="106" y="70"/>
                    <a:pt x="105" y="67"/>
                    <a:pt x="103" y="64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69" y="4"/>
                    <a:pt x="62" y="0"/>
                    <a:pt x="55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7" name="í$ḷíḓè">
              <a:extLst>
                <a:ext uri="{FF2B5EF4-FFF2-40B4-BE49-F238E27FC236}">
                  <a16:creationId xmlns:a16="http://schemas.microsoft.com/office/drawing/2014/main" id="{F731DFDD-4570-4697-A479-DA5E94A9D715}"/>
                </a:ext>
              </a:extLst>
            </p:cNvPr>
            <p:cNvSpPr/>
            <p:nvPr/>
          </p:nvSpPr>
          <p:spPr bwMode="auto">
            <a:xfrm>
              <a:off x="4848225" y="5883276"/>
              <a:ext cx="127000" cy="195263"/>
            </a:xfrm>
            <a:custGeom>
              <a:avLst/>
              <a:gdLst>
                <a:gd name="T0" fmla="*/ 12 w 68"/>
                <a:gd name="T1" fmla="*/ 0 h 104"/>
                <a:gd name="T2" fmla="*/ 0 w 68"/>
                <a:gd name="T3" fmla="*/ 5 h 104"/>
                <a:gd name="T4" fmla="*/ 58 w 68"/>
                <a:gd name="T5" fmla="*/ 104 h 104"/>
                <a:gd name="T6" fmla="*/ 68 w 68"/>
                <a:gd name="T7" fmla="*/ 97 h 104"/>
                <a:gd name="T8" fmla="*/ 12 w 68"/>
                <a:gd name="T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104">
                  <a:moveTo>
                    <a:pt x="12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7" y="33"/>
                    <a:pt x="47" y="67"/>
                    <a:pt x="58" y="104"/>
                  </a:cubicBezTo>
                  <a:cubicBezTo>
                    <a:pt x="68" y="97"/>
                    <a:pt x="68" y="97"/>
                    <a:pt x="68" y="97"/>
                  </a:cubicBezTo>
                  <a:cubicBezTo>
                    <a:pt x="57" y="60"/>
                    <a:pt x="37" y="27"/>
                    <a:pt x="12" y="0"/>
                  </a:cubicBezTo>
                </a:path>
              </a:pathLst>
            </a:custGeom>
            <a:solidFill>
              <a:srgbClr val="C847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8" name="išļïde">
              <a:extLst>
                <a:ext uri="{FF2B5EF4-FFF2-40B4-BE49-F238E27FC236}">
                  <a16:creationId xmlns:a16="http://schemas.microsoft.com/office/drawing/2014/main" id="{C1F92CAF-5909-4332-9449-11010AEDD501}"/>
                </a:ext>
              </a:extLst>
            </p:cNvPr>
            <p:cNvSpPr/>
            <p:nvPr/>
          </p:nvSpPr>
          <p:spPr bwMode="auto">
            <a:xfrm>
              <a:off x="4973638" y="6200776"/>
              <a:ext cx="0" cy="3175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1 h 1"/>
                <a:gd name="T7" fmla="*/ 0 h 1"/>
                <a:gd name="T8" fmla="*/ 0 h 1"/>
                <a:gd name="T9" fmla="*/ 0 h 1"/>
                <a:gd name="T10" fmla="*/ 0 h 1"/>
                <a:gd name="T11" fmla="*/ 0 h 1"/>
                <a:gd name="T12" fmla="*/ 0 h 1"/>
                <a:gd name="T13" fmla="*/ 0 h 1"/>
                <a:gd name="T14" fmla="*/ 0 h 1"/>
                <a:gd name="T15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  <a:cxn ang="0">
                  <a:pos x="0" y="T11"/>
                </a:cxn>
                <a:cxn ang="0">
                  <a:pos x="0" y="T12"/>
                </a:cxn>
                <a:cxn ang="0">
                  <a:pos x="0" y="T13"/>
                </a:cxn>
                <a:cxn ang="0">
                  <a:pos x="0" y="T14"/>
                </a:cxn>
                <a:cxn ang="0">
                  <a:pos x="0" y="T15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74D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9" name="işľïḋe">
              <a:extLst>
                <a:ext uri="{FF2B5EF4-FFF2-40B4-BE49-F238E27FC236}">
                  <a16:creationId xmlns:a16="http://schemas.microsoft.com/office/drawing/2014/main" id="{7F46ACEA-B113-47AF-A2B2-1F5C25FFF3FB}"/>
                </a:ext>
              </a:extLst>
            </p:cNvPr>
            <p:cNvSpPr/>
            <p:nvPr/>
          </p:nvSpPr>
          <p:spPr bwMode="auto">
            <a:xfrm>
              <a:off x="4973638" y="6203951"/>
              <a:ext cx="0" cy="1588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  <a:gd name="T7" fmla="*/ 1 h 1"/>
                <a:gd name="T8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74D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0" name="îsļîḓè">
              <a:extLst>
                <a:ext uri="{FF2B5EF4-FFF2-40B4-BE49-F238E27FC236}">
                  <a16:creationId xmlns:a16="http://schemas.microsoft.com/office/drawing/2014/main" id="{59763A49-6476-438B-940C-232F398573C6}"/>
                </a:ext>
              </a:extLst>
            </p:cNvPr>
            <p:cNvSpPr/>
            <p:nvPr/>
          </p:nvSpPr>
          <p:spPr bwMode="auto">
            <a:xfrm>
              <a:off x="5035550" y="6384926"/>
              <a:ext cx="33338" cy="44450"/>
            </a:xfrm>
            <a:custGeom>
              <a:avLst/>
              <a:gdLst>
                <a:gd name="T0" fmla="*/ 0 w 18"/>
                <a:gd name="T1" fmla="*/ 0 h 24"/>
                <a:gd name="T2" fmla="*/ 9 w 18"/>
                <a:gd name="T3" fmla="*/ 6 h 24"/>
                <a:gd name="T4" fmla="*/ 18 w 18"/>
                <a:gd name="T5" fmla="*/ 24 h 24"/>
                <a:gd name="T6" fmla="*/ 9 w 18"/>
                <a:gd name="T7" fmla="*/ 6 h 24"/>
                <a:gd name="T8" fmla="*/ 0 w 18"/>
                <a:gd name="T9" fmla="*/ 0 h 24"/>
                <a:gd name="T10" fmla="*/ 0 w 18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4">
                  <a:moveTo>
                    <a:pt x="0" y="0"/>
                  </a:moveTo>
                  <a:cubicBezTo>
                    <a:pt x="9" y="6"/>
                    <a:pt x="9" y="6"/>
                    <a:pt x="9" y="6"/>
                  </a:cubicBezTo>
                  <a:cubicBezTo>
                    <a:pt x="15" y="11"/>
                    <a:pt x="18" y="17"/>
                    <a:pt x="18" y="24"/>
                  </a:cubicBezTo>
                  <a:cubicBezTo>
                    <a:pt x="18" y="17"/>
                    <a:pt x="15" y="11"/>
                    <a:pt x="9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2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1" name="îṥḷiḍe">
              <a:extLst>
                <a:ext uri="{FF2B5EF4-FFF2-40B4-BE49-F238E27FC236}">
                  <a16:creationId xmlns:a16="http://schemas.microsoft.com/office/drawing/2014/main" id="{A424A4F5-4E72-4FF2-A0D0-78D63718CC14}"/>
                </a:ext>
              </a:extLst>
            </p:cNvPr>
            <p:cNvSpPr/>
            <p:nvPr/>
          </p:nvSpPr>
          <p:spPr bwMode="auto">
            <a:xfrm>
              <a:off x="4975225" y="6342063"/>
              <a:ext cx="60325" cy="42863"/>
            </a:xfrm>
            <a:custGeom>
              <a:avLst/>
              <a:gdLst>
                <a:gd name="T0" fmla="*/ 0 w 38"/>
                <a:gd name="T1" fmla="*/ 0 h 27"/>
                <a:gd name="T2" fmla="*/ 0 w 38"/>
                <a:gd name="T3" fmla="*/ 0 h 27"/>
                <a:gd name="T4" fmla="*/ 38 w 38"/>
                <a:gd name="T5" fmla="*/ 27 h 27"/>
                <a:gd name="T6" fmla="*/ 38 w 38"/>
                <a:gd name="T7" fmla="*/ 27 h 27"/>
                <a:gd name="T8" fmla="*/ 0 w 38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7">
                  <a:moveTo>
                    <a:pt x="0" y="0"/>
                  </a:moveTo>
                  <a:lnTo>
                    <a:pt x="0" y="0"/>
                  </a:lnTo>
                  <a:lnTo>
                    <a:pt x="38" y="27"/>
                  </a:lnTo>
                  <a:lnTo>
                    <a:pt x="38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2" name="îSḻiḓe">
              <a:extLst>
                <a:ext uri="{FF2B5EF4-FFF2-40B4-BE49-F238E27FC236}">
                  <a16:creationId xmlns:a16="http://schemas.microsoft.com/office/drawing/2014/main" id="{7BDF4684-AB96-4CAE-B667-E1EE33EB1067}"/>
                </a:ext>
              </a:extLst>
            </p:cNvPr>
            <p:cNvSpPr/>
            <p:nvPr/>
          </p:nvSpPr>
          <p:spPr bwMode="auto">
            <a:xfrm>
              <a:off x="4975225" y="6342063"/>
              <a:ext cx="60325" cy="42863"/>
            </a:xfrm>
            <a:custGeom>
              <a:avLst/>
              <a:gdLst>
                <a:gd name="T0" fmla="*/ 0 w 38"/>
                <a:gd name="T1" fmla="*/ 0 h 27"/>
                <a:gd name="T2" fmla="*/ 0 w 38"/>
                <a:gd name="T3" fmla="*/ 0 h 27"/>
                <a:gd name="T4" fmla="*/ 38 w 38"/>
                <a:gd name="T5" fmla="*/ 27 h 27"/>
                <a:gd name="T6" fmla="*/ 38 w 38"/>
                <a:gd name="T7" fmla="*/ 27 h 27"/>
                <a:gd name="T8" fmla="*/ 0 w 38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7">
                  <a:moveTo>
                    <a:pt x="0" y="0"/>
                  </a:moveTo>
                  <a:lnTo>
                    <a:pt x="0" y="0"/>
                  </a:lnTo>
                  <a:lnTo>
                    <a:pt x="38" y="27"/>
                  </a:lnTo>
                  <a:lnTo>
                    <a:pt x="38" y="2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3" name="ï$ḷíḍe">
              <a:extLst>
                <a:ext uri="{FF2B5EF4-FFF2-40B4-BE49-F238E27FC236}">
                  <a16:creationId xmlns:a16="http://schemas.microsoft.com/office/drawing/2014/main" id="{A15615D6-C0D6-41F8-AF39-C3C25F93DB69}"/>
                </a:ext>
              </a:extLst>
            </p:cNvPr>
            <p:cNvSpPr/>
            <p:nvPr/>
          </p:nvSpPr>
          <p:spPr bwMode="auto">
            <a:xfrm>
              <a:off x="4870450" y="6523038"/>
              <a:ext cx="134938" cy="41275"/>
            </a:xfrm>
            <a:custGeom>
              <a:avLst/>
              <a:gdLst>
                <a:gd name="T0" fmla="*/ 72 w 72"/>
                <a:gd name="T1" fmla="*/ 13 h 22"/>
                <a:gd name="T2" fmla="*/ 55 w 72"/>
                <a:gd name="T3" fmla="*/ 22 h 22"/>
                <a:gd name="T4" fmla="*/ 55 w 72"/>
                <a:gd name="T5" fmla="*/ 22 h 22"/>
                <a:gd name="T6" fmla="*/ 72 w 72"/>
                <a:gd name="T7" fmla="*/ 13 h 22"/>
                <a:gd name="T8" fmla="*/ 0 w 72"/>
                <a:gd name="T9" fmla="*/ 0 h 22"/>
                <a:gd name="T10" fmla="*/ 0 w 72"/>
                <a:gd name="T11" fmla="*/ 0 h 22"/>
                <a:gd name="T12" fmla="*/ 46 w 72"/>
                <a:gd name="T13" fmla="*/ 20 h 22"/>
                <a:gd name="T14" fmla="*/ 0 w 72"/>
                <a:gd name="T1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22">
                  <a:moveTo>
                    <a:pt x="72" y="13"/>
                  </a:moveTo>
                  <a:cubicBezTo>
                    <a:pt x="69" y="19"/>
                    <a:pt x="62" y="22"/>
                    <a:pt x="55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62" y="22"/>
                    <a:pt x="69" y="19"/>
                    <a:pt x="72" y="1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2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4" name="ïs1íḍé">
              <a:extLst>
                <a:ext uri="{FF2B5EF4-FFF2-40B4-BE49-F238E27FC236}">
                  <a16:creationId xmlns:a16="http://schemas.microsoft.com/office/drawing/2014/main" id="{1219C748-A30F-4CBD-9F5E-3BB98910287B}"/>
                </a:ext>
              </a:extLst>
            </p:cNvPr>
            <p:cNvSpPr/>
            <p:nvPr/>
          </p:nvSpPr>
          <p:spPr bwMode="auto">
            <a:xfrm>
              <a:off x="4870450" y="6342063"/>
              <a:ext cx="198438" cy="222250"/>
            </a:xfrm>
            <a:custGeom>
              <a:avLst/>
              <a:gdLst>
                <a:gd name="T0" fmla="*/ 56 w 106"/>
                <a:gd name="T1" fmla="*/ 0 h 119"/>
                <a:gd name="T2" fmla="*/ 0 w 106"/>
                <a:gd name="T3" fmla="*/ 97 h 119"/>
                <a:gd name="T4" fmla="*/ 46 w 106"/>
                <a:gd name="T5" fmla="*/ 117 h 119"/>
                <a:gd name="T6" fmla="*/ 55 w 106"/>
                <a:gd name="T7" fmla="*/ 119 h 119"/>
                <a:gd name="T8" fmla="*/ 72 w 106"/>
                <a:gd name="T9" fmla="*/ 110 h 119"/>
                <a:gd name="T10" fmla="*/ 72 w 106"/>
                <a:gd name="T11" fmla="*/ 110 h 119"/>
                <a:gd name="T12" fmla="*/ 103 w 106"/>
                <a:gd name="T13" fmla="*/ 56 h 119"/>
                <a:gd name="T14" fmla="*/ 106 w 106"/>
                <a:gd name="T15" fmla="*/ 47 h 119"/>
                <a:gd name="T16" fmla="*/ 97 w 106"/>
                <a:gd name="T17" fmla="*/ 29 h 119"/>
                <a:gd name="T18" fmla="*/ 88 w 106"/>
                <a:gd name="T19" fmla="*/ 23 h 119"/>
                <a:gd name="T20" fmla="*/ 56 w 106"/>
                <a:gd name="T21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6" h="119">
                  <a:moveTo>
                    <a:pt x="56" y="0"/>
                  </a:moveTo>
                  <a:cubicBezTo>
                    <a:pt x="45" y="36"/>
                    <a:pt x="25" y="70"/>
                    <a:pt x="0" y="9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9" y="119"/>
                    <a:pt x="52" y="119"/>
                    <a:pt x="55" y="119"/>
                  </a:cubicBezTo>
                  <a:cubicBezTo>
                    <a:pt x="62" y="119"/>
                    <a:pt x="69" y="116"/>
                    <a:pt x="72" y="110"/>
                  </a:cubicBezTo>
                  <a:cubicBezTo>
                    <a:pt x="72" y="110"/>
                    <a:pt x="72" y="110"/>
                    <a:pt x="72" y="110"/>
                  </a:cubicBezTo>
                  <a:cubicBezTo>
                    <a:pt x="103" y="56"/>
                    <a:pt x="103" y="56"/>
                    <a:pt x="103" y="56"/>
                  </a:cubicBezTo>
                  <a:cubicBezTo>
                    <a:pt x="105" y="53"/>
                    <a:pt x="106" y="50"/>
                    <a:pt x="106" y="47"/>
                  </a:cubicBezTo>
                  <a:cubicBezTo>
                    <a:pt x="106" y="40"/>
                    <a:pt x="103" y="34"/>
                    <a:pt x="97" y="29"/>
                  </a:cubicBezTo>
                  <a:cubicBezTo>
                    <a:pt x="88" y="23"/>
                    <a:pt x="88" y="23"/>
                    <a:pt x="88" y="23"/>
                  </a:cubicBezTo>
                  <a:cubicBezTo>
                    <a:pt x="56" y="0"/>
                    <a:pt x="56" y="0"/>
                    <a:pt x="56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" name="íṣľîḓê">
              <a:extLst>
                <a:ext uri="{FF2B5EF4-FFF2-40B4-BE49-F238E27FC236}">
                  <a16:creationId xmlns:a16="http://schemas.microsoft.com/office/drawing/2014/main" id="{970087B1-7808-4734-B066-55D918B2EEAE}"/>
                </a:ext>
              </a:extLst>
            </p:cNvPr>
            <p:cNvSpPr/>
            <p:nvPr/>
          </p:nvSpPr>
          <p:spPr bwMode="auto">
            <a:xfrm>
              <a:off x="4956175" y="6326188"/>
              <a:ext cx="19050" cy="15875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12 w 12"/>
                <a:gd name="T5" fmla="*/ 10 h 10"/>
                <a:gd name="T6" fmla="*/ 12 w 12"/>
                <a:gd name="T7" fmla="*/ 10 h 10"/>
                <a:gd name="T8" fmla="*/ 0 w 12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D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6" name="ïṧļíḓe">
              <a:extLst>
                <a:ext uri="{FF2B5EF4-FFF2-40B4-BE49-F238E27FC236}">
                  <a16:creationId xmlns:a16="http://schemas.microsoft.com/office/drawing/2014/main" id="{D84F2A87-E800-4572-8AC9-C7154D0C0399}"/>
                </a:ext>
              </a:extLst>
            </p:cNvPr>
            <p:cNvSpPr/>
            <p:nvPr/>
          </p:nvSpPr>
          <p:spPr bwMode="auto">
            <a:xfrm>
              <a:off x="4956175" y="6326188"/>
              <a:ext cx="19050" cy="15875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12 w 12"/>
                <a:gd name="T5" fmla="*/ 10 h 10"/>
                <a:gd name="T6" fmla="*/ 12 w 12"/>
                <a:gd name="T7" fmla="*/ 10 h 10"/>
                <a:gd name="T8" fmla="*/ 0 w 12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7" name="îşľíḋê">
              <a:extLst>
                <a:ext uri="{FF2B5EF4-FFF2-40B4-BE49-F238E27FC236}">
                  <a16:creationId xmlns:a16="http://schemas.microsoft.com/office/drawing/2014/main" id="{98F6088C-1841-41AE-9865-2997A0E76390}"/>
                </a:ext>
              </a:extLst>
            </p:cNvPr>
            <p:cNvSpPr/>
            <p:nvPr/>
          </p:nvSpPr>
          <p:spPr bwMode="auto">
            <a:xfrm>
              <a:off x="4848225" y="6326188"/>
              <a:ext cx="127000" cy="196850"/>
            </a:xfrm>
            <a:custGeom>
              <a:avLst/>
              <a:gdLst>
                <a:gd name="T0" fmla="*/ 58 w 68"/>
                <a:gd name="T1" fmla="*/ 0 h 105"/>
                <a:gd name="T2" fmla="*/ 0 w 68"/>
                <a:gd name="T3" fmla="*/ 100 h 105"/>
                <a:gd name="T4" fmla="*/ 12 w 68"/>
                <a:gd name="T5" fmla="*/ 105 h 105"/>
                <a:gd name="T6" fmla="*/ 68 w 68"/>
                <a:gd name="T7" fmla="*/ 8 h 105"/>
                <a:gd name="T8" fmla="*/ 58 w 68"/>
                <a:gd name="T9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105">
                  <a:moveTo>
                    <a:pt x="58" y="0"/>
                  </a:moveTo>
                  <a:cubicBezTo>
                    <a:pt x="47" y="38"/>
                    <a:pt x="27" y="72"/>
                    <a:pt x="0" y="100"/>
                  </a:cubicBezTo>
                  <a:cubicBezTo>
                    <a:pt x="12" y="105"/>
                    <a:pt x="12" y="105"/>
                    <a:pt x="12" y="105"/>
                  </a:cubicBezTo>
                  <a:cubicBezTo>
                    <a:pt x="37" y="78"/>
                    <a:pt x="57" y="44"/>
                    <a:pt x="68" y="8"/>
                  </a:cubicBezTo>
                  <a:cubicBezTo>
                    <a:pt x="58" y="0"/>
                    <a:pt x="58" y="0"/>
                    <a:pt x="58" y="0"/>
                  </a:cubicBezTo>
                </a:path>
              </a:pathLst>
            </a:custGeom>
            <a:solidFill>
              <a:srgbClr val="C847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8" name="íṧlíďê">
              <a:extLst>
                <a:ext uri="{FF2B5EF4-FFF2-40B4-BE49-F238E27FC236}">
                  <a16:creationId xmlns:a16="http://schemas.microsoft.com/office/drawing/2014/main" id="{B7CDE773-7E12-4C69-B60B-BB03ED23A8B7}"/>
                </a:ext>
              </a:extLst>
            </p:cNvPr>
            <p:cNvSpPr/>
            <p:nvPr/>
          </p:nvSpPr>
          <p:spPr bwMode="auto">
            <a:xfrm>
              <a:off x="4621213" y="6661151"/>
              <a:ext cx="9525" cy="93663"/>
            </a:xfrm>
            <a:custGeom>
              <a:avLst/>
              <a:gdLst>
                <a:gd name="T0" fmla="*/ 6 w 6"/>
                <a:gd name="T1" fmla="*/ 0 h 59"/>
                <a:gd name="T2" fmla="*/ 6 w 6"/>
                <a:gd name="T3" fmla="*/ 0 h 59"/>
                <a:gd name="T4" fmla="*/ 0 w 6"/>
                <a:gd name="T5" fmla="*/ 59 h 59"/>
                <a:gd name="T6" fmla="*/ 6 w 6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59">
                  <a:moveTo>
                    <a:pt x="6" y="0"/>
                  </a:moveTo>
                  <a:lnTo>
                    <a:pt x="6" y="0"/>
                  </a:lnTo>
                  <a:lnTo>
                    <a:pt x="0" y="59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9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9" name="í$ļíḓé">
              <a:extLst>
                <a:ext uri="{FF2B5EF4-FFF2-40B4-BE49-F238E27FC236}">
                  <a16:creationId xmlns:a16="http://schemas.microsoft.com/office/drawing/2014/main" id="{9F2E5500-244F-4A69-9A99-B2A53D932252}"/>
                </a:ext>
              </a:extLst>
            </p:cNvPr>
            <p:cNvSpPr/>
            <p:nvPr/>
          </p:nvSpPr>
          <p:spPr bwMode="auto">
            <a:xfrm>
              <a:off x="4621213" y="6661151"/>
              <a:ext cx="9525" cy="93663"/>
            </a:xfrm>
            <a:custGeom>
              <a:avLst/>
              <a:gdLst>
                <a:gd name="T0" fmla="*/ 6 w 6"/>
                <a:gd name="T1" fmla="*/ 0 h 59"/>
                <a:gd name="T2" fmla="*/ 6 w 6"/>
                <a:gd name="T3" fmla="*/ 0 h 59"/>
                <a:gd name="T4" fmla="*/ 0 w 6"/>
                <a:gd name="T5" fmla="*/ 59 h 59"/>
                <a:gd name="T6" fmla="*/ 6 w 6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59">
                  <a:moveTo>
                    <a:pt x="6" y="0"/>
                  </a:moveTo>
                  <a:lnTo>
                    <a:pt x="6" y="0"/>
                  </a:lnTo>
                  <a:lnTo>
                    <a:pt x="0" y="59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0" name="iṩ1ïḓê">
              <a:extLst>
                <a:ext uri="{FF2B5EF4-FFF2-40B4-BE49-F238E27FC236}">
                  <a16:creationId xmlns:a16="http://schemas.microsoft.com/office/drawing/2014/main" id="{B7801740-FEF2-4CCD-9F0C-F918FA6948F0}"/>
                </a:ext>
              </a:extLst>
            </p:cNvPr>
            <p:cNvSpPr/>
            <p:nvPr/>
          </p:nvSpPr>
          <p:spPr bwMode="auto">
            <a:xfrm>
              <a:off x="4525963" y="6661151"/>
              <a:ext cx="104775" cy="130175"/>
            </a:xfrm>
            <a:custGeom>
              <a:avLst/>
              <a:gdLst>
                <a:gd name="T0" fmla="*/ 56 w 56"/>
                <a:gd name="T1" fmla="*/ 0 h 69"/>
                <a:gd name="T2" fmla="*/ 0 w 56"/>
                <a:gd name="T3" fmla="*/ 6 h 69"/>
                <a:gd name="T4" fmla="*/ 0 w 56"/>
                <a:gd name="T5" fmla="*/ 69 h 69"/>
                <a:gd name="T6" fmla="*/ 31 w 56"/>
                <a:gd name="T7" fmla="*/ 69 h 69"/>
                <a:gd name="T8" fmla="*/ 51 w 56"/>
                <a:gd name="T9" fmla="*/ 50 h 69"/>
                <a:gd name="T10" fmla="*/ 51 w 56"/>
                <a:gd name="T11" fmla="*/ 50 h 69"/>
                <a:gd name="T12" fmla="*/ 56 w 56"/>
                <a:gd name="T1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69">
                  <a:moveTo>
                    <a:pt x="56" y="0"/>
                  </a:moveTo>
                  <a:cubicBezTo>
                    <a:pt x="38" y="4"/>
                    <a:pt x="19" y="6"/>
                    <a:pt x="0" y="6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31" y="69"/>
                    <a:pt x="31" y="69"/>
                    <a:pt x="31" y="69"/>
                  </a:cubicBezTo>
                  <a:cubicBezTo>
                    <a:pt x="41" y="69"/>
                    <a:pt x="49" y="61"/>
                    <a:pt x="51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6" y="0"/>
                    <a:pt x="56" y="0"/>
                    <a:pt x="56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1" name="ï$liḍê">
              <a:extLst>
                <a:ext uri="{FF2B5EF4-FFF2-40B4-BE49-F238E27FC236}">
                  <a16:creationId xmlns:a16="http://schemas.microsoft.com/office/drawing/2014/main" id="{F129B8DA-F044-407B-90F3-63058E44DB54}"/>
                </a:ext>
              </a:extLst>
            </p:cNvPr>
            <p:cNvSpPr/>
            <p:nvPr/>
          </p:nvSpPr>
          <p:spPr bwMode="auto">
            <a:xfrm>
              <a:off x="4630738" y="6642101"/>
              <a:ext cx="1588" cy="19050"/>
            </a:xfrm>
            <a:custGeom>
              <a:avLst/>
              <a:gdLst>
                <a:gd name="T0" fmla="*/ 1 w 1"/>
                <a:gd name="T1" fmla="*/ 0 h 12"/>
                <a:gd name="T2" fmla="*/ 0 w 1"/>
                <a:gd name="T3" fmla="*/ 12 h 12"/>
                <a:gd name="T4" fmla="*/ 0 w 1"/>
                <a:gd name="T5" fmla="*/ 12 h 12"/>
                <a:gd name="T6" fmla="*/ 1 w 1"/>
                <a:gd name="T7" fmla="*/ 0 h 12"/>
                <a:gd name="T8" fmla="*/ 1 w 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2">
                  <a:moveTo>
                    <a:pt x="1" y="0"/>
                  </a:moveTo>
                  <a:lnTo>
                    <a:pt x="0" y="12"/>
                  </a:lnTo>
                  <a:lnTo>
                    <a:pt x="0" y="1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5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2" name="îṩľîḓé">
              <a:extLst>
                <a:ext uri="{FF2B5EF4-FFF2-40B4-BE49-F238E27FC236}">
                  <a16:creationId xmlns:a16="http://schemas.microsoft.com/office/drawing/2014/main" id="{DC0F5117-D8B3-4A85-AE2B-60B88EC0397B}"/>
                </a:ext>
              </a:extLst>
            </p:cNvPr>
            <p:cNvSpPr/>
            <p:nvPr/>
          </p:nvSpPr>
          <p:spPr bwMode="auto">
            <a:xfrm>
              <a:off x="4630738" y="6642101"/>
              <a:ext cx="1588" cy="19050"/>
            </a:xfrm>
            <a:custGeom>
              <a:avLst/>
              <a:gdLst>
                <a:gd name="T0" fmla="*/ 1 w 1"/>
                <a:gd name="T1" fmla="*/ 0 h 12"/>
                <a:gd name="T2" fmla="*/ 0 w 1"/>
                <a:gd name="T3" fmla="*/ 12 h 12"/>
                <a:gd name="T4" fmla="*/ 0 w 1"/>
                <a:gd name="T5" fmla="*/ 12 h 12"/>
                <a:gd name="T6" fmla="*/ 1 w 1"/>
                <a:gd name="T7" fmla="*/ 0 h 12"/>
                <a:gd name="T8" fmla="*/ 1 w 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2">
                  <a:moveTo>
                    <a:pt x="1" y="0"/>
                  </a:moveTo>
                  <a:lnTo>
                    <a:pt x="0" y="12"/>
                  </a:lnTo>
                  <a:lnTo>
                    <a:pt x="0" y="1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3" name="îṥḻiďé">
              <a:extLst>
                <a:ext uri="{FF2B5EF4-FFF2-40B4-BE49-F238E27FC236}">
                  <a16:creationId xmlns:a16="http://schemas.microsoft.com/office/drawing/2014/main" id="{EE525486-67C0-435C-85A5-EBF5156D21D7}"/>
                </a:ext>
              </a:extLst>
            </p:cNvPr>
            <p:cNvSpPr/>
            <p:nvPr/>
          </p:nvSpPr>
          <p:spPr bwMode="auto">
            <a:xfrm>
              <a:off x="4632325" y="6637338"/>
              <a:ext cx="1588" cy="4763"/>
            </a:xfrm>
            <a:prstGeom prst="rect">
              <a:avLst/>
            </a:prstGeom>
            <a:solidFill>
              <a:srgbClr val="C0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4" name="íSḷídè">
              <a:extLst>
                <a:ext uri="{FF2B5EF4-FFF2-40B4-BE49-F238E27FC236}">
                  <a16:creationId xmlns:a16="http://schemas.microsoft.com/office/drawing/2014/main" id="{5AECF2C2-E3B0-4CFD-B69E-128296CEA30F}"/>
                </a:ext>
              </a:extLst>
            </p:cNvPr>
            <p:cNvSpPr/>
            <p:nvPr/>
          </p:nvSpPr>
          <p:spPr bwMode="auto">
            <a:xfrm>
              <a:off x="4632325" y="6637338"/>
              <a:ext cx="1588" cy="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5" name="iṩ1ïḋè">
              <a:extLst>
                <a:ext uri="{FF2B5EF4-FFF2-40B4-BE49-F238E27FC236}">
                  <a16:creationId xmlns:a16="http://schemas.microsoft.com/office/drawing/2014/main" id="{5E6C83B4-83E0-4D17-8D05-876E4C8B96EC}"/>
                </a:ext>
              </a:extLst>
            </p:cNvPr>
            <p:cNvSpPr/>
            <p:nvPr/>
          </p:nvSpPr>
          <p:spPr bwMode="auto">
            <a:xfrm>
              <a:off x="4525963" y="6637338"/>
              <a:ext cx="106363" cy="34925"/>
            </a:xfrm>
            <a:custGeom>
              <a:avLst/>
              <a:gdLst>
                <a:gd name="T0" fmla="*/ 57 w 57"/>
                <a:gd name="T1" fmla="*/ 0 h 19"/>
                <a:gd name="T2" fmla="*/ 0 w 57"/>
                <a:gd name="T3" fmla="*/ 7 h 19"/>
                <a:gd name="T4" fmla="*/ 0 w 57"/>
                <a:gd name="T5" fmla="*/ 19 h 19"/>
                <a:gd name="T6" fmla="*/ 56 w 57"/>
                <a:gd name="T7" fmla="*/ 13 h 19"/>
                <a:gd name="T8" fmla="*/ 57 w 57"/>
                <a:gd name="T9" fmla="*/ 3 h 19"/>
                <a:gd name="T10" fmla="*/ 57 w 57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19">
                  <a:moveTo>
                    <a:pt x="57" y="0"/>
                  </a:moveTo>
                  <a:cubicBezTo>
                    <a:pt x="39" y="5"/>
                    <a:pt x="20" y="7"/>
                    <a:pt x="0" y="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9" y="19"/>
                    <a:pt x="38" y="17"/>
                    <a:pt x="56" y="13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C847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6" name="iṣ1îḓe">
              <a:extLst>
                <a:ext uri="{FF2B5EF4-FFF2-40B4-BE49-F238E27FC236}">
                  <a16:creationId xmlns:a16="http://schemas.microsoft.com/office/drawing/2014/main" id="{46E1C48F-3B5A-48A1-9281-C85994A5E919}"/>
                </a:ext>
              </a:extLst>
            </p:cNvPr>
            <p:cNvSpPr/>
            <p:nvPr/>
          </p:nvSpPr>
          <p:spPr bwMode="auto">
            <a:xfrm>
              <a:off x="4525963" y="5756276"/>
              <a:ext cx="447675" cy="893763"/>
            </a:xfrm>
            <a:custGeom>
              <a:avLst/>
              <a:gdLst>
                <a:gd name="T0" fmla="*/ 0 w 239"/>
                <a:gd name="T1" fmla="*/ 0 h 478"/>
                <a:gd name="T2" fmla="*/ 0 w 239"/>
                <a:gd name="T3" fmla="*/ 109 h 478"/>
                <a:gd name="T4" fmla="*/ 130 w 239"/>
                <a:gd name="T5" fmla="*/ 239 h 478"/>
                <a:gd name="T6" fmla="*/ 130 w 239"/>
                <a:gd name="T7" fmla="*/ 239 h 478"/>
                <a:gd name="T8" fmla="*/ 130 w 239"/>
                <a:gd name="T9" fmla="*/ 239 h 478"/>
                <a:gd name="T10" fmla="*/ 0 w 239"/>
                <a:gd name="T11" fmla="*/ 369 h 478"/>
                <a:gd name="T12" fmla="*/ 0 w 239"/>
                <a:gd name="T13" fmla="*/ 478 h 478"/>
                <a:gd name="T14" fmla="*/ 57 w 239"/>
                <a:gd name="T15" fmla="*/ 471 h 478"/>
                <a:gd name="T16" fmla="*/ 57 w 239"/>
                <a:gd name="T17" fmla="*/ 471 h 478"/>
                <a:gd name="T18" fmla="*/ 57 w 239"/>
                <a:gd name="T19" fmla="*/ 471 h 478"/>
                <a:gd name="T20" fmla="*/ 172 w 239"/>
                <a:gd name="T21" fmla="*/ 405 h 478"/>
                <a:gd name="T22" fmla="*/ 172 w 239"/>
                <a:gd name="T23" fmla="*/ 405 h 478"/>
                <a:gd name="T24" fmla="*/ 172 w 239"/>
                <a:gd name="T25" fmla="*/ 405 h 478"/>
                <a:gd name="T26" fmla="*/ 230 w 239"/>
                <a:gd name="T27" fmla="*/ 305 h 478"/>
                <a:gd name="T28" fmla="*/ 230 w 239"/>
                <a:gd name="T29" fmla="*/ 305 h 478"/>
                <a:gd name="T30" fmla="*/ 230 w 239"/>
                <a:gd name="T31" fmla="*/ 305 h 478"/>
                <a:gd name="T32" fmla="*/ 239 w 239"/>
                <a:gd name="T33" fmla="*/ 240 h 478"/>
                <a:gd name="T34" fmla="*/ 239 w 239"/>
                <a:gd name="T35" fmla="*/ 240 h 478"/>
                <a:gd name="T36" fmla="*/ 239 w 239"/>
                <a:gd name="T37" fmla="*/ 240 h 478"/>
                <a:gd name="T38" fmla="*/ 239 w 239"/>
                <a:gd name="T39" fmla="*/ 240 h 478"/>
                <a:gd name="T40" fmla="*/ 239 w 239"/>
                <a:gd name="T41" fmla="*/ 240 h 478"/>
                <a:gd name="T42" fmla="*/ 239 w 239"/>
                <a:gd name="T43" fmla="*/ 239 h 478"/>
                <a:gd name="T44" fmla="*/ 239 w 239"/>
                <a:gd name="T45" fmla="*/ 239 h 478"/>
                <a:gd name="T46" fmla="*/ 239 w 239"/>
                <a:gd name="T47" fmla="*/ 239 h 478"/>
                <a:gd name="T48" fmla="*/ 239 w 239"/>
                <a:gd name="T49" fmla="*/ 239 h 478"/>
                <a:gd name="T50" fmla="*/ 239 w 239"/>
                <a:gd name="T51" fmla="*/ 239 h 478"/>
                <a:gd name="T52" fmla="*/ 239 w 239"/>
                <a:gd name="T53" fmla="*/ 238 h 478"/>
                <a:gd name="T54" fmla="*/ 239 w 239"/>
                <a:gd name="T55" fmla="*/ 238 h 478"/>
                <a:gd name="T56" fmla="*/ 239 w 239"/>
                <a:gd name="T57" fmla="*/ 238 h 478"/>
                <a:gd name="T58" fmla="*/ 239 w 239"/>
                <a:gd name="T59" fmla="*/ 238 h 478"/>
                <a:gd name="T60" fmla="*/ 239 w 239"/>
                <a:gd name="T61" fmla="*/ 238 h 478"/>
                <a:gd name="T62" fmla="*/ 239 w 239"/>
                <a:gd name="T63" fmla="*/ 238 h 478"/>
                <a:gd name="T64" fmla="*/ 230 w 239"/>
                <a:gd name="T65" fmla="*/ 173 h 478"/>
                <a:gd name="T66" fmla="*/ 230 w 239"/>
                <a:gd name="T67" fmla="*/ 172 h 478"/>
                <a:gd name="T68" fmla="*/ 172 w 239"/>
                <a:gd name="T69" fmla="*/ 73 h 478"/>
                <a:gd name="T70" fmla="*/ 172 w 239"/>
                <a:gd name="T71" fmla="*/ 73 h 478"/>
                <a:gd name="T72" fmla="*/ 57 w 239"/>
                <a:gd name="T73" fmla="*/ 7 h 478"/>
                <a:gd name="T74" fmla="*/ 57 w 239"/>
                <a:gd name="T75" fmla="*/ 7 h 478"/>
                <a:gd name="T76" fmla="*/ 57 w 239"/>
                <a:gd name="T77" fmla="*/ 7 h 478"/>
                <a:gd name="T78" fmla="*/ 0 w 239"/>
                <a:gd name="T79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39" h="478">
                  <a:moveTo>
                    <a:pt x="0" y="0"/>
                  </a:moveTo>
                  <a:cubicBezTo>
                    <a:pt x="0" y="109"/>
                    <a:pt x="0" y="109"/>
                    <a:pt x="0" y="109"/>
                  </a:cubicBezTo>
                  <a:cubicBezTo>
                    <a:pt x="72" y="109"/>
                    <a:pt x="130" y="167"/>
                    <a:pt x="130" y="239"/>
                  </a:cubicBezTo>
                  <a:cubicBezTo>
                    <a:pt x="130" y="239"/>
                    <a:pt x="130" y="239"/>
                    <a:pt x="130" y="239"/>
                  </a:cubicBezTo>
                  <a:cubicBezTo>
                    <a:pt x="130" y="239"/>
                    <a:pt x="130" y="239"/>
                    <a:pt x="130" y="239"/>
                  </a:cubicBezTo>
                  <a:cubicBezTo>
                    <a:pt x="130" y="311"/>
                    <a:pt x="72" y="369"/>
                    <a:pt x="0" y="369"/>
                  </a:cubicBezTo>
                  <a:cubicBezTo>
                    <a:pt x="0" y="478"/>
                    <a:pt x="0" y="478"/>
                    <a:pt x="0" y="478"/>
                  </a:cubicBezTo>
                  <a:cubicBezTo>
                    <a:pt x="20" y="478"/>
                    <a:pt x="39" y="476"/>
                    <a:pt x="57" y="471"/>
                  </a:cubicBezTo>
                  <a:cubicBezTo>
                    <a:pt x="57" y="471"/>
                    <a:pt x="57" y="471"/>
                    <a:pt x="57" y="471"/>
                  </a:cubicBezTo>
                  <a:cubicBezTo>
                    <a:pt x="57" y="471"/>
                    <a:pt x="57" y="471"/>
                    <a:pt x="57" y="471"/>
                  </a:cubicBezTo>
                  <a:cubicBezTo>
                    <a:pt x="102" y="460"/>
                    <a:pt x="141" y="437"/>
                    <a:pt x="172" y="405"/>
                  </a:cubicBezTo>
                  <a:cubicBezTo>
                    <a:pt x="172" y="405"/>
                    <a:pt x="172" y="405"/>
                    <a:pt x="172" y="405"/>
                  </a:cubicBezTo>
                  <a:cubicBezTo>
                    <a:pt x="172" y="405"/>
                    <a:pt x="172" y="405"/>
                    <a:pt x="172" y="405"/>
                  </a:cubicBezTo>
                  <a:cubicBezTo>
                    <a:pt x="199" y="377"/>
                    <a:pt x="219" y="343"/>
                    <a:pt x="230" y="305"/>
                  </a:cubicBezTo>
                  <a:cubicBezTo>
                    <a:pt x="230" y="305"/>
                    <a:pt x="230" y="305"/>
                    <a:pt x="230" y="305"/>
                  </a:cubicBezTo>
                  <a:cubicBezTo>
                    <a:pt x="230" y="305"/>
                    <a:pt x="230" y="305"/>
                    <a:pt x="230" y="305"/>
                  </a:cubicBezTo>
                  <a:cubicBezTo>
                    <a:pt x="236" y="285"/>
                    <a:pt x="239" y="263"/>
                    <a:pt x="239" y="240"/>
                  </a:cubicBezTo>
                  <a:cubicBezTo>
                    <a:pt x="239" y="240"/>
                    <a:pt x="239" y="240"/>
                    <a:pt x="239" y="240"/>
                  </a:cubicBezTo>
                  <a:cubicBezTo>
                    <a:pt x="239" y="240"/>
                    <a:pt x="239" y="240"/>
                    <a:pt x="239" y="240"/>
                  </a:cubicBezTo>
                  <a:cubicBezTo>
                    <a:pt x="239" y="240"/>
                    <a:pt x="239" y="240"/>
                    <a:pt x="239" y="240"/>
                  </a:cubicBezTo>
                  <a:cubicBezTo>
                    <a:pt x="239" y="240"/>
                    <a:pt x="239" y="240"/>
                    <a:pt x="239" y="240"/>
                  </a:cubicBezTo>
                  <a:cubicBezTo>
                    <a:pt x="239" y="239"/>
                    <a:pt x="239" y="239"/>
                    <a:pt x="239" y="239"/>
                  </a:cubicBezTo>
                  <a:cubicBezTo>
                    <a:pt x="239" y="239"/>
                    <a:pt x="239" y="239"/>
                    <a:pt x="239" y="239"/>
                  </a:cubicBezTo>
                  <a:cubicBezTo>
                    <a:pt x="239" y="239"/>
                    <a:pt x="239" y="239"/>
                    <a:pt x="239" y="239"/>
                  </a:cubicBezTo>
                  <a:cubicBezTo>
                    <a:pt x="239" y="239"/>
                    <a:pt x="239" y="239"/>
                    <a:pt x="239" y="239"/>
                  </a:cubicBezTo>
                  <a:cubicBezTo>
                    <a:pt x="239" y="239"/>
                    <a:pt x="239" y="239"/>
                    <a:pt x="239" y="239"/>
                  </a:cubicBezTo>
                  <a:cubicBezTo>
                    <a:pt x="239" y="239"/>
                    <a:pt x="239" y="238"/>
                    <a:pt x="239" y="238"/>
                  </a:cubicBezTo>
                  <a:cubicBezTo>
                    <a:pt x="239" y="238"/>
                    <a:pt x="239" y="238"/>
                    <a:pt x="239" y="238"/>
                  </a:cubicBezTo>
                  <a:cubicBezTo>
                    <a:pt x="239" y="238"/>
                    <a:pt x="239" y="238"/>
                    <a:pt x="239" y="238"/>
                  </a:cubicBezTo>
                  <a:cubicBezTo>
                    <a:pt x="239" y="238"/>
                    <a:pt x="239" y="238"/>
                    <a:pt x="239" y="238"/>
                  </a:cubicBezTo>
                  <a:cubicBezTo>
                    <a:pt x="239" y="238"/>
                    <a:pt x="239" y="238"/>
                    <a:pt x="239" y="238"/>
                  </a:cubicBezTo>
                  <a:cubicBezTo>
                    <a:pt x="239" y="238"/>
                    <a:pt x="239" y="238"/>
                    <a:pt x="239" y="238"/>
                  </a:cubicBezTo>
                  <a:cubicBezTo>
                    <a:pt x="239" y="215"/>
                    <a:pt x="236" y="193"/>
                    <a:pt x="230" y="173"/>
                  </a:cubicBezTo>
                  <a:cubicBezTo>
                    <a:pt x="230" y="172"/>
                    <a:pt x="230" y="172"/>
                    <a:pt x="230" y="172"/>
                  </a:cubicBezTo>
                  <a:cubicBezTo>
                    <a:pt x="219" y="135"/>
                    <a:pt x="199" y="101"/>
                    <a:pt x="172" y="73"/>
                  </a:cubicBezTo>
                  <a:cubicBezTo>
                    <a:pt x="172" y="73"/>
                    <a:pt x="172" y="73"/>
                    <a:pt x="172" y="73"/>
                  </a:cubicBezTo>
                  <a:cubicBezTo>
                    <a:pt x="141" y="41"/>
                    <a:pt x="102" y="18"/>
                    <a:pt x="57" y="7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39" y="2"/>
                    <a:pt x="20" y="0"/>
                    <a:pt x="0" y="0"/>
                  </a:cubicBezTo>
                </a:path>
              </a:pathLst>
            </a:custGeom>
            <a:solidFill>
              <a:srgbClr val="DB4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7" name="î$ľíďè">
              <a:extLst>
                <a:ext uri="{FF2B5EF4-FFF2-40B4-BE49-F238E27FC236}">
                  <a16:creationId xmlns:a16="http://schemas.microsoft.com/office/drawing/2014/main" id="{4BA2A901-1DB8-46AC-8392-6336D5454D0C}"/>
                </a:ext>
              </a:extLst>
            </p:cNvPr>
            <p:cNvSpPr/>
            <p:nvPr/>
          </p:nvSpPr>
          <p:spPr bwMode="auto">
            <a:xfrm>
              <a:off x="3705225" y="1439863"/>
              <a:ext cx="3729038" cy="320675"/>
            </a:xfrm>
            <a:custGeom>
              <a:avLst/>
              <a:gdLst>
                <a:gd name="T0" fmla="*/ 1912 w 1991"/>
                <a:gd name="T1" fmla="*/ 171 h 171"/>
                <a:gd name="T2" fmla="*/ 79 w 1991"/>
                <a:gd name="T3" fmla="*/ 171 h 171"/>
                <a:gd name="T4" fmla="*/ 0 w 1991"/>
                <a:gd name="T5" fmla="*/ 92 h 171"/>
                <a:gd name="T6" fmla="*/ 0 w 1991"/>
                <a:gd name="T7" fmla="*/ 79 h 171"/>
                <a:gd name="T8" fmla="*/ 79 w 1991"/>
                <a:gd name="T9" fmla="*/ 0 h 171"/>
                <a:gd name="T10" fmla="*/ 1912 w 1991"/>
                <a:gd name="T11" fmla="*/ 0 h 171"/>
                <a:gd name="T12" fmla="*/ 1991 w 1991"/>
                <a:gd name="T13" fmla="*/ 79 h 171"/>
                <a:gd name="T14" fmla="*/ 1991 w 1991"/>
                <a:gd name="T15" fmla="*/ 92 h 171"/>
                <a:gd name="T16" fmla="*/ 1912 w 1991"/>
                <a:gd name="T1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91" h="171">
                  <a:moveTo>
                    <a:pt x="1912" y="171"/>
                  </a:moveTo>
                  <a:cubicBezTo>
                    <a:pt x="79" y="171"/>
                    <a:pt x="79" y="171"/>
                    <a:pt x="79" y="171"/>
                  </a:cubicBezTo>
                  <a:cubicBezTo>
                    <a:pt x="36" y="171"/>
                    <a:pt x="0" y="136"/>
                    <a:pt x="0" y="92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35"/>
                    <a:pt x="36" y="0"/>
                    <a:pt x="79" y="0"/>
                  </a:cubicBezTo>
                  <a:cubicBezTo>
                    <a:pt x="1912" y="0"/>
                    <a:pt x="1912" y="0"/>
                    <a:pt x="1912" y="0"/>
                  </a:cubicBezTo>
                  <a:cubicBezTo>
                    <a:pt x="1956" y="0"/>
                    <a:pt x="1991" y="35"/>
                    <a:pt x="1991" y="79"/>
                  </a:cubicBezTo>
                  <a:cubicBezTo>
                    <a:pt x="1991" y="92"/>
                    <a:pt x="1991" y="92"/>
                    <a:pt x="1991" y="92"/>
                  </a:cubicBezTo>
                  <a:cubicBezTo>
                    <a:pt x="1991" y="136"/>
                    <a:pt x="1956" y="171"/>
                    <a:pt x="1912" y="171"/>
                  </a:cubicBez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8" name="íšļiḑe">
              <a:extLst>
                <a:ext uri="{FF2B5EF4-FFF2-40B4-BE49-F238E27FC236}">
                  <a16:creationId xmlns:a16="http://schemas.microsoft.com/office/drawing/2014/main" id="{A016D8C7-5A87-4A0E-8DB9-76EE87D0927F}"/>
                </a:ext>
              </a:extLst>
            </p:cNvPr>
            <p:cNvSpPr/>
            <p:nvPr/>
          </p:nvSpPr>
          <p:spPr bwMode="auto">
            <a:xfrm>
              <a:off x="2708275" y="2195513"/>
              <a:ext cx="1519238" cy="2401888"/>
            </a:xfrm>
            <a:custGeom>
              <a:avLst/>
              <a:gdLst>
                <a:gd name="T0" fmla="*/ 811 w 811"/>
                <a:gd name="T1" fmla="*/ 1284 h 1284"/>
                <a:gd name="T2" fmla="*/ 235 w 811"/>
                <a:gd name="T3" fmla="*/ 1284 h 1284"/>
                <a:gd name="T4" fmla="*/ 0 w 811"/>
                <a:gd name="T5" fmla="*/ 1049 h 1284"/>
                <a:gd name="T6" fmla="*/ 0 w 811"/>
                <a:gd name="T7" fmla="*/ 0 h 1284"/>
                <a:gd name="T8" fmla="*/ 209 w 811"/>
                <a:gd name="T9" fmla="*/ 0 h 1284"/>
                <a:gd name="T10" fmla="*/ 209 w 811"/>
                <a:gd name="T11" fmla="*/ 1049 h 1284"/>
                <a:gd name="T12" fmla="*/ 235 w 811"/>
                <a:gd name="T13" fmla="*/ 1075 h 1284"/>
                <a:gd name="T14" fmla="*/ 811 w 811"/>
                <a:gd name="T15" fmla="*/ 1075 h 1284"/>
                <a:gd name="T16" fmla="*/ 811 w 811"/>
                <a:gd name="T17" fmla="*/ 1284 h 1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1" h="1284">
                  <a:moveTo>
                    <a:pt x="811" y="1284"/>
                  </a:moveTo>
                  <a:cubicBezTo>
                    <a:pt x="235" y="1284"/>
                    <a:pt x="235" y="1284"/>
                    <a:pt x="235" y="1284"/>
                  </a:cubicBezTo>
                  <a:cubicBezTo>
                    <a:pt x="105" y="1284"/>
                    <a:pt x="0" y="1179"/>
                    <a:pt x="0" y="10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09" y="1049"/>
                    <a:pt x="209" y="1049"/>
                    <a:pt x="209" y="1049"/>
                  </a:cubicBezTo>
                  <a:cubicBezTo>
                    <a:pt x="209" y="1063"/>
                    <a:pt x="221" y="1075"/>
                    <a:pt x="235" y="1075"/>
                  </a:cubicBezTo>
                  <a:cubicBezTo>
                    <a:pt x="811" y="1075"/>
                    <a:pt x="811" y="1075"/>
                    <a:pt x="811" y="1075"/>
                  </a:cubicBezTo>
                  <a:cubicBezTo>
                    <a:pt x="811" y="1284"/>
                    <a:pt x="811" y="1284"/>
                    <a:pt x="811" y="1284"/>
                  </a:cubicBezTo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9" name="îşľíḍê">
              <a:extLst>
                <a:ext uri="{FF2B5EF4-FFF2-40B4-BE49-F238E27FC236}">
                  <a16:creationId xmlns:a16="http://schemas.microsoft.com/office/drawing/2014/main" id="{B66988B4-5E3E-4532-BF9A-12A50F0DF7D7}"/>
                </a:ext>
              </a:extLst>
            </p:cNvPr>
            <p:cNvSpPr/>
            <p:nvPr/>
          </p:nvSpPr>
          <p:spPr bwMode="auto">
            <a:xfrm>
              <a:off x="2552700" y="2087563"/>
              <a:ext cx="684213" cy="155575"/>
            </a:xfrm>
            <a:prstGeom prst="rect">
              <a:avLst/>
            </a:prstGeom>
            <a:solidFill>
              <a:srgbClr val="F05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0" name="iṡlïďê">
              <a:extLst>
                <a:ext uri="{FF2B5EF4-FFF2-40B4-BE49-F238E27FC236}">
                  <a16:creationId xmlns:a16="http://schemas.microsoft.com/office/drawing/2014/main" id="{87D5FA4D-54B0-419A-9B52-0D0B803CF57A}"/>
                </a:ext>
              </a:extLst>
            </p:cNvPr>
            <p:cNvSpPr/>
            <p:nvPr/>
          </p:nvSpPr>
          <p:spPr bwMode="auto">
            <a:xfrm>
              <a:off x="3521075" y="1828801"/>
              <a:ext cx="4722813" cy="3236913"/>
            </a:xfrm>
            <a:custGeom>
              <a:avLst/>
              <a:gdLst>
                <a:gd name="T0" fmla="*/ 2328 w 2521"/>
                <a:gd name="T1" fmla="*/ 1730 h 1730"/>
                <a:gd name="T2" fmla="*/ 192 w 2521"/>
                <a:gd name="T3" fmla="*/ 1730 h 1730"/>
                <a:gd name="T4" fmla="*/ 0 w 2521"/>
                <a:gd name="T5" fmla="*/ 1538 h 1730"/>
                <a:gd name="T6" fmla="*/ 0 w 2521"/>
                <a:gd name="T7" fmla="*/ 192 h 1730"/>
                <a:gd name="T8" fmla="*/ 192 w 2521"/>
                <a:gd name="T9" fmla="*/ 0 h 1730"/>
                <a:gd name="T10" fmla="*/ 1933 w 2521"/>
                <a:gd name="T11" fmla="*/ 0 h 1730"/>
                <a:gd name="T12" fmla="*/ 2150 w 2521"/>
                <a:gd name="T13" fmla="*/ 92 h 1730"/>
                <a:gd name="T14" fmla="*/ 2521 w 2521"/>
                <a:gd name="T15" fmla="*/ 474 h 1730"/>
                <a:gd name="T16" fmla="*/ 2521 w 2521"/>
                <a:gd name="T17" fmla="*/ 1538 h 1730"/>
                <a:gd name="T18" fmla="*/ 2328 w 2521"/>
                <a:gd name="T19" fmla="*/ 1730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21" h="1730">
                  <a:moveTo>
                    <a:pt x="2328" y="1730"/>
                  </a:moveTo>
                  <a:cubicBezTo>
                    <a:pt x="192" y="1730"/>
                    <a:pt x="192" y="1730"/>
                    <a:pt x="192" y="1730"/>
                  </a:cubicBezTo>
                  <a:cubicBezTo>
                    <a:pt x="86" y="1730"/>
                    <a:pt x="0" y="1644"/>
                    <a:pt x="0" y="1538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86"/>
                    <a:pt x="86" y="0"/>
                    <a:pt x="192" y="0"/>
                  </a:cubicBezTo>
                  <a:cubicBezTo>
                    <a:pt x="1933" y="0"/>
                    <a:pt x="1933" y="0"/>
                    <a:pt x="1933" y="0"/>
                  </a:cubicBezTo>
                  <a:cubicBezTo>
                    <a:pt x="2015" y="0"/>
                    <a:pt x="2093" y="33"/>
                    <a:pt x="2150" y="92"/>
                  </a:cubicBezTo>
                  <a:cubicBezTo>
                    <a:pt x="2521" y="474"/>
                    <a:pt x="2521" y="474"/>
                    <a:pt x="2521" y="474"/>
                  </a:cubicBezTo>
                  <a:cubicBezTo>
                    <a:pt x="2521" y="1538"/>
                    <a:pt x="2521" y="1538"/>
                    <a:pt x="2521" y="1538"/>
                  </a:cubicBezTo>
                  <a:cubicBezTo>
                    <a:pt x="2521" y="1644"/>
                    <a:pt x="2435" y="1730"/>
                    <a:pt x="2328" y="1730"/>
                  </a:cubicBezTo>
                </a:path>
              </a:pathLst>
            </a:cu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1" name="ïṥ1iḍe">
              <a:extLst>
                <a:ext uri="{FF2B5EF4-FFF2-40B4-BE49-F238E27FC236}">
                  <a16:creationId xmlns:a16="http://schemas.microsoft.com/office/drawing/2014/main" id="{C86917E3-A2D1-453A-B89A-488BEDFAE85F}"/>
                </a:ext>
              </a:extLst>
            </p:cNvPr>
            <p:cNvSpPr/>
            <p:nvPr/>
          </p:nvSpPr>
          <p:spPr bwMode="auto">
            <a:xfrm>
              <a:off x="6232525" y="2058988"/>
              <a:ext cx="1328738" cy="382588"/>
            </a:xfrm>
            <a:prstGeom prst="rect">
              <a:avLst/>
            </a:prstGeom>
            <a:solidFill>
              <a:srgbClr val="757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2" name="í$ḻïḑé">
              <a:extLst>
                <a:ext uri="{FF2B5EF4-FFF2-40B4-BE49-F238E27FC236}">
                  <a16:creationId xmlns:a16="http://schemas.microsoft.com/office/drawing/2014/main" id="{ABD23F41-E6AC-499C-831C-16CBFE555216}"/>
                </a:ext>
              </a:extLst>
            </p:cNvPr>
            <p:cNvSpPr/>
            <p:nvPr/>
          </p:nvSpPr>
          <p:spPr bwMode="auto">
            <a:xfrm>
              <a:off x="6232525" y="2058988"/>
              <a:ext cx="1328738" cy="382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3" name="í$líďe">
              <a:extLst>
                <a:ext uri="{FF2B5EF4-FFF2-40B4-BE49-F238E27FC236}">
                  <a16:creationId xmlns:a16="http://schemas.microsoft.com/office/drawing/2014/main" id="{F44D0FD1-FAEF-402A-87A7-19F2A8711444}"/>
                </a:ext>
              </a:extLst>
            </p:cNvPr>
            <p:cNvSpPr/>
            <p:nvPr/>
          </p:nvSpPr>
          <p:spPr bwMode="auto">
            <a:xfrm>
              <a:off x="6081713" y="2546351"/>
              <a:ext cx="587375" cy="557213"/>
            </a:xfrm>
            <a:custGeom>
              <a:avLst/>
              <a:gdLst>
                <a:gd name="T0" fmla="*/ 313 w 313"/>
                <a:gd name="T1" fmla="*/ 0 h 298"/>
                <a:gd name="T2" fmla="*/ 0 w 313"/>
                <a:gd name="T3" fmla="*/ 0 h 298"/>
                <a:gd name="T4" fmla="*/ 0 w 313"/>
                <a:gd name="T5" fmla="*/ 82 h 298"/>
                <a:gd name="T6" fmla="*/ 235 w 313"/>
                <a:gd name="T7" fmla="*/ 298 h 298"/>
                <a:gd name="T8" fmla="*/ 313 w 313"/>
                <a:gd name="T9" fmla="*/ 298 h 298"/>
                <a:gd name="T10" fmla="*/ 313 w 313"/>
                <a:gd name="T1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3" h="298">
                  <a:moveTo>
                    <a:pt x="31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106" y="117"/>
                    <a:pt x="192" y="196"/>
                    <a:pt x="235" y="298"/>
                  </a:cubicBezTo>
                  <a:cubicBezTo>
                    <a:pt x="313" y="298"/>
                    <a:pt x="313" y="298"/>
                    <a:pt x="313" y="298"/>
                  </a:cubicBezTo>
                  <a:cubicBezTo>
                    <a:pt x="313" y="0"/>
                    <a:pt x="313" y="0"/>
                    <a:pt x="313" y="0"/>
                  </a:cubicBezTo>
                </a:path>
              </a:pathLst>
            </a:custGeom>
            <a:solidFill>
              <a:srgbClr val="7E7F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4" name="ïSḻïḋè">
              <a:extLst>
                <a:ext uri="{FF2B5EF4-FFF2-40B4-BE49-F238E27FC236}">
                  <a16:creationId xmlns:a16="http://schemas.microsoft.com/office/drawing/2014/main" id="{F0CDE6F6-3A25-42A3-B50C-1152D625C9F1}"/>
                </a:ext>
              </a:extLst>
            </p:cNvPr>
            <p:cNvSpPr/>
            <p:nvPr/>
          </p:nvSpPr>
          <p:spPr bwMode="auto">
            <a:xfrm>
              <a:off x="5270500" y="4027488"/>
              <a:ext cx="3305175" cy="830263"/>
            </a:xfrm>
            <a:custGeom>
              <a:avLst/>
              <a:gdLst>
                <a:gd name="T0" fmla="*/ 1659 w 1764"/>
                <a:gd name="T1" fmla="*/ 444 h 444"/>
                <a:gd name="T2" fmla="*/ 106 w 1764"/>
                <a:gd name="T3" fmla="*/ 444 h 444"/>
                <a:gd name="T4" fmla="*/ 0 w 1764"/>
                <a:gd name="T5" fmla="*/ 338 h 444"/>
                <a:gd name="T6" fmla="*/ 0 w 1764"/>
                <a:gd name="T7" fmla="*/ 106 h 444"/>
                <a:gd name="T8" fmla="*/ 106 w 1764"/>
                <a:gd name="T9" fmla="*/ 0 h 444"/>
                <a:gd name="T10" fmla="*/ 1659 w 1764"/>
                <a:gd name="T11" fmla="*/ 0 h 444"/>
                <a:gd name="T12" fmla="*/ 1764 w 1764"/>
                <a:gd name="T13" fmla="*/ 106 h 444"/>
                <a:gd name="T14" fmla="*/ 1764 w 1764"/>
                <a:gd name="T15" fmla="*/ 338 h 444"/>
                <a:gd name="T16" fmla="*/ 1659 w 1764"/>
                <a:gd name="T17" fmla="*/ 444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4" h="444">
                  <a:moveTo>
                    <a:pt x="1659" y="444"/>
                  </a:moveTo>
                  <a:cubicBezTo>
                    <a:pt x="106" y="444"/>
                    <a:pt x="106" y="444"/>
                    <a:pt x="106" y="444"/>
                  </a:cubicBezTo>
                  <a:cubicBezTo>
                    <a:pt x="47" y="444"/>
                    <a:pt x="0" y="396"/>
                    <a:pt x="0" y="338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47"/>
                    <a:pt x="47" y="0"/>
                    <a:pt x="106" y="0"/>
                  </a:cubicBezTo>
                  <a:cubicBezTo>
                    <a:pt x="1659" y="0"/>
                    <a:pt x="1659" y="0"/>
                    <a:pt x="1659" y="0"/>
                  </a:cubicBezTo>
                  <a:cubicBezTo>
                    <a:pt x="1717" y="0"/>
                    <a:pt x="1764" y="47"/>
                    <a:pt x="1764" y="106"/>
                  </a:cubicBezTo>
                  <a:cubicBezTo>
                    <a:pt x="1764" y="338"/>
                    <a:pt x="1764" y="338"/>
                    <a:pt x="1764" y="338"/>
                  </a:cubicBezTo>
                  <a:cubicBezTo>
                    <a:pt x="1764" y="396"/>
                    <a:pt x="1717" y="444"/>
                    <a:pt x="1659" y="444"/>
                  </a:cubicBezTo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5" name="ïṣlíḍè">
              <a:extLst>
                <a:ext uri="{FF2B5EF4-FFF2-40B4-BE49-F238E27FC236}">
                  <a16:creationId xmlns:a16="http://schemas.microsoft.com/office/drawing/2014/main" id="{0C165F75-2D44-4BEA-B14E-9A505322696E}"/>
                </a:ext>
              </a:extLst>
            </p:cNvPr>
            <p:cNvSpPr/>
            <p:nvPr/>
          </p:nvSpPr>
          <p:spPr bwMode="auto">
            <a:xfrm>
              <a:off x="6280150" y="2600326"/>
              <a:ext cx="1943100" cy="800100"/>
            </a:xfrm>
            <a:custGeom>
              <a:avLst/>
              <a:gdLst>
                <a:gd name="T0" fmla="*/ 858 w 1037"/>
                <a:gd name="T1" fmla="*/ 428 h 428"/>
                <a:gd name="T2" fmla="*/ 179 w 1037"/>
                <a:gd name="T3" fmla="*/ 428 h 428"/>
                <a:gd name="T4" fmla="*/ 0 w 1037"/>
                <a:gd name="T5" fmla="*/ 249 h 428"/>
                <a:gd name="T6" fmla="*/ 0 w 1037"/>
                <a:gd name="T7" fmla="*/ 179 h 428"/>
                <a:gd name="T8" fmla="*/ 179 w 1037"/>
                <a:gd name="T9" fmla="*/ 0 h 428"/>
                <a:gd name="T10" fmla="*/ 858 w 1037"/>
                <a:gd name="T11" fmla="*/ 0 h 428"/>
                <a:gd name="T12" fmla="*/ 1037 w 1037"/>
                <a:gd name="T13" fmla="*/ 179 h 428"/>
                <a:gd name="T14" fmla="*/ 1037 w 1037"/>
                <a:gd name="T15" fmla="*/ 249 h 428"/>
                <a:gd name="T16" fmla="*/ 858 w 1037"/>
                <a:gd name="T17" fmla="*/ 428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7" h="428">
                  <a:moveTo>
                    <a:pt x="858" y="428"/>
                  </a:moveTo>
                  <a:cubicBezTo>
                    <a:pt x="179" y="428"/>
                    <a:pt x="179" y="428"/>
                    <a:pt x="179" y="428"/>
                  </a:cubicBezTo>
                  <a:cubicBezTo>
                    <a:pt x="80" y="428"/>
                    <a:pt x="0" y="348"/>
                    <a:pt x="0" y="249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80" y="0"/>
                    <a:pt x="179" y="0"/>
                  </a:cubicBezTo>
                  <a:cubicBezTo>
                    <a:pt x="858" y="0"/>
                    <a:pt x="858" y="0"/>
                    <a:pt x="858" y="0"/>
                  </a:cubicBezTo>
                  <a:cubicBezTo>
                    <a:pt x="957" y="0"/>
                    <a:pt x="1037" y="80"/>
                    <a:pt x="1037" y="179"/>
                  </a:cubicBezTo>
                  <a:cubicBezTo>
                    <a:pt x="1037" y="249"/>
                    <a:pt x="1037" y="249"/>
                    <a:pt x="1037" y="249"/>
                  </a:cubicBezTo>
                  <a:cubicBezTo>
                    <a:pt x="1037" y="348"/>
                    <a:pt x="957" y="428"/>
                    <a:pt x="858" y="428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6" name="ïṧlíḍè">
              <a:extLst>
                <a:ext uri="{FF2B5EF4-FFF2-40B4-BE49-F238E27FC236}">
                  <a16:creationId xmlns:a16="http://schemas.microsoft.com/office/drawing/2014/main" id="{1DFAAB7B-0891-45BE-9916-3D4FA7B845C6}"/>
                </a:ext>
              </a:extLst>
            </p:cNvPr>
            <p:cNvSpPr/>
            <p:nvPr/>
          </p:nvSpPr>
          <p:spPr bwMode="auto">
            <a:xfrm>
              <a:off x="7029450" y="2633663"/>
              <a:ext cx="152400" cy="766763"/>
            </a:xfrm>
            <a:prstGeom prst="rect">
              <a:avLst/>
            </a:prstGeom>
            <a:solidFill>
              <a:srgbClr val="7E8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7" name="íṡľîḓè">
              <a:extLst>
                <a:ext uri="{FF2B5EF4-FFF2-40B4-BE49-F238E27FC236}">
                  <a16:creationId xmlns:a16="http://schemas.microsoft.com/office/drawing/2014/main" id="{EE178470-9EFC-4894-94B6-DA5814F3B56B}"/>
                </a:ext>
              </a:extLst>
            </p:cNvPr>
            <p:cNvSpPr/>
            <p:nvPr/>
          </p:nvSpPr>
          <p:spPr bwMode="auto">
            <a:xfrm>
              <a:off x="7348538" y="2633663"/>
              <a:ext cx="150813" cy="766763"/>
            </a:xfrm>
            <a:prstGeom prst="rect">
              <a:avLst/>
            </a:prstGeom>
            <a:solidFill>
              <a:srgbClr val="7E8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8" name="íṧľïdè">
              <a:extLst>
                <a:ext uri="{FF2B5EF4-FFF2-40B4-BE49-F238E27FC236}">
                  <a16:creationId xmlns:a16="http://schemas.microsoft.com/office/drawing/2014/main" id="{D6C785E7-A1AB-4C95-964C-CA96085C25AF}"/>
                </a:ext>
              </a:extLst>
            </p:cNvPr>
            <p:cNvSpPr/>
            <p:nvPr/>
          </p:nvSpPr>
          <p:spPr bwMode="auto">
            <a:xfrm>
              <a:off x="7983538" y="2633663"/>
              <a:ext cx="150813" cy="744538"/>
            </a:xfrm>
            <a:custGeom>
              <a:avLst/>
              <a:gdLst>
                <a:gd name="T0" fmla="*/ 81 w 81"/>
                <a:gd name="T1" fmla="*/ 342 h 398"/>
                <a:gd name="T2" fmla="*/ 81 w 81"/>
                <a:gd name="T3" fmla="*/ 50 h 398"/>
                <a:gd name="T4" fmla="*/ 15 w 81"/>
                <a:gd name="T5" fmla="*/ 0 h 398"/>
                <a:gd name="T6" fmla="*/ 0 w 81"/>
                <a:gd name="T7" fmla="*/ 0 h 398"/>
                <a:gd name="T8" fmla="*/ 0 w 81"/>
                <a:gd name="T9" fmla="*/ 398 h 398"/>
                <a:gd name="T10" fmla="*/ 81 w 81"/>
                <a:gd name="T11" fmla="*/ 342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398">
                  <a:moveTo>
                    <a:pt x="81" y="342"/>
                  </a:moveTo>
                  <a:cubicBezTo>
                    <a:pt x="81" y="50"/>
                    <a:pt x="81" y="50"/>
                    <a:pt x="81" y="50"/>
                  </a:cubicBezTo>
                  <a:cubicBezTo>
                    <a:pt x="63" y="29"/>
                    <a:pt x="41" y="12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8"/>
                    <a:pt x="0" y="398"/>
                    <a:pt x="0" y="398"/>
                  </a:cubicBezTo>
                  <a:cubicBezTo>
                    <a:pt x="32" y="386"/>
                    <a:pt x="59" y="367"/>
                    <a:pt x="81" y="342"/>
                  </a:cubicBezTo>
                  <a:close/>
                </a:path>
              </a:pathLst>
            </a:custGeom>
            <a:solidFill>
              <a:srgbClr val="7E8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9" name="îšľiďê">
              <a:extLst>
                <a:ext uri="{FF2B5EF4-FFF2-40B4-BE49-F238E27FC236}">
                  <a16:creationId xmlns:a16="http://schemas.microsoft.com/office/drawing/2014/main" id="{BEE9178B-7931-4205-8467-4810ECD2FBA4}"/>
                </a:ext>
              </a:extLst>
            </p:cNvPr>
            <p:cNvSpPr/>
            <p:nvPr/>
          </p:nvSpPr>
          <p:spPr bwMode="auto">
            <a:xfrm>
              <a:off x="7664450" y="2633663"/>
              <a:ext cx="152400" cy="766763"/>
            </a:xfrm>
            <a:prstGeom prst="rect">
              <a:avLst/>
            </a:prstGeom>
            <a:solidFill>
              <a:srgbClr val="7E8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0" name="iSlïḋê">
              <a:extLst>
                <a:ext uri="{FF2B5EF4-FFF2-40B4-BE49-F238E27FC236}">
                  <a16:creationId xmlns:a16="http://schemas.microsoft.com/office/drawing/2014/main" id="{2C86C91B-7469-43DF-9106-5C6E469F51FD}"/>
                </a:ext>
              </a:extLst>
            </p:cNvPr>
            <p:cNvSpPr/>
            <p:nvPr/>
          </p:nvSpPr>
          <p:spPr bwMode="auto">
            <a:xfrm>
              <a:off x="6711950" y="2633663"/>
              <a:ext cx="150813" cy="766763"/>
            </a:xfrm>
            <a:prstGeom prst="rect">
              <a:avLst/>
            </a:prstGeom>
            <a:solidFill>
              <a:srgbClr val="7E8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1" name="ïşḷîdé">
              <a:extLst>
                <a:ext uri="{FF2B5EF4-FFF2-40B4-BE49-F238E27FC236}">
                  <a16:creationId xmlns:a16="http://schemas.microsoft.com/office/drawing/2014/main" id="{BC70494F-142B-48B4-91AB-B1117E104D08}"/>
                </a:ext>
              </a:extLst>
            </p:cNvPr>
            <p:cNvSpPr/>
            <p:nvPr/>
          </p:nvSpPr>
          <p:spPr bwMode="auto">
            <a:xfrm>
              <a:off x="6394450" y="2633663"/>
              <a:ext cx="152400" cy="752475"/>
            </a:xfrm>
            <a:custGeom>
              <a:avLst/>
              <a:gdLst>
                <a:gd name="T0" fmla="*/ 0 w 81"/>
                <a:gd name="T1" fmla="*/ 356 h 402"/>
                <a:gd name="T2" fmla="*/ 81 w 81"/>
                <a:gd name="T3" fmla="*/ 402 h 402"/>
                <a:gd name="T4" fmla="*/ 81 w 81"/>
                <a:gd name="T5" fmla="*/ 0 h 402"/>
                <a:gd name="T6" fmla="*/ 51 w 81"/>
                <a:gd name="T7" fmla="*/ 0 h 402"/>
                <a:gd name="T8" fmla="*/ 0 w 81"/>
                <a:gd name="T9" fmla="*/ 35 h 402"/>
                <a:gd name="T10" fmla="*/ 0 w 81"/>
                <a:gd name="T11" fmla="*/ 356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402">
                  <a:moveTo>
                    <a:pt x="0" y="356"/>
                  </a:moveTo>
                  <a:cubicBezTo>
                    <a:pt x="22" y="378"/>
                    <a:pt x="50" y="394"/>
                    <a:pt x="81" y="402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32" y="9"/>
                    <a:pt x="15" y="21"/>
                    <a:pt x="0" y="35"/>
                  </a:cubicBezTo>
                  <a:lnTo>
                    <a:pt x="0" y="356"/>
                  </a:lnTo>
                  <a:close/>
                </a:path>
              </a:pathLst>
            </a:custGeom>
            <a:solidFill>
              <a:srgbClr val="7E8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2" name="íšḻïďé">
              <a:extLst>
                <a:ext uri="{FF2B5EF4-FFF2-40B4-BE49-F238E27FC236}">
                  <a16:creationId xmlns:a16="http://schemas.microsoft.com/office/drawing/2014/main" id="{5BE29355-D0B0-4248-8CD9-8B22824F795B}"/>
                </a:ext>
              </a:extLst>
            </p:cNvPr>
            <p:cNvSpPr/>
            <p:nvPr/>
          </p:nvSpPr>
          <p:spPr bwMode="auto">
            <a:xfrm>
              <a:off x="5973763" y="3527426"/>
              <a:ext cx="2341563" cy="501650"/>
            </a:xfrm>
            <a:prstGeom prst="rect">
              <a:avLst/>
            </a:prstGeom>
            <a:solidFill>
              <a:srgbClr val="6264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3" name="îṡlîḑè">
              <a:extLst>
                <a:ext uri="{FF2B5EF4-FFF2-40B4-BE49-F238E27FC236}">
                  <a16:creationId xmlns:a16="http://schemas.microsoft.com/office/drawing/2014/main" id="{E022592E-E065-4DF8-8809-8EAE528FEB75}"/>
                </a:ext>
              </a:extLst>
            </p:cNvPr>
            <p:cNvSpPr/>
            <p:nvPr/>
          </p:nvSpPr>
          <p:spPr bwMode="auto">
            <a:xfrm>
              <a:off x="5973763" y="3527426"/>
              <a:ext cx="2341563" cy="50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4" name="ïSļïďé">
              <a:extLst>
                <a:ext uri="{FF2B5EF4-FFF2-40B4-BE49-F238E27FC236}">
                  <a16:creationId xmlns:a16="http://schemas.microsoft.com/office/drawing/2014/main" id="{E48A7266-F882-4A17-BA44-1C02EC4E8E7D}"/>
                </a:ext>
              </a:extLst>
            </p:cNvPr>
            <p:cNvSpPr/>
            <p:nvPr/>
          </p:nvSpPr>
          <p:spPr bwMode="auto">
            <a:xfrm>
              <a:off x="5848350" y="3313113"/>
              <a:ext cx="2584450" cy="365125"/>
            </a:xfrm>
            <a:custGeom>
              <a:avLst/>
              <a:gdLst>
                <a:gd name="T0" fmla="*/ 1350 w 1380"/>
                <a:gd name="T1" fmla="*/ 195 h 195"/>
                <a:gd name="T2" fmla="*/ 30 w 1380"/>
                <a:gd name="T3" fmla="*/ 195 h 195"/>
                <a:gd name="T4" fmla="*/ 0 w 1380"/>
                <a:gd name="T5" fmla="*/ 165 h 195"/>
                <a:gd name="T6" fmla="*/ 0 w 1380"/>
                <a:gd name="T7" fmla="*/ 30 h 195"/>
                <a:gd name="T8" fmla="*/ 30 w 1380"/>
                <a:gd name="T9" fmla="*/ 0 h 195"/>
                <a:gd name="T10" fmla="*/ 1350 w 1380"/>
                <a:gd name="T11" fmla="*/ 0 h 195"/>
                <a:gd name="T12" fmla="*/ 1380 w 1380"/>
                <a:gd name="T13" fmla="*/ 30 h 195"/>
                <a:gd name="T14" fmla="*/ 1380 w 1380"/>
                <a:gd name="T15" fmla="*/ 165 h 195"/>
                <a:gd name="T16" fmla="*/ 1350 w 1380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80" h="195">
                  <a:moveTo>
                    <a:pt x="1350" y="195"/>
                  </a:moveTo>
                  <a:cubicBezTo>
                    <a:pt x="30" y="195"/>
                    <a:pt x="30" y="195"/>
                    <a:pt x="30" y="195"/>
                  </a:cubicBezTo>
                  <a:cubicBezTo>
                    <a:pt x="13" y="195"/>
                    <a:pt x="0" y="182"/>
                    <a:pt x="0" y="165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1350" y="0"/>
                    <a:pt x="1350" y="0"/>
                    <a:pt x="1350" y="0"/>
                  </a:cubicBezTo>
                  <a:cubicBezTo>
                    <a:pt x="1367" y="0"/>
                    <a:pt x="1380" y="13"/>
                    <a:pt x="1380" y="30"/>
                  </a:cubicBezTo>
                  <a:cubicBezTo>
                    <a:pt x="1380" y="165"/>
                    <a:pt x="1380" y="165"/>
                    <a:pt x="1380" y="165"/>
                  </a:cubicBezTo>
                  <a:cubicBezTo>
                    <a:pt x="1380" y="182"/>
                    <a:pt x="1367" y="195"/>
                    <a:pt x="1350" y="195"/>
                  </a:cubicBezTo>
                </a:path>
              </a:pathLst>
            </a:custGeom>
            <a:solidFill>
              <a:srgbClr val="7C7F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5" name="ïṧḻíḍè">
              <a:extLst>
                <a:ext uri="{FF2B5EF4-FFF2-40B4-BE49-F238E27FC236}">
                  <a16:creationId xmlns:a16="http://schemas.microsoft.com/office/drawing/2014/main" id="{73C5C3A6-D420-48F6-BD4C-AD7929B548CD}"/>
                </a:ext>
              </a:extLst>
            </p:cNvPr>
            <p:cNvSpPr/>
            <p:nvPr/>
          </p:nvSpPr>
          <p:spPr bwMode="auto">
            <a:xfrm>
              <a:off x="5270500" y="4629151"/>
              <a:ext cx="3305175" cy="228600"/>
            </a:xfrm>
            <a:custGeom>
              <a:avLst/>
              <a:gdLst>
                <a:gd name="T0" fmla="*/ 0 w 1764"/>
                <a:gd name="T1" fmla="*/ 0 h 122"/>
                <a:gd name="T2" fmla="*/ 0 w 1764"/>
                <a:gd name="T3" fmla="*/ 7 h 122"/>
                <a:gd name="T4" fmla="*/ 115 w 1764"/>
                <a:gd name="T5" fmla="*/ 122 h 122"/>
                <a:gd name="T6" fmla="*/ 1649 w 1764"/>
                <a:gd name="T7" fmla="*/ 122 h 122"/>
                <a:gd name="T8" fmla="*/ 1764 w 1764"/>
                <a:gd name="T9" fmla="*/ 7 h 122"/>
                <a:gd name="T10" fmla="*/ 1764 w 1764"/>
                <a:gd name="T11" fmla="*/ 0 h 122"/>
                <a:gd name="T12" fmla="*/ 0 w 1764"/>
                <a:gd name="T13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4" h="122">
                  <a:moveTo>
                    <a:pt x="0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70"/>
                    <a:pt x="51" y="122"/>
                    <a:pt x="115" y="122"/>
                  </a:cubicBezTo>
                  <a:cubicBezTo>
                    <a:pt x="1649" y="122"/>
                    <a:pt x="1649" y="122"/>
                    <a:pt x="1649" y="122"/>
                  </a:cubicBezTo>
                  <a:cubicBezTo>
                    <a:pt x="1713" y="122"/>
                    <a:pt x="1764" y="70"/>
                    <a:pt x="1764" y="7"/>
                  </a:cubicBezTo>
                  <a:cubicBezTo>
                    <a:pt x="1764" y="0"/>
                    <a:pt x="1764" y="0"/>
                    <a:pt x="176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98B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6" name="iṥ1îḓê">
              <a:extLst>
                <a:ext uri="{FF2B5EF4-FFF2-40B4-BE49-F238E27FC236}">
                  <a16:creationId xmlns:a16="http://schemas.microsoft.com/office/drawing/2014/main" id="{7B0579E1-A231-480A-B586-903FDCCCC50B}"/>
                </a:ext>
              </a:extLst>
            </p:cNvPr>
            <p:cNvSpPr/>
            <p:nvPr/>
          </p:nvSpPr>
          <p:spPr bwMode="auto">
            <a:xfrm>
              <a:off x="6149975" y="4141788"/>
              <a:ext cx="150813" cy="381000"/>
            </a:xfrm>
            <a:prstGeom prst="ellipse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7" name="îṣḷîḍè">
              <a:extLst>
                <a:ext uri="{FF2B5EF4-FFF2-40B4-BE49-F238E27FC236}">
                  <a16:creationId xmlns:a16="http://schemas.microsoft.com/office/drawing/2014/main" id="{20710DFD-44CD-4FC1-9C26-0E3298B0E730}"/>
                </a:ext>
              </a:extLst>
            </p:cNvPr>
            <p:cNvSpPr/>
            <p:nvPr/>
          </p:nvSpPr>
          <p:spPr bwMode="auto">
            <a:xfrm>
              <a:off x="6413500" y="4141788"/>
              <a:ext cx="152400" cy="381000"/>
            </a:xfrm>
            <a:prstGeom prst="ellipse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8" name="íṣḻïḋé">
              <a:extLst>
                <a:ext uri="{FF2B5EF4-FFF2-40B4-BE49-F238E27FC236}">
                  <a16:creationId xmlns:a16="http://schemas.microsoft.com/office/drawing/2014/main" id="{54788A50-BDA7-42F6-A453-4956CF1F6CDE}"/>
                </a:ext>
              </a:extLst>
            </p:cNvPr>
            <p:cNvSpPr/>
            <p:nvPr/>
          </p:nvSpPr>
          <p:spPr bwMode="auto">
            <a:xfrm>
              <a:off x="6677025" y="4141788"/>
              <a:ext cx="152400" cy="381000"/>
            </a:xfrm>
            <a:prstGeom prst="ellipse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9" name="îṩľïďe">
              <a:extLst>
                <a:ext uri="{FF2B5EF4-FFF2-40B4-BE49-F238E27FC236}">
                  <a16:creationId xmlns:a16="http://schemas.microsoft.com/office/drawing/2014/main" id="{0C31A640-50A7-4570-939D-F3673618DDA7}"/>
                </a:ext>
              </a:extLst>
            </p:cNvPr>
            <p:cNvSpPr/>
            <p:nvPr/>
          </p:nvSpPr>
          <p:spPr bwMode="auto">
            <a:xfrm>
              <a:off x="6942138" y="4141788"/>
              <a:ext cx="150813" cy="381000"/>
            </a:xfrm>
            <a:prstGeom prst="ellipse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0" name="íş1iḓe">
              <a:extLst>
                <a:ext uri="{FF2B5EF4-FFF2-40B4-BE49-F238E27FC236}">
                  <a16:creationId xmlns:a16="http://schemas.microsoft.com/office/drawing/2014/main" id="{49653C11-3A20-47A8-A4E3-C16BB3E739DF}"/>
                </a:ext>
              </a:extLst>
            </p:cNvPr>
            <p:cNvSpPr/>
            <p:nvPr/>
          </p:nvSpPr>
          <p:spPr bwMode="auto">
            <a:xfrm>
              <a:off x="7205663" y="4141788"/>
              <a:ext cx="152400" cy="381000"/>
            </a:xfrm>
            <a:prstGeom prst="ellipse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1" name="ïşľîďè">
              <a:extLst>
                <a:ext uri="{FF2B5EF4-FFF2-40B4-BE49-F238E27FC236}">
                  <a16:creationId xmlns:a16="http://schemas.microsoft.com/office/drawing/2014/main" id="{B2122F9B-67A9-4B99-9C3E-292AD2403E0E}"/>
                </a:ext>
              </a:extLst>
            </p:cNvPr>
            <p:cNvSpPr/>
            <p:nvPr/>
          </p:nvSpPr>
          <p:spPr bwMode="auto">
            <a:xfrm>
              <a:off x="7470775" y="4141788"/>
              <a:ext cx="150813" cy="381000"/>
            </a:xfrm>
            <a:prstGeom prst="ellipse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2" name="ísḷîďê">
              <a:extLst>
                <a:ext uri="{FF2B5EF4-FFF2-40B4-BE49-F238E27FC236}">
                  <a16:creationId xmlns:a16="http://schemas.microsoft.com/office/drawing/2014/main" id="{4441B0E8-FCAC-4689-9F4F-8CD4503440F2}"/>
                </a:ext>
              </a:extLst>
            </p:cNvPr>
            <p:cNvSpPr/>
            <p:nvPr/>
          </p:nvSpPr>
          <p:spPr bwMode="auto">
            <a:xfrm>
              <a:off x="7734300" y="4141788"/>
              <a:ext cx="150813" cy="381000"/>
            </a:xfrm>
            <a:prstGeom prst="ellipse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3" name="îsļíḍe">
              <a:extLst>
                <a:ext uri="{FF2B5EF4-FFF2-40B4-BE49-F238E27FC236}">
                  <a16:creationId xmlns:a16="http://schemas.microsoft.com/office/drawing/2014/main" id="{9592A8DE-0647-4024-B2DB-BC15E11AD717}"/>
                </a:ext>
              </a:extLst>
            </p:cNvPr>
            <p:cNvSpPr/>
            <p:nvPr/>
          </p:nvSpPr>
          <p:spPr bwMode="auto">
            <a:xfrm>
              <a:off x="7997825" y="4141788"/>
              <a:ext cx="152400" cy="381000"/>
            </a:xfrm>
            <a:prstGeom prst="ellipse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4" name="îšļíḓê">
              <a:extLst>
                <a:ext uri="{FF2B5EF4-FFF2-40B4-BE49-F238E27FC236}">
                  <a16:creationId xmlns:a16="http://schemas.microsoft.com/office/drawing/2014/main" id="{4ED38D1F-43E5-4503-9537-2E41C2D4E9F4}"/>
                </a:ext>
              </a:extLst>
            </p:cNvPr>
            <p:cNvSpPr/>
            <p:nvPr/>
          </p:nvSpPr>
          <p:spPr bwMode="auto">
            <a:xfrm>
              <a:off x="8262938" y="4141788"/>
              <a:ext cx="150813" cy="381000"/>
            </a:xfrm>
            <a:prstGeom prst="ellipse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5" name="ïśļïḋé">
              <a:extLst>
                <a:ext uri="{FF2B5EF4-FFF2-40B4-BE49-F238E27FC236}">
                  <a16:creationId xmlns:a16="http://schemas.microsoft.com/office/drawing/2014/main" id="{F4AE2F68-C147-41F8-AAD4-8D71AA938532}"/>
                </a:ext>
              </a:extLst>
            </p:cNvPr>
            <p:cNvSpPr/>
            <p:nvPr/>
          </p:nvSpPr>
          <p:spPr bwMode="auto">
            <a:xfrm>
              <a:off x="6391275" y="3917951"/>
              <a:ext cx="347663" cy="112713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6" name="îṩḻîďè">
              <a:extLst>
                <a:ext uri="{FF2B5EF4-FFF2-40B4-BE49-F238E27FC236}">
                  <a16:creationId xmlns:a16="http://schemas.microsoft.com/office/drawing/2014/main" id="{4EA22251-E702-4FA8-8F4C-F5BE09A2F5C1}"/>
                </a:ext>
              </a:extLst>
            </p:cNvPr>
            <p:cNvSpPr/>
            <p:nvPr/>
          </p:nvSpPr>
          <p:spPr bwMode="auto">
            <a:xfrm>
              <a:off x="6448425" y="2614613"/>
              <a:ext cx="2141538" cy="1304925"/>
            </a:xfrm>
            <a:custGeom>
              <a:avLst/>
              <a:gdLst>
                <a:gd name="T0" fmla="*/ 131 w 1143"/>
                <a:gd name="T1" fmla="*/ 697 h 697"/>
                <a:gd name="T2" fmla="*/ 0 w 1143"/>
                <a:gd name="T3" fmla="*/ 697 h 697"/>
                <a:gd name="T4" fmla="*/ 0 w 1143"/>
                <a:gd name="T5" fmla="*/ 522 h 697"/>
                <a:gd name="T6" fmla="*/ 118 w 1143"/>
                <a:gd name="T7" fmla="*/ 405 h 697"/>
                <a:gd name="T8" fmla="*/ 1012 w 1143"/>
                <a:gd name="T9" fmla="*/ 405 h 697"/>
                <a:gd name="T10" fmla="*/ 1012 w 1143"/>
                <a:gd name="T11" fmla="*/ 130 h 697"/>
                <a:gd name="T12" fmla="*/ 973 w 1143"/>
                <a:gd name="T13" fmla="*/ 130 h 697"/>
                <a:gd name="T14" fmla="*/ 973 w 1143"/>
                <a:gd name="T15" fmla="*/ 0 h 697"/>
                <a:gd name="T16" fmla="*/ 1025 w 1143"/>
                <a:gd name="T17" fmla="*/ 0 h 697"/>
                <a:gd name="T18" fmla="*/ 1143 w 1143"/>
                <a:gd name="T19" fmla="*/ 117 h 697"/>
                <a:gd name="T20" fmla="*/ 1143 w 1143"/>
                <a:gd name="T21" fmla="*/ 418 h 697"/>
                <a:gd name="T22" fmla="*/ 1025 w 1143"/>
                <a:gd name="T23" fmla="*/ 535 h 697"/>
                <a:gd name="T24" fmla="*/ 131 w 1143"/>
                <a:gd name="T25" fmla="*/ 535 h 697"/>
                <a:gd name="T26" fmla="*/ 131 w 1143"/>
                <a:gd name="T27" fmla="*/ 697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43" h="697">
                  <a:moveTo>
                    <a:pt x="131" y="697"/>
                  </a:moveTo>
                  <a:cubicBezTo>
                    <a:pt x="0" y="697"/>
                    <a:pt x="0" y="697"/>
                    <a:pt x="0" y="697"/>
                  </a:cubicBezTo>
                  <a:cubicBezTo>
                    <a:pt x="0" y="522"/>
                    <a:pt x="0" y="522"/>
                    <a:pt x="0" y="522"/>
                  </a:cubicBezTo>
                  <a:cubicBezTo>
                    <a:pt x="0" y="458"/>
                    <a:pt x="53" y="405"/>
                    <a:pt x="118" y="405"/>
                  </a:cubicBezTo>
                  <a:cubicBezTo>
                    <a:pt x="1012" y="405"/>
                    <a:pt x="1012" y="405"/>
                    <a:pt x="1012" y="405"/>
                  </a:cubicBezTo>
                  <a:cubicBezTo>
                    <a:pt x="1012" y="130"/>
                    <a:pt x="1012" y="130"/>
                    <a:pt x="1012" y="130"/>
                  </a:cubicBezTo>
                  <a:cubicBezTo>
                    <a:pt x="973" y="130"/>
                    <a:pt x="973" y="130"/>
                    <a:pt x="973" y="130"/>
                  </a:cubicBezTo>
                  <a:cubicBezTo>
                    <a:pt x="973" y="0"/>
                    <a:pt x="973" y="0"/>
                    <a:pt x="973" y="0"/>
                  </a:cubicBezTo>
                  <a:cubicBezTo>
                    <a:pt x="1025" y="0"/>
                    <a:pt x="1025" y="0"/>
                    <a:pt x="1025" y="0"/>
                  </a:cubicBezTo>
                  <a:cubicBezTo>
                    <a:pt x="1090" y="0"/>
                    <a:pt x="1143" y="52"/>
                    <a:pt x="1143" y="117"/>
                  </a:cubicBezTo>
                  <a:cubicBezTo>
                    <a:pt x="1143" y="418"/>
                    <a:pt x="1143" y="418"/>
                    <a:pt x="1143" y="418"/>
                  </a:cubicBezTo>
                  <a:cubicBezTo>
                    <a:pt x="1143" y="483"/>
                    <a:pt x="1090" y="535"/>
                    <a:pt x="1025" y="535"/>
                  </a:cubicBezTo>
                  <a:cubicBezTo>
                    <a:pt x="131" y="535"/>
                    <a:pt x="131" y="535"/>
                    <a:pt x="131" y="535"/>
                  </a:cubicBezTo>
                  <a:lnTo>
                    <a:pt x="131" y="69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7" name="ïšḷíḑe">
              <a:extLst>
                <a:ext uri="{FF2B5EF4-FFF2-40B4-BE49-F238E27FC236}">
                  <a16:creationId xmlns:a16="http://schemas.microsoft.com/office/drawing/2014/main" id="{40B1D392-AA72-4ADD-9861-987F9F28C4F8}"/>
                </a:ext>
              </a:extLst>
            </p:cNvPr>
            <p:cNvSpPr/>
            <p:nvPr/>
          </p:nvSpPr>
          <p:spPr bwMode="auto">
            <a:xfrm>
              <a:off x="6202363" y="2293938"/>
              <a:ext cx="2219325" cy="644525"/>
            </a:xfrm>
            <a:custGeom>
              <a:avLst/>
              <a:gdLst>
                <a:gd name="T0" fmla="*/ 1072 w 1185"/>
                <a:gd name="T1" fmla="*/ 345 h 345"/>
                <a:gd name="T2" fmla="*/ 95 w 1185"/>
                <a:gd name="T3" fmla="*/ 345 h 345"/>
                <a:gd name="T4" fmla="*/ 0 w 1185"/>
                <a:gd name="T5" fmla="*/ 269 h 345"/>
                <a:gd name="T6" fmla="*/ 0 w 1185"/>
                <a:gd name="T7" fmla="*/ 76 h 345"/>
                <a:gd name="T8" fmla="*/ 95 w 1185"/>
                <a:gd name="T9" fmla="*/ 0 h 345"/>
                <a:gd name="T10" fmla="*/ 979 w 1185"/>
                <a:gd name="T11" fmla="*/ 0 h 345"/>
                <a:gd name="T12" fmla="*/ 1068 w 1185"/>
                <a:gd name="T13" fmla="*/ 49 h 345"/>
                <a:gd name="T14" fmla="*/ 1161 w 1185"/>
                <a:gd name="T15" fmla="*/ 241 h 345"/>
                <a:gd name="T16" fmla="*/ 1072 w 1185"/>
                <a:gd name="T17" fmla="*/ 345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5" h="345">
                  <a:moveTo>
                    <a:pt x="1072" y="345"/>
                  </a:moveTo>
                  <a:cubicBezTo>
                    <a:pt x="95" y="345"/>
                    <a:pt x="95" y="345"/>
                    <a:pt x="95" y="345"/>
                  </a:cubicBezTo>
                  <a:cubicBezTo>
                    <a:pt x="43" y="345"/>
                    <a:pt x="0" y="311"/>
                    <a:pt x="0" y="269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34"/>
                    <a:pt x="43" y="0"/>
                    <a:pt x="95" y="0"/>
                  </a:cubicBezTo>
                  <a:cubicBezTo>
                    <a:pt x="979" y="0"/>
                    <a:pt x="979" y="0"/>
                    <a:pt x="979" y="0"/>
                  </a:cubicBezTo>
                  <a:cubicBezTo>
                    <a:pt x="1018" y="0"/>
                    <a:pt x="1053" y="19"/>
                    <a:pt x="1068" y="49"/>
                  </a:cubicBezTo>
                  <a:cubicBezTo>
                    <a:pt x="1161" y="241"/>
                    <a:pt x="1161" y="241"/>
                    <a:pt x="1161" y="241"/>
                  </a:cubicBezTo>
                  <a:cubicBezTo>
                    <a:pt x="1185" y="291"/>
                    <a:pt x="1139" y="345"/>
                    <a:pt x="1072" y="345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8" name="ïSļídê">
              <a:extLst>
                <a:ext uri="{FF2B5EF4-FFF2-40B4-BE49-F238E27FC236}">
                  <a16:creationId xmlns:a16="http://schemas.microsoft.com/office/drawing/2014/main" id="{AFB96D6E-6D30-4E6E-B5F0-579651AAC184}"/>
                </a:ext>
              </a:extLst>
            </p:cNvPr>
            <p:cNvSpPr/>
            <p:nvPr/>
          </p:nvSpPr>
          <p:spPr bwMode="auto">
            <a:xfrm>
              <a:off x="6399213" y="2351088"/>
              <a:ext cx="63500" cy="63500"/>
            </a:xfrm>
            <a:prstGeom prst="ellipse">
              <a:avLst/>
            </a:prstGeom>
            <a:solidFill>
              <a:srgbClr val="7E8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9" name="îSľïḑê">
              <a:extLst>
                <a:ext uri="{FF2B5EF4-FFF2-40B4-BE49-F238E27FC236}">
                  <a16:creationId xmlns:a16="http://schemas.microsoft.com/office/drawing/2014/main" id="{7A4053F8-826A-4D05-82E4-14716DB4D071}"/>
                </a:ext>
              </a:extLst>
            </p:cNvPr>
            <p:cNvSpPr/>
            <p:nvPr/>
          </p:nvSpPr>
          <p:spPr bwMode="auto">
            <a:xfrm>
              <a:off x="7999413" y="2351088"/>
              <a:ext cx="65088" cy="63500"/>
            </a:xfrm>
            <a:prstGeom prst="ellipse">
              <a:avLst/>
            </a:prstGeom>
            <a:solidFill>
              <a:srgbClr val="7E8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0" name="îṥ1íḑé">
              <a:extLst>
                <a:ext uri="{FF2B5EF4-FFF2-40B4-BE49-F238E27FC236}">
                  <a16:creationId xmlns:a16="http://schemas.microsoft.com/office/drawing/2014/main" id="{5A8E8358-3A5D-4401-B302-7D474C37504A}"/>
                </a:ext>
              </a:extLst>
            </p:cNvPr>
            <p:cNvSpPr/>
            <p:nvPr/>
          </p:nvSpPr>
          <p:spPr bwMode="auto">
            <a:xfrm>
              <a:off x="6399213" y="2817813"/>
              <a:ext cx="63500" cy="63500"/>
            </a:xfrm>
            <a:prstGeom prst="ellipse">
              <a:avLst/>
            </a:prstGeom>
            <a:solidFill>
              <a:srgbClr val="7E8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1" name="ïṩḷïḓè">
              <a:extLst>
                <a:ext uri="{FF2B5EF4-FFF2-40B4-BE49-F238E27FC236}">
                  <a16:creationId xmlns:a16="http://schemas.microsoft.com/office/drawing/2014/main" id="{EF01D249-495D-44EE-811E-9F5F0D8F769A}"/>
                </a:ext>
              </a:extLst>
            </p:cNvPr>
            <p:cNvSpPr/>
            <p:nvPr/>
          </p:nvSpPr>
          <p:spPr bwMode="auto">
            <a:xfrm>
              <a:off x="6208713" y="2624138"/>
              <a:ext cx="1935163" cy="53975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2" name="iSliḍé">
              <a:extLst>
                <a:ext uri="{FF2B5EF4-FFF2-40B4-BE49-F238E27FC236}">
                  <a16:creationId xmlns:a16="http://schemas.microsoft.com/office/drawing/2014/main" id="{49C9A6BE-FA9A-4E37-88E9-020FD3ABD0CA}"/>
                </a:ext>
              </a:extLst>
            </p:cNvPr>
            <p:cNvSpPr/>
            <p:nvPr/>
          </p:nvSpPr>
          <p:spPr bwMode="auto">
            <a:xfrm>
              <a:off x="8224838" y="2817813"/>
              <a:ext cx="63500" cy="63500"/>
            </a:xfrm>
            <a:prstGeom prst="ellipse">
              <a:avLst/>
            </a:prstGeom>
            <a:solidFill>
              <a:srgbClr val="7E8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3" name="í$líḑê">
              <a:extLst>
                <a:ext uri="{FF2B5EF4-FFF2-40B4-BE49-F238E27FC236}">
                  <a16:creationId xmlns:a16="http://schemas.microsoft.com/office/drawing/2014/main" id="{A34228DE-8CD3-4242-8037-99D4E85737B6}"/>
                </a:ext>
              </a:extLst>
            </p:cNvPr>
            <p:cNvSpPr/>
            <p:nvPr/>
          </p:nvSpPr>
          <p:spPr bwMode="auto">
            <a:xfrm>
              <a:off x="6076950" y="4029076"/>
              <a:ext cx="2233613" cy="49213"/>
            </a:xfrm>
            <a:prstGeom prst="rect">
              <a:avLst/>
            </a:pr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4" name="íṩlïḍè">
              <a:extLst>
                <a:ext uri="{FF2B5EF4-FFF2-40B4-BE49-F238E27FC236}">
                  <a16:creationId xmlns:a16="http://schemas.microsoft.com/office/drawing/2014/main" id="{785B545C-455D-4C06-B87C-4C9D5FB8FE94}"/>
                </a:ext>
              </a:extLst>
            </p:cNvPr>
            <p:cNvSpPr/>
            <p:nvPr/>
          </p:nvSpPr>
          <p:spPr bwMode="auto">
            <a:xfrm>
              <a:off x="6648450" y="3921126"/>
              <a:ext cx="49213" cy="1063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5" name="íṧḻïďè">
              <a:extLst>
                <a:ext uri="{FF2B5EF4-FFF2-40B4-BE49-F238E27FC236}">
                  <a16:creationId xmlns:a16="http://schemas.microsoft.com/office/drawing/2014/main" id="{D0D959AE-A37D-4D41-980E-9CC802267E5D}"/>
                </a:ext>
              </a:extLst>
            </p:cNvPr>
            <p:cNvSpPr/>
            <p:nvPr/>
          </p:nvSpPr>
          <p:spPr bwMode="auto">
            <a:xfrm>
              <a:off x="6889750" y="3917951"/>
              <a:ext cx="347663" cy="112713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6" name="íṡliḑe">
              <a:extLst>
                <a:ext uri="{FF2B5EF4-FFF2-40B4-BE49-F238E27FC236}">
                  <a16:creationId xmlns:a16="http://schemas.microsoft.com/office/drawing/2014/main" id="{86CFF917-C6FF-4001-A219-F9D8ED33DF1B}"/>
                </a:ext>
              </a:extLst>
            </p:cNvPr>
            <p:cNvSpPr/>
            <p:nvPr/>
          </p:nvSpPr>
          <p:spPr bwMode="auto">
            <a:xfrm>
              <a:off x="7148513" y="3921126"/>
              <a:ext cx="47625" cy="1063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7" name="íṧliḍe">
              <a:extLst>
                <a:ext uri="{FF2B5EF4-FFF2-40B4-BE49-F238E27FC236}">
                  <a16:creationId xmlns:a16="http://schemas.microsoft.com/office/drawing/2014/main" id="{6B139B3F-758D-4A94-9AAC-542E2C8C869D}"/>
                </a:ext>
              </a:extLst>
            </p:cNvPr>
            <p:cNvSpPr/>
            <p:nvPr/>
          </p:nvSpPr>
          <p:spPr bwMode="auto">
            <a:xfrm>
              <a:off x="6946900" y="3640138"/>
              <a:ext cx="1531938" cy="274638"/>
            </a:xfrm>
            <a:custGeom>
              <a:avLst/>
              <a:gdLst>
                <a:gd name="T0" fmla="*/ 130 w 818"/>
                <a:gd name="T1" fmla="*/ 147 h 147"/>
                <a:gd name="T2" fmla="*/ 0 w 818"/>
                <a:gd name="T3" fmla="*/ 147 h 147"/>
                <a:gd name="T4" fmla="*/ 0 w 818"/>
                <a:gd name="T5" fmla="*/ 106 h 147"/>
                <a:gd name="T6" fmla="*/ 117 w 818"/>
                <a:gd name="T7" fmla="*/ 0 h 147"/>
                <a:gd name="T8" fmla="*/ 818 w 818"/>
                <a:gd name="T9" fmla="*/ 0 h 147"/>
                <a:gd name="T10" fmla="*/ 818 w 818"/>
                <a:gd name="T11" fmla="*/ 130 h 147"/>
                <a:gd name="T12" fmla="*/ 130 w 818"/>
                <a:gd name="T13" fmla="*/ 130 h 147"/>
                <a:gd name="T14" fmla="*/ 130 w 818"/>
                <a:gd name="T15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8" h="147">
                  <a:moveTo>
                    <a:pt x="130" y="147"/>
                  </a:moveTo>
                  <a:cubicBezTo>
                    <a:pt x="0" y="147"/>
                    <a:pt x="0" y="147"/>
                    <a:pt x="0" y="147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47"/>
                    <a:pt x="52" y="0"/>
                    <a:pt x="117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130"/>
                    <a:pt x="818" y="130"/>
                    <a:pt x="818" y="130"/>
                  </a:cubicBezTo>
                  <a:cubicBezTo>
                    <a:pt x="130" y="130"/>
                    <a:pt x="130" y="130"/>
                    <a:pt x="130" y="130"/>
                  </a:cubicBezTo>
                  <a:lnTo>
                    <a:pt x="130" y="14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8" name="îṡļïḑè">
              <a:extLst>
                <a:ext uri="{FF2B5EF4-FFF2-40B4-BE49-F238E27FC236}">
                  <a16:creationId xmlns:a16="http://schemas.microsoft.com/office/drawing/2014/main" id="{7E4770FF-7A76-418E-8C20-28D582CA02D5}"/>
                </a:ext>
              </a:extLst>
            </p:cNvPr>
            <p:cNvSpPr/>
            <p:nvPr/>
          </p:nvSpPr>
          <p:spPr bwMode="auto">
            <a:xfrm>
              <a:off x="8350250" y="3640138"/>
              <a:ext cx="246063" cy="242888"/>
            </a:xfrm>
            <a:prstGeom prst="ellipse">
              <a:avLst/>
            </a:pr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9" name="îṡ1íde">
              <a:extLst>
                <a:ext uri="{FF2B5EF4-FFF2-40B4-BE49-F238E27FC236}">
                  <a16:creationId xmlns:a16="http://schemas.microsoft.com/office/drawing/2014/main" id="{6F4041AF-51AF-4B23-A61B-416AF5A1DC02}"/>
                </a:ext>
              </a:extLst>
            </p:cNvPr>
            <p:cNvSpPr/>
            <p:nvPr/>
          </p:nvSpPr>
          <p:spPr bwMode="auto">
            <a:xfrm>
              <a:off x="4214813" y="2058988"/>
              <a:ext cx="930275" cy="114300"/>
            </a:xfrm>
            <a:prstGeom prst="rect">
              <a:avLst/>
            </a:prstGeom>
            <a:solidFill>
              <a:srgbClr val="7E7F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0" name="íS1íḓe">
              <a:extLst>
                <a:ext uri="{FF2B5EF4-FFF2-40B4-BE49-F238E27FC236}">
                  <a16:creationId xmlns:a16="http://schemas.microsoft.com/office/drawing/2014/main" id="{A9888BBD-4D3F-428A-BBFF-3E65FA24D97B}"/>
                </a:ext>
              </a:extLst>
            </p:cNvPr>
            <p:cNvSpPr/>
            <p:nvPr/>
          </p:nvSpPr>
          <p:spPr bwMode="auto">
            <a:xfrm>
              <a:off x="4214813" y="2058988"/>
              <a:ext cx="930275" cy="114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1" name="îs1ïďe">
              <a:extLst>
                <a:ext uri="{FF2B5EF4-FFF2-40B4-BE49-F238E27FC236}">
                  <a16:creationId xmlns:a16="http://schemas.microsoft.com/office/drawing/2014/main" id="{C058EEED-AF85-4CA4-BF06-2BD1B023962D}"/>
                </a:ext>
              </a:extLst>
            </p:cNvPr>
            <p:cNvSpPr/>
            <p:nvPr/>
          </p:nvSpPr>
          <p:spPr bwMode="auto">
            <a:xfrm>
              <a:off x="3348038" y="1616076"/>
              <a:ext cx="4514850" cy="442913"/>
            </a:xfrm>
            <a:custGeom>
              <a:avLst/>
              <a:gdLst>
                <a:gd name="T0" fmla="*/ 2333 w 2411"/>
                <a:gd name="T1" fmla="*/ 237 h 237"/>
                <a:gd name="T2" fmla="*/ 79 w 2411"/>
                <a:gd name="T3" fmla="*/ 237 h 237"/>
                <a:gd name="T4" fmla="*/ 0 w 2411"/>
                <a:gd name="T5" fmla="*/ 159 h 237"/>
                <a:gd name="T6" fmla="*/ 0 w 2411"/>
                <a:gd name="T7" fmla="*/ 79 h 237"/>
                <a:gd name="T8" fmla="*/ 79 w 2411"/>
                <a:gd name="T9" fmla="*/ 0 h 237"/>
                <a:gd name="T10" fmla="*/ 2333 w 2411"/>
                <a:gd name="T11" fmla="*/ 0 h 237"/>
                <a:gd name="T12" fmla="*/ 2411 w 2411"/>
                <a:gd name="T13" fmla="*/ 79 h 237"/>
                <a:gd name="T14" fmla="*/ 2411 w 2411"/>
                <a:gd name="T15" fmla="*/ 159 h 237"/>
                <a:gd name="T16" fmla="*/ 2333 w 2411"/>
                <a:gd name="T17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1" h="237">
                  <a:moveTo>
                    <a:pt x="2333" y="237"/>
                  </a:moveTo>
                  <a:cubicBezTo>
                    <a:pt x="79" y="237"/>
                    <a:pt x="79" y="237"/>
                    <a:pt x="79" y="237"/>
                  </a:cubicBezTo>
                  <a:cubicBezTo>
                    <a:pt x="35" y="237"/>
                    <a:pt x="0" y="202"/>
                    <a:pt x="0" y="15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35"/>
                    <a:pt x="35" y="0"/>
                    <a:pt x="79" y="0"/>
                  </a:cubicBezTo>
                  <a:cubicBezTo>
                    <a:pt x="2333" y="0"/>
                    <a:pt x="2333" y="0"/>
                    <a:pt x="2333" y="0"/>
                  </a:cubicBezTo>
                  <a:cubicBezTo>
                    <a:pt x="2376" y="0"/>
                    <a:pt x="2411" y="35"/>
                    <a:pt x="2411" y="79"/>
                  </a:cubicBezTo>
                  <a:cubicBezTo>
                    <a:pt x="2411" y="159"/>
                    <a:pt x="2411" y="159"/>
                    <a:pt x="2411" y="159"/>
                  </a:cubicBezTo>
                  <a:cubicBezTo>
                    <a:pt x="2411" y="202"/>
                    <a:pt x="2376" y="237"/>
                    <a:pt x="2333" y="237"/>
                  </a:cubicBezTo>
                </a:path>
              </a:pathLst>
            </a:custGeom>
            <a:solidFill>
              <a:srgbClr val="5679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2" name="ísļiďé">
              <a:extLst>
                <a:ext uri="{FF2B5EF4-FFF2-40B4-BE49-F238E27FC236}">
                  <a16:creationId xmlns:a16="http://schemas.microsoft.com/office/drawing/2014/main" id="{AFA4CD9B-8B83-4178-8B68-8A45CAECD7A9}"/>
                </a:ext>
              </a:extLst>
            </p:cNvPr>
            <p:cNvSpPr/>
            <p:nvPr/>
          </p:nvSpPr>
          <p:spPr bwMode="auto">
            <a:xfrm>
              <a:off x="3348038" y="1852613"/>
              <a:ext cx="4514850" cy="206375"/>
            </a:xfrm>
            <a:custGeom>
              <a:avLst/>
              <a:gdLst>
                <a:gd name="T0" fmla="*/ 2411 w 2411"/>
                <a:gd name="T1" fmla="*/ 0 h 111"/>
                <a:gd name="T2" fmla="*/ 0 w 2411"/>
                <a:gd name="T3" fmla="*/ 0 h 111"/>
                <a:gd name="T4" fmla="*/ 0 w 2411"/>
                <a:gd name="T5" fmla="*/ 26 h 111"/>
                <a:gd name="T6" fmla="*/ 85 w 2411"/>
                <a:gd name="T7" fmla="*/ 111 h 111"/>
                <a:gd name="T8" fmla="*/ 2326 w 2411"/>
                <a:gd name="T9" fmla="*/ 111 h 111"/>
                <a:gd name="T10" fmla="*/ 2411 w 2411"/>
                <a:gd name="T11" fmla="*/ 26 h 111"/>
                <a:gd name="T12" fmla="*/ 2411 w 2411"/>
                <a:gd name="T13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11" h="111">
                  <a:moveTo>
                    <a:pt x="241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73"/>
                    <a:pt x="38" y="111"/>
                    <a:pt x="85" y="111"/>
                  </a:cubicBezTo>
                  <a:cubicBezTo>
                    <a:pt x="2326" y="111"/>
                    <a:pt x="2326" y="111"/>
                    <a:pt x="2326" y="111"/>
                  </a:cubicBezTo>
                  <a:cubicBezTo>
                    <a:pt x="2373" y="111"/>
                    <a:pt x="2411" y="73"/>
                    <a:pt x="2411" y="26"/>
                  </a:cubicBezTo>
                  <a:cubicBezTo>
                    <a:pt x="2411" y="0"/>
                    <a:pt x="2411" y="0"/>
                    <a:pt x="2411" y="0"/>
                  </a:cubicBezTo>
                </a:path>
              </a:pathLst>
            </a:custGeom>
            <a:solidFill>
              <a:srgbClr val="517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3" name="ís1iḋê">
              <a:extLst>
                <a:ext uri="{FF2B5EF4-FFF2-40B4-BE49-F238E27FC236}">
                  <a16:creationId xmlns:a16="http://schemas.microsoft.com/office/drawing/2014/main" id="{C7F623AB-E276-4464-9B19-DA530B3810E0}"/>
                </a:ext>
              </a:extLst>
            </p:cNvPr>
            <p:cNvSpPr/>
            <p:nvPr/>
          </p:nvSpPr>
          <p:spPr bwMode="auto">
            <a:xfrm>
              <a:off x="6446838" y="2068513"/>
              <a:ext cx="393700" cy="228600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4" name="îṩlíḋé">
              <a:extLst>
                <a:ext uri="{FF2B5EF4-FFF2-40B4-BE49-F238E27FC236}">
                  <a16:creationId xmlns:a16="http://schemas.microsoft.com/office/drawing/2014/main" id="{E6D5980B-2578-475D-9E08-54A0C97E40FC}"/>
                </a:ext>
              </a:extLst>
            </p:cNvPr>
            <p:cNvSpPr/>
            <p:nvPr/>
          </p:nvSpPr>
          <p:spPr bwMode="auto">
            <a:xfrm>
              <a:off x="6496050" y="2068513"/>
              <a:ext cx="74613" cy="228600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5" name="íšliďé">
              <a:extLst>
                <a:ext uri="{FF2B5EF4-FFF2-40B4-BE49-F238E27FC236}">
                  <a16:creationId xmlns:a16="http://schemas.microsoft.com/office/drawing/2014/main" id="{9374651C-D05C-44D3-89E2-50571CF2EFC4}"/>
                </a:ext>
              </a:extLst>
            </p:cNvPr>
            <p:cNvSpPr/>
            <p:nvPr/>
          </p:nvSpPr>
          <p:spPr bwMode="auto">
            <a:xfrm>
              <a:off x="6421438" y="2014538"/>
              <a:ext cx="436563" cy="93663"/>
            </a:xfrm>
            <a:prstGeom prst="rect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6" name="iš1iḑè">
              <a:extLst>
                <a:ext uri="{FF2B5EF4-FFF2-40B4-BE49-F238E27FC236}">
                  <a16:creationId xmlns:a16="http://schemas.microsoft.com/office/drawing/2014/main" id="{71666F82-D4C3-4041-99C3-59AA5C307A7D}"/>
                </a:ext>
              </a:extLst>
            </p:cNvPr>
            <p:cNvSpPr/>
            <p:nvPr/>
          </p:nvSpPr>
          <p:spPr bwMode="auto">
            <a:xfrm>
              <a:off x="6421438" y="2108201"/>
              <a:ext cx="436563" cy="39688"/>
            </a:xfrm>
            <a:prstGeom prst="rect">
              <a:avLst/>
            </a:prstGeom>
            <a:solidFill>
              <a:srgbClr val="D0A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7" name="ïṥľîḍè">
              <a:extLst>
                <a:ext uri="{FF2B5EF4-FFF2-40B4-BE49-F238E27FC236}">
                  <a16:creationId xmlns:a16="http://schemas.microsoft.com/office/drawing/2014/main" id="{73C1B630-9D73-4745-9DF9-6FA64B8748F0}"/>
                </a:ext>
              </a:extLst>
            </p:cNvPr>
            <p:cNvSpPr/>
            <p:nvPr/>
          </p:nvSpPr>
          <p:spPr bwMode="auto">
            <a:xfrm>
              <a:off x="6958013" y="2068513"/>
              <a:ext cx="393700" cy="228600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8" name="ïṥľíďe">
              <a:extLst>
                <a:ext uri="{FF2B5EF4-FFF2-40B4-BE49-F238E27FC236}">
                  <a16:creationId xmlns:a16="http://schemas.microsoft.com/office/drawing/2014/main" id="{C6FBCDD7-3953-4BB8-A998-63857FB094C2}"/>
                </a:ext>
              </a:extLst>
            </p:cNvPr>
            <p:cNvSpPr/>
            <p:nvPr/>
          </p:nvSpPr>
          <p:spPr bwMode="auto">
            <a:xfrm>
              <a:off x="7007225" y="2068513"/>
              <a:ext cx="74613" cy="228600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9" name="i$ḷiḓè">
              <a:extLst>
                <a:ext uri="{FF2B5EF4-FFF2-40B4-BE49-F238E27FC236}">
                  <a16:creationId xmlns:a16="http://schemas.microsoft.com/office/drawing/2014/main" id="{95B4D3F4-F9E6-4936-8F8C-02E3A416C7D8}"/>
                </a:ext>
              </a:extLst>
            </p:cNvPr>
            <p:cNvSpPr/>
            <p:nvPr/>
          </p:nvSpPr>
          <p:spPr bwMode="auto">
            <a:xfrm>
              <a:off x="6932613" y="2014538"/>
              <a:ext cx="436563" cy="93663"/>
            </a:xfrm>
            <a:prstGeom prst="rect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0" name="ïsḻîḓe">
              <a:extLst>
                <a:ext uri="{FF2B5EF4-FFF2-40B4-BE49-F238E27FC236}">
                  <a16:creationId xmlns:a16="http://schemas.microsoft.com/office/drawing/2014/main" id="{EA57CAD4-2FA1-4A1F-BD74-DF30FAF70A6B}"/>
                </a:ext>
              </a:extLst>
            </p:cNvPr>
            <p:cNvSpPr/>
            <p:nvPr/>
          </p:nvSpPr>
          <p:spPr bwMode="auto">
            <a:xfrm>
              <a:off x="6932613" y="2108201"/>
              <a:ext cx="436563" cy="39688"/>
            </a:xfrm>
            <a:prstGeom prst="rect">
              <a:avLst/>
            </a:prstGeom>
            <a:solidFill>
              <a:srgbClr val="D0A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1" name="ïślide">
              <a:extLst>
                <a:ext uri="{FF2B5EF4-FFF2-40B4-BE49-F238E27FC236}">
                  <a16:creationId xmlns:a16="http://schemas.microsoft.com/office/drawing/2014/main" id="{54DBD40F-D220-4722-BE5B-2B297BC64C68}"/>
                </a:ext>
              </a:extLst>
            </p:cNvPr>
            <p:cNvSpPr/>
            <p:nvPr/>
          </p:nvSpPr>
          <p:spPr bwMode="auto">
            <a:xfrm>
              <a:off x="7432675" y="2068513"/>
              <a:ext cx="136525" cy="228600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2" name="îśļïḋé">
              <a:extLst>
                <a:ext uri="{FF2B5EF4-FFF2-40B4-BE49-F238E27FC236}">
                  <a16:creationId xmlns:a16="http://schemas.microsoft.com/office/drawing/2014/main" id="{B41E7E1A-F763-413A-8C61-EEC9CA14EBAD}"/>
                </a:ext>
              </a:extLst>
            </p:cNvPr>
            <p:cNvSpPr/>
            <p:nvPr/>
          </p:nvSpPr>
          <p:spPr bwMode="auto">
            <a:xfrm>
              <a:off x="7450138" y="2068513"/>
              <a:ext cx="25400" cy="228600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3" name="î$ḻïḑé">
              <a:extLst>
                <a:ext uri="{FF2B5EF4-FFF2-40B4-BE49-F238E27FC236}">
                  <a16:creationId xmlns:a16="http://schemas.microsoft.com/office/drawing/2014/main" id="{D66626DB-DC29-4261-A9C9-A34C4A75CA64}"/>
                </a:ext>
              </a:extLst>
            </p:cNvPr>
            <p:cNvSpPr/>
            <p:nvPr/>
          </p:nvSpPr>
          <p:spPr bwMode="auto">
            <a:xfrm>
              <a:off x="7424738" y="2014538"/>
              <a:ext cx="150813" cy="93663"/>
            </a:xfrm>
            <a:prstGeom prst="rect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4" name="işḻiḓé">
              <a:extLst>
                <a:ext uri="{FF2B5EF4-FFF2-40B4-BE49-F238E27FC236}">
                  <a16:creationId xmlns:a16="http://schemas.microsoft.com/office/drawing/2014/main" id="{6200A202-7415-4165-8D30-F19B7C47BF88}"/>
                </a:ext>
              </a:extLst>
            </p:cNvPr>
            <p:cNvSpPr/>
            <p:nvPr/>
          </p:nvSpPr>
          <p:spPr bwMode="auto">
            <a:xfrm>
              <a:off x="7424738" y="2108201"/>
              <a:ext cx="150813" cy="39688"/>
            </a:xfrm>
            <a:prstGeom prst="rect">
              <a:avLst/>
            </a:prstGeom>
            <a:solidFill>
              <a:srgbClr val="D0A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5" name="îš1ïḋè">
              <a:extLst>
                <a:ext uri="{FF2B5EF4-FFF2-40B4-BE49-F238E27FC236}">
                  <a16:creationId xmlns:a16="http://schemas.microsoft.com/office/drawing/2014/main" id="{3F31218D-DF07-475B-B21F-E638C8976C0E}"/>
                </a:ext>
              </a:extLst>
            </p:cNvPr>
            <p:cNvSpPr/>
            <p:nvPr/>
          </p:nvSpPr>
          <p:spPr bwMode="auto">
            <a:xfrm>
              <a:off x="7620000" y="2068513"/>
              <a:ext cx="134938" cy="228600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6" name="íśḻíḓe">
              <a:extLst>
                <a:ext uri="{FF2B5EF4-FFF2-40B4-BE49-F238E27FC236}">
                  <a16:creationId xmlns:a16="http://schemas.microsoft.com/office/drawing/2014/main" id="{1925DFA0-54EF-4646-8C18-C8AB236DC21E}"/>
                </a:ext>
              </a:extLst>
            </p:cNvPr>
            <p:cNvSpPr/>
            <p:nvPr/>
          </p:nvSpPr>
          <p:spPr bwMode="auto">
            <a:xfrm>
              <a:off x="7634288" y="2068513"/>
              <a:ext cx="26988" cy="228600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7" name="iŝľíḓé">
              <a:extLst>
                <a:ext uri="{FF2B5EF4-FFF2-40B4-BE49-F238E27FC236}">
                  <a16:creationId xmlns:a16="http://schemas.microsoft.com/office/drawing/2014/main" id="{8BE84DBB-0F14-4DB9-B140-2E305DA11DA1}"/>
                </a:ext>
              </a:extLst>
            </p:cNvPr>
            <p:cNvSpPr/>
            <p:nvPr/>
          </p:nvSpPr>
          <p:spPr bwMode="auto">
            <a:xfrm>
              <a:off x="7610475" y="2014538"/>
              <a:ext cx="149225" cy="93663"/>
            </a:xfrm>
            <a:prstGeom prst="rect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8" name="íṩḻiḑé">
              <a:extLst>
                <a:ext uri="{FF2B5EF4-FFF2-40B4-BE49-F238E27FC236}">
                  <a16:creationId xmlns:a16="http://schemas.microsoft.com/office/drawing/2014/main" id="{B811D3C7-CA2B-411D-B934-CBC21CBDF71D}"/>
                </a:ext>
              </a:extLst>
            </p:cNvPr>
            <p:cNvSpPr/>
            <p:nvPr/>
          </p:nvSpPr>
          <p:spPr bwMode="auto">
            <a:xfrm>
              <a:off x="7610475" y="2108201"/>
              <a:ext cx="149225" cy="39688"/>
            </a:xfrm>
            <a:prstGeom prst="rect">
              <a:avLst/>
            </a:prstGeom>
            <a:solidFill>
              <a:srgbClr val="D0A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9" name="íSļiḍé">
              <a:extLst>
                <a:ext uri="{FF2B5EF4-FFF2-40B4-BE49-F238E27FC236}">
                  <a16:creationId xmlns:a16="http://schemas.microsoft.com/office/drawing/2014/main" id="{28D38807-32E0-4EA3-8628-BB8051B2A9BA}"/>
                </a:ext>
              </a:extLst>
            </p:cNvPr>
            <p:cNvSpPr/>
            <p:nvPr/>
          </p:nvSpPr>
          <p:spPr bwMode="auto">
            <a:xfrm>
              <a:off x="5145088" y="2101851"/>
              <a:ext cx="1087438" cy="55563"/>
            </a:xfrm>
            <a:prstGeom prst="rect">
              <a:avLst/>
            </a:prstGeom>
            <a:solidFill>
              <a:srgbClr val="2F2E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0" name="iṣľîḍe">
              <a:extLst>
                <a:ext uri="{FF2B5EF4-FFF2-40B4-BE49-F238E27FC236}">
                  <a16:creationId xmlns:a16="http://schemas.microsoft.com/office/drawing/2014/main" id="{A5041A9B-451B-490E-9390-13E56F545B17}"/>
                </a:ext>
              </a:extLst>
            </p:cNvPr>
            <p:cNvSpPr/>
            <p:nvPr/>
          </p:nvSpPr>
          <p:spPr bwMode="auto">
            <a:xfrm>
              <a:off x="3303588" y="2173288"/>
              <a:ext cx="2778125" cy="2576513"/>
            </a:xfrm>
            <a:custGeom>
              <a:avLst/>
              <a:gdLst>
                <a:gd name="T0" fmla="*/ 1425 w 1483"/>
                <a:gd name="T1" fmla="*/ 1377 h 1377"/>
                <a:gd name="T2" fmla="*/ 58 w 1483"/>
                <a:gd name="T3" fmla="*/ 1377 h 1377"/>
                <a:gd name="T4" fmla="*/ 0 w 1483"/>
                <a:gd name="T5" fmla="*/ 1320 h 1377"/>
                <a:gd name="T6" fmla="*/ 0 w 1483"/>
                <a:gd name="T7" fmla="*/ 58 h 1377"/>
                <a:gd name="T8" fmla="*/ 58 w 1483"/>
                <a:gd name="T9" fmla="*/ 0 h 1377"/>
                <a:gd name="T10" fmla="*/ 1425 w 1483"/>
                <a:gd name="T11" fmla="*/ 0 h 1377"/>
                <a:gd name="T12" fmla="*/ 1483 w 1483"/>
                <a:gd name="T13" fmla="*/ 58 h 1377"/>
                <a:gd name="T14" fmla="*/ 1483 w 1483"/>
                <a:gd name="T15" fmla="*/ 1320 h 1377"/>
                <a:gd name="T16" fmla="*/ 1425 w 1483"/>
                <a:gd name="T17" fmla="*/ 1377 h 1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83" h="1377">
                  <a:moveTo>
                    <a:pt x="1425" y="1377"/>
                  </a:moveTo>
                  <a:cubicBezTo>
                    <a:pt x="58" y="1377"/>
                    <a:pt x="58" y="1377"/>
                    <a:pt x="58" y="1377"/>
                  </a:cubicBezTo>
                  <a:cubicBezTo>
                    <a:pt x="26" y="1377"/>
                    <a:pt x="0" y="1352"/>
                    <a:pt x="0" y="1320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26"/>
                    <a:pt x="26" y="0"/>
                    <a:pt x="58" y="0"/>
                  </a:cubicBezTo>
                  <a:cubicBezTo>
                    <a:pt x="1425" y="0"/>
                    <a:pt x="1425" y="0"/>
                    <a:pt x="1425" y="0"/>
                  </a:cubicBezTo>
                  <a:cubicBezTo>
                    <a:pt x="1457" y="0"/>
                    <a:pt x="1483" y="26"/>
                    <a:pt x="1483" y="58"/>
                  </a:cubicBezTo>
                  <a:cubicBezTo>
                    <a:pt x="1483" y="1320"/>
                    <a:pt x="1483" y="1320"/>
                    <a:pt x="1483" y="1320"/>
                  </a:cubicBezTo>
                  <a:cubicBezTo>
                    <a:pt x="1483" y="1352"/>
                    <a:pt x="1457" y="1377"/>
                    <a:pt x="1425" y="1377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1" name="ïṧḻiḍê">
              <a:extLst>
                <a:ext uri="{FF2B5EF4-FFF2-40B4-BE49-F238E27FC236}">
                  <a16:creationId xmlns:a16="http://schemas.microsoft.com/office/drawing/2014/main" id="{01AA97BC-89FF-4C02-83E4-F18DBAD34D4D}"/>
                </a:ext>
              </a:extLst>
            </p:cNvPr>
            <p:cNvSpPr/>
            <p:nvPr/>
          </p:nvSpPr>
          <p:spPr bwMode="auto">
            <a:xfrm>
              <a:off x="3395663" y="2259013"/>
              <a:ext cx="2593975" cy="2406650"/>
            </a:xfrm>
            <a:custGeom>
              <a:avLst/>
              <a:gdLst>
                <a:gd name="T0" fmla="*/ 1327 w 1385"/>
                <a:gd name="T1" fmla="*/ 1286 h 1286"/>
                <a:gd name="T2" fmla="*/ 58 w 1385"/>
                <a:gd name="T3" fmla="*/ 1286 h 1286"/>
                <a:gd name="T4" fmla="*/ 0 w 1385"/>
                <a:gd name="T5" fmla="*/ 1228 h 1286"/>
                <a:gd name="T6" fmla="*/ 0 w 1385"/>
                <a:gd name="T7" fmla="*/ 57 h 1286"/>
                <a:gd name="T8" fmla="*/ 58 w 1385"/>
                <a:gd name="T9" fmla="*/ 0 h 1286"/>
                <a:gd name="T10" fmla="*/ 1327 w 1385"/>
                <a:gd name="T11" fmla="*/ 0 h 1286"/>
                <a:gd name="T12" fmla="*/ 1385 w 1385"/>
                <a:gd name="T13" fmla="*/ 57 h 1286"/>
                <a:gd name="T14" fmla="*/ 1385 w 1385"/>
                <a:gd name="T15" fmla="*/ 1228 h 1286"/>
                <a:gd name="T16" fmla="*/ 1327 w 1385"/>
                <a:gd name="T17" fmla="*/ 1286 h 1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85" h="1286">
                  <a:moveTo>
                    <a:pt x="1327" y="1286"/>
                  </a:moveTo>
                  <a:cubicBezTo>
                    <a:pt x="58" y="1286"/>
                    <a:pt x="58" y="1286"/>
                    <a:pt x="58" y="1286"/>
                  </a:cubicBezTo>
                  <a:cubicBezTo>
                    <a:pt x="26" y="1286"/>
                    <a:pt x="0" y="1260"/>
                    <a:pt x="0" y="12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6" y="0"/>
                    <a:pt x="58" y="0"/>
                  </a:cubicBezTo>
                  <a:cubicBezTo>
                    <a:pt x="1327" y="0"/>
                    <a:pt x="1327" y="0"/>
                    <a:pt x="1327" y="0"/>
                  </a:cubicBezTo>
                  <a:cubicBezTo>
                    <a:pt x="1359" y="0"/>
                    <a:pt x="1385" y="25"/>
                    <a:pt x="1385" y="57"/>
                  </a:cubicBezTo>
                  <a:cubicBezTo>
                    <a:pt x="1385" y="1228"/>
                    <a:pt x="1385" y="1228"/>
                    <a:pt x="1385" y="1228"/>
                  </a:cubicBezTo>
                  <a:cubicBezTo>
                    <a:pt x="1385" y="1260"/>
                    <a:pt x="1359" y="1286"/>
                    <a:pt x="1327" y="1286"/>
                  </a:cubicBezTo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2" name="ïSľîḑê">
              <a:extLst>
                <a:ext uri="{FF2B5EF4-FFF2-40B4-BE49-F238E27FC236}">
                  <a16:creationId xmlns:a16="http://schemas.microsoft.com/office/drawing/2014/main" id="{BA553468-211A-40CA-B390-C3CE41A4A40B}"/>
                </a:ext>
              </a:extLst>
            </p:cNvPr>
            <p:cNvSpPr/>
            <p:nvPr/>
          </p:nvSpPr>
          <p:spPr bwMode="auto">
            <a:xfrm>
              <a:off x="3644900" y="2530476"/>
              <a:ext cx="476250" cy="184150"/>
            </a:xfrm>
            <a:prstGeom prst="rect">
              <a:avLst/>
            </a:prstGeom>
            <a:solidFill>
              <a:srgbClr val="7474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3" name="íṣlíḓè">
              <a:extLst>
                <a:ext uri="{FF2B5EF4-FFF2-40B4-BE49-F238E27FC236}">
                  <a16:creationId xmlns:a16="http://schemas.microsoft.com/office/drawing/2014/main" id="{168775EF-B6F1-46D6-A774-E6F3930BF3D9}"/>
                </a:ext>
              </a:extLst>
            </p:cNvPr>
            <p:cNvSpPr/>
            <p:nvPr/>
          </p:nvSpPr>
          <p:spPr bwMode="auto">
            <a:xfrm>
              <a:off x="3662363" y="2551113"/>
              <a:ext cx="1123950" cy="488950"/>
            </a:xfrm>
            <a:custGeom>
              <a:avLst/>
              <a:gdLst>
                <a:gd name="T0" fmla="*/ 480 w 600"/>
                <a:gd name="T1" fmla="*/ 261 h 261"/>
                <a:gd name="T2" fmla="*/ 120 w 600"/>
                <a:gd name="T3" fmla="*/ 261 h 261"/>
                <a:gd name="T4" fmla="*/ 0 w 600"/>
                <a:gd name="T5" fmla="*/ 141 h 261"/>
                <a:gd name="T6" fmla="*/ 0 w 600"/>
                <a:gd name="T7" fmla="*/ 120 h 261"/>
                <a:gd name="T8" fmla="*/ 120 w 600"/>
                <a:gd name="T9" fmla="*/ 0 h 261"/>
                <a:gd name="T10" fmla="*/ 480 w 600"/>
                <a:gd name="T11" fmla="*/ 0 h 261"/>
                <a:gd name="T12" fmla="*/ 600 w 600"/>
                <a:gd name="T13" fmla="*/ 120 h 261"/>
                <a:gd name="T14" fmla="*/ 600 w 600"/>
                <a:gd name="T15" fmla="*/ 141 h 261"/>
                <a:gd name="T16" fmla="*/ 480 w 600"/>
                <a:gd name="T17" fmla="*/ 2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0" h="261">
                  <a:moveTo>
                    <a:pt x="480" y="261"/>
                  </a:moveTo>
                  <a:cubicBezTo>
                    <a:pt x="120" y="261"/>
                    <a:pt x="120" y="261"/>
                    <a:pt x="120" y="261"/>
                  </a:cubicBezTo>
                  <a:cubicBezTo>
                    <a:pt x="54" y="261"/>
                    <a:pt x="0" y="207"/>
                    <a:pt x="0" y="141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53"/>
                    <a:pt x="54" y="0"/>
                    <a:pt x="120" y="0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546" y="0"/>
                    <a:pt x="600" y="53"/>
                    <a:pt x="600" y="120"/>
                  </a:cubicBezTo>
                  <a:cubicBezTo>
                    <a:pt x="600" y="141"/>
                    <a:pt x="600" y="141"/>
                    <a:pt x="600" y="141"/>
                  </a:cubicBezTo>
                  <a:cubicBezTo>
                    <a:pt x="600" y="207"/>
                    <a:pt x="546" y="261"/>
                    <a:pt x="480" y="26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4" name="ïṣlîḍe">
              <a:extLst>
                <a:ext uri="{FF2B5EF4-FFF2-40B4-BE49-F238E27FC236}">
                  <a16:creationId xmlns:a16="http://schemas.microsoft.com/office/drawing/2014/main" id="{BCBDF565-BB82-42F2-B5D0-ADA0965731D5}"/>
                </a:ext>
              </a:extLst>
            </p:cNvPr>
            <p:cNvSpPr/>
            <p:nvPr/>
          </p:nvSpPr>
          <p:spPr bwMode="auto">
            <a:xfrm>
              <a:off x="3413125" y="3068638"/>
              <a:ext cx="2571750" cy="1103313"/>
            </a:xfrm>
            <a:custGeom>
              <a:avLst/>
              <a:gdLst>
                <a:gd name="T0" fmla="*/ 86 w 1373"/>
                <a:gd name="T1" fmla="*/ 239 h 590"/>
                <a:gd name="T2" fmla="*/ 0 w 1373"/>
                <a:gd name="T3" fmla="*/ 273 h 590"/>
                <a:gd name="T4" fmla="*/ 0 w 1373"/>
                <a:gd name="T5" fmla="*/ 373 h 590"/>
                <a:gd name="T6" fmla="*/ 86 w 1373"/>
                <a:gd name="T7" fmla="*/ 239 h 590"/>
                <a:gd name="T8" fmla="*/ 509 w 1373"/>
                <a:gd name="T9" fmla="*/ 184 h 590"/>
                <a:gd name="T10" fmla="*/ 474 w 1373"/>
                <a:gd name="T11" fmla="*/ 325 h 590"/>
                <a:gd name="T12" fmla="*/ 333 w 1373"/>
                <a:gd name="T13" fmla="*/ 480 h 590"/>
                <a:gd name="T14" fmla="*/ 150 w 1373"/>
                <a:gd name="T15" fmla="*/ 590 h 590"/>
                <a:gd name="T16" fmla="*/ 305 w 1373"/>
                <a:gd name="T17" fmla="*/ 590 h 590"/>
                <a:gd name="T18" fmla="*/ 678 w 1373"/>
                <a:gd name="T19" fmla="*/ 359 h 590"/>
                <a:gd name="T20" fmla="*/ 1052 w 1373"/>
                <a:gd name="T21" fmla="*/ 590 h 590"/>
                <a:gd name="T22" fmla="*/ 1372 w 1373"/>
                <a:gd name="T23" fmla="*/ 590 h 590"/>
                <a:gd name="T24" fmla="*/ 1373 w 1373"/>
                <a:gd name="T25" fmla="*/ 589 h 590"/>
                <a:gd name="T26" fmla="*/ 1373 w 1373"/>
                <a:gd name="T27" fmla="*/ 528 h 590"/>
                <a:gd name="T28" fmla="*/ 1303 w 1373"/>
                <a:gd name="T29" fmla="*/ 535 h 590"/>
                <a:gd name="T30" fmla="*/ 941 w 1373"/>
                <a:gd name="T31" fmla="*/ 192 h 590"/>
                <a:gd name="T32" fmla="*/ 818 w 1373"/>
                <a:gd name="T33" fmla="*/ 216 h 590"/>
                <a:gd name="T34" fmla="*/ 727 w 1373"/>
                <a:gd name="T35" fmla="*/ 203 h 590"/>
                <a:gd name="T36" fmla="*/ 644 w 1373"/>
                <a:gd name="T37" fmla="*/ 214 h 590"/>
                <a:gd name="T38" fmla="*/ 509 w 1373"/>
                <a:gd name="T39" fmla="*/ 184 h 590"/>
                <a:gd name="T40" fmla="*/ 341 w 1373"/>
                <a:gd name="T41" fmla="*/ 0 h 590"/>
                <a:gd name="T42" fmla="*/ 231 w 1373"/>
                <a:gd name="T43" fmla="*/ 0 h 590"/>
                <a:gd name="T44" fmla="*/ 232 w 1373"/>
                <a:gd name="T45" fmla="*/ 22 h 590"/>
                <a:gd name="T46" fmla="*/ 212 w 1373"/>
                <a:gd name="T47" fmla="*/ 126 h 590"/>
                <a:gd name="T48" fmla="*/ 0 w 1373"/>
                <a:gd name="T49" fmla="*/ 468 h 590"/>
                <a:gd name="T50" fmla="*/ 0 w 1373"/>
                <a:gd name="T51" fmla="*/ 590 h 590"/>
                <a:gd name="T52" fmla="*/ 49 w 1373"/>
                <a:gd name="T53" fmla="*/ 590 h 590"/>
                <a:gd name="T54" fmla="*/ 134 w 1373"/>
                <a:gd name="T55" fmla="*/ 535 h 590"/>
                <a:gd name="T56" fmla="*/ 324 w 1373"/>
                <a:gd name="T57" fmla="*/ 421 h 590"/>
                <a:gd name="T58" fmla="*/ 324 w 1373"/>
                <a:gd name="T59" fmla="*/ 421 h 590"/>
                <a:gd name="T60" fmla="*/ 421 w 1373"/>
                <a:gd name="T61" fmla="*/ 321 h 590"/>
                <a:gd name="T62" fmla="*/ 421 w 1373"/>
                <a:gd name="T63" fmla="*/ 318 h 590"/>
                <a:gd name="T64" fmla="*/ 422 w 1373"/>
                <a:gd name="T65" fmla="*/ 315 h 590"/>
                <a:gd name="T66" fmla="*/ 462 w 1373"/>
                <a:gd name="T67" fmla="*/ 157 h 590"/>
                <a:gd name="T68" fmla="*/ 341 w 1373"/>
                <a:gd name="T69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73" h="590">
                  <a:moveTo>
                    <a:pt x="86" y="239"/>
                  </a:moveTo>
                  <a:cubicBezTo>
                    <a:pt x="60" y="255"/>
                    <a:pt x="31" y="267"/>
                    <a:pt x="0" y="273"/>
                  </a:cubicBezTo>
                  <a:cubicBezTo>
                    <a:pt x="0" y="373"/>
                    <a:pt x="0" y="373"/>
                    <a:pt x="0" y="373"/>
                  </a:cubicBezTo>
                  <a:cubicBezTo>
                    <a:pt x="86" y="239"/>
                    <a:pt x="86" y="239"/>
                    <a:pt x="86" y="239"/>
                  </a:cubicBezTo>
                  <a:moveTo>
                    <a:pt x="509" y="184"/>
                  </a:moveTo>
                  <a:cubicBezTo>
                    <a:pt x="499" y="225"/>
                    <a:pt x="487" y="272"/>
                    <a:pt x="474" y="325"/>
                  </a:cubicBezTo>
                  <a:cubicBezTo>
                    <a:pt x="445" y="413"/>
                    <a:pt x="426" y="427"/>
                    <a:pt x="333" y="480"/>
                  </a:cubicBezTo>
                  <a:cubicBezTo>
                    <a:pt x="313" y="493"/>
                    <a:pt x="235" y="538"/>
                    <a:pt x="150" y="590"/>
                  </a:cubicBezTo>
                  <a:cubicBezTo>
                    <a:pt x="305" y="590"/>
                    <a:pt x="305" y="590"/>
                    <a:pt x="305" y="590"/>
                  </a:cubicBezTo>
                  <a:cubicBezTo>
                    <a:pt x="373" y="453"/>
                    <a:pt x="515" y="359"/>
                    <a:pt x="678" y="359"/>
                  </a:cubicBezTo>
                  <a:cubicBezTo>
                    <a:pt x="842" y="359"/>
                    <a:pt x="984" y="453"/>
                    <a:pt x="1052" y="590"/>
                  </a:cubicBezTo>
                  <a:cubicBezTo>
                    <a:pt x="1372" y="590"/>
                    <a:pt x="1372" y="590"/>
                    <a:pt x="1372" y="590"/>
                  </a:cubicBezTo>
                  <a:cubicBezTo>
                    <a:pt x="1373" y="589"/>
                    <a:pt x="1373" y="589"/>
                    <a:pt x="1373" y="589"/>
                  </a:cubicBezTo>
                  <a:cubicBezTo>
                    <a:pt x="1373" y="528"/>
                    <a:pt x="1373" y="528"/>
                    <a:pt x="1373" y="528"/>
                  </a:cubicBezTo>
                  <a:cubicBezTo>
                    <a:pt x="1350" y="533"/>
                    <a:pt x="1327" y="535"/>
                    <a:pt x="1303" y="535"/>
                  </a:cubicBezTo>
                  <a:cubicBezTo>
                    <a:pt x="1109" y="535"/>
                    <a:pt x="951" y="383"/>
                    <a:pt x="941" y="192"/>
                  </a:cubicBezTo>
                  <a:cubicBezTo>
                    <a:pt x="903" y="207"/>
                    <a:pt x="862" y="216"/>
                    <a:pt x="818" y="216"/>
                  </a:cubicBezTo>
                  <a:cubicBezTo>
                    <a:pt x="786" y="216"/>
                    <a:pt x="756" y="211"/>
                    <a:pt x="727" y="203"/>
                  </a:cubicBezTo>
                  <a:cubicBezTo>
                    <a:pt x="700" y="210"/>
                    <a:pt x="672" y="214"/>
                    <a:pt x="644" y="214"/>
                  </a:cubicBezTo>
                  <a:cubicBezTo>
                    <a:pt x="596" y="214"/>
                    <a:pt x="550" y="203"/>
                    <a:pt x="509" y="184"/>
                  </a:cubicBezTo>
                  <a:moveTo>
                    <a:pt x="341" y="0"/>
                  </a:moveTo>
                  <a:cubicBezTo>
                    <a:pt x="231" y="0"/>
                    <a:pt x="231" y="0"/>
                    <a:pt x="231" y="0"/>
                  </a:cubicBezTo>
                  <a:cubicBezTo>
                    <a:pt x="232" y="7"/>
                    <a:pt x="232" y="15"/>
                    <a:pt x="232" y="22"/>
                  </a:cubicBezTo>
                  <a:cubicBezTo>
                    <a:pt x="232" y="58"/>
                    <a:pt x="225" y="93"/>
                    <a:pt x="212" y="126"/>
                  </a:cubicBezTo>
                  <a:cubicBezTo>
                    <a:pt x="0" y="468"/>
                    <a:pt x="0" y="468"/>
                    <a:pt x="0" y="468"/>
                  </a:cubicBezTo>
                  <a:cubicBezTo>
                    <a:pt x="0" y="590"/>
                    <a:pt x="0" y="590"/>
                    <a:pt x="0" y="590"/>
                  </a:cubicBezTo>
                  <a:cubicBezTo>
                    <a:pt x="49" y="590"/>
                    <a:pt x="49" y="590"/>
                    <a:pt x="49" y="590"/>
                  </a:cubicBezTo>
                  <a:cubicBezTo>
                    <a:pt x="75" y="573"/>
                    <a:pt x="105" y="553"/>
                    <a:pt x="134" y="535"/>
                  </a:cubicBezTo>
                  <a:cubicBezTo>
                    <a:pt x="310" y="422"/>
                    <a:pt x="314" y="421"/>
                    <a:pt x="324" y="421"/>
                  </a:cubicBezTo>
                  <a:cubicBezTo>
                    <a:pt x="324" y="421"/>
                    <a:pt x="324" y="421"/>
                    <a:pt x="324" y="421"/>
                  </a:cubicBezTo>
                  <a:cubicBezTo>
                    <a:pt x="379" y="421"/>
                    <a:pt x="421" y="376"/>
                    <a:pt x="421" y="321"/>
                  </a:cubicBezTo>
                  <a:cubicBezTo>
                    <a:pt x="421" y="318"/>
                    <a:pt x="421" y="318"/>
                    <a:pt x="421" y="318"/>
                  </a:cubicBezTo>
                  <a:cubicBezTo>
                    <a:pt x="422" y="315"/>
                    <a:pt x="422" y="315"/>
                    <a:pt x="422" y="315"/>
                  </a:cubicBezTo>
                  <a:cubicBezTo>
                    <a:pt x="434" y="267"/>
                    <a:pt x="448" y="212"/>
                    <a:pt x="462" y="157"/>
                  </a:cubicBezTo>
                  <a:cubicBezTo>
                    <a:pt x="407" y="119"/>
                    <a:pt x="364" y="65"/>
                    <a:pt x="341" y="0"/>
                  </a:cubicBezTo>
                </a:path>
              </a:pathLst>
            </a:custGeom>
            <a:solidFill>
              <a:srgbClr val="7474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5" name="ï$ḻiḍe">
              <a:extLst>
                <a:ext uri="{FF2B5EF4-FFF2-40B4-BE49-F238E27FC236}">
                  <a16:creationId xmlns:a16="http://schemas.microsoft.com/office/drawing/2014/main" id="{6ACFFC76-6580-4696-9E94-1F8E1921BA82}"/>
                </a:ext>
              </a:extLst>
            </p:cNvPr>
            <p:cNvSpPr/>
            <p:nvPr/>
          </p:nvSpPr>
          <p:spPr bwMode="auto">
            <a:xfrm>
              <a:off x="3579813" y="3232151"/>
              <a:ext cx="873125" cy="874713"/>
            </a:xfrm>
            <a:prstGeom prst="ellipse">
              <a:avLst/>
            </a:pr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6" name="îṣľiḑê">
              <a:extLst>
                <a:ext uri="{FF2B5EF4-FFF2-40B4-BE49-F238E27FC236}">
                  <a16:creationId xmlns:a16="http://schemas.microsoft.com/office/drawing/2014/main" id="{2EB032AF-1CEF-4A12-B1E0-4A07BCD0F770}"/>
                </a:ext>
              </a:extLst>
            </p:cNvPr>
            <p:cNvSpPr/>
            <p:nvPr/>
          </p:nvSpPr>
          <p:spPr bwMode="auto">
            <a:xfrm>
              <a:off x="4818063" y="2246313"/>
              <a:ext cx="254000" cy="12700"/>
            </a:xfrm>
            <a:custGeom>
              <a:avLst/>
              <a:gdLst>
                <a:gd name="T0" fmla="*/ 68 w 136"/>
                <a:gd name="T1" fmla="*/ 0 h 7"/>
                <a:gd name="T2" fmla="*/ 0 w 136"/>
                <a:gd name="T3" fmla="*/ 7 h 7"/>
                <a:gd name="T4" fmla="*/ 136 w 136"/>
                <a:gd name="T5" fmla="*/ 7 h 7"/>
                <a:gd name="T6" fmla="*/ 68 w 136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6" h="7">
                  <a:moveTo>
                    <a:pt x="68" y="0"/>
                  </a:moveTo>
                  <a:cubicBezTo>
                    <a:pt x="45" y="0"/>
                    <a:pt x="22" y="2"/>
                    <a:pt x="0" y="7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14" y="2"/>
                    <a:pt x="91" y="0"/>
                    <a:pt x="68" y="0"/>
                  </a:cubicBezTo>
                </a:path>
              </a:pathLst>
            </a:custGeom>
            <a:solidFill>
              <a:srgbClr val="4C4C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7" name="îś1ïḋé">
              <a:extLst>
                <a:ext uri="{FF2B5EF4-FFF2-40B4-BE49-F238E27FC236}">
                  <a16:creationId xmlns:a16="http://schemas.microsoft.com/office/drawing/2014/main" id="{B5DD3923-572D-47FB-8CBC-577BD4B9E028}"/>
                </a:ext>
              </a:extLst>
            </p:cNvPr>
            <p:cNvSpPr/>
            <p:nvPr/>
          </p:nvSpPr>
          <p:spPr bwMode="auto">
            <a:xfrm>
              <a:off x="4743450" y="2259013"/>
              <a:ext cx="809625" cy="809625"/>
            </a:xfrm>
            <a:custGeom>
              <a:avLst/>
              <a:gdLst>
                <a:gd name="T0" fmla="*/ 249 w 433"/>
                <a:gd name="T1" fmla="*/ 265 h 432"/>
                <a:gd name="T2" fmla="*/ 255 w 433"/>
                <a:gd name="T3" fmla="*/ 325 h 432"/>
                <a:gd name="T4" fmla="*/ 236 w 433"/>
                <a:gd name="T5" fmla="*/ 432 h 432"/>
                <a:gd name="T6" fmla="*/ 274 w 433"/>
                <a:gd name="T7" fmla="*/ 432 h 432"/>
                <a:gd name="T8" fmla="*/ 433 w 433"/>
                <a:gd name="T9" fmla="*/ 278 h 432"/>
                <a:gd name="T10" fmla="*/ 431 w 433"/>
                <a:gd name="T11" fmla="*/ 266 h 432"/>
                <a:gd name="T12" fmla="*/ 249 w 433"/>
                <a:gd name="T13" fmla="*/ 265 h 432"/>
                <a:gd name="T14" fmla="*/ 176 w 433"/>
                <a:gd name="T15" fmla="*/ 0 h 432"/>
                <a:gd name="T16" fmla="*/ 40 w 433"/>
                <a:gd name="T17" fmla="*/ 0 h 432"/>
                <a:gd name="T18" fmla="*/ 0 w 433"/>
                <a:gd name="T19" fmla="*/ 11 h 432"/>
                <a:gd name="T20" fmla="*/ 233 w 433"/>
                <a:gd name="T21" fmla="*/ 209 h 432"/>
                <a:gd name="T22" fmla="*/ 417 w 433"/>
                <a:gd name="T23" fmla="*/ 212 h 432"/>
                <a:gd name="T24" fmla="*/ 176 w 433"/>
                <a:gd name="T25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3" h="432">
                  <a:moveTo>
                    <a:pt x="249" y="265"/>
                  </a:moveTo>
                  <a:cubicBezTo>
                    <a:pt x="253" y="285"/>
                    <a:pt x="255" y="304"/>
                    <a:pt x="255" y="325"/>
                  </a:cubicBezTo>
                  <a:cubicBezTo>
                    <a:pt x="255" y="362"/>
                    <a:pt x="248" y="399"/>
                    <a:pt x="236" y="432"/>
                  </a:cubicBezTo>
                  <a:cubicBezTo>
                    <a:pt x="274" y="432"/>
                    <a:pt x="274" y="432"/>
                    <a:pt x="274" y="432"/>
                  </a:cubicBezTo>
                  <a:cubicBezTo>
                    <a:pt x="309" y="366"/>
                    <a:pt x="365" y="312"/>
                    <a:pt x="433" y="278"/>
                  </a:cubicBezTo>
                  <a:cubicBezTo>
                    <a:pt x="432" y="274"/>
                    <a:pt x="432" y="270"/>
                    <a:pt x="431" y="266"/>
                  </a:cubicBezTo>
                  <a:cubicBezTo>
                    <a:pt x="249" y="265"/>
                    <a:pt x="249" y="265"/>
                    <a:pt x="249" y="265"/>
                  </a:cubicBezTo>
                  <a:moveTo>
                    <a:pt x="176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26" y="3"/>
                    <a:pt x="13" y="6"/>
                    <a:pt x="0" y="11"/>
                  </a:cubicBezTo>
                  <a:cubicBezTo>
                    <a:pt x="107" y="33"/>
                    <a:pt x="195" y="109"/>
                    <a:pt x="233" y="209"/>
                  </a:cubicBezTo>
                  <a:cubicBezTo>
                    <a:pt x="297" y="210"/>
                    <a:pt x="362" y="211"/>
                    <a:pt x="417" y="212"/>
                  </a:cubicBezTo>
                  <a:cubicBezTo>
                    <a:pt x="380" y="105"/>
                    <a:pt x="289" y="23"/>
                    <a:pt x="176" y="0"/>
                  </a:cubicBezTo>
                </a:path>
              </a:pathLst>
            </a:custGeom>
            <a:solidFill>
              <a:srgbClr val="7474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8" name="iṣľîďê">
              <a:extLst>
                <a:ext uri="{FF2B5EF4-FFF2-40B4-BE49-F238E27FC236}">
                  <a16:creationId xmlns:a16="http://schemas.microsoft.com/office/drawing/2014/main" id="{FCEF947F-39B6-4060-89CF-3D091E716E11}"/>
                </a:ext>
              </a:extLst>
            </p:cNvPr>
            <p:cNvSpPr/>
            <p:nvPr/>
          </p:nvSpPr>
          <p:spPr bwMode="auto">
            <a:xfrm>
              <a:off x="4775200" y="3068638"/>
              <a:ext cx="481013" cy="403225"/>
            </a:xfrm>
            <a:custGeom>
              <a:avLst/>
              <a:gdLst>
                <a:gd name="T0" fmla="*/ 257 w 257"/>
                <a:gd name="T1" fmla="*/ 0 h 216"/>
                <a:gd name="T2" fmla="*/ 219 w 257"/>
                <a:gd name="T3" fmla="*/ 0 h 216"/>
                <a:gd name="T4" fmla="*/ 0 w 257"/>
                <a:gd name="T5" fmla="*/ 203 h 216"/>
                <a:gd name="T6" fmla="*/ 91 w 257"/>
                <a:gd name="T7" fmla="*/ 216 h 216"/>
                <a:gd name="T8" fmla="*/ 214 w 257"/>
                <a:gd name="T9" fmla="*/ 192 h 216"/>
                <a:gd name="T10" fmla="*/ 213 w 257"/>
                <a:gd name="T11" fmla="*/ 172 h 216"/>
                <a:gd name="T12" fmla="*/ 257 w 257"/>
                <a:gd name="T13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216">
                  <a:moveTo>
                    <a:pt x="257" y="0"/>
                  </a:moveTo>
                  <a:cubicBezTo>
                    <a:pt x="219" y="0"/>
                    <a:pt x="219" y="0"/>
                    <a:pt x="219" y="0"/>
                  </a:cubicBezTo>
                  <a:cubicBezTo>
                    <a:pt x="184" y="99"/>
                    <a:pt x="102" y="176"/>
                    <a:pt x="0" y="203"/>
                  </a:cubicBezTo>
                  <a:cubicBezTo>
                    <a:pt x="29" y="211"/>
                    <a:pt x="59" y="216"/>
                    <a:pt x="91" y="216"/>
                  </a:cubicBezTo>
                  <a:cubicBezTo>
                    <a:pt x="135" y="216"/>
                    <a:pt x="176" y="207"/>
                    <a:pt x="214" y="192"/>
                  </a:cubicBezTo>
                  <a:cubicBezTo>
                    <a:pt x="214" y="185"/>
                    <a:pt x="213" y="179"/>
                    <a:pt x="213" y="172"/>
                  </a:cubicBezTo>
                  <a:cubicBezTo>
                    <a:pt x="213" y="110"/>
                    <a:pt x="229" y="51"/>
                    <a:pt x="257" y="0"/>
                  </a:cubicBezTo>
                </a:path>
              </a:pathLst>
            </a:custGeom>
            <a:solidFill>
              <a:srgbClr val="5A5A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9" name="íṣḷiḓé">
              <a:extLst>
                <a:ext uri="{FF2B5EF4-FFF2-40B4-BE49-F238E27FC236}">
                  <a16:creationId xmlns:a16="http://schemas.microsoft.com/office/drawing/2014/main" id="{E0000574-7029-4658-B464-357E40F4CDB7}"/>
                </a:ext>
              </a:extLst>
            </p:cNvPr>
            <p:cNvSpPr/>
            <p:nvPr/>
          </p:nvSpPr>
          <p:spPr bwMode="auto">
            <a:xfrm>
              <a:off x="5778500" y="5065713"/>
              <a:ext cx="319088" cy="3175"/>
            </a:xfrm>
            <a:custGeom>
              <a:avLst/>
              <a:gdLst>
                <a:gd name="T0" fmla="*/ 183 w 201"/>
                <a:gd name="T1" fmla="*/ 0 h 2"/>
                <a:gd name="T2" fmla="*/ 2 w 201"/>
                <a:gd name="T3" fmla="*/ 0 h 2"/>
                <a:gd name="T4" fmla="*/ 0 w 201"/>
                <a:gd name="T5" fmla="*/ 2 h 2"/>
                <a:gd name="T6" fmla="*/ 201 w 201"/>
                <a:gd name="T7" fmla="*/ 2 h 2"/>
                <a:gd name="T8" fmla="*/ 181 w 201"/>
                <a:gd name="T9" fmla="*/ 2 h 2"/>
                <a:gd name="T10" fmla="*/ 183 w 20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1" h="2">
                  <a:moveTo>
                    <a:pt x="183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01" y="2"/>
                  </a:lnTo>
                  <a:lnTo>
                    <a:pt x="181" y="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0" name="ïṡľîḋe">
              <a:extLst>
                <a:ext uri="{FF2B5EF4-FFF2-40B4-BE49-F238E27FC236}">
                  <a16:creationId xmlns:a16="http://schemas.microsoft.com/office/drawing/2014/main" id="{65C0DFDC-6678-4868-A6B1-B9703126E6F3}"/>
                </a:ext>
              </a:extLst>
            </p:cNvPr>
            <p:cNvSpPr/>
            <p:nvPr/>
          </p:nvSpPr>
          <p:spPr bwMode="auto">
            <a:xfrm>
              <a:off x="5778500" y="5065713"/>
              <a:ext cx="319088" cy="3175"/>
            </a:xfrm>
            <a:custGeom>
              <a:avLst/>
              <a:gdLst>
                <a:gd name="T0" fmla="*/ 183 w 201"/>
                <a:gd name="T1" fmla="*/ 0 h 2"/>
                <a:gd name="T2" fmla="*/ 2 w 201"/>
                <a:gd name="T3" fmla="*/ 0 h 2"/>
                <a:gd name="T4" fmla="*/ 0 w 201"/>
                <a:gd name="T5" fmla="*/ 2 h 2"/>
                <a:gd name="T6" fmla="*/ 201 w 201"/>
                <a:gd name="T7" fmla="*/ 2 h 2"/>
                <a:gd name="T8" fmla="*/ 181 w 201"/>
                <a:gd name="T9" fmla="*/ 2 h 2"/>
                <a:gd name="T10" fmla="*/ 183 w 20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1" h="2">
                  <a:moveTo>
                    <a:pt x="183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01" y="2"/>
                  </a:lnTo>
                  <a:lnTo>
                    <a:pt x="181" y="2"/>
                  </a:lnTo>
                  <a:lnTo>
                    <a:pt x="18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1" name="iŝļíde">
              <a:extLst>
                <a:ext uri="{FF2B5EF4-FFF2-40B4-BE49-F238E27FC236}">
                  <a16:creationId xmlns:a16="http://schemas.microsoft.com/office/drawing/2014/main" id="{6EE939AA-1E21-4F0F-9252-B1DF9416A78B}"/>
                </a:ext>
              </a:extLst>
            </p:cNvPr>
            <p:cNvSpPr/>
            <p:nvPr/>
          </p:nvSpPr>
          <p:spPr bwMode="auto">
            <a:xfrm>
              <a:off x="5781675" y="4857751"/>
              <a:ext cx="315913" cy="207963"/>
            </a:xfrm>
            <a:custGeom>
              <a:avLst/>
              <a:gdLst>
                <a:gd name="T0" fmla="*/ 199 w 199"/>
                <a:gd name="T1" fmla="*/ 0 h 131"/>
                <a:gd name="T2" fmla="*/ 129 w 199"/>
                <a:gd name="T3" fmla="*/ 0 h 131"/>
                <a:gd name="T4" fmla="*/ 0 w 199"/>
                <a:gd name="T5" fmla="*/ 131 h 131"/>
                <a:gd name="T6" fmla="*/ 181 w 199"/>
                <a:gd name="T7" fmla="*/ 131 h 131"/>
                <a:gd name="T8" fmla="*/ 199 w 199"/>
                <a:gd name="T9" fmla="*/ 115 h 131"/>
                <a:gd name="T10" fmla="*/ 199 w 199"/>
                <a:gd name="T11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9" h="131">
                  <a:moveTo>
                    <a:pt x="199" y="0"/>
                  </a:moveTo>
                  <a:lnTo>
                    <a:pt x="129" y="0"/>
                  </a:lnTo>
                  <a:lnTo>
                    <a:pt x="0" y="131"/>
                  </a:lnTo>
                  <a:lnTo>
                    <a:pt x="181" y="131"/>
                  </a:lnTo>
                  <a:lnTo>
                    <a:pt x="199" y="115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6F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2" name="îS1íḓé">
              <a:extLst>
                <a:ext uri="{FF2B5EF4-FFF2-40B4-BE49-F238E27FC236}">
                  <a16:creationId xmlns:a16="http://schemas.microsoft.com/office/drawing/2014/main" id="{A9197CF8-FE5E-40AB-8C42-BC6A97E76234}"/>
                </a:ext>
              </a:extLst>
            </p:cNvPr>
            <p:cNvSpPr/>
            <p:nvPr/>
          </p:nvSpPr>
          <p:spPr bwMode="auto">
            <a:xfrm>
              <a:off x="5781675" y="4857750"/>
              <a:ext cx="315913" cy="207963"/>
            </a:xfrm>
            <a:custGeom>
              <a:avLst/>
              <a:gdLst>
                <a:gd name="T0" fmla="*/ 199 w 199"/>
                <a:gd name="T1" fmla="*/ 0 h 131"/>
                <a:gd name="T2" fmla="*/ 129 w 199"/>
                <a:gd name="T3" fmla="*/ 0 h 131"/>
                <a:gd name="T4" fmla="*/ 0 w 199"/>
                <a:gd name="T5" fmla="*/ 131 h 131"/>
                <a:gd name="T6" fmla="*/ 181 w 199"/>
                <a:gd name="T7" fmla="*/ 131 h 131"/>
                <a:gd name="T8" fmla="*/ 199 w 199"/>
                <a:gd name="T9" fmla="*/ 115 h 131"/>
                <a:gd name="T10" fmla="*/ 199 w 199"/>
                <a:gd name="T11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9" h="131">
                  <a:moveTo>
                    <a:pt x="199" y="0"/>
                  </a:moveTo>
                  <a:lnTo>
                    <a:pt x="129" y="0"/>
                  </a:lnTo>
                  <a:lnTo>
                    <a:pt x="0" y="131"/>
                  </a:lnTo>
                  <a:lnTo>
                    <a:pt x="181" y="131"/>
                  </a:lnTo>
                  <a:lnTo>
                    <a:pt x="199" y="115"/>
                  </a:lnTo>
                  <a:lnTo>
                    <a:pt x="19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3" name="íṧľîḍê">
              <a:extLst>
                <a:ext uri="{FF2B5EF4-FFF2-40B4-BE49-F238E27FC236}">
                  <a16:creationId xmlns:a16="http://schemas.microsoft.com/office/drawing/2014/main" id="{1AF25F01-3733-4A4E-B6F1-3FA6B7CEF750}"/>
                </a:ext>
              </a:extLst>
            </p:cNvPr>
            <p:cNvSpPr/>
            <p:nvPr/>
          </p:nvSpPr>
          <p:spPr bwMode="auto">
            <a:xfrm>
              <a:off x="5986463" y="4746625"/>
              <a:ext cx="111125" cy="111125"/>
            </a:xfrm>
            <a:custGeom>
              <a:avLst/>
              <a:gdLst>
                <a:gd name="T0" fmla="*/ 70 w 70"/>
                <a:gd name="T1" fmla="*/ 0 h 70"/>
                <a:gd name="T2" fmla="*/ 0 w 70"/>
                <a:gd name="T3" fmla="*/ 70 h 70"/>
                <a:gd name="T4" fmla="*/ 70 w 70"/>
                <a:gd name="T5" fmla="*/ 70 h 70"/>
                <a:gd name="T6" fmla="*/ 70 w 70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" h="70">
                  <a:moveTo>
                    <a:pt x="70" y="0"/>
                  </a:moveTo>
                  <a:lnTo>
                    <a:pt x="0" y="70"/>
                  </a:lnTo>
                  <a:lnTo>
                    <a:pt x="70" y="7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5655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4" name="ï$liḓê">
              <a:extLst>
                <a:ext uri="{FF2B5EF4-FFF2-40B4-BE49-F238E27FC236}">
                  <a16:creationId xmlns:a16="http://schemas.microsoft.com/office/drawing/2014/main" id="{E542D9D8-81CE-4F69-98DB-91ADAB81DBCB}"/>
                </a:ext>
              </a:extLst>
            </p:cNvPr>
            <p:cNvSpPr/>
            <p:nvPr/>
          </p:nvSpPr>
          <p:spPr bwMode="auto">
            <a:xfrm>
              <a:off x="5986463" y="4746625"/>
              <a:ext cx="111125" cy="111125"/>
            </a:xfrm>
            <a:custGeom>
              <a:avLst/>
              <a:gdLst>
                <a:gd name="T0" fmla="*/ 70 w 70"/>
                <a:gd name="T1" fmla="*/ 0 h 70"/>
                <a:gd name="T2" fmla="*/ 0 w 70"/>
                <a:gd name="T3" fmla="*/ 70 h 70"/>
                <a:gd name="T4" fmla="*/ 70 w 70"/>
                <a:gd name="T5" fmla="*/ 70 h 70"/>
                <a:gd name="T6" fmla="*/ 70 w 70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" h="70">
                  <a:moveTo>
                    <a:pt x="70" y="0"/>
                  </a:moveTo>
                  <a:lnTo>
                    <a:pt x="0" y="70"/>
                  </a:lnTo>
                  <a:lnTo>
                    <a:pt x="70" y="70"/>
                  </a:lnTo>
                  <a:lnTo>
                    <a:pt x="7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5" name="íṥḷîḋe">
              <a:extLst>
                <a:ext uri="{FF2B5EF4-FFF2-40B4-BE49-F238E27FC236}">
                  <a16:creationId xmlns:a16="http://schemas.microsoft.com/office/drawing/2014/main" id="{DF383DF1-EBE7-4264-8159-1FA98DEB6D44}"/>
                </a:ext>
              </a:extLst>
            </p:cNvPr>
            <p:cNvSpPr/>
            <p:nvPr/>
          </p:nvSpPr>
          <p:spPr bwMode="auto">
            <a:xfrm>
              <a:off x="5665788" y="4679950"/>
              <a:ext cx="442913" cy="469900"/>
            </a:xfrm>
            <a:custGeom>
              <a:avLst/>
              <a:gdLst>
                <a:gd name="T0" fmla="*/ 22 w 236"/>
                <a:gd name="T1" fmla="*/ 236 h 251"/>
                <a:gd name="T2" fmla="*/ 17 w 236"/>
                <a:gd name="T3" fmla="*/ 232 h 251"/>
                <a:gd name="T4" fmla="*/ 14 w 236"/>
                <a:gd name="T5" fmla="*/ 178 h 251"/>
                <a:gd name="T6" fmla="*/ 160 w 236"/>
                <a:gd name="T7" fmla="*/ 17 h 251"/>
                <a:gd name="T8" fmla="*/ 214 w 236"/>
                <a:gd name="T9" fmla="*/ 15 h 251"/>
                <a:gd name="T10" fmla="*/ 219 w 236"/>
                <a:gd name="T11" fmla="*/ 19 h 251"/>
                <a:gd name="T12" fmla="*/ 222 w 236"/>
                <a:gd name="T13" fmla="*/ 74 h 251"/>
                <a:gd name="T14" fmla="*/ 76 w 236"/>
                <a:gd name="T15" fmla="*/ 234 h 251"/>
                <a:gd name="T16" fmla="*/ 22 w 236"/>
                <a:gd name="T17" fmla="*/ 236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6" h="251">
                  <a:moveTo>
                    <a:pt x="22" y="236"/>
                  </a:moveTo>
                  <a:cubicBezTo>
                    <a:pt x="17" y="232"/>
                    <a:pt x="17" y="232"/>
                    <a:pt x="17" y="232"/>
                  </a:cubicBezTo>
                  <a:cubicBezTo>
                    <a:pt x="1" y="218"/>
                    <a:pt x="0" y="193"/>
                    <a:pt x="14" y="178"/>
                  </a:cubicBezTo>
                  <a:cubicBezTo>
                    <a:pt x="160" y="17"/>
                    <a:pt x="160" y="17"/>
                    <a:pt x="160" y="17"/>
                  </a:cubicBezTo>
                  <a:cubicBezTo>
                    <a:pt x="174" y="2"/>
                    <a:pt x="199" y="0"/>
                    <a:pt x="214" y="15"/>
                  </a:cubicBezTo>
                  <a:cubicBezTo>
                    <a:pt x="219" y="19"/>
                    <a:pt x="219" y="19"/>
                    <a:pt x="219" y="19"/>
                  </a:cubicBezTo>
                  <a:cubicBezTo>
                    <a:pt x="235" y="34"/>
                    <a:pt x="236" y="58"/>
                    <a:pt x="222" y="74"/>
                  </a:cubicBezTo>
                  <a:cubicBezTo>
                    <a:pt x="76" y="234"/>
                    <a:pt x="76" y="234"/>
                    <a:pt x="76" y="234"/>
                  </a:cubicBezTo>
                  <a:cubicBezTo>
                    <a:pt x="62" y="249"/>
                    <a:pt x="38" y="251"/>
                    <a:pt x="22" y="236"/>
                  </a:cubicBezTo>
                  <a:close/>
                </a:path>
              </a:pathLst>
            </a:custGeom>
            <a:solidFill>
              <a:srgbClr val="D0A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6" name="îšḻïďè">
              <a:extLst>
                <a:ext uri="{FF2B5EF4-FFF2-40B4-BE49-F238E27FC236}">
                  <a16:creationId xmlns:a16="http://schemas.microsoft.com/office/drawing/2014/main" id="{8C6D157F-44D0-4AA9-B12B-51B273D72B09}"/>
                </a:ext>
              </a:extLst>
            </p:cNvPr>
            <p:cNvSpPr/>
            <p:nvPr/>
          </p:nvSpPr>
          <p:spPr bwMode="auto">
            <a:xfrm>
              <a:off x="6097588" y="5065713"/>
              <a:ext cx="285750" cy="3175"/>
            </a:xfrm>
            <a:custGeom>
              <a:avLst/>
              <a:gdLst>
                <a:gd name="T0" fmla="*/ 164 w 180"/>
                <a:gd name="T1" fmla="*/ 0 h 2"/>
                <a:gd name="T2" fmla="*/ 0 w 180"/>
                <a:gd name="T3" fmla="*/ 0 h 2"/>
                <a:gd name="T4" fmla="*/ 0 w 180"/>
                <a:gd name="T5" fmla="*/ 2 h 2"/>
                <a:gd name="T6" fmla="*/ 180 w 180"/>
                <a:gd name="T7" fmla="*/ 2 h 2"/>
                <a:gd name="T8" fmla="*/ 161 w 180"/>
                <a:gd name="T9" fmla="*/ 2 h 2"/>
                <a:gd name="T10" fmla="*/ 164 w 180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0" h="2">
                  <a:moveTo>
                    <a:pt x="164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180" y="2"/>
                  </a:lnTo>
                  <a:lnTo>
                    <a:pt x="161" y="2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7" name="ïŝļídê">
              <a:extLst>
                <a:ext uri="{FF2B5EF4-FFF2-40B4-BE49-F238E27FC236}">
                  <a16:creationId xmlns:a16="http://schemas.microsoft.com/office/drawing/2014/main" id="{BFEA59C6-1832-470A-8771-4FAFCD78BECE}"/>
                </a:ext>
              </a:extLst>
            </p:cNvPr>
            <p:cNvSpPr/>
            <p:nvPr/>
          </p:nvSpPr>
          <p:spPr bwMode="auto">
            <a:xfrm>
              <a:off x="6097588" y="5065713"/>
              <a:ext cx="285750" cy="3175"/>
            </a:xfrm>
            <a:custGeom>
              <a:avLst/>
              <a:gdLst>
                <a:gd name="T0" fmla="*/ 164 w 180"/>
                <a:gd name="T1" fmla="*/ 0 h 2"/>
                <a:gd name="T2" fmla="*/ 0 w 180"/>
                <a:gd name="T3" fmla="*/ 0 h 2"/>
                <a:gd name="T4" fmla="*/ 0 w 180"/>
                <a:gd name="T5" fmla="*/ 2 h 2"/>
                <a:gd name="T6" fmla="*/ 180 w 180"/>
                <a:gd name="T7" fmla="*/ 2 h 2"/>
                <a:gd name="T8" fmla="*/ 161 w 180"/>
                <a:gd name="T9" fmla="*/ 2 h 2"/>
                <a:gd name="T10" fmla="*/ 164 w 180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0" h="2">
                  <a:moveTo>
                    <a:pt x="164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180" y="2"/>
                  </a:lnTo>
                  <a:lnTo>
                    <a:pt x="161" y="2"/>
                  </a:lnTo>
                  <a:lnTo>
                    <a:pt x="16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8" name="ïSḷíḓe">
              <a:extLst>
                <a:ext uri="{FF2B5EF4-FFF2-40B4-BE49-F238E27FC236}">
                  <a16:creationId xmlns:a16="http://schemas.microsoft.com/office/drawing/2014/main" id="{180DB8E7-8207-4C2F-B8FF-5B9554186778}"/>
                </a:ext>
              </a:extLst>
            </p:cNvPr>
            <p:cNvSpPr/>
            <p:nvPr/>
          </p:nvSpPr>
          <p:spPr bwMode="auto">
            <a:xfrm>
              <a:off x="6097588" y="4857750"/>
              <a:ext cx="285750" cy="207963"/>
            </a:xfrm>
            <a:custGeom>
              <a:avLst/>
              <a:gdLst>
                <a:gd name="T0" fmla="*/ 180 w 180"/>
                <a:gd name="T1" fmla="*/ 0 h 131"/>
                <a:gd name="T2" fmla="*/ 111 w 180"/>
                <a:gd name="T3" fmla="*/ 0 h 131"/>
                <a:gd name="T4" fmla="*/ 0 w 180"/>
                <a:gd name="T5" fmla="*/ 115 h 131"/>
                <a:gd name="T6" fmla="*/ 0 w 180"/>
                <a:gd name="T7" fmla="*/ 131 h 131"/>
                <a:gd name="T8" fmla="*/ 164 w 180"/>
                <a:gd name="T9" fmla="*/ 131 h 131"/>
                <a:gd name="T10" fmla="*/ 180 w 180"/>
                <a:gd name="T11" fmla="*/ 115 h 131"/>
                <a:gd name="T12" fmla="*/ 180 w 180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131">
                  <a:moveTo>
                    <a:pt x="180" y="0"/>
                  </a:moveTo>
                  <a:lnTo>
                    <a:pt x="111" y="0"/>
                  </a:lnTo>
                  <a:lnTo>
                    <a:pt x="0" y="115"/>
                  </a:lnTo>
                  <a:lnTo>
                    <a:pt x="0" y="131"/>
                  </a:lnTo>
                  <a:lnTo>
                    <a:pt x="164" y="131"/>
                  </a:lnTo>
                  <a:lnTo>
                    <a:pt x="180" y="115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6F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9" name="iśḻîďe">
              <a:extLst>
                <a:ext uri="{FF2B5EF4-FFF2-40B4-BE49-F238E27FC236}">
                  <a16:creationId xmlns:a16="http://schemas.microsoft.com/office/drawing/2014/main" id="{4489E193-A73B-4FF1-B393-409A4D5C4753}"/>
                </a:ext>
              </a:extLst>
            </p:cNvPr>
            <p:cNvSpPr/>
            <p:nvPr/>
          </p:nvSpPr>
          <p:spPr bwMode="auto">
            <a:xfrm>
              <a:off x="6097588" y="4857750"/>
              <a:ext cx="285750" cy="207963"/>
            </a:xfrm>
            <a:custGeom>
              <a:avLst/>
              <a:gdLst>
                <a:gd name="T0" fmla="*/ 180 w 180"/>
                <a:gd name="T1" fmla="*/ 0 h 131"/>
                <a:gd name="T2" fmla="*/ 111 w 180"/>
                <a:gd name="T3" fmla="*/ 0 h 131"/>
                <a:gd name="T4" fmla="*/ 0 w 180"/>
                <a:gd name="T5" fmla="*/ 115 h 131"/>
                <a:gd name="T6" fmla="*/ 0 w 180"/>
                <a:gd name="T7" fmla="*/ 131 h 131"/>
                <a:gd name="T8" fmla="*/ 164 w 180"/>
                <a:gd name="T9" fmla="*/ 131 h 131"/>
                <a:gd name="T10" fmla="*/ 180 w 180"/>
                <a:gd name="T11" fmla="*/ 115 h 131"/>
                <a:gd name="T12" fmla="*/ 180 w 180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131">
                  <a:moveTo>
                    <a:pt x="180" y="0"/>
                  </a:moveTo>
                  <a:lnTo>
                    <a:pt x="111" y="0"/>
                  </a:lnTo>
                  <a:lnTo>
                    <a:pt x="0" y="115"/>
                  </a:lnTo>
                  <a:lnTo>
                    <a:pt x="0" y="131"/>
                  </a:lnTo>
                  <a:lnTo>
                    <a:pt x="164" y="131"/>
                  </a:lnTo>
                  <a:lnTo>
                    <a:pt x="180" y="115"/>
                  </a:lnTo>
                  <a:lnTo>
                    <a:pt x="18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0" name="ïSḻïdè">
              <a:extLst>
                <a:ext uri="{FF2B5EF4-FFF2-40B4-BE49-F238E27FC236}">
                  <a16:creationId xmlns:a16="http://schemas.microsoft.com/office/drawing/2014/main" id="{42FABDC7-1011-4D30-B459-4CE2A8D58BFF}"/>
                </a:ext>
              </a:extLst>
            </p:cNvPr>
            <p:cNvSpPr/>
            <p:nvPr/>
          </p:nvSpPr>
          <p:spPr bwMode="auto">
            <a:xfrm>
              <a:off x="6273800" y="4746625"/>
              <a:ext cx="109538" cy="111125"/>
            </a:xfrm>
            <a:custGeom>
              <a:avLst/>
              <a:gdLst>
                <a:gd name="T0" fmla="*/ 69 w 69"/>
                <a:gd name="T1" fmla="*/ 0 h 70"/>
                <a:gd name="T2" fmla="*/ 0 w 69"/>
                <a:gd name="T3" fmla="*/ 70 h 70"/>
                <a:gd name="T4" fmla="*/ 69 w 69"/>
                <a:gd name="T5" fmla="*/ 70 h 70"/>
                <a:gd name="T6" fmla="*/ 69 w 69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70">
                  <a:moveTo>
                    <a:pt x="69" y="0"/>
                  </a:moveTo>
                  <a:lnTo>
                    <a:pt x="0" y="70"/>
                  </a:lnTo>
                  <a:lnTo>
                    <a:pt x="69" y="70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5655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1" name="išḷïḓê">
              <a:extLst>
                <a:ext uri="{FF2B5EF4-FFF2-40B4-BE49-F238E27FC236}">
                  <a16:creationId xmlns:a16="http://schemas.microsoft.com/office/drawing/2014/main" id="{60F19D73-598C-4604-8290-2E6E20FAF34D}"/>
                </a:ext>
              </a:extLst>
            </p:cNvPr>
            <p:cNvSpPr/>
            <p:nvPr/>
          </p:nvSpPr>
          <p:spPr bwMode="auto">
            <a:xfrm>
              <a:off x="6273800" y="4746625"/>
              <a:ext cx="109538" cy="111125"/>
            </a:xfrm>
            <a:custGeom>
              <a:avLst/>
              <a:gdLst>
                <a:gd name="T0" fmla="*/ 69 w 69"/>
                <a:gd name="T1" fmla="*/ 0 h 70"/>
                <a:gd name="T2" fmla="*/ 0 w 69"/>
                <a:gd name="T3" fmla="*/ 70 h 70"/>
                <a:gd name="T4" fmla="*/ 69 w 69"/>
                <a:gd name="T5" fmla="*/ 70 h 70"/>
                <a:gd name="T6" fmla="*/ 69 w 69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70">
                  <a:moveTo>
                    <a:pt x="69" y="0"/>
                  </a:moveTo>
                  <a:lnTo>
                    <a:pt x="0" y="70"/>
                  </a:lnTo>
                  <a:lnTo>
                    <a:pt x="69" y="70"/>
                  </a:lnTo>
                  <a:lnTo>
                    <a:pt x="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2" name="îṡḻïḓê">
              <a:extLst>
                <a:ext uri="{FF2B5EF4-FFF2-40B4-BE49-F238E27FC236}">
                  <a16:creationId xmlns:a16="http://schemas.microsoft.com/office/drawing/2014/main" id="{0D0F657D-C83A-4334-970B-18F051259E20}"/>
                </a:ext>
              </a:extLst>
            </p:cNvPr>
            <p:cNvSpPr/>
            <p:nvPr/>
          </p:nvSpPr>
          <p:spPr bwMode="auto">
            <a:xfrm>
              <a:off x="6065838" y="5065713"/>
              <a:ext cx="31750" cy="3175"/>
            </a:xfrm>
            <a:custGeom>
              <a:avLst/>
              <a:gdLst>
                <a:gd name="T0" fmla="*/ 20 w 20"/>
                <a:gd name="T1" fmla="*/ 0 h 2"/>
                <a:gd name="T2" fmla="*/ 2 w 20"/>
                <a:gd name="T3" fmla="*/ 0 h 2"/>
                <a:gd name="T4" fmla="*/ 0 w 20"/>
                <a:gd name="T5" fmla="*/ 2 h 2"/>
                <a:gd name="T6" fmla="*/ 20 w 20"/>
                <a:gd name="T7" fmla="*/ 2 h 2"/>
                <a:gd name="T8" fmla="*/ 20 w 2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">
                  <a:moveTo>
                    <a:pt x="20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0" y="2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292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3" name="iṡ1íḋé">
              <a:extLst>
                <a:ext uri="{FF2B5EF4-FFF2-40B4-BE49-F238E27FC236}">
                  <a16:creationId xmlns:a16="http://schemas.microsoft.com/office/drawing/2014/main" id="{FEDFE2AB-1D1C-4912-8EC9-38DAD11F1FCF}"/>
                </a:ext>
              </a:extLst>
            </p:cNvPr>
            <p:cNvSpPr/>
            <p:nvPr/>
          </p:nvSpPr>
          <p:spPr bwMode="auto">
            <a:xfrm>
              <a:off x="6065838" y="5065713"/>
              <a:ext cx="31750" cy="3175"/>
            </a:xfrm>
            <a:custGeom>
              <a:avLst/>
              <a:gdLst>
                <a:gd name="T0" fmla="*/ 20 w 20"/>
                <a:gd name="T1" fmla="*/ 0 h 2"/>
                <a:gd name="T2" fmla="*/ 2 w 20"/>
                <a:gd name="T3" fmla="*/ 0 h 2"/>
                <a:gd name="T4" fmla="*/ 0 w 20"/>
                <a:gd name="T5" fmla="*/ 2 h 2"/>
                <a:gd name="T6" fmla="*/ 20 w 20"/>
                <a:gd name="T7" fmla="*/ 2 h 2"/>
                <a:gd name="T8" fmla="*/ 20 w 2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">
                  <a:moveTo>
                    <a:pt x="20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0" y="2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4" name="iSḷïḍe">
              <a:extLst>
                <a:ext uri="{FF2B5EF4-FFF2-40B4-BE49-F238E27FC236}">
                  <a16:creationId xmlns:a16="http://schemas.microsoft.com/office/drawing/2014/main" id="{0CADADE7-60C8-4031-ABFC-A828B7E4A048}"/>
                </a:ext>
              </a:extLst>
            </p:cNvPr>
            <p:cNvSpPr/>
            <p:nvPr/>
          </p:nvSpPr>
          <p:spPr bwMode="auto">
            <a:xfrm>
              <a:off x="6069013" y="5040313"/>
              <a:ext cx="28575" cy="25400"/>
            </a:xfrm>
            <a:custGeom>
              <a:avLst/>
              <a:gdLst>
                <a:gd name="T0" fmla="*/ 18 w 18"/>
                <a:gd name="T1" fmla="*/ 0 h 16"/>
                <a:gd name="T2" fmla="*/ 0 w 18"/>
                <a:gd name="T3" fmla="*/ 16 h 16"/>
                <a:gd name="T4" fmla="*/ 18 w 18"/>
                <a:gd name="T5" fmla="*/ 16 h 16"/>
                <a:gd name="T6" fmla="*/ 18 w 18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6">
                  <a:moveTo>
                    <a:pt x="18" y="0"/>
                  </a:moveTo>
                  <a:lnTo>
                    <a:pt x="0" y="16"/>
                  </a:lnTo>
                  <a:lnTo>
                    <a:pt x="18" y="1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49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5" name="íSḻïdê">
              <a:extLst>
                <a:ext uri="{FF2B5EF4-FFF2-40B4-BE49-F238E27FC236}">
                  <a16:creationId xmlns:a16="http://schemas.microsoft.com/office/drawing/2014/main" id="{C40C6246-0DF4-43F4-A712-293A7D82B2D5}"/>
                </a:ext>
              </a:extLst>
            </p:cNvPr>
            <p:cNvSpPr/>
            <p:nvPr/>
          </p:nvSpPr>
          <p:spPr bwMode="auto">
            <a:xfrm>
              <a:off x="6069013" y="5040313"/>
              <a:ext cx="28575" cy="25400"/>
            </a:xfrm>
            <a:custGeom>
              <a:avLst/>
              <a:gdLst>
                <a:gd name="T0" fmla="*/ 18 w 18"/>
                <a:gd name="T1" fmla="*/ 0 h 16"/>
                <a:gd name="T2" fmla="*/ 0 w 18"/>
                <a:gd name="T3" fmla="*/ 16 h 16"/>
                <a:gd name="T4" fmla="*/ 18 w 18"/>
                <a:gd name="T5" fmla="*/ 16 h 16"/>
                <a:gd name="T6" fmla="*/ 18 w 18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6">
                  <a:moveTo>
                    <a:pt x="18" y="0"/>
                  </a:moveTo>
                  <a:lnTo>
                    <a:pt x="0" y="16"/>
                  </a:lnTo>
                  <a:lnTo>
                    <a:pt x="18" y="16"/>
                  </a:ln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6" name="î$ļiḋe">
              <a:extLst>
                <a:ext uri="{FF2B5EF4-FFF2-40B4-BE49-F238E27FC236}">
                  <a16:creationId xmlns:a16="http://schemas.microsoft.com/office/drawing/2014/main" id="{AF93F0FA-7777-4D3B-8B22-B586817B4F0D}"/>
                </a:ext>
              </a:extLst>
            </p:cNvPr>
            <p:cNvSpPr/>
            <p:nvPr/>
          </p:nvSpPr>
          <p:spPr bwMode="auto">
            <a:xfrm>
              <a:off x="5953125" y="4679950"/>
              <a:ext cx="441325" cy="469900"/>
            </a:xfrm>
            <a:custGeom>
              <a:avLst/>
              <a:gdLst>
                <a:gd name="T0" fmla="*/ 22 w 236"/>
                <a:gd name="T1" fmla="*/ 236 h 251"/>
                <a:gd name="T2" fmla="*/ 17 w 236"/>
                <a:gd name="T3" fmla="*/ 232 h 251"/>
                <a:gd name="T4" fmla="*/ 15 w 236"/>
                <a:gd name="T5" fmla="*/ 178 h 251"/>
                <a:gd name="T6" fmla="*/ 160 w 236"/>
                <a:gd name="T7" fmla="*/ 17 h 251"/>
                <a:gd name="T8" fmla="*/ 215 w 236"/>
                <a:gd name="T9" fmla="*/ 15 h 251"/>
                <a:gd name="T10" fmla="*/ 220 w 236"/>
                <a:gd name="T11" fmla="*/ 19 h 251"/>
                <a:gd name="T12" fmla="*/ 222 w 236"/>
                <a:gd name="T13" fmla="*/ 74 h 251"/>
                <a:gd name="T14" fmla="*/ 76 w 236"/>
                <a:gd name="T15" fmla="*/ 234 h 251"/>
                <a:gd name="T16" fmla="*/ 22 w 236"/>
                <a:gd name="T17" fmla="*/ 236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6" h="251">
                  <a:moveTo>
                    <a:pt x="22" y="236"/>
                  </a:moveTo>
                  <a:cubicBezTo>
                    <a:pt x="17" y="232"/>
                    <a:pt x="17" y="232"/>
                    <a:pt x="17" y="232"/>
                  </a:cubicBezTo>
                  <a:cubicBezTo>
                    <a:pt x="2" y="218"/>
                    <a:pt x="0" y="193"/>
                    <a:pt x="15" y="178"/>
                  </a:cubicBezTo>
                  <a:cubicBezTo>
                    <a:pt x="160" y="17"/>
                    <a:pt x="160" y="17"/>
                    <a:pt x="160" y="17"/>
                  </a:cubicBezTo>
                  <a:cubicBezTo>
                    <a:pt x="175" y="2"/>
                    <a:pt x="199" y="0"/>
                    <a:pt x="215" y="15"/>
                  </a:cubicBezTo>
                  <a:cubicBezTo>
                    <a:pt x="220" y="19"/>
                    <a:pt x="220" y="19"/>
                    <a:pt x="220" y="19"/>
                  </a:cubicBezTo>
                  <a:cubicBezTo>
                    <a:pt x="235" y="34"/>
                    <a:pt x="236" y="58"/>
                    <a:pt x="222" y="74"/>
                  </a:cubicBezTo>
                  <a:cubicBezTo>
                    <a:pt x="76" y="234"/>
                    <a:pt x="76" y="234"/>
                    <a:pt x="76" y="234"/>
                  </a:cubicBezTo>
                  <a:cubicBezTo>
                    <a:pt x="62" y="249"/>
                    <a:pt x="38" y="251"/>
                    <a:pt x="22" y="236"/>
                  </a:cubicBezTo>
                  <a:close/>
                </a:path>
              </a:pathLst>
            </a:custGeom>
            <a:solidFill>
              <a:srgbClr val="D0A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7" name="işlïḓè">
              <a:extLst>
                <a:ext uri="{FF2B5EF4-FFF2-40B4-BE49-F238E27FC236}">
                  <a16:creationId xmlns:a16="http://schemas.microsoft.com/office/drawing/2014/main" id="{BB60F5D7-4B72-4340-BD1F-CA0C8B517FEE}"/>
                </a:ext>
              </a:extLst>
            </p:cNvPr>
            <p:cNvSpPr/>
            <p:nvPr/>
          </p:nvSpPr>
          <p:spPr bwMode="auto">
            <a:xfrm>
              <a:off x="6383338" y="5065713"/>
              <a:ext cx="287338" cy="3175"/>
            </a:xfrm>
            <a:custGeom>
              <a:avLst/>
              <a:gdLst>
                <a:gd name="T0" fmla="*/ 164 w 181"/>
                <a:gd name="T1" fmla="*/ 0 h 2"/>
                <a:gd name="T2" fmla="*/ 0 w 181"/>
                <a:gd name="T3" fmla="*/ 0 h 2"/>
                <a:gd name="T4" fmla="*/ 0 w 181"/>
                <a:gd name="T5" fmla="*/ 2 h 2"/>
                <a:gd name="T6" fmla="*/ 181 w 181"/>
                <a:gd name="T7" fmla="*/ 2 h 2"/>
                <a:gd name="T8" fmla="*/ 162 w 181"/>
                <a:gd name="T9" fmla="*/ 2 h 2"/>
                <a:gd name="T10" fmla="*/ 164 w 18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" h="2">
                  <a:moveTo>
                    <a:pt x="164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181" y="2"/>
                  </a:lnTo>
                  <a:lnTo>
                    <a:pt x="162" y="2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8" name="iśļiḍé">
              <a:extLst>
                <a:ext uri="{FF2B5EF4-FFF2-40B4-BE49-F238E27FC236}">
                  <a16:creationId xmlns:a16="http://schemas.microsoft.com/office/drawing/2014/main" id="{145268E1-956A-4AAA-ABE7-5154A18C6241}"/>
                </a:ext>
              </a:extLst>
            </p:cNvPr>
            <p:cNvSpPr/>
            <p:nvPr/>
          </p:nvSpPr>
          <p:spPr bwMode="auto">
            <a:xfrm>
              <a:off x="6383338" y="5065713"/>
              <a:ext cx="287338" cy="3175"/>
            </a:xfrm>
            <a:custGeom>
              <a:avLst/>
              <a:gdLst>
                <a:gd name="T0" fmla="*/ 164 w 181"/>
                <a:gd name="T1" fmla="*/ 0 h 2"/>
                <a:gd name="T2" fmla="*/ 0 w 181"/>
                <a:gd name="T3" fmla="*/ 0 h 2"/>
                <a:gd name="T4" fmla="*/ 0 w 181"/>
                <a:gd name="T5" fmla="*/ 2 h 2"/>
                <a:gd name="T6" fmla="*/ 181 w 181"/>
                <a:gd name="T7" fmla="*/ 2 h 2"/>
                <a:gd name="T8" fmla="*/ 162 w 181"/>
                <a:gd name="T9" fmla="*/ 2 h 2"/>
                <a:gd name="T10" fmla="*/ 164 w 18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" h="2">
                  <a:moveTo>
                    <a:pt x="164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181" y="2"/>
                  </a:lnTo>
                  <a:lnTo>
                    <a:pt x="162" y="2"/>
                  </a:lnTo>
                  <a:lnTo>
                    <a:pt x="16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9" name="ïṥḻiḓe">
              <a:extLst>
                <a:ext uri="{FF2B5EF4-FFF2-40B4-BE49-F238E27FC236}">
                  <a16:creationId xmlns:a16="http://schemas.microsoft.com/office/drawing/2014/main" id="{19DE08B6-39CD-44F3-93BF-A017C56DE438}"/>
                </a:ext>
              </a:extLst>
            </p:cNvPr>
            <p:cNvSpPr/>
            <p:nvPr/>
          </p:nvSpPr>
          <p:spPr bwMode="auto">
            <a:xfrm>
              <a:off x="6383338" y="4857750"/>
              <a:ext cx="287338" cy="207963"/>
            </a:xfrm>
            <a:custGeom>
              <a:avLst/>
              <a:gdLst>
                <a:gd name="T0" fmla="*/ 181 w 181"/>
                <a:gd name="T1" fmla="*/ 0 h 131"/>
                <a:gd name="T2" fmla="*/ 112 w 181"/>
                <a:gd name="T3" fmla="*/ 0 h 131"/>
                <a:gd name="T4" fmla="*/ 0 w 181"/>
                <a:gd name="T5" fmla="*/ 115 h 131"/>
                <a:gd name="T6" fmla="*/ 0 w 181"/>
                <a:gd name="T7" fmla="*/ 131 h 131"/>
                <a:gd name="T8" fmla="*/ 164 w 181"/>
                <a:gd name="T9" fmla="*/ 131 h 131"/>
                <a:gd name="T10" fmla="*/ 181 w 181"/>
                <a:gd name="T11" fmla="*/ 115 h 131"/>
                <a:gd name="T12" fmla="*/ 181 w 181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1" h="131">
                  <a:moveTo>
                    <a:pt x="181" y="0"/>
                  </a:moveTo>
                  <a:lnTo>
                    <a:pt x="112" y="0"/>
                  </a:lnTo>
                  <a:lnTo>
                    <a:pt x="0" y="115"/>
                  </a:lnTo>
                  <a:lnTo>
                    <a:pt x="0" y="131"/>
                  </a:lnTo>
                  <a:lnTo>
                    <a:pt x="164" y="131"/>
                  </a:lnTo>
                  <a:lnTo>
                    <a:pt x="181" y="115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6F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" name="îṡľîḑé">
              <a:extLst>
                <a:ext uri="{FF2B5EF4-FFF2-40B4-BE49-F238E27FC236}">
                  <a16:creationId xmlns:a16="http://schemas.microsoft.com/office/drawing/2014/main" id="{4D4847A4-65E2-4F0D-AEA1-7844DB4DA973}"/>
                </a:ext>
              </a:extLst>
            </p:cNvPr>
            <p:cNvSpPr/>
            <p:nvPr/>
          </p:nvSpPr>
          <p:spPr bwMode="auto">
            <a:xfrm>
              <a:off x="6383338" y="4857750"/>
              <a:ext cx="287338" cy="207963"/>
            </a:xfrm>
            <a:custGeom>
              <a:avLst/>
              <a:gdLst>
                <a:gd name="T0" fmla="*/ 181 w 181"/>
                <a:gd name="T1" fmla="*/ 0 h 131"/>
                <a:gd name="T2" fmla="*/ 112 w 181"/>
                <a:gd name="T3" fmla="*/ 0 h 131"/>
                <a:gd name="T4" fmla="*/ 0 w 181"/>
                <a:gd name="T5" fmla="*/ 115 h 131"/>
                <a:gd name="T6" fmla="*/ 0 w 181"/>
                <a:gd name="T7" fmla="*/ 131 h 131"/>
                <a:gd name="T8" fmla="*/ 164 w 181"/>
                <a:gd name="T9" fmla="*/ 131 h 131"/>
                <a:gd name="T10" fmla="*/ 181 w 181"/>
                <a:gd name="T11" fmla="*/ 115 h 131"/>
                <a:gd name="T12" fmla="*/ 181 w 181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1" h="131">
                  <a:moveTo>
                    <a:pt x="181" y="0"/>
                  </a:moveTo>
                  <a:lnTo>
                    <a:pt x="112" y="0"/>
                  </a:lnTo>
                  <a:lnTo>
                    <a:pt x="0" y="115"/>
                  </a:lnTo>
                  <a:lnTo>
                    <a:pt x="0" y="131"/>
                  </a:lnTo>
                  <a:lnTo>
                    <a:pt x="164" y="131"/>
                  </a:lnTo>
                  <a:lnTo>
                    <a:pt x="181" y="115"/>
                  </a:lnTo>
                  <a:lnTo>
                    <a:pt x="18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1" name="iṣľiḍè">
              <a:extLst>
                <a:ext uri="{FF2B5EF4-FFF2-40B4-BE49-F238E27FC236}">
                  <a16:creationId xmlns:a16="http://schemas.microsoft.com/office/drawing/2014/main" id="{272FA61E-4DBD-4E48-B597-28FB155E9D7F}"/>
                </a:ext>
              </a:extLst>
            </p:cNvPr>
            <p:cNvSpPr/>
            <p:nvPr/>
          </p:nvSpPr>
          <p:spPr bwMode="auto">
            <a:xfrm>
              <a:off x="6561138" y="4746625"/>
              <a:ext cx="109538" cy="111125"/>
            </a:xfrm>
            <a:custGeom>
              <a:avLst/>
              <a:gdLst>
                <a:gd name="T0" fmla="*/ 69 w 69"/>
                <a:gd name="T1" fmla="*/ 0 h 70"/>
                <a:gd name="T2" fmla="*/ 0 w 69"/>
                <a:gd name="T3" fmla="*/ 70 h 70"/>
                <a:gd name="T4" fmla="*/ 69 w 69"/>
                <a:gd name="T5" fmla="*/ 70 h 70"/>
                <a:gd name="T6" fmla="*/ 69 w 69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70">
                  <a:moveTo>
                    <a:pt x="69" y="0"/>
                  </a:moveTo>
                  <a:lnTo>
                    <a:pt x="0" y="70"/>
                  </a:lnTo>
                  <a:lnTo>
                    <a:pt x="69" y="70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5655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2" name="islïḋè">
              <a:extLst>
                <a:ext uri="{FF2B5EF4-FFF2-40B4-BE49-F238E27FC236}">
                  <a16:creationId xmlns:a16="http://schemas.microsoft.com/office/drawing/2014/main" id="{88023D7A-7D31-4D13-A0C8-7978975AAF75}"/>
                </a:ext>
              </a:extLst>
            </p:cNvPr>
            <p:cNvSpPr/>
            <p:nvPr/>
          </p:nvSpPr>
          <p:spPr bwMode="auto">
            <a:xfrm>
              <a:off x="6561138" y="4746625"/>
              <a:ext cx="109538" cy="111125"/>
            </a:xfrm>
            <a:custGeom>
              <a:avLst/>
              <a:gdLst>
                <a:gd name="T0" fmla="*/ 69 w 69"/>
                <a:gd name="T1" fmla="*/ 0 h 70"/>
                <a:gd name="T2" fmla="*/ 0 w 69"/>
                <a:gd name="T3" fmla="*/ 70 h 70"/>
                <a:gd name="T4" fmla="*/ 69 w 69"/>
                <a:gd name="T5" fmla="*/ 70 h 70"/>
                <a:gd name="T6" fmla="*/ 69 w 69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70">
                  <a:moveTo>
                    <a:pt x="69" y="0"/>
                  </a:moveTo>
                  <a:lnTo>
                    <a:pt x="0" y="70"/>
                  </a:lnTo>
                  <a:lnTo>
                    <a:pt x="69" y="70"/>
                  </a:lnTo>
                  <a:lnTo>
                    <a:pt x="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3" name="í$líḓe">
              <a:extLst>
                <a:ext uri="{FF2B5EF4-FFF2-40B4-BE49-F238E27FC236}">
                  <a16:creationId xmlns:a16="http://schemas.microsoft.com/office/drawing/2014/main" id="{48A28DD3-20B5-4131-AB0F-08E2F4B70D89}"/>
                </a:ext>
              </a:extLst>
            </p:cNvPr>
            <p:cNvSpPr/>
            <p:nvPr/>
          </p:nvSpPr>
          <p:spPr bwMode="auto">
            <a:xfrm>
              <a:off x="6353175" y="5065713"/>
              <a:ext cx="30163" cy="3175"/>
            </a:xfrm>
            <a:custGeom>
              <a:avLst/>
              <a:gdLst>
                <a:gd name="T0" fmla="*/ 19 w 19"/>
                <a:gd name="T1" fmla="*/ 0 h 2"/>
                <a:gd name="T2" fmla="*/ 3 w 19"/>
                <a:gd name="T3" fmla="*/ 0 h 2"/>
                <a:gd name="T4" fmla="*/ 0 w 19"/>
                <a:gd name="T5" fmla="*/ 2 h 2"/>
                <a:gd name="T6" fmla="*/ 19 w 19"/>
                <a:gd name="T7" fmla="*/ 2 h 2"/>
                <a:gd name="T8" fmla="*/ 19 w 19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">
                  <a:moveTo>
                    <a:pt x="19" y="0"/>
                  </a:moveTo>
                  <a:lnTo>
                    <a:pt x="3" y="0"/>
                  </a:lnTo>
                  <a:lnTo>
                    <a:pt x="0" y="2"/>
                  </a:lnTo>
                  <a:lnTo>
                    <a:pt x="19" y="2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292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4" name="í$ḷídè">
              <a:extLst>
                <a:ext uri="{FF2B5EF4-FFF2-40B4-BE49-F238E27FC236}">
                  <a16:creationId xmlns:a16="http://schemas.microsoft.com/office/drawing/2014/main" id="{63923F08-092A-413D-91B6-434FDF572611}"/>
                </a:ext>
              </a:extLst>
            </p:cNvPr>
            <p:cNvSpPr/>
            <p:nvPr/>
          </p:nvSpPr>
          <p:spPr bwMode="auto">
            <a:xfrm>
              <a:off x="6353175" y="5065713"/>
              <a:ext cx="30163" cy="3175"/>
            </a:xfrm>
            <a:custGeom>
              <a:avLst/>
              <a:gdLst>
                <a:gd name="T0" fmla="*/ 19 w 19"/>
                <a:gd name="T1" fmla="*/ 0 h 2"/>
                <a:gd name="T2" fmla="*/ 3 w 19"/>
                <a:gd name="T3" fmla="*/ 0 h 2"/>
                <a:gd name="T4" fmla="*/ 0 w 19"/>
                <a:gd name="T5" fmla="*/ 2 h 2"/>
                <a:gd name="T6" fmla="*/ 19 w 19"/>
                <a:gd name="T7" fmla="*/ 2 h 2"/>
                <a:gd name="T8" fmla="*/ 19 w 19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">
                  <a:moveTo>
                    <a:pt x="19" y="0"/>
                  </a:moveTo>
                  <a:lnTo>
                    <a:pt x="3" y="0"/>
                  </a:lnTo>
                  <a:lnTo>
                    <a:pt x="0" y="2"/>
                  </a:lnTo>
                  <a:lnTo>
                    <a:pt x="19" y="2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5" name="ïṩľíḍê">
              <a:extLst>
                <a:ext uri="{FF2B5EF4-FFF2-40B4-BE49-F238E27FC236}">
                  <a16:creationId xmlns:a16="http://schemas.microsoft.com/office/drawing/2014/main" id="{BD62A0A6-77D5-4F3F-A500-FF8C222EF657}"/>
                </a:ext>
              </a:extLst>
            </p:cNvPr>
            <p:cNvSpPr/>
            <p:nvPr/>
          </p:nvSpPr>
          <p:spPr bwMode="auto">
            <a:xfrm>
              <a:off x="6357938" y="5040313"/>
              <a:ext cx="25400" cy="25400"/>
            </a:xfrm>
            <a:custGeom>
              <a:avLst/>
              <a:gdLst>
                <a:gd name="T0" fmla="*/ 16 w 16"/>
                <a:gd name="T1" fmla="*/ 0 h 16"/>
                <a:gd name="T2" fmla="*/ 0 w 16"/>
                <a:gd name="T3" fmla="*/ 16 h 16"/>
                <a:gd name="T4" fmla="*/ 16 w 16"/>
                <a:gd name="T5" fmla="*/ 16 h 16"/>
                <a:gd name="T6" fmla="*/ 16 w 16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6">
                  <a:moveTo>
                    <a:pt x="16" y="0"/>
                  </a:move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9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6" name="îṩľîḓe">
              <a:extLst>
                <a:ext uri="{FF2B5EF4-FFF2-40B4-BE49-F238E27FC236}">
                  <a16:creationId xmlns:a16="http://schemas.microsoft.com/office/drawing/2014/main" id="{02B01373-6756-437E-923C-DB4B657F639D}"/>
                </a:ext>
              </a:extLst>
            </p:cNvPr>
            <p:cNvSpPr/>
            <p:nvPr/>
          </p:nvSpPr>
          <p:spPr bwMode="auto">
            <a:xfrm>
              <a:off x="6357938" y="5040313"/>
              <a:ext cx="25400" cy="25400"/>
            </a:xfrm>
            <a:custGeom>
              <a:avLst/>
              <a:gdLst>
                <a:gd name="T0" fmla="*/ 16 w 16"/>
                <a:gd name="T1" fmla="*/ 0 h 16"/>
                <a:gd name="T2" fmla="*/ 0 w 16"/>
                <a:gd name="T3" fmla="*/ 16 h 16"/>
                <a:gd name="T4" fmla="*/ 16 w 16"/>
                <a:gd name="T5" fmla="*/ 16 h 16"/>
                <a:gd name="T6" fmla="*/ 16 w 16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6">
                  <a:moveTo>
                    <a:pt x="16" y="0"/>
                  </a:move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7" name="iSḻiďe">
              <a:extLst>
                <a:ext uri="{FF2B5EF4-FFF2-40B4-BE49-F238E27FC236}">
                  <a16:creationId xmlns:a16="http://schemas.microsoft.com/office/drawing/2014/main" id="{85EA0451-E111-4151-AC5E-839320F3FA7F}"/>
                </a:ext>
              </a:extLst>
            </p:cNvPr>
            <p:cNvSpPr/>
            <p:nvPr/>
          </p:nvSpPr>
          <p:spPr bwMode="auto">
            <a:xfrm>
              <a:off x="6240463" y="4679950"/>
              <a:ext cx="442913" cy="469900"/>
            </a:xfrm>
            <a:custGeom>
              <a:avLst/>
              <a:gdLst>
                <a:gd name="T0" fmla="*/ 21 w 236"/>
                <a:gd name="T1" fmla="*/ 236 h 251"/>
                <a:gd name="T2" fmla="*/ 17 w 236"/>
                <a:gd name="T3" fmla="*/ 232 h 251"/>
                <a:gd name="T4" fmla="*/ 14 w 236"/>
                <a:gd name="T5" fmla="*/ 178 h 251"/>
                <a:gd name="T6" fmla="*/ 160 w 236"/>
                <a:gd name="T7" fmla="*/ 17 h 251"/>
                <a:gd name="T8" fmla="*/ 214 w 236"/>
                <a:gd name="T9" fmla="*/ 15 h 251"/>
                <a:gd name="T10" fmla="*/ 219 w 236"/>
                <a:gd name="T11" fmla="*/ 19 h 251"/>
                <a:gd name="T12" fmla="*/ 221 w 236"/>
                <a:gd name="T13" fmla="*/ 74 h 251"/>
                <a:gd name="T14" fmla="*/ 76 w 236"/>
                <a:gd name="T15" fmla="*/ 234 h 251"/>
                <a:gd name="T16" fmla="*/ 21 w 236"/>
                <a:gd name="T17" fmla="*/ 236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6" h="251">
                  <a:moveTo>
                    <a:pt x="21" y="236"/>
                  </a:moveTo>
                  <a:cubicBezTo>
                    <a:pt x="17" y="232"/>
                    <a:pt x="17" y="232"/>
                    <a:pt x="17" y="232"/>
                  </a:cubicBezTo>
                  <a:cubicBezTo>
                    <a:pt x="1" y="218"/>
                    <a:pt x="0" y="193"/>
                    <a:pt x="14" y="178"/>
                  </a:cubicBezTo>
                  <a:cubicBezTo>
                    <a:pt x="160" y="17"/>
                    <a:pt x="160" y="17"/>
                    <a:pt x="160" y="17"/>
                  </a:cubicBezTo>
                  <a:cubicBezTo>
                    <a:pt x="174" y="2"/>
                    <a:pt x="198" y="0"/>
                    <a:pt x="214" y="15"/>
                  </a:cubicBezTo>
                  <a:cubicBezTo>
                    <a:pt x="219" y="19"/>
                    <a:pt x="219" y="19"/>
                    <a:pt x="219" y="19"/>
                  </a:cubicBezTo>
                  <a:cubicBezTo>
                    <a:pt x="235" y="34"/>
                    <a:pt x="236" y="58"/>
                    <a:pt x="221" y="74"/>
                  </a:cubicBezTo>
                  <a:cubicBezTo>
                    <a:pt x="76" y="234"/>
                    <a:pt x="76" y="234"/>
                    <a:pt x="76" y="234"/>
                  </a:cubicBezTo>
                  <a:cubicBezTo>
                    <a:pt x="61" y="249"/>
                    <a:pt x="37" y="251"/>
                    <a:pt x="21" y="236"/>
                  </a:cubicBezTo>
                  <a:close/>
                </a:path>
              </a:pathLst>
            </a:custGeom>
            <a:solidFill>
              <a:srgbClr val="D0A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8" name="íşlîḓé">
              <a:extLst>
                <a:ext uri="{FF2B5EF4-FFF2-40B4-BE49-F238E27FC236}">
                  <a16:creationId xmlns:a16="http://schemas.microsoft.com/office/drawing/2014/main" id="{D2D3E9C7-A6F1-49C3-8543-824D8559E2C4}"/>
                </a:ext>
              </a:extLst>
            </p:cNvPr>
            <p:cNvSpPr/>
            <p:nvPr/>
          </p:nvSpPr>
          <p:spPr bwMode="auto">
            <a:xfrm>
              <a:off x="6670675" y="5065713"/>
              <a:ext cx="287338" cy="3175"/>
            </a:xfrm>
            <a:custGeom>
              <a:avLst/>
              <a:gdLst>
                <a:gd name="T0" fmla="*/ 164 w 181"/>
                <a:gd name="T1" fmla="*/ 0 h 2"/>
                <a:gd name="T2" fmla="*/ 0 w 181"/>
                <a:gd name="T3" fmla="*/ 0 h 2"/>
                <a:gd name="T4" fmla="*/ 0 w 181"/>
                <a:gd name="T5" fmla="*/ 2 h 2"/>
                <a:gd name="T6" fmla="*/ 181 w 181"/>
                <a:gd name="T7" fmla="*/ 2 h 2"/>
                <a:gd name="T8" fmla="*/ 161 w 181"/>
                <a:gd name="T9" fmla="*/ 2 h 2"/>
                <a:gd name="T10" fmla="*/ 164 w 18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" h="2">
                  <a:moveTo>
                    <a:pt x="164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181" y="2"/>
                  </a:lnTo>
                  <a:lnTo>
                    <a:pt x="161" y="2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9" name="ïśḷíḋè">
              <a:extLst>
                <a:ext uri="{FF2B5EF4-FFF2-40B4-BE49-F238E27FC236}">
                  <a16:creationId xmlns:a16="http://schemas.microsoft.com/office/drawing/2014/main" id="{88032532-733F-4CD7-B6BB-B9A658D9848A}"/>
                </a:ext>
              </a:extLst>
            </p:cNvPr>
            <p:cNvSpPr/>
            <p:nvPr/>
          </p:nvSpPr>
          <p:spPr bwMode="auto">
            <a:xfrm>
              <a:off x="6670675" y="5065713"/>
              <a:ext cx="287338" cy="3175"/>
            </a:xfrm>
            <a:custGeom>
              <a:avLst/>
              <a:gdLst>
                <a:gd name="T0" fmla="*/ 164 w 181"/>
                <a:gd name="T1" fmla="*/ 0 h 2"/>
                <a:gd name="T2" fmla="*/ 0 w 181"/>
                <a:gd name="T3" fmla="*/ 0 h 2"/>
                <a:gd name="T4" fmla="*/ 0 w 181"/>
                <a:gd name="T5" fmla="*/ 2 h 2"/>
                <a:gd name="T6" fmla="*/ 181 w 181"/>
                <a:gd name="T7" fmla="*/ 2 h 2"/>
                <a:gd name="T8" fmla="*/ 161 w 181"/>
                <a:gd name="T9" fmla="*/ 2 h 2"/>
                <a:gd name="T10" fmla="*/ 164 w 18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" h="2">
                  <a:moveTo>
                    <a:pt x="164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181" y="2"/>
                  </a:lnTo>
                  <a:lnTo>
                    <a:pt x="161" y="2"/>
                  </a:lnTo>
                  <a:lnTo>
                    <a:pt x="16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0" name="iṣļïdê">
              <a:extLst>
                <a:ext uri="{FF2B5EF4-FFF2-40B4-BE49-F238E27FC236}">
                  <a16:creationId xmlns:a16="http://schemas.microsoft.com/office/drawing/2014/main" id="{D1BB8F99-BA15-43EE-98BC-9C0E47E57DE5}"/>
                </a:ext>
              </a:extLst>
            </p:cNvPr>
            <p:cNvSpPr/>
            <p:nvPr/>
          </p:nvSpPr>
          <p:spPr bwMode="auto">
            <a:xfrm>
              <a:off x="6670675" y="4857750"/>
              <a:ext cx="287338" cy="207963"/>
            </a:xfrm>
            <a:custGeom>
              <a:avLst/>
              <a:gdLst>
                <a:gd name="T0" fmla="*/ 181 w 181"/>
                <a:gd name="T1" fmla="*/ 0 h 131"/>
                <a:gd name="T2" fmla="*/ 112 w 181"/>
                <a:gd name="T3" fmla="*/ 0 h 131"/>
                <a:gd name="T4" fmla="*/ 0 w 181"/>
                <a:gd name="T5" fmla="*/ 115 h 131"/>
                <a:gd name="T6" fmla="*/ 0 w 181"/>
                <a:gd name="T7" fmla="*/ 131 h 131"/>
                <a:gd name="T8" fmla="*/ 164 w 181"/>
                <a:gd name="T9" fmla="*/ 131 h 131"/>
                <a:gd name="T10" fmla="*/ 181 w 181"/>
                <a:gd name="T11" fmla="*/ 115 h 131"/>
                <a:gd name="T12" fmla="*/ 181 w 181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1" h="131">
                  <a:moveTo>
                    <a:pt x="181" y="0"/>
                  </a:moveTo>
                  <a:lnTo>
                    <a:pt x="112" y="0"/>
                  </a:lnTo>
                  <a:lnTo>
                    <a:pt x="0" y="115"/>
                  </a:lnTo>
                  <a:lnTo>
                    <a:pt x="0" y="131"/>
                  </a:lnTo>
                  <a:lnTo>
                    <a:pt x="164" y="131"/>
                  </a:lnTo>
                  <a:lnTo>
                    <a:pt x="181" y="115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6F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1" name="iŝḷíḋé">
              <a:extLst>
                <a:ext uri="{FF2B5EF4-FFF2-40B4-BE49-F238E27FC236}">
                  <a16:creationId xmlns:a16="http://schemas.microsoft.com/office/drawing/2014/main" id="{2D578641-DEEA-4E23-9E4C-2429E6479709}"/>
                </a:ext>
              </a:extLst>
            </p:cNvPr>
            <p:cNvSpPr/>
            <p:nvPr/>
          </p:nvSpPr>
          <p:spPr bwMode="auto">
            <a:xfrm>
              <a:off x="6670675" y="4857750"/>
              <a:ext cx="287338" cy="207963"/>
            </a:xfrm>
            <a:custGeom>
              <a:avLst/>
              <a:gdLst>
                <a:gd name="T0" fmla="*/ 181 w 181"/>
                <a:gd name="T1" fmla="*/ 0 h 131"/>
                <a:gd name="T2" fmla="*/ 112 w 181"/>
                <a:gd name="T3" fmla="*/ 0 h 131"/>
                <a:gd name="T4" fmla="*/ 0 w 181"/>
                <a:gd name="T5" fmla="*/ 115 h 131"/>
                <a:gd name="T6" fmla="*/ 0 w 181"/>
                <a:gd name="T7" fmla="*/ 131 h 131"/>
                <a:gd name="T8" fmla="*/ 164 w 181"/>
                <a:gd name="T9" fmla="*/ 131 h 131"/>
                <a:gd name="T10" fmla="*/ 181 w 181"/>
                <a:gd name="T11" fmla="*/ 115 h 131"/>
                <a:gd name="T12" fmla="*/ 181 w 181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1" h="131">
                  <a:moveTo>
                    <a:pt x="181" y="0"/>
                  </a:moveTo>
                  <a:lnTo>
                    <a:pt x="112" y="0"/>
                  </a:lnTo>
                  <a:lnTo>
                    <a:pt x="0" y="115"/>
                  </a:lnTo>
                  <a:lnTo>
                    <a:pt x="0" y="131"/>
                  </a:lnTo>
                  <a:lnTo>
                    <a:pt x="164" y="131"/>
                  </a:lnTo>
                  <a:lnTo>
                    <a:pt x="181" y="115"/>
                  </a:lnTo>
                  <a:lnTo>
                    <a:pt x="18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2" name="ïšľiḍé">
              <a:extLst>
                <a:ext uri="{FF2B5EF4-FFF2-40B4-BE49-F238E27FC236}">
                  <a16:creationId xmlns:a16="http://schemas.microsoft.com/office/drawing/2014/main" id="{BE8C42D8-8A17-4A5B-9455-42E98C697D72}"/>
                </a:ext>
              </a:extLst>
            </p:cNvPr>
            <p:cNvSpPr/>
            <p:nvPr/>
          </p:nvSpPr>
          <p:spPr bwMode="auto">
            <a:xfrm>
              <a:off x="6848475" y="4746625"/>
              <a:ext cx="109538" cy="111125"/>
            </a:xfrm>
            <a:custGeom>
              <a:avLst/>
              <a:gdLst>
                <a:gd name="T0" fmla="*/ 69 w 69"/>
                <a:gd name="T1" fmla="*/ 0 h 70"/>
                <a:gd name="T2" fmla="*/ 0 w 69"/>
                <a:gd name="T3" fmla="*/ 70 h 70"/>
                <a:gd name="T4" fmla="*/ 69 w 69"/>
                <a:gd name="T5" fmla="*/ 70 h 70"/>
                <a:gd name="T6" fmla="*/ 69 w 69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70">
                  <a:moveTo>
                    <a:pt x="69" y="0"/>
                  </a:moveTo>
                  <a:lnTo>
                    <a:pt x="0" y="70"/>
                  </a:lnTo>
                  <a:lnTo>
                    <a:pt x="69" y="70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5655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3" name="iṡlíde">
              <a:extLst>
                <a:ext uri="{FF2B5EF4-FFF2-40B4-BE49-F238E27FC236}">
                  <a16:creationId xmlns:a16="http://schemas.microsoft.com/office/drawing/2014/main" id="{CC3C778F-972E-4807-8C67-D27D9BBEE82C}"/>
                </a:ext>
              </a:extLst>
            </p:cNvPr>
            <p:cNvSpPr/>
            <p:nvPr/>
          </p:nvSpPr>
          <p:spPr bwMode="auto">
            <a:xfrm>
              <a:off x="6848475" y="4746625"/>
              <a:ext cx="109538" cy="111125"/>
            </a:xfrm>
            <a:custGeom>
              <a:avLst/>
              <a:gdLst>
                <a:gd name="T0" fmla="*/ 69 w 69"/>
                <a:gd name="T1" fmla="*/ 0 h 70"/>
                <a:gd name="T2" fmla="*/ 0 w 69"/>
                <a:gd name="T3" fmla="*/ 70 h 70"/>
                <a:gd name="T4" fmla="*/ 69 w 69"/>
                <a:gd name="T5" fmla="*/ 70 h 70"/>
                <a:gd name="T6" fmla="*/ 69 w 69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70">
                  <a:moveTo>
                    <a:pt x="69" y="0"/>
                  </a:moveTo>
                  <a:lnTo>
                    <a:pt x="0" y="70"/>
                  </a:lnTo>
                  <a:lnTo>
                    <a:pt x="69" y="70"/>
                  </a:lnTo>
                  <a:lnTo>
                    <a:pt x="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4" name="iṡḷïḑe">
              <a:extLst>
                <a:ext uri="{FF2B5EF4-FFF2-40B4-BE49-F238E27FC236}">
                  <a16:creationId xmlns:a16="http://schemas.microsoft.com/office/drawing/2014/main" id="{F9E91743-B056-4A05-8B1D-157FA7CA3937}"/>
                </a:ext>
              </a:extLst>
            </p:cNvPr>
            <p:cNvSpPr/>
            <p:nvPr/>
          </p:nvSpPr>
          <p:spPr bwMode="auto">
            <a:xfrm>
              <a:off x="6640513" y="5065713"/>
              <a:ext cx="30163" cy="3175"/>
            </a:xfrm>
            <a:custGeom>
              <a:avLst/>
              <a:gdLst>
                <a:gd name="T0" fmla="*/ 19 w 19"/>
                <a:gd name="T1" fmla="*/ 0 h 2"/>
                <a:gd name="T2" fmla="*/ 2 w 19"/>
                <a:gd name="T3" fmla="*/ 0 h 2"/>
                <a:gd name="T4" fmla="*/ 0 w 19"/>
                <a:gd name="T5" fmla="*/ 2 h 2"/>
                <a:gd name="T6" fmla="*/ 19 w 19"/>
                <a:gd name="T7" fmla="*/ 2 h 2"/>
                <a:gd name="T8" fmla="*/ 19 w 19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">
                  <a:moveTo>
                    <a:pt x="19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19" y="2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292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5" name="iṡliḑe">
              <a:extLst>
                <a:ext uri="{FF2B5EF4-FFF2-40B4-BE49-F238E27FC236}">
                  <a16:creationId xmlns:a16="http://schemas.microsoft.com/office/drawing/2014/main" id="{C4C9B64D-7094-4EAE-B48C-AEE7EE735E5B}"/>
                </a:ext>
              </a:extLst>
            </p:cNvPr>
            <p:cNvSpPr/>
            <p:nvPr/>
          </p:nvSpPr>
          <p:spPr bwMode="auto">
            <a:xfrm>
              <a:off x="6640513" y="5065713"/>
              <a:ext cx="30163" cy="3175"/>
            </a:xfrm>
            <a:custGeom>
              <a:avLst/>
              <a:gdLst>
                <a:gd name="T0" fmla="*/ 19 w 19"/>
                <a:gd name="T1" fmla="*/ 0 h 2"/>
                <a:gd name="T2" fmla="*/ 2 w 19"/>
                <a:gd name="T3" fmla="*/ 0 h 2"/>
                <a:gd name="T4" fmla="*/ 0 w 19"/>
                <a:gd name="T5" fmla="*/ 2 h 2"/>
                <a:gd name="T6" fmla="*/ 19 w 19"/>
                <a:gd name="T7" fmla="*/ 2 h 2"/>
                <a:gd name="T8" fmla="*/ 19 w 19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">
                  <a:moveTo>
                    <a:pt x="19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19" y="2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6" name="îsḻide">
              <a:extLst>
                <a:ext uri="{FF2B5EF4-FFF2-40B4-BE49-F238E27FC236}">
                  <a16:creationId xmlns:a16="http://schemas.microsoft.com/office/drawing/2014/main" id="{47156D6A-0097-4970-A371-0CE1706CAB71}"/>
                </a:ext>
              </a:extLst>
            </p:cNvPr>
            <p:cNvSpPr/>
            <p:nvPr/>
          </p:nvSpPr>
          <p:spPr bwMode="auto">
            <a:xfrm>
              <a:off x="6643688" y="5040313"/>
              <a:ext cx="26988" cy="25400"/>
            </a:xfrm>
            <a:custGeom>
              <a:avLst/>
              <a:gdLst>
                <a:gd name="T0" fmla="*/ 17 w 17"/>
                <a:gd name="T1" fmla="*/ 0 h 16"/>
                <a:gd name="T2" fmla="*/ 0 w 17"/>
                <a:gd name="T3" fmla="*/ 16 h 16"/>
                <a:gd name="T4" fmla="*/ 17 w 17"/>
                <a:gd name="T5" fmla="*/ 16 h 16"/>
                <a:gd name="T6" fmla="*/ 17 w 17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6">
                  <a:moveTo>
                    <a:pt x="17" y="0"/>
                  </a:moveTo>
                  <a:lnTo>
                    <a:pt x="0" y="16"/>
                  </a:lnTo>
                  <a:lnTo>
                    <a:pt x="17" y="1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49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7" name="îşḷîḓê">
              <a:extLst>
                <a:ext uri="{FF2B5EF4-FFF2-40B4-BE49-F238E27FC236}">
                  <a16:creationId xmlns:a16="http://schemas.microsoft.com/office/drawing/2014/main" id="{E8D93C56-191C-41EC-B934-D53093B09CC5}"/>
                </a:ext>
              </a:extLst>
            </p:cNvPr>
            <p:cNvSpPr/>
            <p:nvPr/>
          </p:nvSpPr>
          <p:spPr bwMode="auto">
            <a:xfrm>
              <a:off x="6643688" y="5040313"/>
              <a:ext cx="26988" cy="25400"/>
            </a:xfrm>
            <a:custGeom>
              <a:avLst/>
              <a:gdLst>
                <a:gd name="T0" fmla="*/ 17 w 17"/>
                <a:gd name="T1" fmla="*/ 0 h 16"/>
                <a:gd name="T2" fmla="*/ 0 w 17"/>
                <a:gd name="T3" fmla="*/ 16 h 16"/>
                <a:gd name="T4" fmla="*/ 17 w 17"/>
                <a:gd name="T5" fmla="*/ 16 h 16"/>
                <a:gd name="T6" fmla="*/ 17 w 17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6">
                  <a:moveTo>
                    <a:pt x="17" y="0"/>
                  </a:moveTo>
                  <a:lnTo>
                    <a:pt x="0" y="16"/>
                  </a:lnTo>
                  <a:lnTo>
                    <a:pt x="17" y="16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8" name="iŝḻidê">
              <a:extLst>
                <a:ext uri="{FF2B5EF4-FFF2-40B4-BE49-F238E27FC236}">
                  <a16:creationId xmlns:a16="http://schemas.microsoft.com/office/drawing/2014/main" id="{32CE467D-6B95-4356-81E9-40DAD04E4D32}"/>
                </a:ext>
              </a:extLst>
            </p:cNvPr>
            <p:cNvSpPr/>
            <p:nvPr/>
          </p:nvSpPr>
          <p:spPr bwMode="auto">
            <a:xfrm>
              <a:off x="6527800" y="4679950"/>
              <a:ext cx="441325" cy="469900"/>
            </a:xfrm>
            <a:custGeom>
              <a:avLst/>
              <a:gdLst>
                <a:gd name="T0" fmla="*/ 22 w 236"/>
                <a:gd name="T1" fmla="*/ 236 h 251"/>
                <a:gd name="T2" fmla="*/ 17 w 236"/>
                <a:gd name="T3" fmla="*/ 232 h 251"/>
                <a:gd name="T4" fmla="*/ 14 w 236"/>
                <a:gd name="T5" fmla="*/ 178 h 251"/>
                <a:gd name="T6" fmla="*/ 160 w 236"/>
                <a:gd name="T7" fmla="*/ 17 h 251"/>
                <a:gd name="T8" fmla="*/ 214 w 236"/>
                <a:gd name="T9" fmla="*/ 15 h 251"/>
                <a:gd name="T10" fmla="*/ 219 w 236"/>
                <a:gd name="T11" fmla="*/ 19 h 251"/>
                <a:gd name="T12" fmla="*/ 222 w 236"/>
                <a:gd name="T13" fmla="*/ 74 h 251"/>
                <a:gd name="T14" fmla="*/ 76 w 236"/>
                <a:gd name="T15" fmla="*/ 234 h 251"/>
                <a:gd name="T16" fmla="*/ 22 w 236"/>
                <a:gd name="T17" fmla="*/ 236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6" h="251">
                  <a:moveTo>
                    <a:pt x="22" y="236"/>
                  </a:moveTo>
                  <a:cubicBezTo>
                    <a:pt x="17" y="232"/>
                    <a:pt x="17" y="232"/>
                    <a:pt x="17" y="232"/>
                  </a:cubicBezTo>
                  <a:cubicBezTo>
                    <a:pt x="1" y="218"/>
                    <a:pt x="0" y="193"/>
                    <a:pt x="14" y="178"/>
                  </a:cubicBezTo>
                  <a:cubicBezTo>
                    <a:pt x="160" y="17"/>
                    <a:pt x="160" y="17"/>
                    <a:pt x="160" y="17"/>
                  </a:cubicBezTo>
                  <a:cubicBezTo>
                    <a:pt x="174" y="2"/>
                    <a:pt x="198" y="0"/>
                    <a:pt x="214" y="15"/>
                  </a:cubicBezTo>
                  <a:cubicBezTo>
                    <a:pt x="219" y="19"/>
                    <a:pt x="219" y="19"/>
                    <a:pt x="219" y="19"/>
                  </a:cubicBezTo>
                  <a:cubicBezTo>
                    <a:pt x="235" y="34"/>
                    <a:pt x="236" y="58"/>
                    <a:pt x="222" y="74"/>
                  </a:cubicBezTo>
                  <a:cubicBezTo>
                    <a:pt x="76" y="234"/>
                    <a:pt x="76" y="234"/>
                    <a:pt x="76" y="234"/>
                  </a:cubicBezTo>
                  <a:cubicBezTo>
                    <a:pt x="62" y="249"/>
                    <a:pt x="37" y="251"/>
                    <a:pt x="22" y="236"/>
                  </a:cubicBezTo>
                  <a:close/>
                </a:path>
              </a:pathLst>
            </a:custGeom>
            <a:solidFill>
              <a:srgbClr val="D0A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9" name="iṣļíḓé">
              <a:extLst>
                <a:ext uri="{FF2B5EF4-FFF2-40B4-BE49-F238E27FC236}">
                  <a16:creationId xmlns:a16="http://schemas.microsoft.com/office/drawing/2014/main" id="{CDB8DA05-8CD7-4982-95A7-CD6C67D0733B}"/>
                </a:ext>
              </a:extLst>
            </p:cNvPr>
            <p:cNvSpPr/>
            <p:nvPr/>
          </p:nvSpPr>
          <p:spPr bwMode="auto">
            <a:xfrm>
              <a:off x="6958013" y="5065713"/>
              <a:ext cx="287338" cy="3175"/>
            </a:xfrm>
            <a:custGeom>
              <a:avLst/>
              <a:gdLst>
                <a:gd name="T0" fmla="*/ 164 w 181"/>
                <a:gd name="T1" fmla="*/ 0 h 2"/>
                <a:gd name="T2" fmla="*/ 0 w 181"/>
                <a:gd name="T3" fmla="*/ 0 h 2"/>
                <a:gd name="T4" fmla="*/ 0 w 181"/>
                <a:gd name="T5" fmla="*/ 2 h 2"/>
                <a:gd name="T6" fmla="*/ 181 w 181"/>
                <a:gd name="T7" fmla="*/ 2 h 2"/>
                <a:gd name="T8" fmla="*/ 162 w 181"/>
                <a:gd name="T9" fmla="*/ 2 h 2"/>
                <a:gd name="T10" fmla="*/ 164 w 18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" h="2">
                  <a:moveTo>
                    <a:pt x="164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181" y="2"/>
                  </a:lnTo>
                  <a:lnTo>
                    <a:pt x="162" y="2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0" name="iS1îḋê">
              <a:extLst>
                <a:ext uri="{FF2B5EF4-FFF2-40B4-BE49-F238E27FC236}">
                  <a16:creationId xmlns:a16="http://schemas.microsoft.com/office/drawing/2014/main" id="{A91FF6DF-BF87-4E59-8EED-B595B2A984CD}"/>
                </a:ext>
              </a:extLst>
            </p:cNvPr>
            <p:cNvSpPr/>
            <p:nvPr/>
          </p:nvSpPr>
          <p:spPr bwMode="auto">
            <a:xfrm>
              <a:off x="6958013" y="5065713"/>
              <a:ext cx="287338" cy="3175"/>
            </a:xfrm>
            <a:custGeom>
              <a:avLst/>
              <a:gdLst>
                <a:gd name="T0" fmla="*/ 164 w 181"/>
                <a:gd name="T1" fmla="*/ 0 h 2"/>
                <a:gd name="T2" fmla="*/ 0 w 181"/>
                <a:gd name="T3" fmla="*/ 0 h 2"/>
                <a:gd name="T4" fmla="*/ 0 w 181"/>
                <a:gd name="T5" fmla="*/ 2 h 2"/>
                <a:gd name="T6" fmla="*/ 181 w 181"/>
                <a:gd name="T7" fmla="*/ 2 h 2"/>
                <a:gd name="T8" fmla="*/ 162 w 181"/>
                <a:gd name="T9" fmla="*/ 2 h 2"/>
                <a:gd name="T10" fmla="*/ 164 w 18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" h="2">
                  <a:moveTo>
                    <a:pt x="164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181" y="2"/>
                  </a:lnTo>
                  <a:lnTo>
                    <a:pt x="162" y="2"/>
                  </a:lnTo>
                  <a:lnTo>
                    <a:pt x="16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1" name="îŝliḍe">
              <a:extLst>
                <a:ext uri="{FF2B5EF4-FFF2-40B4-BE49-F238E27FC236}">
                  <a16:creationId xmlns:a16="http://schemas.microsoft.com/office/drawing/2014/main" id="{F085230C-0EFB-413D-9AD1-3436CB95E7C1}"/>
                </a:ext>
              </a:extLst>
            </p:cNvPr>
            <p:cNvSpPr/>
            <p:nvPr/>
          </p:nvSpPr>
          <p:spPr bwMode="auto">
            <a:xfrm>
              <a:off x="6958013" y="4857750"/>
              <a:ext cx="287338" cy="207963"/>
            </a:xfrm>
            <a:custGeom>
              <a:avLst/>
              <a:gdLst>
                <a:gd name="T0" fmla="*/ 181 w 181"/>
                <a:gd name="T1" fmla="*/ 0 h 131"/>
                <a:gd name="T2" fmla="*/ 111 w 181"/>
                <a:gd name="T3" fmla="*/ 0 h 131"/>
                <a:gd name="T4" fmla="*/ 0 w 181"/>
                <a:gd name="T5" fmla="*/ 115 h 131"/>
                <a:gd name="T6" fmla="*/ 0 w 181"/>
                <a:gd name="T7" fmla="*/ 131 h 131"/>
                <a:gd name="T8" fmla="*/ 164 w 181"/>
                <a:gd name="T9" fmla="*/ 131 h 131"/>
                <a:gd name="T10" fmla="*/ 181 w 181"/>
                <a:gd name="T11" fmla="*/ 115 h 131"/>
                <a:gd name="T12" fmla="*/ 181 w 181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1" h="131">
                  <a:moveTo>
                    <a:pt x="181" y="0"/>
                  </a:moveTo>
                  <a:lnTo>
                    <a:pt x="111" y="0"/>
                  </a:lnTo>
                  <a:lnTo>
                    <a:pt x="0" y="115"/>
                  </a:lnTo>
                  <a:lnTo>
                    <a:pt x="0" y="131"/>
                  </a:lnTo>
                  <a:lnTo>
                    <a:pt x="164" y="131"/>
                  </a:lnTo>
                  <a:lnTo>
                    <a:pt x="181" y="115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6F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2" name="î$ľiďe">
              <a:extLst>
                <a:ext uri="{FF2B5EF4-FFF2-40B4-BE49-F238E27FC236}">
                  <a16:creationId xmlns:a16="http://schemas.microsoft.com/office/drawing/2014/main" id="{7DF9C2E4-2FA2-4A28-8693-901AED607466}"/>
                </a:ext>
              </a:extLst>
            </p:cNvPr>
            <p:cNvSpPr/>
            <p:nvPr/>
          </p:nvSpPr>
          <p:spPr bwMode="auto">
            <a:xfrm>
              <a:off x="6958013" y="4857750"/>
              <a:ext cx="287338" cy="207963"/>
            </a:xfrm>
            <a:custGeom>
              <a:avLst/>
              <a:gdLst>
                <a:gd name="T0" fmla="*/ 181 w 181"/>
                <a:gd name="T1" fmla="*/ 0 h 131"/>
                <a:gd name="T2" fmla="*/ 111 w 181"/>
                <a:gd name="T3" fmla="*/ 0 h 131"/>
                <a:gd name="T4" fmla="*/ 0 w 181"/>
                <a:gd name="T5" fmla="*/ 115 h 131"/>
                <a:gd name="T6" fmla="*/ 0 w 181"/>
                <a:gd name="T7" fmla="*/ 131 h 131"/>
                <a:gd name="T8" fmla="*/ 164 w 181"/>
                <a:gd name="T9" fmla="*/ 131 h 131"/>
                <a:gd name="T10" fmla="*/ 181 w 181"/>
                <a:gd name="T11" fmla="*/ 115 h 131"/>
                <a:gd name="T12" fmla="*/ 181 w 181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1" h="131">
                  <a:moveTo>
                    <a:pt x="181" y="0"/>
                  </a:moveTo>
                  <a:lnTo>
                    <a:pt x="111" y="0"/>
                  </a:lnTo>
                  <a:lnTo>
                    <a:pt x="0" y="115"/>
                  </a:lnTo>
                  <a:lnTo>
                    <a:pt x="0" y="131"/>
                  </a:lnTo>
                  <a:lnTo>
                    <a:pt x="164" y="131"/>
                  </a:lnTo>
                  <a:lnTo>
                    <a:pt x="181" y="115"/>
                  </a:lnTo>
                  <a:lnTo>
                    <a:pt x="18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3" name="íṥḷïďê">
              <a:extLst>
                <a:ext uri="{FF2B5EF4-FFF2-40B4-BE49-F238E27FC236}">
                  <a16:creationId xmlns:a16="http://schemas.microsoft.com/office/drawing/2014/main" id="{48C32528-D3A8-4103-831E-10B75534C01A}"/>
                </a:ext>
              </a:extLst>
            </p:cNvPr>
            <p:cNvSpPr/>
            <p:nvPr/>
          </p:nvSpPr>
          <p:spPr bwMode="auto">
            <a:xfrm>
              <a:off x="7134225" y="4746625"/>
              <a:ext cx="111125" cy="111125"/>
            </a:xfrm>
            <a:custGeom>
              <a:avLst/>
              <a:gdLst>
                <a:gd name="T0" fmla="*/ 70 w 70"/>
                <a:gd name="T1" fmla="*/ 0 h 70"/>
                <a:gd name="T2" fmla="*/ 0 w 70"/>
                <a:gd name="T3" fmla="*/ 70 h 70"/>
                <a:gd name="T4" fmla="*/ 70 w 70"/>
                <a:gd name="T5" fmla="*/ 70 h 70"/>
                <a:gd name="T6" fmla="*/ 70 w 70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" h="70">
                  <a:moveTo>
                    <a:pt x="70" y="0"/>
                  </a:moveTo>
                  <a:lnTo>
                    <a:pt x="0" y="70"/>
                  </a:lnTo>
                  <a:lnTo>
                    <a:pt x="70" y="7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5655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4" name="iSlídê">
              <a:extLst>
                <a:ext uri="{FF2B5EF4-FFF2-40B4-BE49-F238E27FC236}">
                  <a16:creationId xmlns:a16="http://schemas.microsoft.com/office/drawing/2014/main" id="{17A4F5B8-AEF4-4247-9F28-FED75E6B70C9}"/>
                </a:ext>
              </a:extLst>
            </p:cNvPr>
            <p:cNvSpPr/>
            <p:nvPr/>
          </p:nvSpPr>
          <p:spPr bwMode="auto">
            <a:xfrm>
              <a:off x="7134225" y="4746625"/>
              <a:ext cx="111125" cy="111125"/>
            </a:xfrm>
            <a:custGeom>
              <a:avLst/>
              <a:gdLst>
                <a:gd name="T0" fmla="*/ 70 w 70"/>
                <a:gd name="T1" fmla="*/ 0 h 70"/>
                <a:gd name="T2" fmla="*/ 0 w 70"/>
                <a:gd name="T3" fmla="*/ 70 h 70"/>
                <a:gd name="T4" fmla="*/ 70 w 70"/>
                <a:gd name="T5" fmla="*/ 70 h 70"/>
                <a:gd name="T6" fmla="*/ 70 w 70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" h="70">
                  <a:moveTo>
                    <a:pt x="70" y="0"/>
                  </a:moveTo>
                  <a:lnTo>
                    <a:pt x="0" y="70"/>
                  </a:lnTo>
                  <a:lnTo>
                    <a:pt x="70" y="70"/>
                  </a:lnTo>
                  <a:lnTo>
                    <a:pt x="7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5" name="î$ľíďe">
              <a:extLst>
                <a:ext uri="{FF2B5EF4-FFF2-40B4-BE49-F238E27FC236}">
                  <a16:creationId xmlns:a16="http://schemas.microsoft.com/office/drawing/2014/main" id="{2D5F2831-844B-4271-B483-10ACE4D2B272}"/>
                </a:ext>
              </a:extLst>
            </p:cNvPr>
            <p:cNvSpPr/>
            <p:nvPr/>
          </p:nvSpPr>
          <p:spPr bwMode="auto">
            <a:xfrm>
              <a:off x="6926263" y="5065713"/>
              <a:ext cx="31750" cy="3175"/>
            </a:xfrm>
            <a:custGeom>
              <a:avLst/>
              <a:gdLst>
                <a:gd name="T0" fmla="*/ 20 w 20"/>
                <a:gd name="T1" fmla="*/ 0 h 2"/>
                <a:gd name="T2" fmla="*/ 3 w 20"/>
                <a:gd name="T3" fmla="*/ 0 h 2"/>
                <a:gd name="T4" fmla="*/ 0 w 20"/>
                <a:gd name="T5" fmla="*/ 2 h 2"/>
                <a:gd name="T6" fmla="*/ 20 w 20"/>
                <a:gd name="T7" fmla="*/ 2 h 2"/>
                <a:gd name="T8" fmla="*/ 20 w 2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">
                  <a:moveTo>
                    <a:pt x="20" y="0"/>
                  </a:moveTo>
                  <a:lnTo>
                    <a:pt x="3" y="0"/>
                  </a:lnTo>
                  <a:lnTo>
                    <a:pt x="0" y="2"/>
                  </a:lnTo>
                  <a:lnTo>
                    <a:pt x="20" y="2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292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6" name="işḷïdê">
              <a:extLst>
                <a:ext uri="{FF2B5EF4-FFF2-40B4-BE49-F238E27FC236}">
                  <a16:creationId xmlns:a16="http://schemas.microsoft.com/office/drawing/2014/main" id="{D17E0509-31D4-40D8-8C98-EB5CD4920766}"/>
                </a:ext>
              </a:extLst>
            </p:cNvPr>
            <p:cNvSpPr/>
            <p:nvPr/>
          </p:nvSpPr>
          <p:spPr bwMode="auto">
            <a:xfrm>
              <a:off x="6926263" y="5065713"/>
              <a:ext cx="31750" cy="3175"/>
            </a:xfrm>
            <a:custGeom>
              <a:avLst/>
              <a:gdLst>
                <a:gd name="T0" fmla="*/ 20 w 20"/>
                <a:gd name="T1" fmla="*/ 0 h 2"/>
                <a:gd name="T2" fmla="*/ 3 w 20"/>
                <a:gd name="T3" fmla="*/ 0 h 2"/>
                <a:gd name="T4" fmla="*/ 0 w 20"/>
                <a:gd name="T5" fmla="*/ 2 h 2"/>
                <a:gd name="T6" fmla="*/ 20 w 20"/>
                <a:gd name="T7" fmla="*/ 2 h 2"/>
                <a:gd name="T8" fmla="*/ 20 w 2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">
                  <a:moveTo>
                    <a:pt x="20" y="0"/>
                  </a:moveTo>
                  <a:lnTo>
                    <a:pt x="3" y="0"/>
                  </a:lnTo>
                  <a:lnTo>
                    <a:pt x="0" y="2"/>
                  </a:lnTo>
                  <a:lnTo>
                    <a:pt x="20" y="2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7" name="îšlîḍê">
              <a:extLst>
                <a:ext uri="{FF2B5EF4-FFF2-40B4-BE49-F238E27FC236}">
                  <a16:creationId xmlns:a16="http://schemas.microsoft.com/office/drawing/2014/main" id="{A17C56CA-BC59-49DF-9D91-7F21A0FA9990}"/>
                </a:ext>
              </a:extLst>
            </p:cNvPr>
            <p:cNvSpPr/>
            <p:nvPr/>
          </p:nvSpPr>
          <p:spPr bwMode="auto">
            <a:xfrm>
              <a:off x="6931025" y="5040313"/>
              <a:ext cx="26988" cy="25400"/>
            </a:xfrm>
            <a:custGeom>
              <a:avLst/>
              <a:gdLst>
                <a:gd name="T0" fmla="*/ 17 w 17"/>
                <a:gd name="T1" fmla="*/ 0 h 16"/>
                <a:gd name="T2" fmla="*/ 0 w 17"/>
                <a:gd name="T3" fmla="*/ 16 h 16"/>
                <a:gd name="T4" fmla="*/ 17 w 17"/>
                <a:gd name="T5" fmla="*/ 16 h 16"/>
                <a:gd name="T6" fmla="*/ 17 w 17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6">
                  <a:moveTo>
                    <a:pt x="17" y="0"/>
                  </a:moveTo>
                  <a:lnTo>
                    <a:pt x="0" y="16"/>
                  </a:lnTo>
                  <a:lnTo>
                    <a:pt x="17" y="1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49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8" name="íşḷîde">
              <a:extLst>
                <a:ext uri="{FF2B5EF4-FFF2-40B4-BE49-F238E27FC236}">
                  <a16:creationId xmlns:a16="http://schemas.microsoft.com/office/drawing/2014/main" id="{AA86D07C-D98F-429A-A546-33B85CDD5696}"/>
                </a:ext>
              </a:extLst>
            </p:cNvPr>
            <p:cNvSpPr/>
            <p:nvPr/>
          </p:nvSpPr>
          <p:spPr bwMode="auto">
            <a:xfrm>
              <a:off x="6931025" y="5040313"/>
              <a:ext cx="26988" cy="25400"/>
            </a:xfrm>
            <a:custGeom>
              <a:avLst/>
              <a:gdLst>
                <a:gd name="T0" fmla="*/ 17 w 17"/>
                <a:gd name="T1" fmla="*/ 0 h 16"/>
                <a:gd name="T2" fmla="*/ 0 w 17"/>
                <a:gd name="T3" fmla="*/ 16 h 16"/>
                <a:gd name="T4" fmla="*/ 17 w 17"/>
                <a:gd name="T5" fmla="*/ 16 h 16"/>
                <a:gd name="T6" fmla="*/ 17 w 17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6">
                  <a:moveTo>
                    <a:pt x="17" y="0"/>
                  </a:moveTo>
                  <a:lnTo>
                    <a:pt x="0" y="16"/>
                  </a:lnTo>
                  <a:lnTo>
                    <a:pt x="17" y="16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9" name="ïsliḍè">
              <a:extLst>
                <a:ext uri="{FF2B5EF4-FFF2-40B4-BE49-F238E27FC236}">
                  <a16:creationId xmlns:a16="http://schemas.microsoft.com/office/drawing/2014/main" id="{6D64B566-53C7-4E88-A326-F92CBD6551B0}"/>
                </a:ext>
              </a:extLst>
            </p:cNvPr>
            <p:cNvSpPr/>
            <p:nvPr/>
          </p:nvSpPr>
          <p:spPr bwMode="auto">
            <a:xfrm>
              <a:off x="6815138" y="4679950"/>
              <a:ext cx="441325" cy="469900"/>
            </a:xfrm>
            <a:custGeom>
              <a:avLst/>
              <a:gdLst>
                <a:gd name="T0" fmla="*/ 22 w 236"/>
                <a:gd name="T1" fmla="*/ 236 h 251"/>
                <a:gd name="T2" fmla="*/ 17 w 236"/>
                <a:gd name="T3" fmla="*/ 232 h 251"/>
                <a:gd name="T4" fmla="*/ 15 w 236"/>
                <a:gd name="T5" fmla="*/ 178 h 251"/>
                <a:gd name="T6" fmla="*/ 160 w 236"/>
                <a:gd name="T7" fmla="*/ 17 h 251"/>
                <a:gd name="T8" fmla="*/ 214 w 236"/>
                <a:gd name="T9" fmla="*/ 15 h 251"/>
                <a:gd name="T10" fmla="*/ 219 w 236"/>
                <a:gd name="T11" fmla="*/ 19 h 251"/>
                <a:gd name="T12" fmla="*/ 222 w 236"/>
                <a:gd name="T13" fmla="*/ 74 h 251"/>
                <a:gd name="T14" fmla="*/ 76 w 236"/>
                <a:gd name="T15" fmla="*/ 234 h 251"/>
                <a:gd name="T16" fmla="*/ 22 w 236"/>
                <a:gd name="T17" fmla="*/ 236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6" h="251">
                  <a:moveTo>
                    <a:pt x="22" y="236"/>
                  </a:moveTo>
                  <a:cubicBezTo>
                    <a:pt x="17" y="232"/>
                    <a:pt x="17" y="232"/>
                    <a:pt x="17" y="232"/>
                  </a:cubicBezTo>
                  <a:cubicBezTo>
                    <a:pt x="1" y="218"/>
                    <a:pt x="0" y="193"/>
                    <a:pt x="15" y="178"/>
                  </a:cubicBezTo>
                  <a:cubicBezTo>
                    <a:pt x="160" y="17"/>
                    <a:pt x="160" y="17"/>
                    <a:pt x="160" y="17"/>
                  </a:cubicBezTo>
                  <a:cubicBezTo>
                    <a:pt x="175" y="2"/>
                    <a:pt x="199" y="0"/>
                    <a:pt x="214" y="15"/>
                  </a:cubicBezTo>
                  <a:cubicBezTo>
                    <a:pt x="219" y="19"/>
                    <a:pt x="219" y="19"/>
                    <a:pt x="219" y="19"/>
                  </a:cubicBezTo>
                  <a:cubicBezTo>
                    <a:pt x="235" y="34"/>
                    <a:pt x="236" y="58"/>
                    <a:pt x="222" y="74"/>
                  </a:cubicBezTo>
                  <a:cubicBezTo>
                    <a:pt x="76" y="234"/>
                    <a:pt x="76" y="234"/>
                    <a:pt x="76" y="234"/>
                  </a:cubicBezTo>
                  <a:cubicBezTo>
                    <a:pt x="62" y="249"/>
                    <a:pt x="38" y="251"/>
                    <a:pt x="22" y="236"/>
                  </a:cubicBezTo>
                  <a:close/>
                </a:path>
              </a:pathLst>
            </a:custGeom>
            <a:solidFill>
              <a:srgbClr val="D0A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0" name="ísļíḓè">
              <a:extLst>
                <a:ext uri="{FF2B5EF4-FFF2-40B4-BE49-F238E27FC236}">
                  <a16:creationId xmlns:a16="http://schemas.microsoft.com/office/drawing/2014/main" id="{334EA91D-A20C-4CE7-AC2C-ABF87465C296}"/>
                </a:ext>
              </a:extLst>
            </p:cNvPr>
            <p:cNvSpPr/>
            <p:nvPr/>
          </p:nvSpPr>
          <p:spPr bwMode="auto">
            <a:xfrm>
              <a:off x="7245350" y="5065713"/>
              <a:ext cx="285750" cy="3175"/>
            </a:xfrm>
            <a:custGeom>
              <a:avLst/>
              <a:gdLst>
                <a:gd name="T0" fmla="*/ 164 w 180"/>
                <a:gd name="T1" fmla="*/ 0 h 2"/>
                <a:gd name="T2" fmla="*/ 0 w 180"/>
                <a:gd name="T3" fmla="*/ 0 h 2"/>
                <a:gd name="T4" fmla="*/ 0 w 180"/>
                <a:gd name="T5" fmla="*/ 2 h 2"/>
                <a:gd name="T6" fmla="*/ 180 w 180"/>
                <a:gd name="T7" fmla="*/ 2 h 2"/>
                <a:gd name="T8" fmla="*/ 162 w 180"/>
                <a:gd name="T9" fmla="*/ 2 h 2"/>
                <a:gd name="T10" fmla="*/ 164 w 180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0" h="2">
                  <a:moveTo>
                    <a:pt x="164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180" y="2"/>
                  </a:lnTo>
                  <a:lnTo>
                    <a:pt x="162" y="2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2F3B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1" name="ïṡlíďê">
              <a:extLst>
                <a:ext uri="{FF2B5EF4-FFF2-40B4-BE49-F238E27FC236}">
                  <a16:creationId xmlns:a16="http://schemas.microsoft.com/office/drawing/2014/main" id="{781173FD-DCEC-45A9-888F-C743EE92936C}"/>
                </a:ext>
              </a:extLst>
            </p:cNvPr>
            <p:cNvSpPr/>
            <p:nvPr/>
          </p:nvSpPr>
          <p:spPr bwMode="auto">
            <a:xfrm>
              <a:off x="7245350" y="5065713"/>
              <a:ext cx="285750" cy="3175"/>
            </a:xfrm>
            <a:custGeom>
              <a:avLst/>
              <a:gdLst>
                <a:gd name="T0" fmla="*/ 164 w 180"/>
                <a:gd name="T1" fmla="*/ 0 h 2"/>
                <a:gd name="T2" fmla="*/ 0 w 180"/>
                <a:gd name="T3" fmla="*/ 0 h 2"/>
                <a:gd name="T4" fmla="*/ 0 w 180"/>
                <a:gd name="T5" fmla="*/ 2 h 2"/>
                <a:gd name="T6" fmla="*/ 180 w 180"/>
                <a:gd name="T7" fmla="*/ 2 h 2"/>
                <a:gd name="T8" fmla="*/ 162 w 180"/>
                <a:gd name="T9" fmla="*/ 2 h 2"/>
                <a:gd name="T10" fmla="*/ 164 w 180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0" h="2">
                  <a:moveTo>
                    <a:pt x="164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180" y="2"/>
                  </a:lnTo>
                  <a:lnTo>
                    <a:pt x="162" y="2"/>
                  </a:lnTo>
                  <a:lnTo>
                    <a:pt x="16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2" name="íṡľïḍê">
              <a:extLst>
                <a:ext uri="{FF2B5EF4-FFF2-40B4-BE49-F238E27FC236}">
                  <a16:creationId xmlns:a16="http://schemas.microsoft.com/office/drawing/2014/main" id="{9BF593B8-3150-4391-95B1-FDB7B363000E}"/>
                </a:ext>
              </a:extLst>
            </p:cNvPr>
            <p:cNvSpPr/>
            <p:nvPr/>
          </p:nvSpPr>
          <p:spPr bwMode="auto">
            <a:xfrm>
              <a:off x="7245350" y="4857750"/>
              <a:ext cx="285750" cy="207963"/>
            </a:xfrm>
            <a:custGeom>
              <a:avLst/>
              <a:gdLst>
                <a:gd name="T0" fmla="*/ 180 w 180"/>
                <a:gd name="T1" fmla="*/ 0 h 131"/>
                <a:gd name="T2" fmla="*/ 111 w 180"/>
                <a:gd name="T3" fmla="*/ 0 h 131"/>
                <a:gd name="T4" fmla="*/ 0 w 180"/>
                <a:gd name="T5" fmla="*/ 115 h 131"/>
                <a:gd name="T6" fmla="*/ 0 w 180"/>
                <a:gd name="T7" fmla="*/ 131 h 131"/>
                <a:gd name="T8" fmla="*/ 164 w 180"/>
                <a:gd name="T9" fmla="*/ 131 h 131"/>
                <a:gd name="T10" fmla="*/ 180 w 180"/>
                <a:gd name="T11" fmla="*/ 115 h 131"/>
                <a:gd name="T12" fmla="*/ 180 w 180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131">
                  <a:moveTo>
                    <a:pt x="180" y="0"/>
                  </a:moveTo>
                  <a:lnTo>
                    <a:pt x="111" y="0"/>
                  </a:lnTo>
                  <a:lnTo>
                    <a:pt x="0" y="115"/>
                  </a:lnTo>
                  <a:lnTo>
                    <a:pt x="0" y="131"/>
                  </a:lnTo>
                  <a:lnTo>
                    <a:pt x="164" y="131"/>
                  </a:lnTo>
                  <a:lnTo>
                    <a:pt x="180" y="115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6F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3" name="îṡļíďe">
              <a:extLst>
                <a:ext uri="{FF2B5EF4-FFF2-40B4-BE49-F238E27FC236}">
                  <a16:creationId xmlns:a16="http://schemas.microsoft.com/office/drawing/2014/main" id="{F7983BCE-A15B-4DB9-9C06-5D6147A6FF15}"/>
                </a:ext>
              </a:extLst>
            </p:cNvPr>
            <p:cNvSpPr/>
            <p:nvPr/>
          </p:nvSpPr>
          <p:spPr bwMode="auto">
            <a:xfrm>
              <a:off x="7245350" y="4857750"/>
              <a:ext cx="285750" cy="207963"/>
            </a:xfrm>
            <a:custGeom>
              <a:avLst/>
              <a:gdLst>
                <a:gd name="T0" fmla="*/ 180 w 180"/>
                <a:gd name="T1" fmla="*/ 0 h 131"/>
                <a:gd name="T2" fmla="*/ 111 w 180"/>
                <a:gd name="T3" fmla="*/ 0 h 131"/>
                <a:gd name="T4" fmla="*/ 0 w 180"/>
                <a:gd name="T5" fmla="*/ 115 h 131"/>
                <a:gd name="T6" fmla="*/ 0 w 180"/>
                <a:gd name="T7" fmla="*/ 131 h 131"/>
                <a:gd name="T8" fmla="*/ 164 w 180"/>
                <a:gd name="T9" fmla="*/ 131 h 131"/>
                <a:gd name="T10" fmla="*/ 180 w 180"/>
                <a:gd name="T11" fmla="*/ 115 h 131"/>
                <a:gd name="T12" fmla="*/ 180 w 180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131">
                  <a:moveTo>
                    <a:pt x="180" y="0"/>
                  </a:moveTo>
                  <a:lnTo>
                    <a:pt x="111" y="0"/>
                  </a:lnTo>
                  <a:lnTo>
                    <a:pt x="0" y="115"/>
                  </a:lnTo>
                  <a:lnTo>
                    <a:pt x="0" y="131"/>
                  </a:lnTo>
                  <a:lnTo>
                    <a:pt x="164" y="131"/>
                  </a:lnTo>
                  <a:lnTo>
                    <a:pt x="180" y="115"/>
                  </a:lnTo>
                  <a:lnTo>
                    <a:pt x="18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4" name="íšliḍê">
              <a:extLst>
                <a:ext uri="{FF2B5EF4-FFF2-40B4-BE49-F238E27FC236}">
                  <a16:creationId xmlns:a16="http://schemas.microsoft.com/office/drawing/2014/main" id="{D19CD72B-4EA9-4EA2-8D2C-391A055B3A46}"/>
                </a:ext>
              </a:extLst>
            </p:cNvPr>
            <p:cNvSpPr/>
            <p:nvPr/>
          </p:nvSpPr>
          <p:spPr bwMode="auto">
            <a:xfrm>
              <a:off x="7421563" y="4746625"/>
              <a:ext cx="109538" cy="111125"/>
            </a:xfrm>
            <a:custGeom>
              <a:avLst/>
              <a:gdLst>
                <a:gd name="T0" fmla="*/ 69 w 69"/>
                <a:gd name="T1" fmla="*/ 0 h 70"/>
                <a:gd name="T2" fmla="*/ 0 w 69"/>
                <a:gd name="T3" fmla="*/ 70 h 70"/>
                <a:gd name="T4" fmla="*/ 69 w 69"/>
                <a:gd name="T5" fmla="*/ 70 h 70"/>
                <a:gd name="T6" fmla="*/ 69 w 69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70">
                  <a:moveTo>
                    <a:pt x="69" y="0"/>
                  </a:moveTo>
                  <a:lnTo>
                    <a:pt x="0" y="70"/>
                  </a:lnTo>
                  <a:lnTo>
                    <a:pt x="69" y="70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5655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5" name="ïSľíḍê">
              <a:extLst>
                <a:ext uri="{FF2B5EF4-FFF2-40B4-BE49-F238E27FC236}">
                  <a16:creationId xmlns:a16="http://schemas.microsoft.com/office/drawing/2014/main" id="{DF05F70F-0CDD-4A3D-A589-026EB04DBEB9}"/>
                </a:ext>
              </a:extLst>
            </p:cNvPr>
            <p:cNvSpPr/>
            <p:nvPr/>
          </p:nvSpPr>
          <p:spPr bwMode="auto">
            <a:xfrm>
              <a:off x="7421563" y="4746625"/>
              <a:ext cx="109538" cy="111125"/>
            </a:xfrm>
            <a:custGeom>
              <a:avLst/>
              <a:gdLst>
                <a:gd name="T0" fmla="*/ 69 w 69"/>
                <a:gd name="T1" fmla="*/ 0 h 70"/>
                <a:gd name="T2" fmla="*/ 0 w 69"/>
                <a:gd name="T3" fmla="*/ 70 h 70"/>
                <a:gd name="T4" fmla="*/ 69 w 69"/>
                <a:gd name="T5" fmla="*/ 70 h 70"/>
                <a:gd name="T6" fmla="*/ 69 w 69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70">
                  <a:moveTo>
                    <a:pt x="69" y="0"/>
                  </a:moveTo>
                  <a:lnTo>
                    <a:pt x="0" y="70"/>
                  </a:lnTo>
                  <a:lnTo>
                    <a:pt x="69" y="70"/>
                  </a:lnTo>
                  <a:lnTo>
                    <a:pt x="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6" name="íslïďe">
              <a:extLst>
                <a:ext uri="{FF2B5EF4-FFF2-40B4-BE49-F238E27FC236}">
                  <a16:creationId xmlns:a16="http://schemas.microsoft.com/office/drawing/2014/main" id="{6B168565-8763-4924-AF89-9D2003751383}"/>
                </a:ext>
              </a:extLst>
            </p:cNvPr>
            <p:cNvSpPr/>
            <p:nvPr/>
          </p:nvSpPr>
          <p:spPr bwMode="auto">
            <a:xfrm>
              <a:off x="7215188" y="5065713"/>
              <a:ext cx="30163" cy="3175"/>
            </a:xfrm>
            <a:custGeom>
              <a:avLst/>
              <a:gdLst>
                <a:gd name="T0" fmla="*/ 19 w 19"/>
                <a:gd name="T1" fmla="*/ 0 h 2"/>
                <a:gd name="T2" fmla="*/ 2 w 19"/>
                <a:gd name="T3" fmla="*/ 0 h 2"/>
                <a:gd name="T4" fmla="*/ 0 w 19"/>
                <a:gd name="T5" fmla="*/ 2 h 2"/>
                <a:gd name="T6" fmla="*/ 19 w 19"/>
                <a:gd name="T7" fmla="*/ 2 h 2"/>
                <a:gd name="T8" fmla="*/ 19 w 19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">
                  <a:moveTo>
                    <a:pt x="19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19" y="2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292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7" name="îs1îḍé">
              <a:extLst>
                <a:ext uri="{FF2B5EF4-FFF2-40B4-BE49-F238E27FC236}">
                  <a16:creationId xmlns:a16="http://schemas.microsoft.com/office/drawing/2014/main" id="{FDFCFA37-F984-4A46-AEEA-F9A1714C6D3D}"/>
                </a:ext>
              </a:extLst>
            </p:cNvPr>
            <p:cNvSpPr/>
            <p:nvPr/>
          </p:nvSpPr>
          <p:spPr bwMode="auto">
            <a:xfrm>
              <a:off x="7215188" y="5065713"/>
              <a:ext cx="30163" cy="3175"/>
            </a:xfrm>
            <a:custGeom>
              <a:avLst/>
              <a:gdLst>
                <a:gd name="T0" fmla="*/ 19 w 19"/>
                <a:gd name="T1" fmla="*/ 0 h 2"/>
                <a:gd name="T2" fmla="*/ 2 w 19"/>
                <a:gd name="T3" fmla="*/ 0 h 2"/>
                <a:gd name="T4" fmla="*/ 0 w 19"/>
                <a:gd name="T5" fmla="*/ 2 h 2"/>
                <a:gd name="T6" fmla="*/ 19 w 19"/>
                <a:gd name="T7" fmla="*/ 2 h 2"/>
                <a:gd name="T8" fmla="*/ 19 w 19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">
                  <a:moveTo>
                    <a:pt x="19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19" y="2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8" name="îsļiḍe">
              <a:extLst>
                <a:ext uri="{FF2B5EF4-FFF2-40B4-BE49-F238E27FC236}">
                  <a16:creationId xmlns:a16="http://schemas.microsoft.com/office/drawing/2014/main" id="{6346E2A5-7005-47D8-A999-DC44B6C033D8}"/>
                </a:ext>
              </a:extLst>
            </p:cNvPr>
            <p:cNvSpPr/>
            <p:nvPr/>
          </p:nvSpPr>
          <p:spPr bwMode="auto">
            <a:xfrm>
              <a:off x="7218363" y="5040313"/>
              <a:ext cx="26988" cy="25400"/>
            </a:xfrm>
            <a:custGeom>
              <a:avLst/>
              <a:gdLst>
                <a:gd name="T0" fmla="*/ 17 w 17"/>
                <a:gd name="T1" fmla="*/ 0 h 16"/>
                <a:gd name="T2" fmla="*/ 0 w 17"/>
                <a:gd name="T3" fmla="*/ 16 h 16"/>
                <a:gd name="T4" fmla="*/ 17 w 17"/>
                <a:gd name="T5" fmla="*/ 16 h 16"/>
                <a:gd name="T6" fmla="*/ 17 w 17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6">
                  <a:moveTo>
                    <a:pt x="17" y="0"/>
                  </a:moveTo>
                  <a:lnTo>
                    <a:pt x="0" y="16"/>
                  </a:lnTo>
                  <a:lnTo>
                    <a:pt x="17" y="1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49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9" name="îSlídê">
              <a:extLst>
                <a:ext uri="{FF2B5EF4-FFF2-40B4-BE49-F238E27FC236}">
                  <a16:creationId xmlns:a16="http://schemas.microsoft.com/office/drawing/2014/main" id="{6CE33D2D-977F-4728-8145-FF5125FA3C53}"/>
                </a:ext>
              </a:extLst>
            </p:cNvPr>
            <p:cNvSpPr/>
            <p:nvPr/>
          </p:nvSpPr>
          <p:spPr bwMode="auto">
            <a:xfrm>
              <a:off x="7218363" y="5040313"/>
              <a:ext cx="26988" cy="25400"/>
            </a:xfrm>
            <a:custGeom>
              <a:avLst/>
              <a:gdLst>
                <a:gd name="T0" fmla="*/ 17 w 17"/>
                <a:gd name="T1" fmla="*/ 0 h 16"/>
                <a:gd name="T2" fmla="*/ 0 w 17"/>
                <a:gd name="T3" fmla="*/ 16 h 16"/>
                <a:gd name="T4" fmla="*/ 17 w 17"/>
                <a:gd name="T5" fmla="*/ 16 h 16"/>
                <a:gd name="T6" fmla="*/ 17 w 17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6">
                  <a:moveTo>
                    <a:pt x="17" y="0"/>
                  </a:moveTo>
                  <a:lnTo>
                    <a:pt x="0" y="16"/>
                  </a:lnTo>
                  <a:lnTo>
                    <a:pt x="17" y="16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0" name="iṣḻíḑê">
              <a:extLst>
                <a:ext uri="{FF2B5EF4-FFF2-40B4-BE49-F238E27FC236}">
                  <a16:creationId xmlns:a16="http://schemas.microsoft.com/office/drawing/2014/main" id="{C78F8DD7-DB85-4B34-8062-E6FF2355D632}"/>
                </a:ext>
              </a:extLst>
            </p:cNvPr>
            <p:cNvSpPr/>
            <p:nvPr/>
          </p:nvSpPr>
          <p:spPr bwMode="auto">
            <a:xfrm>
              <a:off x="7102475" y="4679950"/>
              <a:ext cx="442913" cy="469900"/>
            </a:xfrm>
            <a:custGeom>
              <a:avLst/>
              <a:gdLst>
                <a:gd name="T0" fmla="*/ 21 w 236"/>
                <a:gd name="T1" fmla="*/ 236 h 251"/>
                <a:gd name="T2" fmla="*/ 16 w 236"/>
                <a:gd name="T3" fmla="*/ 232 h 251"/>
                <a:gd name="T4" fmla="*/ 14 w 236"/>
                <a:gd name="T5" fmla="*/ 178 h 251"/>
                <a:gd name="T6" fmla="*/ 160 w 236"/>
                <a:gd name="T7" fmla="*/ 17 h 251"/>
                <a:gd name="T8" fmla="*/ 214 w 236"/>
                <a:gd name="T9" fmla="*/ 15 h 251"/>
                <a:gd name="T10" fmla="*/ 219 w 236"/>
                <a:gd name="T11" fmla="*/ 19 h 251"/>
                <a:gd name="T12" fmla="*/ 221 w 236"/>
                <a:gd name="T13" fmla="*/ 74 h 251"/>
                <a:gd name="T14" fmla="*/ 76 w 236"/>
                <a:gd name="T15" fmla="*/ 234 h 251"/>
                <a:gd name="T16" fmla="*/ 21 w 236"/>
                <a:gd name="T17" fmla="*/ 236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6" h="251">
                  <a:moveTo>
                    <a:pt x="21" y="236"/>
                  </a:moveTo>
                  <a:cubicBezTo>
                    <a:pt x="16" y="232"/>
                    <a:pt x="16" y="232"/>
                    <a:pt x="16" y="232"/>
                  </a:cubicBezTo>
                  <a:cubicBezTo>
                    <a:pt x="1" y="218"/>
                    <a:pt x="0" y="193"/>
                    <a:pt x="14" y="178"/>
                  </a:cubicBezTo>
                  <a:cubicBezTo>
                    <a:pt x="160" y="17"/>
                    <a:pt x="160" y="17"/>
                    <a:pt x="160" y="17"/>
                  </a:cubicBezTo>
                  <a:cubicBezTo>
                    <a:pt x="174" y="2"/>
                    <a:pt x="198" y="0"/>
                    <a:pt x="214" y="15"/>
                  </a:cubicBezTo>
                  <a:cubicBezTo>
                    <a:pt x="219" y="19"/>
                    <a:pt x="219" y="19"/>
                    <a:pt x="219" y="19"/>
                  </a:cubicBezTo>
                  <a:cubicBezTo>
                    <a:pt x="234" y="34"/>
                    <a:pt x="236" y="58"/>
                    <a:pt x="221" y="74"/>
                  </a:cubicBezTo>
                  <a:cubicBezTo>
                    <a:pt x="76" y="234"/>
                    <a:pt x="76" y="234"/>
                    <a:pt x="76" y="234"/>
                  </a:cubicBezTo>
                  <a:cubicBezTo>
                    <a:pt x="61" y="249"/>
                    <a:pt x="37" y="251"/>
                    <a:pt x="21" y="236"/>
                  </a:cubicBezTo>
                  <a:close/>
                </a:path>
              </a:pathLst>
            </a:custGeom>
            <a:solidFill>
              <a:srgbClr val="D0A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1" name="íṧḻîḍè">
              <a:extLst>
                <a:ext uri="{FF2B5EF4-FFF2-40B4-BE49-F238E27FC236}">
                  <a16:creationId xmlns:a16="http://schemas.microsoft.com/office/drawing/2014/main" id="{5DFA2E97-92B0-4576-8701-7378FDCC1F51}"/>
                </a:ext>
              </a:extLst>
            </p:cNvPr>
            <p:cNvSpPr/>
            <p:nvPr/>
          </p:nvSpPr>
          <p:spPr bwMode="auto">
            <a:xfrm>
              <a:off x="7531100" y="5065713"/>
              <a:ext cx="287338" cy="3175"/>
            </a:xfrm>
            <a:prstGeom prst="rect">
              <a:avLst/>
            </a:prstGeom>
            <a:solidFill>
              <a:srgbClr val="2F3B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2" name="ïṧļíďê">
              <a:extLst>
                <a:ext uri="{FF2B5EF4-FFF2-40B4-BE49-F238E27FC236}">
                  <a16:creationId xmlns:a16="http://schemas.microsoft.com/office/drawing/2014/main" id="{CA50419C-7AD5-47CA-A2BD-341787EBF739}"/>
                </a:ext>
              </a:extLst>
            </p:cNvPr>
            <p:cNvSpPr/>
            <p:nvPr/>
          </p:nvSpPr>
          <p:spPr bwMode="auto">
            <a:xfrm>
              <a:off x="7531100" y="5065713"/>
              <a:ext cx="287338" cy="3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3" name="iṥļîḑe">
              <a:extLst>
                <a:ext uri="{FF2B5EF4-FFF2-40B4-BE49-F238E27FC236}">
                  <a16:creationId xmlns:a16="http://schemas.microsoft.com/office/drawing/2014/main" id="{4F817C60-497C-49E6-9742-67CF23577907}"/>
                </a:ext>
              </a:extLst>
            </p:cNvPr>
            <p:cNvSpPr/>
            <p:nvPr/>
          </p:nvSpPr>
          <p:spPr bwMode="auto">
            <a:xfrm>
              <a:off x="7531100" y="4857750"/>
              <a:ext cx="287338" cy="207963"/>
            </a:xfrm>
            <a:custGeom>
              <a:avLst/>
              <a:gdLst>
                <a:gd name="T0" fmla="*/ 181 w 181"/>
                <a:gd name="T1" fmla="*/ 0 h 131"/>
                <a:gd name="T2" fmla="*/ 113 w 181"/>
                <a:gd name="T3" fmla="*/ 0 h 131"/>
                <a:gd name="T4" fmla="*/ 0 w 181"/>
                <a:gd name="T5" fmla="*/ 115 h 131"/>
                <a:gd name="T6" fmla="*/ 0 w 181"/>
                <a:gd name="T7" fmla="*/ 131 h 131"/>
                <a:gd name="T8" fmla="*/ 181 w 181"/>
                <a:gd name="T9" fmla="*/ 131 h 131"/>
                <a:gd name="T10" fmla="*/ 181 w 181"/>
                <a:gd name="T11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" h="131">
                  <a:moveTo>
                    <a:pt x="181" y="0"/>
                  </a:moveTo>
                  <a:lnTo>
                    <a:pt x="113" y="0"/>
                  </a:lnTo>
                  <a:lnTo>
                    <a:pt x="0" y="115"/>
                  </a:lnTo>
                  <a:lnTo>
                    <a:pt x="0" y="131"/>
                  </a:lnTo>
                  <a:lnTo>
                    <a:pt x="181" y="131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6F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4" name="iṥļíḓè">
              <a:extLst>
                <a:ext uri="{FF2B5EF4-FFF2-40B4-BE49-F238E27FC236}">
                  <a16:creationId xmlns:a16="http://schemas.microsoft.com/office/drawing/2014/main" id="{1111FE36-B14A-4B60-901B-1A9086B380EB}"/>
                </a:ext>
              </a:extLst>
            </p:cNvPr>
            <p:cNvSpPr/>
            <p:nvPr/>
          </p:nvSpPr>
          <p:spPr bwMode="auto">
            <a:xfrm>
              <a:off x="7531100" y="4857750"/>
              <a:ext cx="287338" cy="207963"/>
            </a:xfrm>
            <a:custGeom>
              <a:avLst/>
              <a:gdLst>
                <a:gd name="T0" fmla="*/ 181 w 181"/>
                <a:gd name="T1" fmla="*/ 0 h 131"/>
                <a:gd name="T2" fmla="*/ 113 w 181"/>
                <a:gd name="T3" fmla="*/ 0 h 131"/>
                <a:gd name="T4" fmla="*/ 0 w 181"/>
                <a:gd name="T5" fmla="*/ 115 h 131"/>
                <a:gd name="T6" fmla="*/ 0 w 181"/>
                <a:gd name="T7" fmla="*/ 131 h 131"/>
                <a:gd name="T8" fmla="*/ 181 w 181"/>
                <a:gd name="T9" fmla="*/ 131 h 131"/>
                <a:gd name="T10" fmla="*/ 181 w 181"/>
                <a:gd name="T11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" h="131">
                  <a:moveTo>
                    <a:pt x="181" y="0"/>
                  </a:moveTo>
                  <a:lnTo>
                    <a:pt x="113" y="0"/>
                  </a:lnTo>
                  <a:lnTo>
                    <a:pt x="0" y="115"/>
                  </a:lnTo>
                  <a:lnTo>
                    <a:pt x="0" y="131"/>
                  </a:lnTo>
                  <a:lnTo>
                    <a:pt x="181" y="131"/>
                  </a:lnTo>
                  <a:lnTo>
                    <a:pt x="18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5" name="ïṧḻíḓè">
              <a:extLst>
                <a:ext uri="{FF2B5EF4-FFF2-40B4-BE49-F238E27FC236}">
                  <a16:creationId xmlns:a16="http://schemas.microsoft.com/office/drawing/2014/main" id="{EC863029-AB13-4889-8016-A8D463D623D2}"/>
                </a:ext>
              </a:extLst>
            </p:cNvPr>
            <p:cNvSpPr/>
            <p:nvPr/>
          </p:nvSpPr>
          <p:spPr bwMode="auto">
            <a:xfrm>
              <a:off x="7710488" y="4746625"/>
              <a:ext cx="107950" cy="111125"/>
            </a:xfrm>
            <a:custGeom>
              <a:avLst/>
              <a:gdLst>
                <a:gd name="T0" fmla="*/ 68 w 68"/>
                <a:gd name="T1" fmla="*/ 0 h 70"/>
                <a:gd name="T2" fmla="*/ 0 w 68"/>
                <a:gd name="T3" fmla="*/ 70 h 70"/>
                <a:gd name="T4" fmla="*/ 68 w 68"/>
                <a:gd name="T5" fmla="*/ 70 h 70"/>
                <a:gd name="T6" fmla="*/ 68 w 68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70">
                  <a:moveTo>
                    <a:pt x="68" y="0"/>
                  </a:moveTo>
                  <a:lnTo>
                    <a:pt x="0" y="70"/>
                  </a:lnTo>
                  <a:lnTo>
                    <a:pt x="68" y="70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5655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6" name="isļiḋé">
              <a:extLst>
                <a:ext uri="{FF2B5EF4-FFF2-40B4-BE49-F238E27FC236}">
                  <a16:creationId xmlns:a16="http://schemas.microsoft.com/office/drawing/2014/main" id="{7061A327-C55C-4029-BBB7-1CAD2EB2AB72}"/>
                </a:ext>
              </a:extLst>
            </p:cNvPr>
            <p:cNvSpPr/>
            <p:nvPr/>
          </p:nvSpPr>
          <p:spPr bwMode="auto">
            <a:xfrm>
              <a:off x="7710488" y="4746625"/>
              <a:ext cx="107950" cy="111125"/>
            </a:xfrm>
            <a:custGeom>
              <a:avLst/>
              <a:gdLst>
                <a:gd name="T0" fmla="*/ 68 w 68"/>
                <a:gd name="T1" fmla="*/ 0 h 70"/>
                <a:gd name="T2" fmla="*/ 0 w 68"/>
                <a:gd name="T3" fmla="*/ 70 h 70"/>
                <a:gd name="T4" fmla="*/ 68 w 68"/>
                <a:gd name="T5" fmla="*/ 70 h 70"/>
                <a:gd name="T6" fmla="*/ 68 w 68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70">
                  <a:moveTo>
                    <a:pt x="68" y="0"/>
                  </a:moveTo>
                  <a:lnTo>
                    <a:pt x="0" y="70"/>
                  </a:lnTo>
                  <a:lnTo>
                    <a:pt x="68" y="70"/>
                  </a:lnTo>
                  <a:lnTo>
                    <a:pt x="6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7" name="î$ļíḍé">
              <a:extLst>
                <a:ext uri="{FF2B5EF4-FFF2-40B4-BE49-F238E27FC236}">
                  <a16:creationId xmlns:a16="http://schemas.microsoft.com/office/drawing/2014/main" id="{EA72CC6A-056D-484B-9B33-148F4118752E}"/>
                </a:ext>
              </a:extLst>
            </p:cNvPr>
            <p:cNvSpPr/>
            <p:nvPr/>
          </p:nvSpPr>
          <p:spPr bwMode="auto">
            <a:xfrm>
              <a:off x="7502525" y="5065713"/>
              <a:ext cx="28575" cy="3175"/>
            </a:xfrm>
            <a:custGeom>
              <a:avLst/>
              <a:gdLst>
                <a:gd name="T0" fmla="*/ 18 w 18"/>
                <a:gd name="T1" fmla="*/ 0 h 2"/>
                <a:gd name="T2" fmla="*/ 2 w 18"/>
                <a:gd name="T3" fmla="*/ 0 h 2"/>
                <a:gd name="T4" fmla="*/ 0 w 18"/>
                <a:gd name="T5" fmla="*/ 2 h 2"/>
                <a:gd name="T6" fmla="*/ 18 w 18"/>
                <a:gd name="T7" fmla="*/ 2 h 2"/>
                <a:gd name="T8" fmla="*/ 18 w 1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">
                  <a:moveTo>
                    <a:pt x="18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18" y="2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292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8" name="îślíḍé">
              <a:extLst>
                <a:ext uri="{FF2B5EF4-FFF2-40B4-BE49-F238E27FC236}">
                  <a16:creationId xmlns:a16="http://schemas.microsoft.com/office/drawing/2014/main" id="{BA7EDBB7-7295-41C8-A729-497C71AD4689}"/>
                </a:ext>
              </a:extLst>
            </p:cNvPr>
            <p:cNvSpPr/>
            <p:nvPr/>
          </p:nvSpPr>
          <p:spPr bwMode="auto">
            <a:xfrm>
              <a:off x="7502525" y="5065713"/>
              <a:ext cx="28575" cy="3175"/>
            </a:xfrm>
            <a:custGeom>
              <a:avLst/>
              <a:gdLst>
                <a:gd name="T0" fmla="*/ 18 w 18"/>
                <a:gd name="T1" fmla="*/ 0 h 2"/>
                <a:gd name="T2" fmla="*/ 2 w 18"/>
                <a:gd name="T3" fmla="*/ 0 h 2"/>
                <a:gd name="T4" fmla="*/ 0 w 18"/>
                <a:gd name="T5" fmla="*/ 2 h 2"/>
                <a:gd name="T6" fmla="*/ 18 w 18"/>
                <a:gd name="T7" fmla="*/ 2 h 2"/>
                <a:gd name="T8" fmla="*/ 18 w 1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">
                  <a:moveTo>
                    <a:pt x="18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18" y="2"/>
                  </a:ln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9" name="iṣ1ïḋê">
              <a:extLst>
                <a:ext uri="{FF2B5EF4-FFF2-40B4-BE49-F238E27FC236}">
                  <a16:creationId xmlns:a16="http://schemas.microsoft.com/office/drawing/2014/main" id="{BB2FE002-942E-4C07-8B08-6F40422ED817}"/>
                </a:ext>
              </a:extLst>
            </p:cNvPr>
            <p:cNvSpPr/>
            <p:nvPr/>
          </p:nvSpPr>
          <p:spPr bwMode="auto">
            <a:xfrm>
              <a:off x="7505700" y="5040313"/>
              <a:ext cx="25400" cy="25400"/>
            </a:xfrm>
            <a:custGeom>
              <a:avLst/>
              <a:gdLst>
                <a:gd name="T0" fmla="*/ 16 w 16"/>
                <a:gd name="T1" fmla="*/ 0 h 16"/>
                <a:gd name="T2" fmla="*/ 0 w 16"/>
                <a:gd name="T3" fmla="*/ 16 h 16"/>
                <a:gd name="T4" fmla="*/ 16 w 16"/>
                <a:gd name="T5" fmla="*/ 16 h 16"/>
                <a:gd name="T6" fmla="*/ 16 w 16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6">
                  <a:moveTo>
                    <a:pt x="16" y="0"/>
                  </a:move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9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0" name="íS1îḓé">
              <a:extLst>
                <a:ext uri="{FF2B5EF4-FFF2-40B4-BE49-F238E27FC236}">
                  <a16:creationId xmlns:a16="http://schemas.microsoft.com/office/drawing/2014/main" id="{59F3D68A-615F-4B1B-9BA4-3F1C9C230DC8}"/>
                </a:ext>
              </a:extLst>
            </p:cNvPr>
            <p:cNvSpPr/>
            <p:nvPr/>
          </p:nvSpPr>
          <p:spPr bwMode="auto">
            <a:xfrm>
              <a:off x="7505700" y="5040313"/>
              <a:ext cx="25400" cy="25400"/>
            </a:xfrm>
            <a:custGeom>
              <a:avLst/>
              <a:gdLst>
                <a:gd name="T0" fmla="*/ 16 w 16"/>
                <a:gd name="T1" fmla="*/ 0 h 16"/>
                <a:gd name="T2" fmla="*/ 0 w 16"/>
                <a:gd name="T3" fmla="*/ 16 h 16"/>
                <a:gd name="T4" fmla="*/ 16 w 16"/>
                <a:gd name="T5" fmla="*/ 16 h 16"/>
                <a:gd name="T6" fmla="*/ 16 w 16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6">
                  <a:moveTo>
                    <a:pt x="16" y="0"/>
                  </a:move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1" name="íṡḻiḋé">
              <a:extLst>
                <a:ext uri="{FF2B5EF4-FFF2-40B4-BE49-F238E27FC236}">
                  <a16:creationId xmlns:a16="http://schemas.microsoft.com/office/drawing/2014/main" id="{9CB903BE-2ABC-4740-A9D3-363DD4D93379}"/>
                </a:ext>
              </a:extLst>
            </p:cNvPr>
            <p:cNvSpPr/>
            <p:nvPr/>
          </p:nvSpPr>
          <p:spPr bwMode="auto">
            <a:xfrm>
              <a:off x="7389813" y="4679950"/>
              <a:ext cx="441325" cy="469900"/>
            </a:xfrm>
            <a:custGeom>
              <a:avLst/>
              <a:gdLst>
                <a:gd name="T0" fmla="*/ 22 w 236"/>
                <a:gd name="T1" fmla="*/ 236 h 251"/>
                <a:gd name="T2" fmla="*/ 17 w 236"/>
                <a:gd name="T3" fmla="*/ 232 h 251"/>
                <a:gd name="T4" fmla="*/ 14 w 236"/>
                <a:gd name="T5" fmla="*/ 178 h 251"/>
                <a:gd name="T6" fmla="*/ 160 w 236"/>
                <a:gd name="T7" fmla="*/ 17 h 251"/>
                <a:gd name="T8" fmla="*/ 214 w 236"/>
                <a:gd name="T9" fmla="*/ 15 h 251"/>
                <a:gd name="T10" fmla="*/ 219 w 236"/>
                <a:gd name="T11" fmla="*/ 19 h 251"/>
                <a:gd name="T12" fmla="*/ 222 w 236"/>
                <a:gd name="T13" fmla="*/ 74 h 251"/>
                <a:gd name="T14" fmla="*/ 76 w 236"/>
                <a:gd name="T15" fmla="*/ 234 h 251"/>
                <a:gd name="T16" fmla="*/ 22 w 236"/>
                <a:gd name="T17" fmla="*/ 236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6" h="251">
                  <a:moveTo>
                    <a:pt x="22" y="236"/>
                  </a:moveTo>
                  <a:cubicBezTo>
                    <a:pt x="17" y="232"/>
                    <a:pt x="17" y="232"/>
                    <a:pt x="17" y="232"/>
                  </a:cubicBezTo>
                  <a:cubicBezTo>
                    <a:pt x="1" y="218"/>
                    <a:pt x="0" y="193"/>
                    <a:pt x="14" y="178"/>
                  </a:cubicBezTo>
                  <a:cubicBezTo>
                    <a:pt x="160" y="17"/>
                    <a:pt x="160" y="17"/>
                    <a:pt x="160" y="17"/>
                  </a:cubicBezTo>
                  <a:cubicBezTo>
                    <a:pt x="174" y="2"/>
                    <a:pt x="198" y="0"/>
                    <a:pt x="214" y="15"/>
                  </a:cubicBezTo>
                  <a:cubicBezTo>
                    <a:pt x="219" y="19"/>
                    <a:pt x="219" y="19"/>
                    <a:pt x="219" y="19"/>
                  </a:cubicBezTo>
                  <a:cubicBezTo>
                    <a:pt x="235" y="34"/>
                    <a:pt x="236" y="58"/>
                    <a:pt x="222" y="74"/>
                  </a:cubicBezTo>
                  <a:cubicBezTo>
                    <a:pt x="76" y="234"/>
                    <a:pt x="76" y="234"/>
                    <a:pt x="76" y="234"/>
                  </a:cubicBezTo>
                  <a:cubicBezTo>
                    <a:pt x="62" y="249"/>
                    <a:pt x="37" y="251"/>
                    <a:pt x="22" y="236"/>
                  </a:cubicBezTo>
                  <a:close/>
                </a:path>
              </a:pathLst>
            </a:custGeom>
            <a:solidFill>
              <a:srgbClr val="D0A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2" name="işľiḓè">
              <a:extLst>
                <a:ext uri="{FF2B5EF4-FFF2-40B4-BE49-F238E27FC236}">
                  <a16:creationId xmlns:a16="http://schemas.microsoft.com/office/drawing/2014/main" id="{48D35120-FF58-4AB0-90B7-539B5C43E717}"/>
                </a:ext>
              </a:extLst>
            </p:cNvPr>
            <p:cNvSpPr/>
            <p:nvPr/>
          </p:nvSpPr>
          <p:spPr bwMode="auto">
            <a:xfrm>
              <a:off x="4017963" y="2266950"/>
              <a:ext cx="1201738" cy="1201738"/>
            </a:xfrm>
            <a:prstGeom prst="ellipse">
              <a:avLst/>
            </a:pr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3" name="îš1ïďè">
              <a:extLst>
                <a:ext uri="{FF2B5EF4-FFF2-40B4-BE49-F238E27FC236}">
                  <a16:creationId xmlns:a16="http://schemas.microsoft.com/office/drawing/2014/main" id="{2A01B139-62E4-4CC5-B822-43E596C0AA7F}"/>
                </a:ext>
              </a:extLst>
            </p:cNvPr>
            <p:cNvSpPr/>
            <p:nvPr/>
          </p:nvSpPr>
          <p:spPr bwMode="auto">
            <a:xfrm>
              <a:off x="4198938" y="2435225"/>
              <a:ext cx="858838" cy="858838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4" name="íṡľíḋe">
              <a:extLst>
                <a:ext uri="{FF2B5EF4-FFF2-40B4-BE49-F238E27FC236}">
                  <a16:creationId xmlns:a16="http://schemas.microsoft.com/office/drawing/2014/main" id="{6E93BBED-4B65-42DD-B955-AB5D37400A44}"/>
                </a:ext>
              </a:extLst>
            </p:cNvPr>
            <p:cNvSpPr/>
            <p:nvPr/>
          </p:nvSpPr>
          <p:spPr bwMode="auto">
            <a:xfrm>
              <a:off x="3206750" y="2633663"/>
              <a:ext cx="3375025" cy="2747963"/>
            </a:xfrm>
            <a:custGeom>
              <a:avLst/>
              <a:gdLst>
                <a:gd name="T0" fmla="*/ 788 w 1802"/>
                <a:gd name="T1" fmla="*/ 1452 h 1469"/>
                <a:gd name="T2" fmla="*/ 570 w 1802"/>
                <a:gd name="T3" fmla="*/ 1394 h 1469"/>
                <a:gd name="T4" fmla="*/ 140 w 1802"/>
                <a:gd name="T5" fmla="*/ 1188 h 1469"/>
                <a:gd name="T6" fmla="*/ 3 w 1802"/>
                <a:gd name="T7" fmla="*/ 1014 h 1469"/>
                <a:gd name="T8" fmla="*/ 25 w 1802"/>
                <a:gd name="T9" fmla="*/ 931 h 1469"/>
                <a:gd name="T10" fmla="*/ 66 w 1802"/>
                <a:gd name="T11" fmla="*/ 883 h 1469"/>
                <a:gd name="T12" fmla="*/ 244 w 1802"/>
                <a:gd name="T13" fmla="*/ 767 h 1469"/>
                <a:gd name="T14" fmla="*/ 434 w 1802"/>
                <a:gd name="T15" fmla="*/ 653 h 1469"/>
                <a:gd name="T16" fmla="*/ 531 w 1802"/>
                <a:gd name="T17" fmla="*/ 553 h 1469"/>
                <a:gd name="T18" fmla="*/ 531 w 1802"/>
                <a:gd name="T19" fmla="*/ 550 h 1469"/>
                <a:gd name="T20" fmla="*/ 532 w 1802"/>
                <a:gd name="T21" fmla="*/ 547 h 1469"/>
                <a:gd name="T22" fmla="*/ 639 w 1802"/>
                <a:gd name="T23" fmla="*/ 122 h 1469"/>
                <a:gd name="T24" fmla="*/ 720 w 1802"/>
                <a:gd name="T25" fmla="*/ 15 h 1469"/>
                <a:gd name="T26" fmla="*/ 1400 w 1802"/>
                <a:gd name="T27" fmla="*/ 15 h 1469"/>
                <a:gd name="T28" fmla="*/ 1401 w 1802"/>
                <a:gd name="T29" fmla="*/ 15 h 1469"/>
                <a:gd name="T30" fmla="*/ 1413 w 1802"/>
                <a:gd name="T31" fmla="*/ 15 h 1469"/>
                <a:gd name="T32" fmla="*/ 1802 w 1802"/>
                <a:gd name="T33" fmla="*/ 404 h 1469"/>
                <a:gd name="T34" fmla="*/ 1682 w 1802"/>
                <a:gd name="T35" fmla="*/ 707 h 1469"/>
                <a:gd name="T36" fmla="*/ 1196 w 1802"/>
                <a:gd name="T37" fmla="*/ 1224 h 1469"/>
                <a:gd name="T38" fmla="*/ 788 w 1802"/>
                <a:gd name="T39" fmla="*/ 1452 h 1469"/>
                <a:gd name="T40" fmla="*/ 181 w 1802"/>
                <a:gd name="T41" fmla="*/ 1140 h 1469"/>
                <a:gd name="T42" fmla="*/ 595 w 1802"/>
                <a:gd name="T43" fmla="*/ 1349 h 1469"/>
                <a:gd name="T44" fmla="*/ 788 w 1802"/>
                <a:gd name="T45" fmla="*/ 1400 h 1469"/>
                <a:gd name="T46" fmla="*/ 1125 w 1802"/>
                <a:gd name="T47" fmla="*/ 1208 h 1469"/>
                <a:gd name="T48" fmla="*/ 1130 w 1802"/>
                <a:gd name="T49" fmla="*/ 1199 h 1469"/>
                <a:gd name="T50" fmla="*/ 1136 w 1802"/>
                <a:gd name="T51" fmla="*/ 1198 h 1469"/>
                <a:gd name="T52" fmla="*/ 1630 w 1802"/>
                <a:gd name="T53" fmla="*/ 661 h 1469"/>
                <a:gd name="T54" fmla="*/ 1631 w 1802"/>
                <a:gd name="T55" fmla="*/ 660 h 1469"/>
                <a:gd name="T56" fmla="*/ 1750 w 1802"/>
                <a:gd name="T57" fmla="*/ 404 h 1469"/>
                <a:gd name="T58" fmla="*/ 1413 w 1802"/>
                <a:gd name="T59" fmla="*/ 67 h 1469"/>
                <a:gd name="T60" fmla="*/ 1386 w 1802"/>
                <a:gd name="T61" fmla="*/ 69 h 1469"/>
                <a:gd name="T62" fmla="*/ 1368 w 1802"/>
                <a:gd name="T63" fmla="*/ 70 h 1469"/>
                <a:gd name="T64" fmla="*/ 1366 w 1802"/>
                <a:gd name="T65" fmla="*/ 67 h 1469"/>
                <a:gd name="T66" fmla="*/ 769 w 1802"/>
                <a:gd name="T67" fmla="*/ 64 h 1469"/>
                <a:gd name="T68" fmla="*/ 766 w 1802"/>
                <a:gd name="T69" fmla="*/ 63 h 1469"/>
                <a:gd name="T70" fmla="*/ 742 w 1802"/>
                <a:gd name="T71" fmla="*/ 63 h 1469"/>
                <a:gd name="T72" fmla="*/ 740 w 1802"/>
                <a:gd name="T73" fmla="*/ 64 h 1469"/>
                <a:gd name="T74" fmla="*/ 691 w 1802"/>
                <a:gd name="T75" fmla="*/ 125 h 1469"/>
                <a:gd name="T76" fmla="*/ 584 w 1802"/>
                <a:gd name="T77" fmla="*/ 557 h 1469"/>
                <a:gd name="T78" fmla="*/ 443 w 1802"/>
                <a:gd name="T79" fmla="*/ 712 h 1469"/>
                <a:gd name="T80" fmla="*/ 105 w 1802"/>
                <a:gd name="T81" fmla="*/ 919 h 1469"/>
                <a:gd name="T82" fmla="*/ 102 w 1802"/>
                <a:gd name="T83" fmla="*/ 921 h 1469"/>
                <a:gd name="T84" fmla="*/ 100 w 1802"/>
                <a:gd name="T85" fmla="*/ 923 h 1469"/>
                <a:gd name="T86" fmla="*/ 69 w 1802"/>
                <a:gd name="T87" fmla="*/ 959 h 1469"/>
                <a:gd name="T88" fmla="*/ 68 w 1802"/>
                <a:gd name="T89" fmla="*/ 962 h 1469"/>
                <a:gd name="T90" fmla="*/ 55 w 1802"/>
                <a:gd name="T91" fmla="*/ 1014 h 1469"/>
                <a:gd name="T92" fmla="*/ 161 w 1802"/>
                <a:gd name="T93" fmla="*/ 1129 h 1469"/>
                <a:gd name="T94" fmla="*/ 175 w 1802"/>
                <a:gd name="T95" fmla="*/ 1130 h 1469"/>
                <a:gd name="T96" fmla="*/ 181 w 1802"/>
                <a:gd name="T97" fmla="*/ 1140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02" h="1469">
                  <a:moveTo>
                    <a:pt x="788" y="1452"/>
                  </a:moveTo>
                  <a:cubicBezTo>
                    <a:pt x="712" y="1444"/>
                    <a:pt x="638" y="1430"/>
                    <a:pt x="570" y="1394"/>
                  </a:cubicBezTo>
                  <a:cubicBezTo>
                    <a:pt x="464" y="1339"/>
                    <a:pt x="140" y="1188"/>
                    <a:pt x="140" y="1188"/>
                  </a:cubicBezTo>
                  <a:cubicBezTo>
                    <a:pt x="51" y="1151"/>
                    <a:pt x="7" y="1096"/>
                    <a:pt x="3" y="1014"/>
                  </a:cubicBezTo>
                  <a:cubicBezTo>
                    <a:pt x="0" y="971"/>
                    <a:pt x="25" y="931"/>
                    <a:pt x="25" y="931"/>
                  </a:cubicBezTo>
                  <a:cubicBezTo>
                    <a:pt x="35" y="913"/>
                    <a:pt x="49" y="896"/>
                    <a:pt x="66" y="883"/>
                  </a:cubicBezTo>
                  <a:cubicBezTo>
                    <a:pt x="66" y="883"/>
                    <a:pt x="158" y="822"/>
                    <a:pt x="244" y="767"/>
                  </a:cubicBezTo>
                  <a:cubicBezTo>
                    <a:pt x="422" y="653"/>
                    <a:pt x="424" y="653"/>
                    <a:pt x="434" y="653"/>
                  </a:cubicBezTo>
                  <a:cubicBezTo>
                    <a:pt x="489" y="653"/>
                    <a:pt x="531" y="608"/>
                    <a:pt x="531" y="553"/>
                  </a:cubicBezTo>
                  <a:cubicBezTo>
                    <a:pt x="531" y="550"/>
                    <a:pt x="531" y="550"/>
                    <a:pt x="531" y="550"/>
                  </a:cubicBezTo>
                  <a:cubicBezTo>
                    <a:pt x="532" y="547"/>
                    <a:pt x="532" y="547"/>
                    <a:pt x="532" y="547"/>
                  </a:cubicBezTo>
                  <a:cubicBezTo>
                    <a:pt x="572" y="387"/>
                    <a:pt x="633" y="148"/>
                    <a:pt x="639" y="122"/>
                  </a:cubicBezTo>
                  <a:cubicBezTo>
                    <a:pt x="640" y="72"/>
                    <a:pt x="669" y="29"/>
                    <a:pt x="720" y="15"/>
                  </a:cubicBezTo>
                  <a:cubicBezTo>
                    <a:pt x="772" y="0"/>
                    <a:pt x="1400" y="15"/>
                    <a:pt x="1400" y="15"/>
                  </a:cubicBezTo>
                  <a:cubicBezTo>
                    <a:pt x="1401" y="15"/>
                    <a:pt x="1401" y="15"/>
                    <a:pt x="1401" y="15"/>
                  </a:cubicBezTo>
                  <a:cubicBezTo>
                    <a:pt x="1405" y="15"/>
                    <a:pt x="1409" y="15"/>
                    <a:pt x="1413" y="15"/>
                  </a:cubicBezTo>
                  <a:cubicBezTo>
                    <a:pt x="1628" y="15"/>
                    <a:pt x="1802" y="190"/>
                    <a:pt x="1802" y="404"/>
                  </a:cubicBezTo>
                  <a:cubicBezTo>
                    <a:pt x="1802" y="518"/>
                    <a:pt x="1760" y="625"/>
                    <a:pt x="1682" y="707"/>
                  </a:cubicBezTo>
                  <a:cubicBezTo>
                    <a:pt x="1561" y="835"/>
                    <a:pt x="1435" y="1001"/>
                    <a:pt x="1196" y="1224"/>
                  </a:cubicBezTo>
                  <a:cubicBezTo>
                    <a:pt x="1052" y="1358"/>
                    <a:pt x="962" y="1469"/>
                    <a:pt x="788" y="1452"/>
                  </a:cubicBezTo>
                  <a:moveTo>
                    <a:pt x="181" y="1140"/>
                  </a:moveTo>
                  <a:cubicBezTo>
                    <a:pt x="595" y="1349"/>
                    <a:pt x="595" y="1349"/>
                    <a:pt x="595" y="1349"/>
                  </a:cubicBezTo>
                  <a:cubicBezTo>
                    <a:pt x="654" y="1382"/>
                    <a:pt x="721" y="1400"/>
                    <a:pt x="788" y="1400"/>
                  </a:cubicBezTo>
                  <a:cubicBezTo>
                    <a:pt x="926" y="1400"/>
                    <a:pt x="1055" y="1326"/>
                    <a:pt x="1125" y="1208"/>
                  </a:cubicBezTo>
                  <a:cubicBezTo>
                    <a:pt x="1130" y="1199"/>
                    <a:pt x="1130" y="1199"/>
                    <a:pt x="1130" y="1199"/>
                  </a:cubicBezTo>
                  <a:cubicBezTo>
                    <a:pt x="1136" y="1198"/>
                    <a:pt x="1136" y="1198"/>
                    <a:pt x="1136" y="1198"/>
                  </a:cubicBezTo>
                  <a:cubicBezTo>
                    <a:pt x="1630" y="661"/>
                    <a:pt x="1630" y="661"/>
                    <a:pt x="1630" y="661"/>
                  </a:cubicBezTo>
                  <a:cubicBezTo>
                    <a:pt x="1631" y="660"/>
                    <a:pt x="1631" y="660"/>
                    <a:pt x="1631" y="660"/>
                  </a:cubicBezTo>
                  <a:cubicBezTo>
                    <a:pt x="1707" y="596"/>
                    <a:pt x="1750" y="503"/>
                    <a:pt x="1750" y="404"/>
                  </a:cubicBezTo>
                  <a:cubicBezTo>
                    <a:pt x="1750" y="218"/>
                    <a:pt x="1599" y="67"/>
                    <a:pt x="1413" y="67"/>
                  </a:cubicBezTo>
                  <a:cubicBezTo>
                    <a:pt x="1405" y="67"/>
                    <a:pt x="1396" y="68"/>
                    <a:pt x="1386" y="69"/>
                  </a:cubicBezTo>
                  <a:cubicBezTo>
                    <a:pt x="1368" y="70"/>
                    <a:pt x="1368" y="70"/>
                    <a:pt x="1368" y="70"/>
                  </a:cubicBezTo>
                  <a:cubicBezTo>
                    <a:pt x="1366" y="67"/>
                    <a:pt x="1366" y="67"/>
                    <a:pt x="1366" y="67"/>
                  </a:cubicBezTo>
                  <a:cubicBezTo>
                    <a:pt x="769" y="64"/>
                    <a:pt x="769" y="64"/>
                    <a:pt x="769" y="64"/>
                  </a:cubicBezTo>
                  <a:cubicBezTo>
                    <a:pt x="766" y="63"/>
                    <a:pt x="766" y="63"/>
                    <a:pt x="766" y="63"/>
                  </a:cubicBezTo>
                  <a:cubicBezTo>
                    <a:pt x="758" y="62"/>
                    <a:pt x="751" y="61"/>
                    <a:pt x="742" y="63"/>
                  </a:cubicBezTo>
                  <a:cubicBezTo>
                    <a:pt x="740" y="64"/>
                    <a:pt x="740" y="64"/>
                    <a:pt x="740" y="64"/>
                  </a:cubicBezTo>
                  <a:cubicBezTo>
                    <a:pt x="711" y="70"/>
                    <a:pt x="691" y="95"/>
                    <a:pt x="691" y="125"/>
                  </a:cubicBezTo>
                  <a:cubicBezTo>
                    <a:pt x="691" y="129"/>
                    <a:pt x="691" y="132"/>
                    <a:pt x="584" y="557"/>
                  </a:cubicBezTo>
                  <a:cubicBezTo>
                    <a:pt x="555" y="645"/>
                    <a:pt x="536" y="659"/>
                    <a:pt x="443" y="712"/>
                  </a:cubicBezTo>
                  <a:cubicBezTo>
                    <a:pt x="411" y="732"/>
                    <a:pt x="227" y="840"/>
                    <a:pt x="105" y="919"/>
                  </a:cubicBezTo>
                  <a:cubicBezTo>
                    <a:pt x="102" y="921"/>
                    <a:pt x="102" y="921"/>
                    <a:pt x="102" y="921"/>
                  </a:cubicBezTo>
                  <a:cubicBezTo>
                    <a:pt x="100" y="923"/>
                    <a:pt x="100" y="923"/>
                    <a:pt x="100" y="923"/>
                  </a:cubicBezTo>
                  <a:cubicBezTo>
                    <a:pt x="87" y="932"/>
                    <a:pt x="77" y="945"/>
                    <a:pt x="69" y="959"/>
                  </a:cubicBezTo>
                  <a:cubicBezTo>
                    <a:pt x="68" y="962"/>
                    <a:pt x="68" y="962"/>
                    <a:pt x="68" y="962"/>
                  </a:cubicBezTo>
                  <a:cubicBezTo>
                    <a:pt x="59" y="978"/>
                    <a:pt x="55" y="996"/>
                    <a:pt x="55" y="1014"/>
                  </a:cubicBezTo>
                  <a:cubicBezTo>
                    <a:pt x="55" y="1074"/>
                    <a:pt x="102" y="1124"/>
                    <a:pt x="161" y="1129"/>
                  </a:cubicBezTo>
                  <a:cubicBezTo>
                    <a:pt x="175" y="1130"/>
                    <a:pt x="175" y="1130"/>
                    <a:pt x="175" y="1130"/>
                  </a:cubicBezTo>
                  <a:cubicBezTo>
                    <a:pt x="181" y="1140"/>
                    <a:pt x="181" y="1140"/>
                    <a:pt x="181" y="1140"/>
                  </a:cubicBezTo>
                </a:path>
              </a:pathLst>
            </a:custGeom>
            <a:solidFill>
              <a:srgbClr val="3A3C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5" name="iṡḷîďe">
              <a:extLst>
                <a:ext uri="{FF2B5EF4-FFF2-40B4-BE49-F238E27FC236}">
                  <a16:creationId xmlns:a16="http://schemas.microsoft.com/office/drawing/2014/main" id="{D0E559E3-F5F4-4CEA-9937-3B167D845523}"/>
                </a:ext>
              </a:extLst>
            </p:cNvPr>
            <p:cNvSpPr/>
            <p:nvPr/>
          </p:nvSpPr>
          <p:spPr bwMode="auto">
            <a:xfrm>
              <a:off x="3781425" y="3435350"/>
              <a:ext cx="468313" cy="468313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6" name="î$ľïďe">
              <a:extLst>
                <a:ext uri="{FF2B5EF4-FFF2-40B4-BE49-F238E27FC236}">
                  <a16:creationId xmlns:a16="http://schemas.microsoft.com/office/drawing/2014/main" id="{CA92D950-7E0A-4818-9B94-206A79A8DE54}"/>
                </a:ext>
              </a:extLst>
            </p:cNvPr>
            <p:cNvSpPr/>
            <p:nvPr/>
          </p:nvSpPr>
          <p:spPr bwMode="auto">
            <a:xfrm>
              <a:off x="3849688" y="3502025"/>
              <a:ext cx="334963" cy="334963"/>
            </a:xfrm>
            <a:prstGeom prst="ellipse">
              <a:avLst/>
            </a:pr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7" name="îś1íḋè">
              <a:extLst>
                <a:ext uri="{FF2B5EF4-FFF2-40B4-BE49-F238E27FC236}">
                  <a16:creationId xmlns:a16="http://schemas.microsoft.com/office/drawing/2014/main" id="{988C691F-E594-4E07-87CD-36736EF160DF}"/>
                </a:ext>
              </a:extLst>
            </p:cNvPr>
            <p:cNvSpPr/>
            <p:nvPr/>
          </p:nvSpPr>
          <p:spPr bwMode="auto">
            <a:xfrm>
              <a:off x="3902075" y="3740150"/>
              <a:ext cx="1563688" cy="1562100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8" name="isḷîḋè">
              <a:extLst>
                <a:ext uri="{FF2B5EF4-FFF2-40B4-BE49-F238E27FC236}">
                  <a16:creationId xmlns:a16="http://schemas.microsoft.com/office/drawing/2014/main" id="{20BBBED8-3E2F-4DF4-977A-1A1B23E51B91}"/>
                </a:ext>
              </a:extLst>
            </p:cNvPr>
            <p:cNvSpPr/>
            <p:nvPr/>
          </p:nvSpPr>
          <p:spPr bwMode="auto">
            <a:xfrm>
              <a:off x="4124325" y="3962400"/>
              <a:ext cx="1119188" cy="1116013"/>
            </a:xfrm>
            <a:prstGeom prst="ellipse">
              <a:avLst/>
            </a:pr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9" name="ïṡ1îḋè">
              <a:extLst>
                <a:ext uri="{FF2B5EF4-FFF2-40B4-BE49-F238E27FC236}">
                  <a16:creationId xmlns:a16="http://schemas.microsoft.com/office/drawing/2014/main" id="{2C20011B-B9F8-47D9-8179-A6A12AD69EF6}"/>
                </a:ext>
              </a:extLst>
            </p:cNvPr>
            <p:cNvSpPr/>
            <p:nvPr/>
          </p:nvSpPr>
          <p:spPr bwMode="auto">
            <a:xfrm>
              <a:off x="4124325" y="3962400"/>
              <a:ext cx="569913" cy="566738"/>
            </a:xfrm>
            <a:custGeom>
              <a:avLst/>
              <a:gdLst>
                <a:gd name="T0" fmla="*/ 0 w 304"/>
                <a:gd name="T1" fmla="*/ 303 h 303"/>
                <a:gd name="T2" fmla="*/ 0 w 304"/>
                <a:gd name="T3" fmla="*/ 303 h 303"/>
                <a:gd name="T4" fmla="*/ 0 w 304"/>
                <a:gd name="T5" fmla="*/ 303 h 303"/>
                <a:gd name="T6" fmla="*/ 0 w 304"/>
                <a:gd name="T7" fmla="*/ 303 h 303"/>
                <a:gd name="T8" fmla="*/ 0 w 304"/>
                <a:gd name="T9" fmla="*/ 303 h 303"/>
                <a:gd name="T10" fmla="*/ 0 w 304"/>
                <a:gd name="T11" fmla="*/ 303 h 303"/>
                <a:gd name="T12" fmla="*/ 0 w 304"/>
                <a:gd name="T13" fmla="*/ 302 h 303"/>
                <a:gd name="T14" fmla="*/ 0 w 304"/>
                <a:gd name="T15" fmla="*/ 302 h 303"/>
                <a:gd name="T16" fmla="*/ 0 w 304"/>
                <a:gd name="T17" fmla="*/ 302 h 303"/>
                <a:gd name="T18" fmla="*/ 0 w 304"/>
                <a:gd name="T19" fmla="*/ 302 h 303"/>
                <a:gd name="T20" fmla="*/ 0 w 304"/>
                <a:gd name="T21" fmla="*/ 302 h 303"/>
                <a:gd name="T22" fmla="*/ 0 w 304"/>
                <a:gd name="T23" fmla="*/ 302 h 303"/>
                <a:gd name="T24" fmla="*/ 0 w 304"/>
                <a:gd name="T25" fmla="*/ 301 h 303"/>
                <a:gd name="T26" fmla="*/ 0 w 304"/>
                <a:gd name="T27" fmla="*/ 301 h 303"/>
                <a:gd name="T28" fmla="*/ 0 w 304"/>
                <a:gd name="T29" fmla="*/ 301 h 303"/>
                <a:gd name="T30" fmla="*/ 0 w 304"/>
                <a:gd name="T31" fmla="*/ 301 h 303"/>
                <a:gd name="T32" fmla="*/ 0 w 304"/>
                <a:gd name="T33" fmla="*/ 301 h 303"/>
                <a:gd name="T34" fmla="*/ 0 w 304"/>
                <a:gd name="T35" fmla="*/ 301 h 303"/>
                <a:gd name="T36" fmla="*/ 0 w 304"/>
                <a:gd name="T37" fmla="*/ 300 h 303"/>
                <a:gd name="T38" fmla="*/ 0 w 304"/>
                <a:gd name="T39" fmla="*/ 300 h 303"/>
                <a:gd name="T40" fmla="*/ 0 w 304"/>
                <a:gd name="T41" fmla="*/ 300 h 303"/>
                <a:gd name="T42" fmla="*/ 0 w 304"/>
                <a:gd name="T43" fmla="*/ 300 h 303"/>
                <a:gd name="T44" fmla="*/ 0 w 304"/>
                <a:gd name="T45" fmla="*/ 300 h 303"/>
                <a:gd name="T46" fmla="*/ 0 w 304"/>
                <a:gd name="T47" fmla="*/ 300 h 303"/>
                <a:gd name="T48" fmla="*/ 0 w 304"/>
                <a:gd name="T49" fmla="*/ 299 h 303"/>
                <a:gd name="T50" fmla="*/ 0 w 304"/>
                <a:gd name="T51" fmla="*/ 299 h 303"/>
                <a:gd name="T52" fmla="*/ 0 w 304"/>
                <a:gd name="T53" fmla="*/ 299 h 303"/>
                <a:gd name="T54" fmla="*/ 0 w 304"/>
                <a:gd name="T55" fmla="*/ 299 h 303"/>
                <a:gd name="T56" fmla="*/ 0 w 304"/>
                <a:gd name="T57" fmla="*/ 299 h 303"/>
                <a:gd name="T58" fmla="*/ 0 w 304"/>
                <a:gd name="T59" fmla="*/ 299 h 303"/>
                <a:gd name="T60" fmla="*/ 304 w 304"/>
                <a:gd name="T61" fmla="*/ 0 h 303"/>
                <a:gd name="T62" fmla="*/ 304 w 304"/>
                <a:gd name="T63" fmla="*/ 0 h 303"/>
                <a:gd name="T64" fmla="*/ 304 w 304"/>
                <a:gd name="T65" fmla="*/ 0 h 303"/>
                <a:gd name="T66" fmla="*/ 303 w 304"/>
                <a:gd name="T67" fmla="*/ 0 h 303"/>
                <a:gd name="T68" fmla="*/ 303 w 304"/>
                <a:gd name="T69" fmla="*/ 0 h 303"/>
                <a:gd name="T70" fmla="*/ 303 w 304"/>
                <a:gd name="T71" fmla="*/ 0 h 303"/>
                <a:gd name="T72" fmla="*/ 303 w 304"/>
                <a:gd name="T73" fmla="*/ 0 h 303"/>
                <a:gd name="T74" fmla="*/ 303 w 304"/>
                <a:gd name="T75" fmla="*/ 0 h 303"/>
                <a:gd name="T76" fmla="*/ 303 w 304"/>
                <a:gd name="T77" fmla="*/ 0 h 303"/>
                <a:gd name="T78" fmla="*/ 302 w 304"/>
                <a:gd name="T79" fmla="*/ 0 h 303"/>
                <a:gd name="T80" fmla="*/ 302 w 304"/>
                <a:gd name="T81" fmla="*/ 0 h 303"/>
                <a:gd name="T82" fmla="*/ 302 w 304"/>
                <a:gd name="T83" fmla="*/ 0 h 303"/>
                <a:gd name="T84" fmla="*/ 302 w 304"/>
                <a:gd name="T85" fmla="*/ 0 h 303"/>
                <a:gd name="T86" fmla="*/ 302 w 304"/>
                <a:gd name="T87" fmla="*/ 0 h 303"/>
                <a:gd name="T88" fmla="*/ 302 w 304"/>
                <a:gd name="T89" fmla="*/ 0 h 303"/>
                <a:gd name="T90" fmla="*/ 301 w 304"/>
                <a:gd name="T91" fmla="*/ 0 h 303"/>
                <a:gd name="T92" fmla="*/ 301 w 304"/>
                <a:gd name="T93" fmla="*/ 0 h 303"/>
                <a:gd name="T94" fmla="*/ 301 w 304"/>
                <a:gd name="T95" fmla="*/ 0 h 303"/>
                <a:gd name="T96" fmla="*/ 301 w 304"/>
                <a:gd name="T97" fmla="*/ 0 h 303"/>
                <a:gd name="T98" fmla="*/ 301 w 304"/>
                <a:gd name="T99" fmla="*/ 0 h 303"/>
                <a:gd name="T100" fmla="*/ 301 w 304"/>
                <a:gd name="T101" fmla="*/ 0 h 303"/>
                <a:gd name="T102" fmla="*/ 300 w 304"/>
                <a:gd name="T103" fmla="*/ 0 h 303"/>
                <a:gd name="T104" fmla="*/ 301 w 304"/>
                <a:gd name="T105" fmla="*/ 0 h 303"/>
                <a:gd name="T106" fmla="*/ 300 w 304"/>
                <a:gd name="T107" fmla="*/ 0 h 303"/>
                <a:gd name="T108" fmla="*/ 300 w 304"/>
                <a:gd name="T109" fmla="*/ 0 h 303"/>
                <a:gd name="T110" fmla="*/ 300 w 304"/>
                <a:gd name="T111" fmla="*/ 0 h 303"/>
                <a:gd name="T112" fmla="*/ 300 w 304"/>
                <a:gd name="T113" fmla="*/ 0 h 303"/>
                <a:gd name="T114" fmla="*/ 299 w 304"/>
                <a:gd name="T115" fmla="*/ 0 h 303"/>
                <a:gd name="T116" fmla="*/ 300 w 304"/>
                <a:gd name="T117" fmla="*/ 0 h 303"/>
                <a:gd name="T118" fmla="*/ 299 w 304"/>
                <a:gd name="T119" fmla="*/ 0 h 303"/>
                <a:gd name="T120" fmla="*/ 299 w 304"/>
                <a:gd name="T121" fmla="*/ 0 h 303"/>
                <a:gd name="T122" fmla="*/ 299 w 304"/>
                <a:gd name="T123" fmla="*/ 0 h 303"/>
                <a:gd name="T124" fmla="*/ 299 w 304"/>
                <a:gd name="T125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04" h="303">
                  <a:moveTo>
                    <a:pt x="0" y="303"/>
                  </a:moveTo>
                  <a:cubicBezTo>
                    <a:pt x="0" y="303"/>
                    <a:pt x="0" y="303"/>
                    <a:pt x="0" y="303"/>
                  </a:cubicBezTo>
                  <a:cubicBezTo>
                    <a:pt x="0" y="303"/>
                    <a:pt x="0" y="303"/>
                    <a:pt x="0" y="303"/>
                  </a:cubicBezTo>
                  <a:moveTo>
                    <a:pt x="0" y="303"/>
                  </a:moveTo>
                  <a:cubicBezTo>
                    <a:pt x="0" y="303"/>
                    <a:pt x="0" y="303"/>
                    <a:pt x="0" y="303"/>
                  </a:cubicBezTo>
                  <a:cubicBezTo>
                    <a:pt x="0" y="303"/>
                    <a:pt x="0" y="303"/>
                    <a:pt x="0" y="303"/>
                  </a:cubicBezTo>
                  <a:moveTo>
                    <a:pt x="0" y="302"/>
                  </a:moveTo>
                  <a:cubicBezTo>
                    <a:pt x="0" y="302"/>
                    <a:pt x="0" y="302"/>
                    <a:pt x="0" y="302"/>
                  </a:cubicBezTo>
                  <a:cubicBezTo>
                    <a:pt x="0" y="302"/>
                    <a:pt x="0" y="302"/>
                    <a:pt x="0" y="302"/>
                  </a:cubicBezTo>
                  <a:moveTo>
                    <a:pt x="0" y="302"/>
                  </a:moveTo>
                  <a:cubicBezTo>
                    <a:pt x="0" y="302"/>
                    <a:pt x="0" y="302"/>
                    <a:pt x="0" y="302"/>
                  </a:cubicBezTo>
                  <a:cubicBezTo>
                    <a:pt x="0" y="302"/>
                    <a:pt x="0" y="302"/>
                    <a:pt x="0" y="302"/>
                  </a:cubicBezTo>
                  <a:moveTo>
                    <a:pt x="0" y="301"/>
                  </a:moveTo>
                  <a:cubicBezTo>
                    <a:pt x="0" y="301"/>
                    <a:pt x="0" y="301"/>
                    <a:pt x="0" y="301"/>
                  </a:cubicBezTo>
                  <a:cubicBezTo>
                    <a:pt x="0" y="301"/>
                    <a:pt x="0" y="301"/>
                    <a:pt x="0" y="301"/>
                  </a:cubicBezTo>
                  <a:moveTo>
                    <a:pt x="0" y="301"/>
                  </a:moveTo>
                  <a:cubicBezTo>
                    <a:pt x="0" y="301"/>
                    <a:pt x="0" y="301"/>
                    <a:pt x="0" y="301"/>
                  </a:cubicBezTo>
                  <a:cubicBezTo>
                    <a:pt x="0" y="301"/>
                    <a:pt x="0" y="301"/>
                    <a:pt x="0" y="301"/>
                  </a:cubicBezTo>
                  <a:moveTo>
                    <a:pt x="0" y="300"/>
                  </a:moveTo>
                  <a:cubicBezTo>
                    <a:pt x="0" y="300"/>
                    <a:pt x="0" y="300"/>
                    <a:pt x="0" y="300"/>
                  </a:cubicBezTo>
                  <a:cubicBezTo>
                    <a:pt x="0" y="300"/>
                    <a:pt x="0" y="300"/>
                    <a:pt x="0" y="300"/>
                  </a:cubicBezTo>
                  <a:moveTo>
                    <a:pt x="0" y="300"/>
                  </a:moveTo>
                  <a:cubicBezTo>
                    <a:pt x="0" y="300"/>
                    <a:pt x="0" y="300"/>
                    <a:pt x="0" y="300"/>
                  </a:cubicBezTo>
                  <a:cubicBezTo>
                    <a:pt x="0" y="300"/>
                    <a:pt x="0" y="300"/>
                    <a:pt x="0" y="300"/>
                  </a:cubicBezTo>
                  <a:moveTo>
                    <a:pt x="0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299"/>
                    <a:pt x="0" y="299"/>
                    <a:pt x="0" y="299"/>
                  </a:cubicBezTo>
                  <a:moveTo>
                    <a:pt x="0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299"/>
                    <a:pt x="0" y="299"/>
                    <a:pt x="0" y="299"/>
                  </a:cubicBezTo>
                  <a:moveTo>
                    <a:pt x="304" y="0"/>
                  </a:moveTo>
                  <a:cubicBezTo>
                    <a:pt x="304" y="0"/>
                    <a:pt x="304" y="0"/>
                    <a:pt x="304" y="0"/>
                  </a:cubicBezTo>
                  <a:cubicBezTo>
                    <a:pt x="304" y="0"/>
                    <a:pt x="304" y="0"/>
                    <a:pt x="304" y="0"/>
                  </a:cubicBezTo>
                  <a:moveTo>
                    <a:pt x="303" y="0"/>
                  </a:moveTo>
                  <a:cubicBezTo>
                    <a:pt x="303" y="0"/>
                    <a:pt x="303" y="0"/>
                    <a:pt x="303" y="0"/>
                  </a:cubicBezTo>
                  <a:cubicBezTo>
                    <a:pt x="303" y="0"/>
                    <a:pt x="303" y="0"/>
                    <a:pt x="303" y="0"/>
                  </a:cubicBezTo>
                  <a:moveTo>
                    <a:pt x="303" y="0"/>
                  </a:moveTo>
                  <a:cubicBezTo>
                    <a:pt x="303" y="0"/>
                    <a:pt x="303" y="0"/>
                    <a:pt x="303" y="0"/>
                  </a:cubicBezTo>
                  <a:cubicBezTo>
                    <a:pt x="303" y="0"/>
                    <a:pt x="303" y="0"/>
                    <a:pt x="303" y="0"/>
                  </a:cubicBezTo>
                  <a:moveTo>
                    <a:pt x="302" y="0"/>
                  </a:moveTo>
                  <a:cubicBezTo>
                    <a:pt x="302" y="0"/>
                    <a:pt x="302" y="0"/>
                    <a:pt x="302" y="0"/>
                  </a:cubicBezTo>
                  <a:cubicBezTo>
                    <a:pt x="302" y="0"/>
                    <a:pt x="302" y="0"/>
                    <a:pt x="302" y="0"/>
                  </a:cubicBezTo>
                  <a:moveTo>
                    <a:pt x="302" y="0"/>
                  </a:moveTo>
                  <a:cubicBezTo>
                    <a:pt x="302" y="0"/>
                    <a:pt x="302" y="0"/>
                    <a:pt x="302" y="0"/>
                  </a:cubicBezTo>
                  <a:cubicBezTo>
                    <a:pt x="302" y="0"/>
                    <a:pt x="302" y="0"/>
                    <a:pt x="302" y="0"/>
                  </a:cubicBezTo>
                  <a:moveTo>
                    <a:pt x="301" y="0"/>
                  </a:moveTo>
                  <a:cubicBezTo>
                    <a:pt x="301" y="0"/>
                    <a:pt x="301" y="0"/>
                    <a:pt x="301" y="0"/>
                  </a:cubicBezTo>
                  <a:cubicBezTo>
                    <a:pt x="301" y="0"/>
                    <a:pt x="301" y="0"/>
                    <a:pt x="301" y="0"/>
                  </a:cubicBezTo>
                  <a:moveTo>
                    <a:pt x="301" y="0"/>
                  </a:moveTo>
                  <a:cubicBezTo>
                    <a:pt x="301" y="0"/>
                    <a:pt x="301" y="0"/>
                    <a:pt x="301" y="0"/>
                  </a:cubicBezTo>
                  <a:cubicBezTo>
                    <a:pt x="301" y="0"/>
                    <a:pt x="301" y="0"/>
                    <a:pt x="301" y="0"/>
                  </a:cubicBezTo>
                  <a:moveTo>
                    <a:pt x="300" y="0"/>
                  </a:moveTo>
                  <a:cubicBezTo>
                    <a:pt x="300" y="0"/>
                    <a:pt x="300" y="0"/>
                    <a:pt x="301" y="0"/>
                  </a:cubicBezTo>
                  <a:cubicBezTo>
                    <a:pt x="300" y="0"/>
                    <a:pt x="300" y="0"/>
                    <a:pt x="300" y="0"/>
                  </a:cubicBezTo>
                  <a:moveTo>
                    <a:pt x="300" y="0"/>
                  </a:moveTo>
                  <a:cubicBezTo>
                    <a:pt x="300" y="0"/>
                    <a:pt x="300" y="0"/>
                    <a:pt x="300" y="0"/>
                  </a:cubicBezTo>
                  <a:cubicBezTo>
                    <a:pt x="300" y="0"/>
                    <a:pt x="300" y="0"/>
                    <a:pt x="300" y="0"/>
                  </a:cubicBezTo>
                  <a:moveTo>
                    <a:pt x="299" y="0"/>
                  </a:moveTo>
                  <a:cubicBezTo>
                    <a:pt x="299" y="0"/>
                    <a:pt x="300" y="0"/>
                    <a:pt x="300" y="0"/>
                  </a:cubicBezTo>
                  <a:cubicBezTo>
                    <a:pt x="300" y="0"/>
                    <a:pt x="299" y="0"/>
                    <a:pt x="299" y="0"/>
                  </a:cubicBezTo>
                  <a:moveTo>
                    <a:pt x="299" y="0"/>
                  </a:moveTo>
                  <a:cubicBezTo>
                    <a:pt x="299" y="0"/>
                    <a:pt x="299" y="0"/>
                    <a:pt x="299" y="0"/>
                  </a:cubicBezTo>
                  <a:cubicBezTo>
                    <a:pt x="299" y="0"/>
                    <a:pt x="299" y="0"/>
                    <a:pt x="299" y="0"/>
                  </a:cubicBezTo>
                </a:path>
              </a:pathLst>
            </a:custGeom>
            <a:solidFill>
              <a:srgbClr val="CFCB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0" name="iş1îdê">
              <a:extLst>
                <a:ext uri="{FF2B5EF4-FFF2-40B4-BE49-F238E27FC236}">
                  <a16:creationId xmlns:a16="http://schemas.microsoft.com/office/drawing/2014/main" id="{F6C61900-B97B-41FB-9931-50ECA8ACE710}"/>
                </a:ext>
              </a:extLst>
            </p:cNvPr>
            <p:cNvSpPr/>
            <p:nvPr/>
          </p:nvSpPr>
          <p:spPr bwMode="auto">
            <a:xfrm>
              <a:off x="4124325" y="3962400"/>
              <a:ext cx="963613" cy="960438"/>
            </a:xfrm>
            <a:custGeom>
              <a:avLst/>
              <a:gdLst>
                <a:gd name="T0" fmla="*/ 298 w 514"/>
                <a:gd name="T1" fmla="*/ 0 h 514"/>
                <a:gd name="T2" fmla="*/ 0 w 514"/>
                <a:gd name="T3" fmla="*/ 298 h 514"/>
                <a:gd name="T4" fmla="*/ 0 w 514"/>
                <a:gd name="T5" fmla="*/ 299 h 514"/>
                <a:gd name="T6" fmla="*/ 0 w 514"/>
                <a:gd name="T7" fmla="*/ 299 h 514"/>
                <a:gd name="T8" fmla="*/ 0 w 514"/>
                <a:gd name="T9" fmla="*/ 299 h 514"/>
                <a:gd name="T10" fmla="*/ 0 w 514"/>
                <a:gd name="T11" fmla="*/ 299 h 514"/>
                <a:gd name="T12" fmla="*/ 0 w 514"/>
                <a:gd name="T13" fmla="*/ 300 h 514"/>
                <a:gd name="T14" fmla="*/ 0 w 514"/>
                <a:gd name="T15" fmla="*/ 300 h 514"/>
                <a:gd name="T16" fmla="*/ 0 w 514"/>
                <a:gd name="T17" fmla="*/ 300 h 514"/>
                <a:gd name="T18" fmla="*/ 0 w 514"/>
                <a:gd name="T19" fmla="*/ 300 h 514"/>
                <a:gd name="T20" fmla="*/ 0 w 514"/>
                <a:gd name="T21" fmla="*/ 301 h 514"/>
                <a:gd name="T22" fmla="*/ 0 w 514"/>
                <a:gd name="T23" fmla="*/ 301 h 514"/>
                <a:gd name="T24" fmla="*/ 0 w 514"/>
                <a:gd name="T25" fmla="*/ 301 h 514"/>
                <a:gd name="T26" fmla="*/ 0 w 514"/>
                <a:gd name="T27" fmla="*/ 301 h 514"/>
                <a:gd name="T28" fmla="*/ 0 w 514"/>
                <a:gd name="T29" fmla="*/ 302 h 514"/>
                <a:gd name="T30" fmla="*/ 0 w 514"/>
                <a:gd name="T31" fmla="*/ 302 h 514"/>
                <a:gd name="T32" fmla="*/ 0 w 514"/>
                <a:gd name="T33" fmla="*/ 302 h 514"/>
                <a:gd name="T34" fmla="*/ 0 w 514"/>
                <a:gd name="T35" fmla="*/ 302 h 514"/>
                <a:gd name="T36" fmla="*/ 0 w 514"/>
                <a:gd name="T37" fmla="*/ 303 h 514"/>
                <a:gd name="T38" fmla="*/ 0 w 514"/>
                <a:gd name="T39" fmla="*/ 303 h 514"/>
                <a:gd name="T40" fmla="*/ 0 w 514"/>
                <a:gd name="T41" fmla="*/ 303 h 514"/>
                <a:gd name="T42" fmla="*/ 0 w 514"/>
                <a:gd name="T43" fmla="*/ 303 h 514"/>
                <a:gd name="T44" fmla="*/ 92 w 514"/>
                <a:gd name="T45" fmla="*/ 514 h 514"/>
                <a:gd name="T46" fmla="*/ 9 w 514"/>
                <a:gd name="T47" fmla="*/ 307 h 514"/>
                <a:gd name="T48" fmla="*/ 308 w 514"/>
                <a:gd name="T49" fmla="*/ 9 h 514"/>
                <a:gd name="T50" fmla="*/ 514 w 514"/>
                <a:gd name="T51" fmla="*/ 92 h 514"/>
                <a:gd name="T52" fmla="*/ 304 w 514"/>
                <a:gd name="T53" fmla="*/ 0 h 514"/>
                <a:gd name="T54" fmla="*/ 304 w 514"/>
                <a:gd name="T55" fmla="*/ 0 h 514"/>
                <a:gd name="T56" fmla="*/ 303 w 514"/>
                <a:gd name="T57" fmla="*/ 0 h 514"/>
                <a:gd name="T58" fmla="*/ 303 w 514"/>
                <a:gd name="T59" fmla="*/ 0 h 514"/>
                <a:gd name="T60" fmla="*/ 303 w 514"/>
                <a:gd name="T61" fmla="*/ 0 h 514"/>
                <a:gd name="T62" fmla="*/ 303 w 514"/>
                <a:gd name="T63" fmla="*/ 0 h 514"/>
                <a:gd name="T64" fmla="*/ 302 w 514"/>
                <a:gd name="T65" fmla="*/ 0 h 514"/>
                <a:gd name="T66" fmla="*/ 302 w 514"/>
                <a:gd name="T67" fmla="*/ 0 h 514"/>
                <a:gd name="T68" fmla="*/ 302 w 514"/>
                <a:gd name="T69" fmla="*/ 0 h 514"/>
                <a:gd name="T70" fmla="*/ 302 w 514"/>
                <a:gd name="T71" fmla="*/ 0 h 514"/>
                <a:gd name="T72" fmla="*/ 301 w 514"/>
                <a:gd name="T73" fmla="*/ 0 h 514"/>
                <a:gd name="T74" fmla="*/ 301 w 514"/>
                <a:gd name="T75" fmla="*/ 0 h 514"/>
                <a:gd name="T76" fmla="*/ 301 w 514"/>
                <a:gd name="T77" fmla="*/ 0 h 514"/>
                <a:gd name="T78" fmla="*/ 301 w 514"/>
                <a:gd name="T79" fmla="*/ 0 h 514"/>
                <a:gd name="T80" fmla="*/ 301 w 514"/>
                <a:gd name="T81" fmla="*/ 0 h 514"/>
                <a:gd name="T82" fmla="*/ 300 w 514"/>
                <a:gd name="T83" fmla="*/ 0 h 514"/>
                <a:gd name="T84" fmla="*/ 300 w 514"/>
                <a:gd name="T85" fmla="*/ 0 h 514"/>
                <a:gd name="T86" fmla="*/ 300 w 514"/>
                <a:gd name="T87" fmla="*/ 0 h 514"/>
                <a:gd name="T88" fmla="*/ 300 w 514"/>
                <a:gd name="T89" fmla="*/ 0 h 514"/>
                <a:gd name="T90" fmla="*/ 299 w 514"/>
                <a:gd name="T91" fmla="*/ 0 h 514"/>
                <a:gd name="T92" fmla="*/ 299 w 514"/>
                <a:gd name="T93" fmla="*/ 0 h 514"/>
                <a:gd name="T94" fmla="*/ 299 w 514"/>
                <a:gd name="T95" fmla="*/ 0 h 514"/>
                <a:gd name="T96" fmla="*/ 298 w 514"/>
                <a:gd name="T97" fmla="*/ 0 h 514"/>
                <a:gd name="T98" fmla="*/ 298 w 514"/>
                <a:gd name="T99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4" h="514">
                  <a:moveTo>
                    <a:pt x="298" y="0"/>
                  </a:moveTo>
                  <a:cubicBezTo>
                    <a:pt x="134" y="0"/>
                    <a:pt x="0" y="133"/>
                    <a:pt x="0" y="298"/>
                  </a:cubicBezTo>
                  <a:cubicBezTo>
                    <a:pt x="0" y="298"/>
                    <a:pt x="0" y="299"/>
                    <a:pt x="0" y="299"/>
                  </a:cubicBezTo>
                  <a:cubicBezTo>
                    <a:pt x="0" y="299"/>
                    <a:pt x="0" y="299"/>
                    <a:pt x="0" y="299"/>
                  </a:cubicBezTo>
                  <a:cubicBezTo>
                    <a:pt x="0" y="299"/>
                    <a:pt x="0" y="299"/>
                    <a:pt x="0" y="299"/>
                  </a:cubicBezTo>
                  <a:cubicBezTo>
                    <a:pt x="0" y="299"/>
                    <a:pt x="0" y="299"/>
                    <a:pt x="0" y="299"/>
                  </a:cubicBezTo>
                  <a:cubicBezTo>
                    <a:pt x="0" y="299"/>
                    <a:pt x="0" y="300"/>
                    <a:pt x="0" y="300"/>
                  </a:cubicBezTo>
                  <a:cubicBezTo>
                    <a:pt x="0" y="300"/>
                    <a:pt x="0" y="300"/>
                    <a:pt x="0" y="300"/>
                  </a:cubicBezTo>
                  <a:cubicBezTo>
                    <a:pt x="0" y="300"/>
                    <a:pt x="0" y="300"/>
                    <a:pt x="0" y="300"/>
                  </a:cubicBezTo>
                  <a:cubicBezTo>
                    <a:pt x="0" y="300"/>
                    <a:pt x="0" y="300"/>
                    <a:pt x="0" y="300"/>
                  </a:cubicBezTo>
                  <a:cubicBezTo>
                    <a:pt x="0" y="300"/>
                    <a:pt x="0" y="301"/>
                    <a:pt x="0" y="301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01"/>
                    <a:pt x="0" y="302"/>
                    <a:pt x="0" y="302"/>
                  </a:cubicBezTo>
                  <a:cubicBezTo>
                    <a:pt x="0" y="302"/>
                    <a:pt x="0" y="302"/>
                    <a:pt x="0" y="302"/>
                  </a:cubicBezTo>
                  <a:cubicBezTo>
                    <a:pt x="0" y="302"/>
                    <a:pt x="0" y="302"/>
                    <a:pt x="0" y="302"/>
                  </a:cubicBezTo>
                  <a:cubicBezTo>
                    <a:pt x="0" y="302"/>
                    <a:pt x="0" y="302"/>
                    <a:pt x="0" y="302"/>
                  </a:cubicBezTo>
                  <a:cubicBezTo>
                    <a:pt x="0" y="302"/>
                    <a:pt x="0" y="303"/>
                    <a:pt x="0" y="303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1" y="386"/>
                    <a:pt x="37" y="460"/>
                    <a:pt x="92" y="514"/>
                  </a:cubicBezTo>
                  <a:cubicBezTo>
                    <a:pt x="41" y="460"/>
                    <a:pt x="9" y="387"/>
                    <a:pt x="9" y="307"/>
                  </a:cubicBezTo>
                  <a:cubicBezTo>
                    <a:pt x="9" y="143"/>
                    <a:pt x="143" y="9"/>
                    <a:pt x="308" y="9"/>
                  </a:cubicBezTo>
                  <a:cubicBezTo>
                    <a:pt x="388" y="9"/>
                    <a:pt x="460" y="41"/>
                    <a:pt x="514" y="92"/>
                  </a:cubicBezTo>
                  <a:cubicBezTo>
                    <a:pt x="461" y="36"/>
                    <a:pt x="386" y="1"/>
                    <a:pt x="304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304" y="0"/>
                    <a:pt x="304" y="0"/>
                    <a:pt x="303" y="0"/>
                  </a:cubicBezTo>
                  <a:cubicBezTo>
                    <a:pt x="303" y="0"/>
                    <a:pt x="303" y="0"/>
                    <a:pt x="303" y="0"/>
                  </a:cubicBezTo>
                  <a:cubicBezTo>
                    <a:pt x="303" y="0"/>
                    <a:pt x="303" y="0"/>
                    <a:pt x="303" y="0"/>
                  </a:cubicBezTo>
                  <a:cubicBezTo>
                    <a:pt x="303" y="0"/>
                    <a:pt x="303" y="0"/>
                    <a:pt x="303" y="0"/>
                  </a:cubicBezTo>
                  <a:cubicBezTo>
                    <a:pt x="303" y="0"/>
                    <a:pt x="303" y="0"/>
                    <a:pt x="302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0"/>
                    <a:pt x="302" y="0"/>
                    <a:pt x="301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300" y="0"/>
                    <a:pt x="299" y="0"/>
                    <a:pt x="299" y="0"/>
                  </a:cubicBezTo>
                  <a:cubicBezTo>
                    <a:pt x="299" y="0"/>
                    <a:pt x="299" y="0"/>
                    <a:pt x="299" y="0"/>
                  </a:cubicBezTo>
                  <a:cubicBezTo>
                    <a:pt x="299" y="0"/>
                    <a:pt x="299" y="0"/>
                    <a:pt x="299" y="0"/>
                  </a:cubicBezTo>
                  <a:cubicBezTo>
                    <a:pt x="299" y="0"/>
                    <a:pt x="299" y="0"/>
                    <a:pt x="298" y="0"/>
                  </a:cubicBezTo>
                  <a:cubicBezTo>
                    <a:pt x="298" y="0"/>
                    <a:pt x="298" y="0"/>
                    <a:pt x="298" y="0"/>
                  </a:cubicBezTo>
                </a:path>
              </a:pathLst>
            </a:custGeom>
            <a:solidFill>
              <a:srgbClr val="9A9B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1" name="ïṣ1iḑé">
              <a:extLst>
                <a:ext uri="{FF2B5EF4-FFF2-40B4-BE49-F238E27FC236}">
                  <a16:creationId xmlns:a16="http://schemas.microsoft.com/office/drawing/2014/main" id="{58035F2B-F0B9-46C0-BFA1-BC7A8BAAD55C}"/>
                </a:ext>
              </a:extLst>
            </p:cNvPr>
            <p:cNvSpPr/>
            <p:nvPr/>
          </p:nvSpPr>
          <p:spPr bwMode="auto">
            <a:xfrm>
              <a:off x="4486275" y="4313238"/>
              <a:ext cx="434975" cy="433388"/>
            </a:xfrm>
            <a:prstGeom prst="ellipse">
              <a:avLst/>
            </a:prstGeom>
            <a:solidFill>
              <a:srgbClr val="9A9B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2" name="ïṥḻïḋé">
              <a:extLst>
                <a:ext uri="{FF2B5EF4-FFF2-40B4-BE49-F238E27FC236}">
                  <a16:creationId xmlns:a16="http://schemas.microsoft.com/office/drawing/2014/main" id="{FB76A37F-74B3-4140-B760-508BF1B9EA1F}"/>
                </a:ext>
              </a:extLst>
            </p:cNvPr>
            <p:cNvSpPr/>
            <p:nvPr/>
          </p:nvSpPr>
          <p:spPr bwMode="auto">
            <a:xfrm>
              <a:off x="4467225" y="4303713"/>
              <a:ext cx="433388" cy="433388"/>
            </a:xfrm>
            <a:prstGeom prst="ellipse">
              <a:avLst/>
            </a:pr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3" name="íṧ1ïḋe">
              <a:extLst>
                <a:ext uri="{FF2B5EF4-FFF2-40B4-BE49-F238E27FC236}">
                  <a16:creationId xmlns:a16="http://schemas.microsoft.com/office/drawing/2014/main" id="{1BB6E172-F1B3-4122-B4D9-AF3E330BCB33}"/>
                </a:ext>
              </a:extLst>
            </p:cNvPr>
            <p:cNvSpPr/>
            <p:nvPr/>
          </p:nvSpPr>
          <p:spPr bwMode="auto">
            <a:xfrm>
              <a:off x="4521200" y="4359275"/>
              <a:ext cx="323850" cy="320675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4" name="íṩ1íḓè">
              <a:extLst>
                <a:ext uri="{FF2B5EF4-FFF2-40B4-BE49-F238E27FC236}">
                  <a16:creationId xmlns:a16="http://schemas.microsoft.com/office/drawing/2014/main" id="{8253F1A8-C334-45DA-9644-EA7F5CEB8915}"/>
                </a:ext>
              </a:extLst>
            </p:cNvPr>
            <p:cNvSpPr/>
            <p:nvPr/>
          </p:nvSpPr>
          <p:spPr bwMode="auto">
            <a:xfrm>
              <a:off x="4578350" y="4051300"/>
              <a:ext cx="206375" cy="207963"/>
            </a:xfrm>
            <a:custGeom>
              <a:avLst/>
              <a:gdLst>
                <a:gd name="T0" fmla="*/ 0 w 130"/>
                <a:gd name="T1" fmla="*/ 0 h 131"/>
                <a:gd name="T2" fmla="*/ 15 w 130"/>
                <a:gd name="T3" fmla="*/ 131 h 131"/>
                <a:gd name="T4" fmla="*/ 114 w 130"/>
                <a:gd name="T5" fmla="*/ 131 h 131"/>
                <a:gd name="T6" fmla="*/ 130 w 130"/>
                <a:gd name="T7" fmla="*/ 0 h 131"/>
                <a:gd name="T8" fmla="*/ 0 w 130"/>
                <a:gd name="T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131">
                  <a:moveTo>
                    <a:pt x="0" y="0"/>
                  </a:moveTo>
                  <a:lnTo>
                    <a:pt x="15" y="131"/>
                  </a:lnTo>
                  <a:lnTo>
                    <a:pt x="114" y="131"/>
                  </a:lnTo>
                  <a:lnTo>
                    <a:pt x="1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5" name="išḻïḓe">
              <a:extLst>
                <a:ext uri="{FF2B5EF4-FFF2-40B4-BE49-F238E27FC236}">
                  <a16:creationId xmlns:a16="http://schemas.microsoft.com/office/drawing/2014/main" id="{39B6FD35-97DA-40A1-8865-B1F2C36A742E}"/>
                </a:ext>
              </a:extLst>
            </p:cNvPr>
            <p:cNvSpPr/>
            <p:nvPr/>
          </p:nvSpPr>
          <p:spPr bwMode="auto">
            <a:xfrm>
              <a:off x="4276725" y="4117975"/>
              <a:ext cx="274638" cy="274638"/>
            </a:xfrm>
            <a:custGeom>
              <a:avLst/>
              <a:gdLst>
                <a:gd name="T0" fmla="*/ 0 w 173"/>
                <a:gd name="T1" fmla="*/ 92 h 173"/>
                <a:gd name="T2" fmla="*/ 104 w 173"/>
                <a:gd name="T3" fmla="*/ 173 h 173"/>
                <a:gd name="T4" fmla="*/ 173 w 173"/>
                <a:gd name="T5" fmla="*/ 103 h 173"/>
                <a:gd name="T6" fmla="*/ 92 w 173"/>
                <a:gd name="T7" fmla="*/ 0 h 173"/>
                <a:gd name="T8" fmla="*/ 0 w 173"/>
                <a:gd name="T9" fmla="*/ 92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73">
                  <a:moveTo>
                    <a:pt x="0" y="92"/>
                  </a:moveTo>
                  <a:lnTo>
                    <a:pt x="104" y="173"/>
                  </a:lnTo>
                  <a:lnTo>
                    <a:pt x="173" y="103"/>
                  </a:lnTo>
                  <a:lnTo>
                    <a:pt x="9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6" name="işliḍé">
              <a:extLst>
                <a:ext uri="{FF2B5EF4-FFF2-40B4-BE49-F238E27FC236}">
                  <a16:creationId xmlns:a16="http://schemas.microsoft.com/office/drawing/2014/main" id="{594E54AD-B129-4092-BE52-2A9F55AC5BD2}"/>
                </a:ext>
              </a:extLst>
            </p:cNvPr>
            <p:cNvSpPr/>
            <p:nvPr/>
          </p:nvSpPr>
          <p:spPr bwMode="auto">
            <a:xfrm>
              <a:off x="4214813" y="4421188"/>
              <a:ext cx="207963" cy="204788"/>
            </a:xfrm>
            <a:custGeom>
              <a:avLst/>
              <a:gdLst>
                <a:gd name="T0" fmla="*/ 0 w 131"/>
                <a:gd name="T1" fmla="*/ 129 h 129"/>
                <a:gd name="T2" fmla="*/ 131 w 131"/>
                <a:gd name="T3" fmla="*/ 113 h 129"/>
                <a:gd name="T4" fmla="*/ 131 w 131"/>
                <a:gd name="T5" fmla="*/ 15 h 129"/>
                <a:gd name="T6" fmla="*/ 0 w 131"/>
                <a:gd name="T7" fmla="*/ 0 h 129"/>
                <a:gd name="T8" fmla="*/ 0 w 131"/>
                <a:gd name="T9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129">
                  <a:moveTo>
                    <a:pt x="0" y="129"/>
                  </a:moveTo>
                  <a:lnTo>
                    <a:pt x="131" y="113"/>
                  </a:lnTo>
                  <a:lnTo>
                    <a:pt x="131" y="15"/>
                  </a:lnTo>
                  <a:lnTo>
                    <a:pt x="0" y="0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7" name="íSļiḓé">
              <a:extLst>
                <a:ext uri="{FF2B5EF4-FFF2-40B4-BE49-F238E27FC236}">
                  <a16:creationId xmlns:a16="http://schemas.microsoft.com/office/drawing/2014/main" id="{08AD4751-4BC9-4AA9-95BB-EC804E65F822}"/>
                </a:ext>
              </a:extLst>
            </p:cNvPr>
            <p:cNvSpPr/>
            <p:nvPr/>
          </p:nvSpPr>
          <p:spPr bwMode="auto">
            <a:xfrm>
              <a:off x="4279900" y="4649788"/>
              <a:ext cx="277813" cy="276225"/>
            </a:xfrm>
            <a:custGeom>
              <a:avLst/>
              <a:gdLst>
                <a:gd name="T0" fmla="*/ 92 w 175"/>
                <a:gd name="T1" fmla="*/ 174 h 174"/>
                <a:gd name="T2" fmla="*/ 175 w 175"/>
                <a:gd name="T3" fmla="*/ 70 h 174"/>
                <a:gd name="T4" fmla="*/ 105 w 175"/>
                <a:gd name="T5" fmla="*/ 0 h 174"/>
                <a:gd name="T6" fmla="*/ 0 w 175"/>
                <a:gd name="T7" fmla="*/ 83 h 174"/>
                <a:gd name="T8" fmla="*/ 92 w 175"/>
                <a:gd name="T9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174">
                  <a:moveTo>
                    <a:pt x="92" y="174"/>
                  </a:moveTo>
                  <a:lnTo>
                    <a:pt x="175" y="70"/>
                  </a:lnTo>
                  <a:lnTo>
                    <a:pt x="105" y="0"/>
                  </a:lnTo>
                  <a:lnTo>
                    <a:pt x="0" y="83"/>
                  </a:lnTo>
                  <a:lnTo>
                    <a:pt x="92" y="174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8" name="îş1íḋè">
              <a:extLst>
                <a:ext uri="{FF2B5EF4-FFF2-40B4-BE49-F238E27FC236}">
                  <a16:creationId xmlns:a16="http://schemas.microsoft.com/office/drawing/2014/main" id="{27A9D072-7421-4D5F-87C7-B473613A5DA4}"/>
                </a:ext>
              </a:extLst>
            </p:cNvPr>
            <p:cNvSpPr/>
            <p:nvPr/>
          </p:nvSpPr>
          <p:spPr bwMode="auto">
            <a:xfrm>
              <a:off x="4583113" y="4779963"/>
              <a:ext cx="206375" cy="209550"/>
            </a:xfrm>
            <a:custGeom>
              <a:avLst/>
              <a:gdLst>
                <a:gd name="T0" fmla="*/ 130 w 130"/>
                <a:gd name="T1" fmla="*/ 132 h 132"/>
                <a:gd name="T2" fmla="*/ 115 w 130"/>
                <a:gd name="T3" fmla="*/ 0 h 132"/>
                <a:gd name="T4" fmla="*/ 16 w 130"/>
                <a:gd name="T5" fmla="*/ 0 h 132"/>
                <a:gd name="T6" fmla="*/ 0 w 130"/>
                <a:gd name="T7" fmla="*/ 132 h 132"/>
                <a:gd name="T8" fmla="*/ 130 w 130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132">
                  <a:moveTo>
                    <a:pt x="130" y="132"/>
                  </a:moveTo>
                  <a:lnTo>
                    <a:pt x="115" y="0"/>
                  </a:lnTo>
                  <a:lnTo>
                    <a:pt x="16" y="0"/>
                  </a:lnTo>
                  <a:lnTo>
                    <a:pt x="0" y="132"/>
                  </a:lnTo>
                  <a:lnTo>
                    <a:pt x="130" y="132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9" name="í$ḷiḋé">
              <a:extLst>
                <a:ext uri="{FF2B5EF4-FFF2-40B4-BE49-F238E27FC236}">
                  <a16:creationId xmlns:a16="http://schemas.microsoft.com/office/drawing/2014/main" id="{20EB49BF-E23C-4E29-87A0-59DCD7188046}"/>
                </a:ext>
              </a:extLst>
            </p:cNvPr>
            <p:cNvSpPr/>
            <p:nvPr/>
          </p:nvSpPr>
          <p:spPr bwMode="auto">
            <a:xfrm>
              <a:off x="4813300" y="4646613"/>
              <a:ext cx="277813" cy="274638"/>
            </a:xfrm>
            <a:custGeom>
              <a:avLst/>
              <a:gdLst>
                <a:gd name="T0" fmla="*/ 175 w 175"/>
                <a:gd name="T1" fmla="*/ 81 h 173"/>
                <a:gd name="T2" fmla="*/ 70 w 175"/>
                <a:gd name="T3" fmla="*/ 0 h 173"/>
                <a:gd name="T4" fmla="*/ 0 w 175"/>
                <a:gd name="T5" fmla="*/ 70 h 173"/>
                <a:gd name="T6" fmla="*/ 83 w 175"/>
                <a:gd name="T7" fmla="*/ 173 h 173"/>
                <a:gd name="T8" fmla="*/ 175 w 175"/>
                <a:gd name="T9" fmla="*/ 8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173">
                  <a:moveTo>
                    <a:pt x="175" y="81"/>
                  </a:moveTo>
                  <a:lnTo>
                    <a:pt x="70" y="0"/>
                  </a:lnTo>
                  <a:lnTo>
                    <a:pt x="0" y="70"/>
                  </a:lnTo>
                  <a:lnTo>
                    <a:pt x="83" y="173"/>
                  </a:lnTo>
                  <a:lnTo>
                    <a:pt x="175" y="81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0" name="ïṥḻîdé">
              <a:extLst>
                <a:ext uri="{FF2B5EF4-FFF2-40B4-BE49-F238E27FC236}">
                  <a16:creationId xmlns:a16="http://schemas.microsoft.com/office/drawing/2014/main" id="{1280565E-9BA9-4491-B1D2-B8AB3786FFEE}"/>
                </a:ext>
              </a:extLst>
            </p:cNvPr>
            <p:cNvSpPr/>
            <p:nvPr/>
          </p:nvSpPr>
          <p:spPr bwMode="auto">
            <a:xfrm>
              <a:off x="4945063" y="4414838"/>
              <a:ext cx="207963" cy="206375"/>
            </a:xfrm>
            <a:custGeom>
              <a:avLst/>
              <a:gdLst>
                <a:gd name="T0" fmla="*/ 131 w 131"/>
                <a:gd name="T1" fmla="*/ 0 h 130"/>
                <a:gd name="T2" fmla="*/ 0 w 131"/>
                <a:gd name="T3" fmla="*/ 15 h 130"/>
                <a:gd name="T4" fmla="*/ 0 w 131"/>
                <a:gd name="T5" fmla="*/ 113 h 130"/>
                <a:gd name="T6" fmla="*/ 131 w 131"/>
                <a:gd name="T7" fmla="*/ 130 h 130"/>
                <a:gd name="T8" fmla="*/ 131 w 131"/>
                <a:gd name="T9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130">
                  <a:moveTo>
                    <a:pt x="131" y="0"/>
                  </a:moveTo>
                  <a:lnTo>
                    <a:pt x="0" y="15"/>
                  </a:lnTo>
                  <a:lnTo>
                    <a:pt x="0" y="113"/>
                  </a:lnTo>
                  <a:lnTo>
                    <a:pt x="131" y="130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1" name="îşḷïďe">
              <a:extLst>
                <a:ext uri="{FF2B5EF4-FFF2-40B4-BE49-F238E27FC236}">
                  <a16:creationId xmlns:a16="http://schemas.microsoft.com/office/drawing/2014/main" id="{EAE653D9-A481-49BE-BA4E-BA2CB1B2DDCC}"/>
                </a:ext>
              </a:extLst>
            </p:cNvPr>
            <p:cNvSpPr/>
            <p:nvPr/>
          </p:nvSpPr>
          <p:spPr bwMode="auto">
            <a:xfrm>
              <a:off x="4810125" y="4113213"/>
              <a:ext cx="274638" cy="274638"/>
            </a:xfrm>
            <a:custGeom>
              <a:avLst/>
              <a:gdLst>
                <a:gd name="T0" fmla="*/ 83 w 173"/>
                <a:gd name="T1" fmla="*/ 0 h 173"/>
                <a:gd name="T2" fmla="*/ 0 w 173"/>
                <a:gd name="T3" fmla="*/ 104 h 173"/>
                <a:gd name="T4" fmla="*/ 70 w 173"/>
                <a:gd name="T5" fmla="*/ 173 h 173"/>
                <a:gd name="T6" fmla="*/ 173 w 173"/>
                <a:gd name="T7" fmla="*/ 92 h 173"/>
                <a:gd name="T8" fmla="*/ 83 w 17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73">
                  <a:moveTo>
                    <a:pt x="83" y="0"/>
                  </a:moveTo>
                  <a:lnTo>
                    <a:pt x="0" y="104"/>
                  </a:lnTo>
                  <a:lnTo>
                    <a:pt x="70" y="173"/>
                  </a:lnTo>
                  <a:lnTo>
                    <a:pt x="173" y="92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2" name="íśľîḑe">
              <a:extLst>
                <a:ext uri="{FF2B5EF4-FFF2-40B4-BE49-F238E27FC236}">
                  <a16:creationId xmlns:a16="http://schemas.microsoft.com/office/drawing/2014/main" id="{44233679-1DC8-4B99-B8DB-F249EF09E8A3}"/>
                </a:ext>
              </a:extLst>
            </p:cNvPr>
            <p:cNvSpPr/>
            <p:nvPr/>
          </p:nvSpPr>
          <p:spPr bwMode="auto">
            <a:xfrm>
              <a:off x="3260725" y="4267200"/>
              <a:ext cx="528638" cy="527050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3" name="íśḷíḓê">
              <a:extLst>
                <a:ext uri="{FF2B5EF4-FFF2-40B4-BE49-F238E27FC236}">
                  <a16:creationId xmlns:a16="http://schemas.microsoft.com/office/drawing/2014/main" id="{A748D976-BC59-4DC8-89CD-F7FBDAF7F286}"/>
                </a:ext>
              </a:extLst>
            </p:cNvPr>
            <p:cNvSpPr/>
            <p:nvPr/>
          </p:nvSpPr>
          <p:spPr bwMode="auto">
            <a:xfrm>
              <a:off x="3335338" y="4341813"/>
              <a:ext cx="377825" cy="377825"/>
            </a:xfrm>
            <a:prstGeom prst="ellipse">
              <a:avLst/>
            </a:pr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4" name="íṥḷîḓé">
              <a:extLst>
                <a:ext uri="{FF2B5EF4-FFF2-40B4-BE49-F238E27FC236}">
                  <a16:creationId xmlns:a16="http://schemas.microsoft.com/office/drawing/2014/main" id="{04963318-1501-4627-8BE9-62FA2C99A3A1}"/>
                </a:ext>
              </a:extLst>
            </p:cNvPr>
            <p:cNvSpPr/>
            <p:nvPr/>
          </p:nvSpPr>
          <p:spPr bwMode="auto">
            <a:xfrm>
              <a:off x="3335338" y="4341813"/>
              <a:ext cx="195263" cy="195263"/>
            </a:xfrm>
            <a:custGeom>
              <a:avLst/>
              <a:gdLst>
                <a:gd name="T0" fmla="*/ 0 w 104"/>
                <a:gd name="T1" fmla="*/ 104 h 104"/>
                <a:gd name="T2" fmla="*/ 0 w 104"/>
                <a:gd name="T3" fmla="*/ 104 h 104"/>
                <a:gd name="T4" fmla="*/ 0 w 104"/>
                <a:gd name="T5" fmla="*/ 104 h 104"/>
                <a:gd name="T6" fmla="*/ 0 w 104"/>
                <a:gd name="T7" fmla="*/ 104 h 104"/>
                <a:gd name="T8" fmla="*/ 0 w 104"/>
                <a:gd name="T9" fmla="*/ 103 h 104"/>
                <a:gd name="T10" fmla="*/ 0 w 104"/>
                <a:gd name="T11" fmla="*/ 103 h 104"/>
                <a:gd name="T12" fmla="*/ 0 w 104"/>
                <a:gd name="T13" fmla="*/ 103 h 104"/>
                <a:gd name="T14" fmla="*/ 0 w 104"/>
                <a:gd name="T15" fmla="*/ 103 h 104"/>
                <a:gd name="T16" fmla="*/ 0 w 104"/>
                <a:gd name="T17" fmla="*/ 103 h 104"/>
                <a:gd name="T18" fmla="*/ 0 w 104"/>
                <a:gd name="T19" fmla="*/ 103 h 104"/>
                <a:gd name="T20" fmla="*/ 0 w 104"/>
                <a:gd name="T21" fmla="*/ 102 h 104"/>
                <a:gd name="T22" fmla="*/ 0 w 104"/>
                <a:gd name="T23" fmla="*/ 102 h 104"/>
                <a:gd name="T24" fmla="*/ 0 w 104"/>
                <a:gd name="T25" fmla="*/ 102 h 104"/>
                <a:gd name="T26" fmla="*/ 0 w 104"/>
                <a:gd name="T27" fmla="*/ 101 h 104"/>
                <a:gd name="T28" fmla="*/ 0 w 104"/>
                <a:gd name="T29" fmla="*/ 101 h 104"/>
                <a:gd name="T30" fmla="*/ 0 w 104"/>
                <a:gd name="T31" fmla="*/ 101 h 104"/>
                <a:gd name="T32" fmla="*/ 104 w 104"/>
                <a:gd name="T33" fmla="*/ 0 h 104"/>
                <a:gd name="T34" fmla="*/ 104 w 104"/>
                <a:gd name="T35" fmla="*/ 0 h 104"/>
                <a:gd name="T36" fmla="*/ 104 w 104"/>
                <a:gd name="T37" fmla="*/ 0 h 104"/>
                <a:gd name="T38" fmla="*/ 104 w 104"/>
                <a:gd name="T39" fmla="*/ 0 h 104"/>
                <a:gd name="T40" fmla="*/ 104 w 104"/>
                <a:gd name="T41" fmla="*/ 0 h 104"/>
                <a:gd name="T42" fmla="*/ 104 w 104"/>
                <a:gd name="T43" fmla="*/ 0 h 104"/>
                <a:gd name="T44" fmla="*/ 103 w 104"/>
                <a:gd name="T45" fmla="*/ 0 h 104"/>
                <a:gd name="T46" fmla="*/ 103 w 104"/>
                <a:gd name="T47" fmla="*/ 0 h 104"/>
                <a:gd name="T48" fmla="*/ 103 w 104"/>
                <a:gd name="T49" fmla="*/ 0 h 104"/>
                <a:gd name="T50" fmla="*/ 102 w 104"/>
                <a:gd name="T51" fmla="*/ 0 h 104"/>
                <a:gd name="T52" fmla="*/ 102 w 104"/>
                <a:gd name="T53" fmla="*/ 0 h 104"/>
                <a:gd name="T54" fmla="*/ 102 w 104"/>
                <a:gd name="T55" fmla="*/ 0 h 104"/>
                <a:gd name="T56" fmla="*/ 102 w 104"/>
                <a:gd name="T57" fmla="*/ 0 h 104"/>
                <a:gd name="T58" fmla="*/ 102 w 104"/>
                <a:gd name="T59" fmla="*/ 0 h 104"/>
                <a:gd name="T60" fmla="*/ 102 w 104"/>
                <a:gd name="T61" fmla="*/ 0 h 104"/>
                <a:gd name="T62" fmla="*/ 101 w 104"/>
                <a:gd name="T63" fmla="*/ 0 h 104"/>
                <a:gd name="T64" fmla="*/ 101 w 104"/>
                <a:gd name="T65" fmla="*/ 0 h 104"/>
                <a:gd name="T66" fmla="*/ 0 w 104"/>
                <a:gd name="T67" fmla="*/ 101 h 104"/>
                <a:gd name="T68" fmla="*/ 101 w 104"/>
                <a:gd name="T69" fmla="*/ 0 h 104"/>
                <a:gd name="T70" fmla="*/ 101 w 104"/>
                <a:gd name="T71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4" h="104">
                  <a:moveTo>
                    <a:pt x="0" y="104"/>
                  </a:move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0" y="104"/>
                    <a:pt x="0" y="104"/>
                  </a:cubicBezTo>
                  <a:moveTo>
                    <a:pt x="0" y="104"/>
                  </a:move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0" y="104"/>
                    <a:pt x="0" y="104"/>
                  </a:cubicBezTo>
                  <a:moveTo>
                    <a:pt x="0" y="104"/>
                  </a:move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0" y="104"/>
                    <a:pt x="0" y="104"/>
                  </a:cubicBezTo>
                  <a:moveTo>
                    <a:pt x="0" y="103"/>
                  </a:move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0" y="104"/>
                    <a:pt x="0" y="103"/>
                  </a:cubicBezTo>
                  <a:moveTo>
                    <a:pt x="0" y="103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moveTo>
                    <a:pt x="0" y="103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moveTo>
                    <a:pt x="0" y="102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2"/>
                  </a:cubicBezTo>
                  <a:moveTo>
                    <a:pt x="0" y="102"/>
                  </a:move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0" y="102"/>
                    <a:pt x="0" y="102"/>
                  </a:cubicBezTo>
                  <a:moveTo>
                    <a:pt x="0" y="102"/>
                  </a:move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0" y="102"/>
                    <a:pt x="0" y="102"/>
                  </a:cubicBezTo>
                  <a:moveTo>
                    <a:pt x="0" y="101"/>
                  </a:move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0" y="102"/>
                    <a:pt x="0" y="101"/>
                  </a:cubicBezTo>
                  <a:moveTo>
                    <a:pt x="0" y="101"/>
                  </a:moveTo>
                  <a:cubicBezTo>
                    <a:pt x="0" y="101"/>
                    <a:pt x="0" y="101"/>
                    <a:pt x="0" y="101"/>
                  </a:cubicBezTo>
                  <a:cubicBezTo>
                    <a:pt x="0" y="101"/>
                    <a:pt x="0" y="101"/>
                    <a:pt x="0" y="101"/>
                  </a:cubicBezTo>
                  <a:moveTo>
                    <a:pt x="104" y="0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moveTo>
                    <a:pt x="104" y="0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moveTo>
                    <a:pt x="104" y="0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moveTo>
                    <a:pt x="103" y="0"/>
                  </a:moveTo>
                  <a:cubicBezTo>
                    <a:pt x="103" y="0"/>
                    <a:pt x="104" y="0"/>
                    <a:pt x="104" y="0"/>
                  </a:cubicBezTo>
                  <a:cubicBezTo>
                    <a:pt x="104" y="0"/>
                    <a:pt x="103" y="0"/>
                    <a:pt x="103" y="0"/>
                  </a:cubicBezTo>
                  <a:moveTo>
                    <a:pt x="103" y="0"/>
                  </a:moveTo>
                  <a:cubicBezTo>
                    <a:pt x="103" y="0"/>
                    <a:pt x="103" y="0"/>
                    <a:pt x="103" y="0"/>
                  </a:cubicBezTo>
                  <a:cubicBezTo>
                    <a:pt x="103" y="0"/>
                    <a:pt x="103" y="0"/>
                    <a:pt x="103" y="0"/>
                  </a:cubicBezTo>
                  <a:moveTo>
                    <a:pt x="103" y="0"/>
                  </a:moveTo>
                  <a:cubicBezTo>
                    <a:pt x="103" y="0"/>
                    <a:pt x="103" y="0"/>
                    <a:pt x="103" y="0"/>
                  </a:cubicBezTo>
                  <a:cubicBezTo>
                    <a:pt x="103" y="0"/>
                    <a:pt x="103" y="0"/>
                    <a:pt x="103" y="0"/>
                  </a:cubicBezTo>
                  <a:moveTo>
                    <a:pt x="102" y="0"/>
                  </a:moveTo>
                  <a:cubicBezTo>
                    <a:pt x="102" y="0"/>
                    <a:pt x="103" y="0"/>
                    <a:pt x="103" y="0"/>
                  </a:cubicBezTo>
                  <a:cubicBezTo>
                    <a:pt x="103" y="0"/>
                    <a:pt x="102" y="0"/>
                    <a:pt x="102" y="0"/>
                  </a:cubicBezTo>
                  <a:moveTo>
                    <a:pt x="102" y="0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moveTo>
                    <a:pt x="102" y="0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moveTo>
                    <a:pt x="101" y="0"/>
                  </a:moveTo>
                  <a:cubicBezTo>
                    <a:pt x="101" y="0"/>
                    <a:pt x="102" y="0"/>
                    <a:pt x="102" y="0"/>
                  </a:cubicBezTo>
                  <a:cubicBezTo>
                    <a:pt x="102" y="0"/>
                    <a:pt x="101" y="0"/>
                    <a:pt x="101" y="0"/>
                  </a:cubicBezTo>
                  <a:moveTo>
                    <a:pt x="101" y="0"/>
                  </a:moveTo>
                  <a:cubicBezTo>
                    <a:pt x="101" y="0"/>
                    <a:pt x="101" y="0"/>
                    <a:pt x="101" y="0"/>
                  </a:cubicBezTo>
                  <a:cubicBezTo>
                    <a:pt x="101" y="0"/>
                    <a:pt x="101" y="0"/>
                    <a:pt x="101" y="0"/>
                  </a:cubicBezTo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45"/>
                    <a:pt x="45" y="0"/>
                    <a:pt x="101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1" y="0"/>
                    <a:pt x="101" y="0"/>
                    <a:pt x="101" y="0"/>
                  </a:cubicBezTo>
                </a:path>
              </a:pathLst>
            </a:custGeom>
            <a:solidFill>
              <a:srgbClr val="CFCB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5" name="íşḷîḋê">
              <a:extLst>
                <a:ext uri="{FF2B5EF4-FFF2-40B4-BE49-F238E27FC236}">
                  <a16:creationId xmlns:a16="http://schemas.microsoft.com/office/drawing/2014/main" id="{5FCC9D0E-AA16-4340-89DE-1496E9AD1AAB}"/>
                </a:ext>
              </a:extLst>
            </p:cNvPr>
            <p:cNvSpPr/>
            <p:nvPr/>
          </p:nvSpPr>
          <p:spPr bwMode="auto">
            <a:xfrm>
              <a:off x="3335338" y="4341813"/>
              <a:ext cx="325438" cy="325438"/>
            </a:xfrm>
            <a:custGeom>
              <a:avLst/>
              <a:gdLst>
                <a:gd name="T0" fmla="*/ 101 w 173"/>
                <a:gd name="T1" fmla="*/ 0 h 174"/>
                <a:gd name="T2" fmla="*/ 0 w 173"/>
                <a:gd name="T3" fmla="*/ 101 h 174"/>
                <a:gd name="T4" fmla="*/ 0 w 173"/>
                <a:gd name="T5" fmla="*/ 101 h 174"/>
                <a:gd name="T6" fmla="*/ 0 w 173"/>
                <a:gd name="T7" fmla="*/ 101 h 174"/>
                <a:gd name="T8" fmla="*/ 0 w 173"/>
                <a:gd name="T9" fmla="*/ 101 h 174"/>
                <a:gd name="T10" fmla="*/ 0 w 173"/>
                <a:gd name="T11" fmla="*/ 102 h 174"/>
                <a:gd name="T12" fmla="*/ 0 w 173"/>
                <a:gd name="T13" fmla="*/ 102 h 174"/>
                <a:gd name="T14" fmla="*/ 0 w 173"/>
                <a:gd name="T15" fmla="*/ 102 h 174"/>
                <a:gd name="T16" fmla="*/ 0 w 173"/>
                <a:gd name="T17" fmla="*/ 102 h 174"/>
                <a:gd name="T18" fmla="*/ 0 w 173"/>
                <a:gd name="T19" fmla="*/ 102 h 174"/>
                <a:gd name="T20" fmla="*/ 0 w 173"/>
                <a:gd name="T21" fmla="*/ 102 h 174"/>
                <a:gd name="T22" fmla="*/ 0 w 173"/>
                <a:gd name="T23" fmla="*/ 103 h 174"/>
                <a:gd name="T24" fmla="*/ 0 w 173"/>
                <a:gd name="T25" fmla="*/ 103 h 174"/>
                <a:gd name="T26" fmla="*/ 0 w 173"/>
                <a:gd name="T27" fmla="*/ 103 h 174"/>
                <a:gd name="T28" fmla="*/ 0 w 173"/>
                <a:gd name="T29" fmla="*/ 103 h 174"/>
                <a:gd name="T30" fmla="*/ 0 w 173"/>
                <a:gd name="T31" fmla="*/ 103 h 174"/>
                <a:gd name="T32" fmla="*/ 0 w 173"/>
                <a:gd name="T33" fmla="*/ 103 h 174"/>
                <a:gd name="T34" fmla="*/ 0 w 173"/>
                <a:gd name="T35" fmla="*/ 104 h 174"/>
                <a:gd name="T36" fmla="*/ 0 w 173"/>
                <a:gd name="T37" fmla="*/ 104 h 174"/>
                <a:gd name="T38" fmla="*/ 0 w 173"/>
                <a:gd name="T39" fmla="*/ 104 h 174"/>
                <a:gd name="T40" fmla="*/ 0 w 173"/>
                <a:gd name="T41" fmla="*/ 104 h 174"/>
                <a:gd name="T42" fmla="*/ 0 w 173"/>
                <a:gd name="T43" fmla="*/ 104 h 174"/>
                <a:gd name="T44" fmla="*/ 0 w 173"/>
                <a:gd name="T45" fmla="*/ 104 h 174"/>
                <a:gd name="T46" fmla="*/ 0 w 173"/>
                <a:gd name="T47" fmla="*/ 104 h 174"/>
                <a:gd name="T48" fmla="*/ 31 w 173"/>
                <a:gd name="T49" fmla="*/ 174 h 174"/>
                <a:gd name="T50" fmla="*/ 3 w 173"/>
                <a:gd name="T51" fmla="*/ 104 h 174"/>
                <a:gd name="T52" fmla="*/ 104 w 173"/>
                <a:gd name="T53" fmla="*/ 4 h 174"/>
                <a:gd name="T54" fmla="*/ 173 w 173"/>
                <a:gd name="T55" fmla="*/ 31 h 174"/>
                <a:gd name="T56" fmla="*/ 104 w 173"/>
                <a:gd name="T57" fmla="*/ 0 h 174"/>
                <a:gd name="T58" fmla="*/ 104 w 173"/>
                <a:gd name="T59" fmla="*/ 0 h 174"/>
                <a:gd name="T60" fmla="*/ 104 w 173"/>
                <a:gd name="T61" fmla="*/ 0 h 174"/>
                <a:gd name="T62" fmla="*/ 104 w 173"/>
                <a:gd name="T63" fmla="*/ 0 h 174"/>
                <a:gd name="T64" fmla="*/ 104 w 173"/>
                <a:gd name="T65" fmla="*/ 0 h 174"/>
                <a:gd name="T66" fmla="*/ 104 w 173"/>
                <a:gd name="T67" fmla="*/ 0 h 174"/>
                <a:gd name="T68" fmla="*/ 104 w 173"/>
                <a:gd name="T69" fmla="*/ 0 h 174"/>
                <a:gd name="T70" fmla="*/ 103 w 173"/>
                <a:gd name="T71" fmla="*/ 0 h 174"/>
                <a:gd name="T72" fmla="*/ 103 w 173"/>
                <a:gd name="T73" fmla="*/ 0 h 174"/>
                <a:gd name="T74" fmla="*/ 103 w 173"/>
                <a:gd name="T75" fmla="*/ 0 h 174"/>
                <a:gd name="T76" fmla="*/ 103 w 173"/>
                <a:gd name="T77" fmla="*/ 0 h 174"/>
                <a:gd name="T78" fmla="*/ 103 w 173"/>
                <a:gd name="T79" fmla="*/ 0 h 174"/>
                <a:gd name="T80" fmla="*/ 103 w 173"/>
                <a:gd name="T81" fmla="*/ 0 h 174"/>
                <a:gd name="T82" fmla="*/ 102 w 173"/>
                <a:gd name="T83" fmla="*/ 0 h 174"/>
                <a:gd name="T84" fmla="*/ 102 w 173"/>
                <a:gd name="T85" fmla="*/ 0 h 174"/>
                <a:gd name="T86" fmla="*/ 102 w 173"/>
                <a:gd name="T87" fmla="*/ 0 h 174"/>
                <a:gd name="T88" fmla="*/ 102 w 173"/>
                <a:gd name="T89" fmla="*/ 0 h 174"/>
                <a:gd name="T90" fmla="*/ 102 w 173"/>
                <a:gd name="T91" fmla="*/ 0 h 174"/>
                <a:gd name="T92" fmla="*/ 102 w 173"/>
                <a:gd name="T93" fmla="*/ 0 h 174"/>
                <a:gd name="T94" fmla="*/ 101 w 173"/>
                <a:gd name="T95" fmla="*/ 0 h 174"/>
                <a:gd name="T96" fmla="*/ 101 w 173"/>
                <a:gd name="T97" fmla="*/ 0 h 174"/>
                <a:gd name="T98" fmla="*/ 101 w 173"/>
                <a:gd name="T99" fmla="*/ 0 h 174"/>
                <a:gd name="T100" fmla="*/ 101 w 173"/>
                <a:gd name="T101" fmla="*/ 0 h 174"/>
                <a:gd name="T102" fmla="*/ 101 w 173"/>
                <a:gd name="T10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" h="174"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" y="132"/>
                    <a:pt x="13" y="156"/>
                    <a:pt x="31" y="174"/>
                  </a:cubicBezTo>
                  <a:cubicBezTo>
                    <a:pt x="14" y="156"/>
                    <a:pt x="3" y="131"/>
                    <a:pt x="3" y="104"/>
                  </a:cubicBezTo>
                  <a:cubicBezTo>
                    <a:pt x="3" y="49"/>
                    <a:pt x="48" y="4"/>
                    <a:pt x="104" y="4"/>
                  </a:cubicBezTo>
                  <a:cubicBezTo>
                    <a:pt x="131" y="4"/>
                    <a:pt x="155" y="14"/>
                    <a:pt x="173" y="31"/>
                  </a:cubicBezTo>
                  <a:cubicBezTo>
                    <a:pt x="156" y="13"/>
                    <a:pt x="132" y="1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3" y="0"/>
                    <a:pt x="10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0"/>
                    <a:pt x="102" y="0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2" y="0"/>
                    <a:pt x="101" y="0"/>
                    <a:pt x="101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1" y="0"/>
                    <a:pt x="101" y="0"/>
                    <a:pt x="101" y="0"/>
                  </a:cubicBezTo>
                </a:path>
              </a:pathLst>
            </a:custGeom>
            <a:solidFill>
              <a:srgbClr val="9A9B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6" name="ïšḻïḑê">
              <a:extLst>
                <a:ext uri="{FF2B5EF4-FFF2-40B4-BE49-F238E27FC236}">
                  <a16:creationId xmlns:a16="http://schemas.microsoft.com/office/drawing/2014/main" id="{53FA4FD7-59EA-45DB-802C-D1F2FD209858}"/>
                </a:ext>
              </a:extLst>
            </p:cNvPr>
            <p:cNvSpPr/>
            <p:nvPr/>
          </p:nvSpPr>
          <p:spPr bwMode="auto">
            <a:xfrm>
              <a:off x="3457575" y="4460875"/>
              <a:ext cx="146050" cy="146050"/>
            </a:xfrm>
            <a:prstGeom prst="ellipse">
              <a:avLst/>
            </a:prstGeom>
            <a:solidFill>
              <a:srgbClr val="9A9B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7" name="ïŝ1ïdê">
              <a:extLst>
                <a:ext uri="{FF2B5EF4-FFF2-40B4-BE49-F238E27FC236}">
                  <a16:creationId xmlns:a16="http://schemas.microsoft.com/office/drawing/2014/main" id="{9F96C383-DC41-4DDE-BA16-156A11C923F2}"/>
                </a:ext>
              </a:extLst>
            </p:cNvPr>
            <p:cNvSpPr/>
            <p:nvPr/>
          </p:nvSpPr>
          <p:spPr bwMode="auto">
            <a:xfrm>
              <a:off x="3452813" y="4457700"/>
              <a:ext cx="146050" cy="146050"/>
            </a:xfrm>
            <a:prstGeom prst="ellipse">
              <a:avLst/>
            </a:pr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8" name="iṧḷîḑê">
              <a:extLst>
                <a:ext uri="{FF2B5EF4-FFF2-40B4-BE49-F238E27FC236}">
                  <a16:creationId xmlns:a16="http://schemas.microsoft.com/office/drawing/2014/main" id="{BD322CEE-F3CA-49F2-87B0-DA5E18E5FC01}"/>
                </a:ext>
              </a:extLst>
            </p:cNvPr>
            <p:cNvSpPr/>
            <p:nvPr/>
          </p:nvSpPr>
          <p:spPr bwMode="auto">
            <a:xfrm>
              <a:off x="3470275" y="4476750"/>
              <a:ext cx="109538" cy="107950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9" name="ïṩḷiḋé">
              <a:extLst>
                <a:ext uri="{FF2B5EF4-FFF2-40B4-BE49-F238E27FC236}">
                  <a16:creationId xmlns:a16="http://schemas.microsoft.com/office/drawing/2014/main" id="{5712E529-BDC4-4AE8-AE75-79DA1059105F}"/>
                </a:ext>
              </a:extLst>
            </p:cNvPr>
            <p:cNvSpPr/>
            <p:nvPr/>
          </p:nvSpPr>
          <p:spPr bwMode="auto">
            <a:xfrm>
              <a:off x="3489325" y="4373563"/>
              <a:ext cx="69850" cy="69850"/>
            </a:xfrm>
            <a:custGeom>
              <a:avLst/>
              <a:gdLst>
                <a:gd name="T0" fmla="*/ 0 w 44"/>
                <a:gd name="T1" fmla="*/ 0 h 44"/>
                <a:gd name="T2" fmla="*/ 5 w 44"/>
                <a:gd name="T3" fmla="*/ 44 h 44"/>
                <a:gd name="T4" fmla="*/ 38 w 44"/>
                <a:gd name="T5" fmla="*/ 44 h 44"/>
                <a:gd name="T6" fmla="*/ 44 w 44"/>
                <a:gd name="T7" fmla="*/ 0 h 44"/>
                <a:gd name="T8" fmla="*/ 0 w 4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4">
                  <a:moveTo>
                    <a:pt x="0" y="0"/>
                  </a:moveTo>
                  <a:lnTo>
                    <a:pt x="5" y="44"/>
                  </a:lnTo>
                  <a:lnTo>
                    <a:pt x="38" y="44"/>
                  </a:lnTo>
                  <a:lnTo>
                    <a:pt x="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0" name="ïslíḑe">
              <a:extLst>
                <a:ext uri="{FF2B5EF4-FFF2-40B4-BE49-F238E27FC236}">
                  <a16:creationId xmlns:a16="http://schemas.microsoft.com/office/drawing/2014/main" id="{4F0B1069-CADD-4879-85FB-D3E213AFFC47}"/>
                </a:ext>
              </a:extLst>
            </p:cNvPr>
            <p:cNvSpPr/>
            <p:nvPr/>
          </p:nvSpPr>
          <p:spPr bwMode="auto">
            <a:xfrm>
              <a:off x="3386138" y="4395788"/>
              <a:ext cx="93663" cy="92075"/>
            </a:xfrm>
            <a:custGeom>
              <a:avLst/>
              <a:gdLst>
                <a:gd name="T0" fmla="*/ 0 w 59"/>
                <a:gd name="T1" fmla="*/ 31 h 58"/>
                <a:gd name="T2" fmla="*/ 36 w 59"/>
                <a:gd name="T3" fmla="*/ 58 h 58"/>
                <a:gd name="T4" fmla="*/ 59 w 59"/>
                <a:gd name="T5" fmla="*/ 34 h 58"/>
                <a:gd name="T6" fmla="*/ 32 w 59"/>
                <a:gd name="T7" fmla="*/ 0 h 58"/>
                <a:gd name="T8" fmla="*/ 0 w 59"/>
                <a:gd name="T9" fmla="*/ 3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58">
                  <a:moveTo>
                    <a:pt x="0" y="31"/>
                  </a:moveTo>
                  <a:lnTo>
                    <a:pt x="36" y="58"/>
                  </a:lnTo>
                  <a:lnTo>
                    <a:pt x="59" y="34"/>
                  </a:lnTo>
                  <a:lnTo>
                    <a:pt x="32" y="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1" name="íṣ1íḓé">
              <a:extLst>
                <a:ext uri="{FF2B5EF4-FFF2-40B4-BE49-F238E27FC236}">
                  <a16:creationId xmlns:a16="http://schemas.microsoft.com/office/drawing/2014/main" id="{DD618F9B-E2B4-4C95-AF5E-9746C63E3884}"/>
                </a:ext>
              </a:extLst>
            </p:cNvPr>
            <p:cNvSpPr/>
            <p:nvPr/>
          </p:nvSpPr>
          <p:spPr bwMode="auto">
            <a:xfrm>
              <a:off x="3365500" y="4497388"/>
              <a:ext cx="71438" cy="68263"/>
            </a:xfrm>
            <a:custGeom>
              <a:avLst/>
              <a:gdLst>
                <a:gd name="T0" fmla="*/ 0 w 45"/>
                <a:gd name="T1" fmla="*/ 43 h 43"/>
                <a:gd name="T2" fmla="*/ 45 w 45"/>
                <a:gd name="T3" fmla="*/ 39 h 43"/>
                <a:gd name="T4" fmla="*/ 45 w 45"/>
                <a:gd name="T5" fmla="*/ 6 h 43"/>
                <a:gd name="T6" fmla="*/ 0 w 45"/>
                <a:gd name="T7" fmla="*/ 0 h 43"/>
                <a:gd name="T8" fmla="*/ 0 w 45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43">
                  <a:moveTo>
                    <a:pt x="0" y="43"/>
                  </a:moveTo>
                  <a:lnTo>
                    <a:pt x="45" y="39"/>
                  </a:lnTo>
                  <a:lnTo>
                    <a:pt x="45" y="6"/>
                  </a:lnTo>
                  <a:lnTo>
                    <a:pt x="0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2" name="íṩḷïḍe">
              <a:extLst>
                <a:ext uri="{FF2B5EF4-FFF2-40B4-BE49-F238E27FC236}">
                  <a16:creationId xmlns:a16="http://schemas.microsoft.com/office/drawing/2014/main" id="{3132D73E-66FD-4DF8-803A-0ABBFD333399}"/>
                </a:ext>
              </a:extLst>
            </p:cNvPr>
            <p:cNvSpPr/>
            <p:nvPr/>
          </p:nvSpPr>
          <p:spPr bwMode="auto">
            <a:xfrm>
              <a:off x="3387725" y="4575175"/>
              <a:ext cx="93663" cy="92075"/>
            </a:xfrm>
            <a:custGeom>
              <a:avLst/>
              <a:gdLst>
                <a:gd name="T0" fmla="*/ 31 w 59"/>
                <a:gd name="T1" fmla="*/ 58 h 58"/>
                <a:gd name="T2" fmla="*/ 59 w 59"/>
                <a:gd name="T3" fmla="*/ 24 h 58"/>
                <a:gd name="T4" fmla="*/ 36 w 59"/>
                <a:gd name="T5" fmla="*/ 0 h 58"/>
                <a:gd name="T6" fmla="*/ 0 w 59"/>
                <a:gd name="T7" fmla="*/ 27 h 58"/>
                <a:gd name="T8" fmla="*/ 31 w 59"/>
                <a:gd name="T9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58">
                  <a:moveTo>
                    <a:pt x="31" y="58"/>
                  </a:moveTo>
                  <a:lnTo>
                    <a:pt x="59" y="24"/>
                  </a:lnTo>
                  <a:lnTo>
                    <a:pt x="36" y="0"/>
                  </a:lnTo>
                  <a:lnTo>
                    <a:pt x="0" y="27"/>
                  </a:lnTo>
                  <a:lnTo>
                    <a:pt x="31" y="58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3" name="ïṡľïḍê">
              <a:extLst>
                <a:ext uri="{FF2B5EF4-FFF2-40B4-BE49-F238E27FC236}">
                  <a16:creationId xmlns:a16="http://schemas.microsoft.com/office/drawing/2014/main" id="{6F51902D-5544-44C6-8F5C-FF7C528EB17D}"/>
                </a:ext>
              </a:extLst>
            </p:cNvPr>
            <p:cNvSpPr/>
            <p:nvPr/>
          </p:nvSpPr>
          <p:spPr bwMode="auto">
            <a:xfrm>
              <a:off x="3490913" y="4618038"/>
              <a:ext cx="69850" cy="71438"/>
            </a:xfrm>
            <a:custGeom>
              <a:avLst/>
              <a:gdLst>
                <a:gd name="T0" fmla="*/ 44 w 44"/>
                <a:gd name="T1" fmla="*/ 45 h 45"/>
                <a:gd name="T2" fmla="*/ 38 w 44"/>
                <a:gd name="T3" fmla="*/ 0 h 45"/>
                <a:gd name="T4" fmla="*/ 5 w 44"/>
                <a:gd name="T5" fmla="*/ 0 h 45"/>
                <a:gd name="T6" fmla="*/ 0 w 44"/>
                <a:gd name="T7" fmla="*/ 45 h 45"/>
                <a:gd name="T8" fmla="*/ 44 w 44"/>
                <a:gd name="T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5">
                  <a:moveTo>
                    <a:pt x="44" y="45"/>
                  </a:moveTo>
                  <a:lnTo>
                    <a:pt x="38" y="0"/>
                  </a:lnTo>
                  <a:lnTo>
                    <a:pt x="5" y="0"/>
                  </a:lnTo>
                  <a:lnTo>
                    <a:pt x="0" y="45"/>
                  </a:lnTo>
                  <a:lnTo>
                    <a:pt x="44" y="45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4" name="ïṧlïďé">
              <a:extLst>
                <a:ext uri="{FF2B5EF4-FFF2-40B4-BE49-F238E27FC236}">
                  <a16:creationId xmlns:a16="http://schemas.microsoft.com/office/drawing/2014/main" id="{EB17861E-8710-437B-8D42-50D77750339F}"/>
                </a:ext>
              </a:extLst>
            </p:cNvPr>
            <p:cNvSpPr/>
            <p:nvPr/>
          </p:nvSpPr>
          <p:spPr bwMode="auto">
            <a:xfrm>
              <a:off x="3568700" y="4573588"/>
              <a:ext cx="93663" cy="93663"/>
            </a:xfrm>
            <a:custGeom>
              <a:avLst/>
              <a:gdLst>
                <a:gd name="T0" fmla="*/ 59 w 59"/>
                <a:gd name="T1" fmla="*/ 27 h 59"/>
                <a:gd name="T2" fmla="*/ 23 w 59"/>
                <a:gd name="T3" fmla="*/ 0 h 59"/>
                <a:gd name="T4" fmla="*/ 0 w 59"/>
                <a:gd name="T5" fmla="*/ 24 h 59"/>
                <a:gd name="T6" fmla="*/ 28 w 59"/>
                <a:gd name="T7" fmla="*/ 59 h 59"/>
                <a:gd name="T8" fmla="*/ 59 w 59"/>
                <a:gd name="T9" fmla="*/ 2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59">
                  <a:moveTo>
                    <a:pt x="59" y="27"/>
                  </a:moveTo>
                  <a:lnTo>
                    <a:pt x="23" y="0"/>
                  </a:lnTo>
                  <a:lnTo>
                    <a:pt x="0" y="24"/>
                  </a:lnTo>
                  <a:lnTo>
                    <a:pt x="28" y="59"/>
                  </a:lnTo>
                  <a:lnTo>
                    <a:pt x="59" y="27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5" name="iŝļídè">
              <a:extLst>
                <a:ext uri="{FF2B5EF4-FFF2-40B4-BE49-F238E27FC236}">
                  <a16:creationId xmlns:a16="http://schemas.microsoft.com/office/drawing/2014/main" id="{22804930-45C1-4C8F-A462-C297B5261146}"/>
                </a:ext>
              </a:extLst>
            </p:cNvPr>
            <p:cNvSpPr/>
            <p:nvPr/>
          </p:nvSpPr>
          <p:spPr bwMode="auto">
            <a:xfrm>
              <a:off x="3613150" y="4495800"/>
              <a:ext cx="69850" cy="68263"/>
            </a:xfrm>
            <a:custGeom>
              <a:avLst/>
              <a:gdLst>
                <a:gd name="T0" fmla="*/ 44 w 44"/>
                <a:gd name="T1" fmla="*/ 0 h 43"/>
                <a:gd name="T2" fmla="*/ 0 w 44"/>
                <a:gd name="T3" fmla="*/ 6 h 43"/>
                <a:gd name="T4" fmla="*/ 0 w 44"/>
                <a:gd name="T5" fmla="*/ 39 h 43"/>
                <a:gd name="T6" fmla="*/ 44 w 44"/>
                <a:gd name="T7" fmla="*/ 43 h 43"/>
                <a:gd name="T8" fmla="*/ 44 w 44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3">
                  <a:moveTo>
                    <a:pt x="44" y="0"/>
                  </a:moveTo>
                  <a:lnTo>
                    <a:pt x="0" y="6"/>
                  </a:lnTo>
                  <a:lnTo>
                    <a:pt x="0" y="39"/>
                  </a:lnTo>
                  <a:lnTo>
                    <a:pt x="44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6" name="íṣliḍè">
              <a:extLst>
                <a:ext uri="{FF2B5EF4-FFF2-40B4-BE49-F238E27FC236}">
                  <a16:creationId xmlns:a16="http://schemas.microsoft.com/office/drawing/2014/main" id="{6C229E42-051B-4622-B3BF-CF87429FB8C0}"/>
                </a:ext>
              </a:extLst>
            </p:cNvPr>
            <p:cNvSpPr/>
            <p:nvPr/>
          </p:nvSpPr>
          <p:spPr bwMode="auto">
            <a:xfrm>
              <a:off x="3568700" y="4394200"/>
              <a:ext cx="92075" cy="92075"/>
            </a:xfrm>
            <a:custGeom>
              <a:avLst/>
              <a:gdLst>
                <a:gd name="T0" fmla="*/ 27 w 58"/>
                <a:gd name="T1" fmla="*/ 0 h 58"/>
                <a:gd name="T2" fmla="*/ 0 w 58"/>
                <a:gd name="T3" fmla="*/ 35 h 58"/>
                <a:gd name="T4" fmla="*/ 23 w 58"/>
                <a:gd name="T5" fmla="*/ 58 h 58"/>
                <a:gd name="T6" fmla="*/ 58 w 58"/>
                <a:gd name="T7" fmla="*/ 31 h 58"/>
                <a:gd name="T8" fmla="*/ 27 w 58"/>
                <a:gd name="T9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8">
                  <a:moveTo>
                    <a:pt x="27" y="0"/>
                  </a:moveTo>
                  <a:lnTo>
                    <a:pt x="0" y="35"/>
                  </a:lnTo>
                  <a:lnTo>
                    <a:pt x="23" y="58"/>
                  </a:lnTo>
                  <a:lnTo>
                    <a:pt x="58" y="31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7" name="ïṣḻïḋe">
              <a:extLst>
                <a:ext uri="{FF2B5EF4-FFF2-40B4-BE49-F238E27FC236}">
                  <a16:creationId xmlns:a16="http://schemas.microsoft.com/office/drawing/2014/main" id="{7ABD8B7D-9310-4D28-9C42-70479ADA86E3}"/>
                </a:ext>
              </a:extLst>
            </p:cNvPr>
            <p:cNvSpPr/>
            <p:nvPr/>
          </p:nvSpPr>
          <p:spPr bwMode="auto">
            <a:xfrm>
              <a:off x="5173663" y="2709863"/>
              <a:ext cx="1360488" cy="1358900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8" name="iṧ1ïḋê">
              <a:extLst>
                <a:ext uri="{FF2B5EF4-FFF2-40B4-BE49-F238E27FC236}">
                  <a16:creationId xmlns:a16="http://schemas.microsoft.com/office/drawing/2014/main" id="{97F01D50-74B6-44DE-986C-9EF692C388F2}"/>
                </a:ext>
              </a:extLst>
            </p:cNvPr>
            <p:cNvSpPr/>
            <p:nvPr/>
          </p:nvSpPr>
          <p:spPr bwMode="auto">
            <a:xfrm>
              <a:off x="5368925" y="2905125"/>
              <a:ext cx="969963" cy="968375"/>
            </a:xfrm>
            <a:prstGeom prst="ellipse">
              <a:avLst/>
            </a:pr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9" name="işḷíḍê">
              <a:extLst>
                <a:ext uri="{FF2B5EF4-FFF2-40B4-BE49-F238E27FC236}">
                  <a16:creationId xmlns:a16="http://schemas.microsoft.com/office/drawing/2014/main" id="{91E6EFDB-91A6-4F23-A9C2-0C8DD7C8D6BF}"/>
                </a:ext>
              </a:extLst>
            </p:cNvPr>
            <p:cNvSpPr/>
            <p:nvPr/>
          </p:nvSpPr>
          <p:spPr bwMode="auto">
            <a:xfrm>
              <a:off x="5368925" y="2905125"/>
              <a:ext cx="493713" cy="493713"/>
            </a:xfrm>
            <a:custGeom>
              <a:avLst/>
              <a:gdLst>
                <a:gd name="T0" fmla="*/ 0 w 264"/>
                <a:gd name="T1" fmla="*/ 264 h 264"/>
                <a:gd name="T2" fmla="*/ 0 w 264"/>
                <a:gd name="T3" fmla="*/ 263 h 264"/>
                <a:gd name="T4" fmla="*/ 0 w 264"/>
                <a:gd name="T5" fmla="*/ 263 h 264"/>
                <a:gd name="T6" fmla="*/ 0 w 264"/>
                <a:gd name="T7" fmla="*/ 263 h 264"/>
                <a:gd name="T8" fmla="*/ 0 w 264"/>
                <a:gd name="T9" fmla="*/ 262 h 264"/>
                <a:gd name="T10" fmla="*/ 0 w 264"/>
                <a:gd name="T11" fmla="*/ 262 h 264"/>
                <a:gd name="T12" fmla="*/ 0 w 264"/>
                <a:gd name="T13" fmla="*/ 262 h 264"/>
                <a:gd name="T14" fmla="*/ 0 w 264"/>
                <a:gd name="T15" fmla="*/ 262 h 264"/>
                <a:gd name="T16" fmla="*/ 0 w 264"/>
                <a:gd name="T17" fmla="*/ 262 h 264"/>
                <a:gd name="T18" fmla="*/ 0 w 264"/>
                <a:gd name="T19" fmla="*/ 261 h 264"/>
                <a:gd name="T20" fmla="*/ 0 w 264"/>
                <a:gd name="T21" fmla="*/ 261 h 264"/>
                <a:gd name="T22" fmla="*/ 0 w 264"/>
                <a:gd name="T23" fmla="*/ 261 h 264"/>
                <a:gd name="T24" fmla="*/ 0 w 264"/>
                <a:gd name="T25" fmla="*/ 260 h 264"/>
                <a:gd name="T26" fmla="*/ 0 w 264"/>
                <a:gd name="T27" fmla="*/ 260 h 264"/>
                <a:gd name="T28" fmla="*/ 0 w 264"/>
                <a:gd name="T29" fmla="*/ 260 h 264"/>
                <a:gd name="T30" fmla="*/ 0 w 264"/>
                <a:gd name="T31" fmla="*/ 260 h 264"/>
                <a:gd name="T32" fmla="*/ 264 w 264"/>
                <a:gd name="T33" fmla="*/ 0 h 264"/>
                <a:gd name="T34" fmla="*/ 264 w 264"/>
                <a:gd name="T35" fmla="*/ 0 h 264"/>
                <a:gd name="T36" fmla="*/ 263 w 264"/>
                <a:gd name="T37" fmla="*/ 0 h 264"/>
                <a:gd name="T38" fmla="*/ 263 w 264"/>
                <a:gd name="T39" fmla="*/ 0 h 264"/>
                <a:gd name="T40" fmla="*/ 263 w 264"/>
                <a:gd name="T41" fmla="*/ 0 h 264"/>
                <a:gd name="T42" fmla="*/ 263 w 264"/>
                <a:gd name="T43" fmla="*/ 0 h 264"/>
                <a:gd name="T44" fmla="*/ 262 w 264"/>
                <a:gd name="T45" fmla="*/ 0 h 264"/>
                <a:gd name="T46" fmla="*/ 262 w 264"/>
                <a:gd name="T47" fmla="*/ 0 h 264"/>
                <a:gd name="T48" fmla="*/ 262 w 264"/>
                <a:gd name="T49" fmla="*/ 0 h 264"/>
                <a:gd name="T50" fmla="*/ 261 w 264"/>
                <a:gd name="T51" fmla="*/ 0 h 264"/>
                <a:gd name="T52" fmla="*/ 261 w 264"/>
                <a:gd name="T53" fmla="*/ 0 h 264"/>
                <a:gd name="T54" fmla="*/ 261 w 264"/>
                <a:gd name="T55" fmla="*/ 0 h 264"/>
                <a:gd name="T56" fmla="*/ 260 w 264"/>
                <a:gd name="T57" fmla="*/ 0 h 264"/>
                <a:gd name="T58" fmla="*/ 260 w 264"/>
                <a:gd name="T59" fmla="*/ 0 h 264"/>
                <a:gd name="T60" fmla="*/ 260 w 264"/>
                <a:gd name="T61" fmla="*/ 0 h 264"/>
                <a:gd name="T62" fmla="*/ 260 w 264"/>
                <a:gd name="T63" fmla="*/ 0 h 264"/>
                <a:gd name="T64" fmla="*/ 260 w 264"/>
                <a:gd name="T65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4" h="264">
                  <a:moveTo>
                    <a:pt x="0" y="264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0" y="264"/>
                    <a:pt x="0" y="264"/>
                  </a:cubicBezTo>
                  <a:moveTo>
                    <a:pt x="0" y="263"/>
                  </a:moveTo>
                  <a:cubicBezTo>
                    <a:pt x="0" y="263"/>
                    <a:pt x="0" y="263"/>
                    <a:pt x="0" y="263"/>
                  </a:cubicBezTo>
                  <a:cubicBezTo>
                    <a:pt x="0" y="263"/>
                    <a:pt x="0" y="263"/>
                    <a:pt x="0" y="263"/>
                  </a:cubicBezTo>
                  <a:moveTo>
                    <a:pt x="0" y="263"/>
                  </a:moveTo>
                  <a:cubicBezTo>
                    <a:pt x="0" y="263"/>
                    <a:pt x="0" y="263"/>
                    <a:pt x="0" y="263"/>
                  </a:cubicBezTo>
                  <a:cubicBezTo>
                    <a:pt x="0" y="263"/>
                    <a:pt x="0" y="263"/>
                    <a:pt x="0" y="263"/>
                  </a:cubicBezTo>
                  <a:moveTo>
                    <a:pt x="0" y="262"/>
                  </a:moveTo>
                  <a:cubicBezTo>
                    <a:pt x="0" y="262"/>
                    <a:pt x="0" y="263"/>
                    <a:pt x="0" y="263"/>
                  </a:cubicBezTo>
                  <a:cubicBezTo>
                    <a:pt x="0" y="263"/>
                    <a:pt x="0" y="262"/>
                    <a:pt x="0" y="262"/>
                  </a:cubicBezTo>
                  <a:moveTo>
                    <a:pt x="0" y="262"/>
                  </a:move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0" y="262"/>
                    <a:pt x="0" y="262"/>
                  </a:cubicBezTo>
                  <a:moveTo>
                    <a:pt x="0" y="262"/>
                  </a:move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0" y="262"/>
                    <a:pt x="0" y="262"/>
                  </a:cubicBezTo>
                  <a:moveTo>
                    <a:pt x="0" y="261"/>
                  </a:moveTo>
                  <a:cubicBezTo>
                    <a:pt x="0" y="261"/>
                    <a:pt x="0" y="261"/>
                    <a:pt x="0" y="261"/>
                  </a:cubicBezTo>
                  <a:cubicBezTo>
                    <a:pt x="0" y="261"/>
                    <a:pt x="0" y="261"/>
                    <a:pt x="0" y="261"/>
                  </a:cubicBezTo>
                  <a:moveTo>
                    <a:pt x="0" y="261"/>
                  </a:moveTo>
                  <a:cubicBezTo>
                    <a:pt x="0" y="261"/>
                    <a:pt x="0" y="261"/>
                    <a:pt x="0" y="261"/>
                  </a:cubicBezTo>
                  <a:cubicBezTo>
                    <a:pt x="0" y="261"/>
                    <a:pt x="0" y="261"/>
                    <a:pt x="0" y="261"/>
                  </a:cubicBezTo>
                  <a:moveTo>
                    <a:pt x="0" y="260"/>
                  </a:moveTo>
                  <a:cubicBezTo>
                    <a:pt x="0" y="260"/>
                    <a:pt x="0" y="260"/>
                    <a:pt x="0" y="260"/>
                  </a:cubicBezTo>
                  <a:cubicBezTo>
                    <a:pt x="0" y="260"/>
                    <a:pt x="0" y="260"/>
                    <a:pt x="0" y="260"/>
                  </a:cubicBezTo>
                  <a:moveTo>
                    <a:pt x="0" y="260"/>
                  </a:moveTo>
                  <a:cubicBezTo>
                    <a:pt x="0" y="260"/>
                    <a:pt x="0" y="260"/>
                    <a:pt x="0" y="260"/>
                  </a:cubicBezTo>
                  <a:cubicBezTo>
                    <a:pt x="0" y="260"/>
                    <a:pt x="0" y="260"/>
                    <a:pt x="0" y="260"/>
                  </a:cubicBezTo>
                  <a:moveTo>
                    <a:pt x="0" y="259"/>
                  </a:moveTo>
                  <a:cubicBezTo>
                    <a:pt x="0" y="260"/>
                    <a:pt x="0" y="260"/>
                    <a:pt x="0" y="260"/>
                  </a:cubicBezTo>
                  <a:cubicBezTo>
                    <a:pt x="0" y="260"/>
                    <a:pt x="0" y="260"/>
                    <a:pt x="0" y="259"/>
                  </a:cubicBezTo>
                  <a:moveTo>
                    <a:pt x="264" y="0"/>
                  </a:moveTo>
                  <a:cubicBezTo>
                    <a:pt x="264" y="0"/>
                    <a:pt x="264" y="0"/>
                    <a:pt x="264" y="0"/>
                  </a:cubicBezTo>
                  <a:cubicBezTo>
                    <a:pt x="264" y="0"/>
                    <a:pt x="264" y="0"/>
                    <a:pt x="264" y="0"/>
                  </a:cubicBezTo>
                  <a:moveTo>
                    <a:pt x="263" y="0"/>
                  </a:moveTo>
                  <a:cubicBezTo>
                    <a:pt x="263" y="0"/>
                    <a:pt x="263" y="0"/>
                    <a:pt x="263" y="0"/>
                  </a:cubicBezTo>
                  <a:cubicBezTo>
                    <a:pt x="263" y="0"/>
                    <a:pt x="263" y="0"/>
                    <a:pt x="263" y="0"/>
                  </a:cubicBezTo>
                  <a:moveTo>
                    <a:pt x="263" y="0"/>
                  </a:moveTo>
                  <a:cubicBezTo>
                    <a:pt x="263" y="0"/>
                    <a:pt x="263" y="0"/>
                    <a:pt x="263" y="0"/>
                  </a:cubicBezTo>
                  <a:cubicBezTo>
                    <a:pt x="263" y="0"/>
                    <a:pt x="263" y="0"/>
                    <a:pt x="263" y="0"/>
                  </a:cubicBezTo>
                  <a:moveTo>
                    <a:pt x="263" y="0"/>
                  </a:moveTo>
                  <a:cubicBezTo>
                    <a:pt x="263" y="0"/>
                    <a:pt x="263" y="0"/>
                    <a:pt x="263" y="0"/>
                  </a:cubicBezTo>
                  <a:cubicBezTo>
                    <a:pt x="263" y="0"/>
                    <a:pt x="263" y="0"/>
                    <a:pt x="263" y="0"/>
                  </a:cubicBezTo>
                  <a:moveTo>
                    <a:pt x="262" y="0"/>
                  </a:moveTo>
                  <a:cubicBezTo>
                    <a:pt x="262" y="0"/>
                    <a:pt x="262" y="0"/>
                    <a:pt x="262" y="0"/>
                  </a:cubicBezTo>
                  <a:cubicBezTo>
                    <a:pt x="262" y="0"/>
                    <a:pt x="262" y="0"/>
                    <a:pt x="262" y="0"/>
                  </a:cubicBezTo>
                  <a:moveTo>
                    <a:pt x="262" y="0"/>
                  </a:moveTo>
                  <a:cubicBezTo>
                    <a:pt x="262" y="0"/>
                    <a:pt x="262" y="0"/>
                    <a:pt x="262" y="0"/>
                  </a:cubicBezTo>
                  <a:cubicBezTo>
                    <a:pt x="262" y="0"/>
                    <a:pt x="262" y="0"/>
                    <a:pt x="262" y="0"/>
                  </a:cubicBezTo>
                  <a:moveTo>
                    <a:pt x="261" y="0"/>
                  </a:moveTo>
                  <a:cubicBezTo>
                    <a:pt x="261" y="0"/>
                    <a:pt x="261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moveTo>
                    <a:pt x="261" y="0"/>
                  </a:moveTo>
                  <a:cubicBezTo>
                    <a:pt x="261" y="0"/>
                    <a:pt x="261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moveTo>
                    <a:pt x="260" y="0"/>
                  </a:moveTo>
                  <a:cubicBezTo>
                    <a:pt x="260" y="0"/>
                    <a:pt x="261" y="0"/>
                    <a:pt x="261" y="0"/>
                  </a:cubicBezTo>
                  <a:cubicBezTo>
                    <a:pt x="261" y="0"/>
                    <a:pt x="260" y="0"/>
                    <a:pt x="260" y="0"/>
                  </a:cubicBezTo>
                  <a:moveTo>
                    <a:pt x="260" y="0"/>
                  </a:moveTo>
                  <a:cubicBezTo>
                    <a:pt x="260" y="0"/>
                    <a:pt x="260" y="0"/>
                    <a:pt x="260" y="0"/>
                  </a:cubicBezTo>
                  <a:cubicBezTo>
                    <a:pt x="260" y="0"/>
                    <a:pt x="260" y="0"/>
                    <a:pt x="260" y="0"/>
                  </a:cubicBezTo>
                  <a:moveTo>
                    <a:pt x="260" y="0"/>
                  </a:moveTo>
                  <a:cubicBezTo>
                    <a:pt x="260" y="0"/>
                    <a:pt x="260" y="0"/>
                    <a:pt x="260" y="0"/>
                  </a:cubicBezTo>
                  <a:cubicBezTo>
                    <a:pt x="260" y="0"/>
                    <a:pt x="260" y="0"/>
                    <a:pt x="260" y="0"/>
                  </a:cubicBezTo>
                </a:path>
              </a:pathLst>
            </a:custGeom>
            <a:solidFill>
              <a:srgbClr val="CFCB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0" name="îŝḷíḋe">
              <a:extLst>
                <a:ext uri="{FF2B5EF4-FFF2-40B4-BE49-F238E27FC236}">
                  <a16:creationId xmlns:a16="http://schemas.microsoft.com/office/drawing/2014/main" id="{E76ADA1E-3A12-44C0-BB84-0074C3E6F331}"/>
                </a:ext>
              </a:extLst>
            </p:cNvPr>
            <p:cNvSpPr/>
            <p:nvPr/>
          </p:nvSpPr>
          <p:spPr bwMode="auto">
            <a:xfrm>
              <a:off x="5368925" y="2905125"/>
              <a:ext cx="835025" cy="835025"/>
            </a:xfrm>
            <a:custGeom>
              <a:avLst/>
              <a:gdLst>
                <a:gd name="T0" fmla="*/ 259 w 446"/>
                <a:gd name="T1" fmla="*/ 0 h 446"/>
                <a:gd name="T2" fmla="*/ 0 w 446"/>
                <a:gd name="T3" fmla="*/ 259 h 446"/>
                <a:gd name="T4" fmla="*/ 0 w 446"/>
                <a:gd name="T5" fmla="*/ 259 h 446"/>
                <a:gd name="T6" fmla="*/ 0 w 446"/>
                <a:gd name="T7" fmla="*/ 260 h 446"/>
                <a:gd name="T8" fmla="*/ 0 w 446"/>
                <a:gd name="T9" fmla="*/ 260 h 446"/>
                <a:gd name="T10" fmla="*/ 0 w 446"/>
                <a:gd name="T11" fmla="*/ 260 h 446"/>
                <a:gd name="T12" fmla="*/ 0 w 446"/>
                <a:gd name="T13" fmla="*/ 260 h 446"/>
                <a:gd name="T14" fmla="*/ 0 w 446"/>
                <a:gd name="T15" fmla="*/ 260 h 446"/>
                <a:gd name="T16" fmla="*/ 0 w 446"/>
                <a:gd name="T17" fmla="*/ 261 h 446"/>
                <a:gd name="T18" fmla="*/ 0 w 446"/>
                <a:gd name="T19" fmla="*/ 261 h 446"/>
                <a:gd name="T20" fmla="*/ 0 w 446"/>
                <a:gd name="T21" fmla="*/ 261 h 446"/>
                <a:gd name="T22" fmla="*/ 0 w 446"/>
                <a:gd name="T23" fmla="*/ 261 h 446"/>
                <a:gd name="T24" fmla="*/ 0 w 446"/>
                <a:gd name="T25" fmla="*/ 262 h 446"/>
                <a:gd name="T26" fmla="*/ 0 w 446"/>
                <a:gd name="T27" fmla="*/ 262 h 446"/>
                <a:gd name="T28" fmla="*/ 0 w 446"/>
                <a:gd name="T29" fmla="*/ 262 h 446"/>
                <a:gd name="T30" fmla="*/ 0 w 446"/>
                <a:gd name="T31" fmla="*/ 262 h 446"/>
                <a:gd name="T32" fmla="*/ 0 w 446"/>
                <a:gd name="T33" fmla="*/ 262 h 446"/>
                <a:gd name="T34" fmla="*/ 0 w 446"/>
                <a:gd name="T35" fmla="*/ 263 h 446"/>
                <a:gd name="T36" fmla="*/ 0 w 446"/>
                <a:gd name="T37" fmla="*/ 263 h 446"/>
                <a:gd name="T38" fmla="*/ 0 w 446"/>
                <a:gd name="T39" fmla="*/ 263 h 446"/>
                <a:gd name="T40" fmla="*/ 0 w 446"/>
                <a:gd name="T41" fmla="*/ 263 h 446"/>
                <a:gd name="T42" fmla="*/ 0 w 446"/>
                <a:gd name="T43" fmla="*/ 263 h 446"/>
                <a:gd name="T44" fmla="*/ 0 w 446"/>
                <a:gd name="T45" fmla="*/ 264 h 446"/>
                <a:gd name="T46" fmla="*/ 0 w 446"/>
                <a:gd name="T47" fmla="*/ 264 h 446"/>
                <a:gd name="T48" fmla="*/ 80 w 446"/>
                <a:gd name="T49" fmla="*/ 446 h 446"/>
                <a:gd name="T50" fmla="*/ 8 w 446"/>
                <a:gd name="T51" fmla="*/ 267 h 446"/>
                <a:gd name="T52" fmla="*/ 267 w 446"/>
                <a:gd name="T53" fmla="*/ 8 h 446"/>
                <a:gd name="T54" fmla="*/ 446 w 446"/>
                <a:gd name="T55" fmla="*/ 80 h 446"/>
                <a:gd name="T56" fmla="*/ 264 w 446"/>
                <a:gd name="T57" fmla="*/ 0 h 446"/>
                <a:gd name="T58" fmla="*/ 264 w 446"/>
                <a:gd name="T59" fmla="*/ 0 h 446"/>
                <a:gd name="T60" fmla="*/ 263 w 446"/>
                <a:gd name="T61" fmla="*/ 0 h 446"/>
                <a:gd name="T62" fmla="*/ 263 w 446"/>
                <a:gd name="T63" fmla="*/ 0 h 446"/>
                <a:gd name="T64" fmla="*/ 263 w 446"/>
                <a:gd name="T65" fmla="*/ 0 h 446"/>
                <a:gd name="T66" fmla="*/ 263 w 446"/>
                <a:gd name="T67" fmla="*/ 0 h 446"/>
                <a:gd name="T68" fmla="*/ 263 w 446"/>
                <a:gd name="T69" fmla="*/ 0 h 446"/>
                <a:gd name="T70" fmla="*/ 263 w 446"/>
                <a:gd name="T71" fmla="*/ 0 h 446"/>
                <a:gd name="T72" fmla="*/ 262 w 446"/>
                <a:gd name="T73" fmla="*/ 0 h 446"/>
                <a:gd name="T74" fmla="*/ 262 w 446"/>
                <a:gd name="T75" fmla="*/ 0 h 446"/>
                <a:gd name="T76" fmla="*/ 262 w 446"/>
                <a:gd name="T77" fmla="*/ 0 h 446"/>
                <a:gd name="T78" fmla="*/ 262 w 446"/>
                <a:gd name="T79" fmla="*/ 0 h 446"/>
                <a:gd name="T80" fmla="*/ 261 w 446"/>
                <a:gd name="T81" fmla="*/ 0 h 446"/>
                <a:gd name="T82" fmla="*/ 261 w 446"/>
                <a:gd name="T83" fmla="*/ 0 h 446"/>
                <a:gd name="T84" fmla="*/ 261 w 446"/>
                <a:gd name="T85" fmla="*/ 0 h 446"/>
                <a:gd name="T86" fmla="*/ 261 w 446"/>
                <a:gd name="T87" fmla="*/ 0 h 446"/>
                <a:gd name="T88" fmla="*/ 261 w 446"/>
                <a:gd name="T89" fmla="*/ 0 h 446"/>
                <a:gd name="T90" fmla="*/ 260 w 446"/>
                <a:gd name="T91" fmla="*/ 0 h 446"/>
                <a:gd name="T92" fmla="*/ 260 w 446"/>
                <a:gd name="T93" fmla="*/ 0 h 446"/>
                <a:gd name="T94" fmla="*/ 260 w 446"/>
                <a:gd name="T95" fmla="*/ 0 h 446"/>
                <a:gd name="T96" fmla="*/ 260 w 446"/>
                <a:gd name="T97" fmla="*/ 0 h 446"/>
                <a:gd name="T98" fmla="*/ 260 w 446"/>
                <a:gd name="T99" fmla="*/ 0 h 446"/>
                <a:gd name="T100" fmla="*/ 259 w 446"/>
                <a:gd name="T101" fmla="*/ 0 h 446"/>
                <a:gd name="T102" fmla="*/ 259 w 446"/>
                <a:gd name="T103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46" h="446">
                  <a:moveTo>
                    <a:pt x="259" y="0"/>
                  </a:moveTo>
                  <a:cubicBezTo>
                    <a:pt x="116" y="0"/>
                    <a:pt x="0" y="116"/>
                    <a:pt x="0" y="259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261"/>
                    <a:pt x="0" y="262"/>
                    <a:pt x="0" y="262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0" y="263"/>
                    <a:pt x="0" y="263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0" y="264"/>
                    <a:pt x="0" y="264"/>
                  </a:cubicBezTo>
                  <a:cubicBezTo>
                    <a:pt x="1" y="335"/>
                    <a:pt x="32" y="400"/>
                    <a:pt x="80" y="446"/>
                  </a:cubicBezTo>
                  <a:cubicBezTo>
                    <a:pt x="35" y="400"/>
                    <a:pt x="8" y="337"/>
                    <a:pt x="8" y="267"/>
                  </a:cubicBezTo>
                  <a:cubicBezTo>
                    <a:pt x="8" y="124"/>
                    <a:pt x="124" y="8"/>
                    <a:pt x="267" y="8"/>
                  </a:cubicBezTo>
                  <a:cubicBezTo>
                    <a:pt x="337" y="8"/>
                    <a:pt x="400" y="35"/>
                    <a:pt x="446" y="80"/>
                  </a:cubicBezTo>
                  <a:cubicBezTo>
                    <a:pt x="400" y="32"/>
                    <a:pt x="336" y="1"/>
                    <a:pt x="264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264" y="0"/>
                    <a:pt x="264" y="0"/>
                    <a:pt x="26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62" y="0"/>
                    <a:pt x="262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61" y="0"/>
                    <a:pt x="260" y="0"/>
                    <a:pt x="260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259" y="0"/>
                    <a:pt x="259" y="0"/>
                    <a:pt x="259" y="0"/>
                  </a:cubicBezTo>
                </a:path>
              </a:pathLst>
            </a:custGeom>
            <a:solidFill>
              <a:srgbClr val="5353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1" name="iSľíḑê">
              <a:extLst>
                <a:ext uri="{FF2B5EF4-FFF2-40B4-BE49-F238E27FC236}">
                  <a16:creationId xmlns:a16="http://schemas.microsoft.com/office/drawing/2014/main" id="{D73B7E37-9D57-4693-A617-810DDF65E1DF}"/>
                </a:ext>
              </a:extLst>
            </p:cNvPr>
            <p:cNvSpPr/>
            <p:nvPr/>
          </p:nvSpPr>
          <p:spPr bwMode="auto">
            <a:xfrm>
              <a:off x="5683250" y="3209925"/>
              <a:ext cx="376238" cy="376238"/>
            </a:xfrm>
            <a:prstGeom prst="ellipse">
              <a:avLst/>
            </a:prstGeom>
            <a:solidFill>
              <a:srgbClr val="5353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2" name="ïŝḻidê">
              <a:extLst>
                <a:ext uri="{FF2B5EF4-FFF2-40B4-BE49-F238E27FC236}">
                  <a16:creationId xmlns:a16="http://schemas.microsoft.com/office/drawing/2014/main" id="{F0DCEF42-E4D2-461B-8BB5-1130C5871F78}"/>
                </a:ext>
              </a:extLst>
            </p:cNvPr>
            <p:cNvSpPr/>
            <p:nvPr/>
          </p:nvSpPr>
          <p:spPr bwMode="auto">
            <a:xfrm>
              <a:off x="5665788" y="3201988"/>
              <a:ext cx="376238" cy="376238"/>
            </a:xfrm>
            <a:prstGeom prst="ellipse">
              <a:avLst/>
            </a:pr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3" name="ïšļiḑe">
              <a:extLst>
                <a:ext uri="{FF2B5EF4-FFF2-40B4-BE49-F238E27FC236}">
                  <a16:creationId xmlns:a16="http://schemas.microsoft.com/office/drawing/2014/main" id="{577F7C4B-7D52-4016-99A0-05BFE7B46774}"/>
                </a:ext>
              </a:extLst>
            </p:cNvPr>
            <p:cNvSpPr/>
            <p:nvPr/>
          </p:nvSpPr>
          <p:spPr bwMode="auto">
            <a:xfrm>
              <a:off x="5713413" y="3249613"/>
              <a:ext cx="280988" cy="280988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4" name="îśľïḋe">
              <a:extLst>
                <a:ext uri="{FF2B5EF4-FFF2-40B4-BE49-F238E27FC236}">
                  <a16:creationId xmlns:a16="http://schemas.microsoft.com/office/drawing/2014/main" id="{A7C76553-DD03-4214-A150-22B8815CC8A7}"/>
                </a:ext>
              </a:extLst>
            </p:cNvPr>
            <p:cNvSpPr/>
            <p:nvPr/>
          </p:nvSpPr>
          <p:spPr bwMode="auto">
            <a:xfrm>
              <a:off x="5761038" y="2981325"/>
              <a:ext cx="180975" cy="182563"/>
            </a:xfrm>
            <a:custGeom>
              <a:avLst/>
              <a:gdLst>
                <a:gd name="T0" fmla="*/ 0 w 114"/>
                <a:gd name="T1" fmla="*/ 0 h 115"/>
                <a:gd name="T2" fmla="*/ 15 w 114"/>
                <a:gd name="T3" fmla="*/ 115 h 115"/>
                <a:gd name="T4" fmla="*/ 100 w 114"/>
                <a:gd name="T5" fmla="*/ 115 h 115"/>
                <a:gd name="T6" fmla="*/ 114 w 114"/>
                <a:gd name="T7" fmla="*/ 0 h 115"/>
                <a:gd name="T8" fmla="*/ 0 w 114"/>
                <a:gd name="T9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5">
                  <a:moveTo>
                    <a:pt x="0" y="0"/>
                  </a:moveTo>
                  <a:lnTo>
                    <a:pt x="15" y="115"/>
                  </a:lnTo>
                  <a:lnTo>
                    <a:pt x="100" y="115"/>
                  </a:ln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5" name="îS1íḋê">
              <a:extLst>
                <a:ext uri="{FF2B5EF4-FFF2-40B4-BE49-F238E27FC236}">
                  <a16:creationId xmlns:a16="http://schemas.microsoft.com/office/drawing/2014/main" id="{FFFE05A1-4CFD-4A23-82FA-2861535E0645}"/>
                </a:ext>
              </a:extLst>
            </p:cNvPr>
            <p:cNvSpPr/>
            <p:nvPr/>
          </p:nvSpPr>
          <p:spPr bwMode="auto">
            <a:xfrm>
              <a:off x="5500688" y="3040063"/>
              <a:ext cx="238125" cy="239713"/>
            </a:xfrm>
            <a:custGeom>
              <a:avLst/>
              <a:gdLst>
                <a:gd name="T0" fmla="*/ 0 w 150"/>
                <a:gd name="T1" fmla="*/ 80 h 151"/>
                <a:gd name="T2" fmla="*/ 90 w 150"/>
                <a:gd name="T3" fmla="*/ 151 h 151"/>
                <a:gd name="T4" fmla="*/ 150 w 150"/>
                <a:gd name="T5" fmla="*/ 91 h 151"/>
                <a:gd name="T6" fmla="*/ 79 w 150"/>
                <a:gd name="T7" fmla="*/ 0 h 151"/>
                <a:gd name="T8" fmla="*/ 0 w 150"/>
                <a:gd name="T9" fmla="*/ 8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51">
                  <a:moveTo>
                    <a:pt x="0" y="80"/>
                  </a:moveTo>
                  <a:lnTo>
                    <a:pt x="90" y="151"/>
                  </a:lnTo>
                  <a:lnTo>
                    <a:pt x="150" y="91"/>
                  </a:lnTo>
                  <a:lnTo>
                    <a:pt x="79" y="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6" name="ïṡľïďe">
              <a:extLst>
                <a:ext uri="{FF2B5EF4-FFF2-40B4-BE49-F238E27FC236}">
                  <a16:creationId xmlns:a16="http://schemas.microsoft.com/office/drawing/2014/main" id="{E8DC52A0-CB57-404D-9600-0874444D5F04}"/>
                </a:ext>
              </a:extLst>
            </p:cNvPr>
            <p:cNvSpPr/>
            <p:nvPr/>
          </p:nvSpPr>
          <p:spPr bwMode="auto">
            <a:xfrm>
              <a:off x="5446713" y="3303588"/>
              <a:ext cx="179388" cy="177800"/>
            </a:xfrm>
            <a:custGeom>
              <a:avLst/>
              <a:gdLst>
                <a:gd name="T0" fmla="*/ 0 w 113"/>
                <a:gd name="T1" fmla="*/ 112 h 112"/>
                <a:gd name="T2" fmla="*/ 113 w 113"/>
                <a:gd name="T3" fmla="*/ 99 h 112"/>
                <a:gd name="T4" fmla="*/ 113 w 113"/>
                <a:gd name="T5" fmla="*/ 13 h 112"/>
                <a:gd name="T6" fmla="*/ 0 w 113"/>
                <a:gd name="T7" fmla="*/ 0 h 112"/>
                <a:gd name="T8" fmla="*/ 0 w 113"/>
                <a:gd name="T9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112">
                  <a:moveTo>
                    <a:pt x="0" y="112"/>
                  </a:moveTo>
                  <a:lnTo>
                    <a:pt x="113" y="99"/>
                  </a:lnTo>
                  <a:lnTo>
                    <a:pt x="113" y="13"/>
                  </a:lnTo>
                  <a:lnTo>
                    <a:pt x="0" y="0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7" name="ïŝliďé">
              <a:extLst>
                <a:ext uri="{FF2B5EF4-FFF2-40B4-BE49-F238E27FC236}">
                  <a16:creationId xmlns:a16="http://schemas.microsoft.com/office/drawing/2014/main" id="{0BBE2EC0-D852-438F-87F8-928CB887AF19}"/>
                </a:ext>
              </a:extLst>
            </p:cNvPr>
            <p:cNvSpPr/>
            <p:nvPr/>
          </p:nvSpPr>
          <p:spPr bwMode="auto">
            <a:xfrm>
              <a:off x="5503863" y="3503613"/>
              <a:ext cx="239713" cy="239713"/>
            </a:xfrm>
            <a:custGeom>
              <a:avLst/>
              <a:gdLst>
                <a:gd name="T0" fmla="*/ 80 w 151"/>
                <a:gd name="T1" fmla="*/ 151 h 151"/>
                <a:gd name="T2" fmla="*/ 151 w 151"/>
                <a:gd name="T3" fmla="*/ 60 h 151"/>
                <a:gd name="T4" fmla="*/ 90 w 151"/>
                <a:gd name="T5" fmla="*/ 0 h 151"/>
                <a:gd name="T6" fmla="*/ 0 w 151"/>
                <a:gd name="T7" fmla="*/ 71 h 151"/>
                <a:gd name="T8" fmla="*/ 80 w 151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51">
                  <a:moveTo>
                    <a:pt x="80" y="151"/>
                  </a:moveTo>
                  <a:lnTo>
                    <a:pt x="151" y="60"/>
                  </a:lnTo>
                  <a:lnTo>
                    <a:pt x="90" y="0"/>
                  </a:lnTo>
                  <a:lnTo>
                    <a:pt x="0" y="71"/>
                  </a:lnTo>
                  <a:lnTo>
                    <a:pt x="80" y="151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8" name="ïSḻïḍé">
              <a:extLst>
                <a:ext uri="{FF2B5EF4-FFF2-40B4-BE49-F238E27FC236}">
                  <a16:creationId xmlns:a16="http://schemas.microsoft.com/office/drawing/2014/main" id="{C3C0A1FA-770C-4F48-B209-2E95A57A2714}"/>
                </a:ext>
              </a:extLst>
            </p:cNvPr>
            <p:cNvSpPr/>
            <p:nvPr/>
          </p:nvSpPr>
          <p:spPr bwMode="auto">
            <a:xfrm>
              <a:off x="5767388" y="3616325"/>
              <a:ext cx="177800" cy="180975"/>
            </a:xfrm>
            <a:custGeom>
              <a:avLst/>
              <a:gdLst>
                <a:gd name="T0" fmla="*/ 112 w 112"/>
                <a:gd name="T1" fmla="*/ 114 h 114"/>
                <a:gd name="T2" fmla="*/ 99 w 112"/>
                <a:gd name="T3" fmla="*/ 0 h 114"/>
                <a:gd name="T4" fmla="*/ 13 w 112"/>
                <a:gd name="T5" fmla="*/ 0 h 114"/>
                <a:gd name="T6" fmla="*/ 0 w 112"/>
                <a:gd name="T7" fmla="*/ 114 h 114"/>
                <a:gd name="T8" fmla="*/ 112 w 112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114">
                  <a:moveTo>
                    <a:pt x="112" y="114"/>
                  </a:moveTo>
                  <a:lnTo>
                    <a:pt x="99" y="0"/>
                  </a:lnTo>
                  <a:lnTo>
                    <a:pt x="13" y="0"/>
                  </a:lnTo>
                  <a:lnTo>
                    <a:pt x="0" y="114"/>
                  </a:lnTo>
                  <a:lnTo>
                    <a:pt x="112" y="114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9" name="iŝ1îḑe">
              <a:extLst>
                <a:ext uri="{FF2B5EF4-FFF2-40B4-BE49-F238E27FC236}">
                  <a16:creationId xmlns:a16="http://schemas.microsoft.com/office/drawing/2014/main" id="{CBAF39A7-A849-400D-9EBC-A28258DCE23B}"/>
                </a:ext>
              </a:extLst>
            </p:cNvPr>
            <p:cNvSpPr/>
            <p:nvPr/>
          </p:nvSpPr>
          <p:spPr bwMode="auto">
            <a:xfrm>
              <a:off x="5967413" y="3500438"/>
              <a:ext cx="239713" cy="239713"/>
            </a:xfrm>
            <a:custGeom>
              <a:avLst/>
              <a:gdLst>
                <a:gd name="T0" fmla="*/ 151 w 151"/>
                <a:gd name="T1" fmla="*/ 70 h 151"/>
                <a:gd name="T2" fmla="*/ 60 w 151"/>
                <a:gd name="T3" fmla="*/ 0 h 151"/>
                <a:gd name="T4" fmla="*/ 0 w 151"/>
                <a:gd name="T5" fmla="*/ 60 h 151"/>
                <a:gd name="T6" fmla="*/ 71 w 151"/>
                <a:gd name="T7" fmla="*/ 151 h 151"/>
                <a:gd name="T8" fmla="*/ 151 w 151"/>
                <a:gd name="T9" fmla="*/ 7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51">
                  <a:moveTo>
                    <a:pt x="151" y="70"/>
                  </a:moveTo>
                  <a:lnTo>
                    <a:pt x="60" y="0"/>
                  </a:lnTo>
                  <a:lnTo>
                    <a:pt x="0" y="60"/>
                  </a:lnTo>
                  <a:lnTo>
                    <a:pt x="71" y="151"/>
                  </a:lnTo>
                  <a:lnTo>
                    <a:pt x="151" y="7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0" name="îśḷiḓè">
              <a:extLst>
                <a:ext uri="{FF2B5EF4-FFF2-40B4-BE49-F238E27FC236}">
                  <a16:creationId xmlns:a16="http://schemas.microsoft.com/office/drawing/2014/main" id="{F94871E7-6039-4B25-AADB-44ACFB3BCA74}"/>
                </a:ext>
              </a:extLst>
            </p:cNvPr>
            <p:cNvSpPr/>
            <p:nvPr/>
          </p:nvSpPr>
          <p:spPr bwMode="auto">
            <a:xfrm>
              <a:off x="6080125" y="3297238"/>
              <a:ext cx="180975" cy="180975"/>
            </a:xfrm>
            <a:custGeom>
              <a:avLst/>
              <a:gdLst>
                <a:gd name="T0" fmla="*/ 114 w 114"/>
                <a:gd name="T1" fmla="*/ 0 h 114"/>
                <a:gd name="T2" fmla="*/ 0 w 114"/>
                <a:gd name="T3" fmla="*/ 15 h 114"/>
                <a:gd name="T4" fmla="*/ 0 w 114"/>
                <a:gd name="T5" fmla="*/ 99 h 114"/>
                <a:gd name="T6" fmla="*/ 114 w 114"/>
                <a:gd name="T7" fmla="*/ 114 h 114"/>
                <a:gd name="T8" fmla="*/ 114 w 114"/>
                <a:gd name="T9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4">
                  <a:moveTo>
                    <a:pt x="114" y="0"/>
                  </a:moveTo>
                  <a:lnTo>
                    <a:pt x="0" y="15"/>
                  </a:lnTo>
                  <a:lnTo>
                    <a:pt x="0" y="99"/>
                  </a:lnTo>
                  <a:lnTo>
                    <a:pt x="114" y="114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1" name="îṡľiḋé">
              <a:extLst>
                <a:ext uri="{FF2B5EF4-FFF2-40B4-BE49-F238E27FC236}">
                  <a16:creationId xmlns:a16="http://schemas.microsoft.com/office/drawing/2014/main" id="{6FAEC02A-D69D-4F20-B9E6-93AAB43CAA80}"/>
                </a:ext>
              </a:extLst>
            </p:cNvPr>
            <p:cNvSpPr/>
            <p:nvPr/>
          </p:nvSpPr>
          <p:spPr bwMode="auto">
            <a:xfrm>
              <a:off x="5964238" y="3036888"/>
              <a:ext cx="239713" cy="238125"/>
            </a:xfrm>
            <a:custGeom>
              <a:avLst/>
              <a:gdLst>
                <a:gd name="T0" fmla="*/ 71 w 151"/>
                <a:gd name="T1" fmla="*/ 0 h 150"/>
                <a:gd name="T2" fmla="*/ 0 w 151"/>
                <a:gd name="T3" fmla="*/ 90 h 150"/>
                <a:gd name="T4" fmla="*/ 60 w 151"/>
                <a:gd name="T5" fmla="*/ 150 h 150"/>
                <a:gd name="T6" fmla="*/ 151 w 151"/>
                <a:gd name="T7" fmla="*/ 80 h 150"/>
                <a:gd name="T8" fmla="*/ 71 w 151"/>
                <a:gd name="T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50">
                  <a:moveTo>
                    <a:pt x="71" y="0"/>
                  </a:moveTo>
                  <a:lnTo>
                    <a:pt x="0" y="90"/>
                  </a:lnTo>
                  <a:lnTo>
                    <a:pt x="60" y="150"/>
                  </a:lnTo>
                  <a:lnTo>
                    <a:pt x="151" y="8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2" name="íS1íḋê">
              <a:extLst>
                <a:ext uri="{FF2B5EF4-FFF2-40B4-BE49-F238E27FC236}">
                  <a16:creationId xmlns:a16="http://schemas.microsoft.com/office/drawing/2014/main" id="{C5F29CF3-63FE-49A7-BC6A-21B8BA1E566D}"/>
                </a:ext>
              </a:extLst>
            </p:cNvPr>
            <p:cNvSpPr/>
            <p:nvPr/>
          </p:nvSpPr>
          <p:spPr bwMode="auto">
            <a:xfrm>
              <a:off x="4187825" y="2444750"/>
              <a:ext cx="355600" cy="731838"/>
            </a:xfrm>
            <a:custGeom>
              <a:avLst/>
              <a:gdLst>
                <a:gd name="T0" fmla="*/ 190 w 190"/>
                <a:gd name="T1" fmla="*/ 0 h 391"/>
                <a:gd name="T2" fmla="*/ 0 w 190"/>
                <a:gd name="T3" fmla="*/ 226 h 391"/>
                <a:gd name="T4" fmla="*/ 71 w 190"/>
                <a:gd name="T5" fmla="*/ 391 h 391"/>
                <a:gd name="T6" fmla="*/ 12 w 190"/>
                <a:gd name="T7" fmla="*/ 280 h 391"/>
                <a:gd name="T8" fmla="*/ 6 w 190"/>
                <a:gd name="T9" fmla="*/ 225 h 391"/>
                <a:gd name="T10" fmla="*/ 190 w 190"/>
                <a:gd name="T11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0" h="391">
                  <a:moveTo>
                    <a:pt x="190" y="0"/>
                  </a:moveTo>
                  <a:cubicBezTo>
                    <a:pt x="82" y="19"/>
                    <a:pt x="0" y="113"/>
                    <a:pt x="0" y="226"/>
                  </a:cubicBezTo>
                  <a:cubicBezTo>
                    <a:pt x="0" y="291"/>
                    <a:pt x="28" y="350"/>
                    <a:pt x="71" y="391"/>
                  </a:cubicBezTo>
                  <a:cubicBezTo>
                    <a:pt x="42" y="361"/>
                    <a:pt x="21" y="323"/>
                    <a:pt x="12" y="280"/>
                  </a:cubicBezTo>
                  <a:cubicBezTo>
                    <a:pt x="8" y="262"/>
                    <a:pt x="6" y="244"/>
                    <a:pt x="6" y="225"/>
                  </a:cubicBezTo>
                  <a:cubicBezTo>
                    <a:pt x="6" y="114"/>
                    <a:pt x="85" y="21"/>
                    <a:pt x="190" y="0"/>
                  </a:cubicBezTo>
                </a:path>
              </a:pathLst>
            </a:custGeom>
            <a:solidFill>
              <a:srgbClr val="5353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3" name="ïṥľïďe">
              <a:extLst>
                <a:ext uri="{FF2B5EF4-FFF2-40B4-BE49-F238E27FC236}">
                  <a16:creationId xmlns:a16="http://schemas.microsoft.com/office/drawing/2014/main" id="{EBEE5C81-650C-4FA5-9EEF-5512ACAF7620}"/>
                </a:ext>
              </a:extLst>
            </p:cNvPr>
            <p:cNvSpPr/>
            <p:nvPr/>
          </p:nvSpPr>
          <p:spPr bwMode="auto">
            <a:xfrm>
              <a:off x="4198938" y="2436813"/>
              <a:ext cx="728663" cy="531813"/>
            </a:xfrm>
            <a:custGeom>
              <a:avLst/>
              <a:gdLst>
                <a:gd name="T0" fmla="*/ 224 w 389"/>
                <a:gd name="T1" fmla="*/ 0 h 284"/>
                <a:gd name="T2" fmla="*/ 184 w 389"/>
                <a:gd name="T3" fmla="*/ 4 h 284"/>
                <a:gd name="T4" fmla="*/ 0 w 389"/>
                <a:gd name="T5" fmla="*/ 229 h 284"/>
                <a:gd name="T6" fmla="*/ 6 w 389"/>
                <a:gd name="T7" fmla="*/ 284 h 284"/>
                <a:gd name="T8" fmla="*/ 1 w 389"/>
                <a:gd name="T9" fmla="*/ 237 h 284"/>
                <a:gd name="T10" fmla="*/ 231 w 389"/>
                <a:gd name="T11" fmla="*/ 7 h 284"/>
                <a:gd name="T12" fmla="*/ 389 w 389"/>
                <a:gd name="T13" fmla="*/ 71 h 284"/>
                <a:gd name="T14" fmla="*/ 224 w 389"/>
                <a:gd name="T15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9" h="284">
                  <a:moveTo>
                    <a:pt x="224" y="0"/>
                  </a:moveTo>
                  <a:cubicBezTo>
                    <a:pt x="210" y="0"/>
                    <a:pt x="197" y="2"/>
                    <a:pt x="184" y="4"/>
                  </a:cubicBezTo>
                  <a:cubicBezTo>
                    <a:pt x="79" y="25"/>
                    <a:pt x="0" y="118"/>
                    <a:pt x="0" y="229"/>
                  </a:cubicBezTo>
                  <a:cubicBezTo>
                    <a:pt x="0" y="248"/>
                    <a:pt x="2" y="266"/>
                    <a:pt x="6" y="284"/>
                  </a:cubicBezTo>
                  <a:cubicBezTo>
                    <a:pt x="3" y="269"/>
                    <a:pt x="1" y="253"/>
                    <a:pt x="1" y="237"/>
                  </a:cubicBezTo>
                  <a:cubicBezTo>
                    <a:pt x="1" y="110"/>
                    <a:pt x="104" y="7"/>
                    <a:pt x="231" y="7"/>
                  </a:cubicBezTo>
                  <a:cubicBezTo>
                    <a:pt x="292" y="7"/>
                    <a:pt x="348" y="32"/>
                    <a:pt x="389" y="71"/>
                  </a:cubicBezTo>
                  <a:cubicBezTo>
                    <a:pt x="348" y="28"/>
                    <a:pt x="289" y="0"/>
                    <a:pt x="224" y="0"/>
                  </a:cubicBezTo>
                </a:path>
              </a:pathLst>
            </a:custGeom>
            <a:solidFill>
              <a:srgbClr val="CFCB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4" name="íṧļîḋé">
              <a:extLst>
                <a:ext uri="{FF2B5EF4-FFF2-40B4-BE49-F238E27FC236}">
                  <a16:creationId xmlns:a16="http://schemas.microsoft.com/office/drawing/2014/main" id="{13F9354E-6A7B-47F8-984B-D0596AEF9A2B}"/>
                </a:ext>
              </a:extLst>
            </p:cNvPr>
            <p:cNvSpPr/>
            <p:nvPr/>
          </p:nvSpPr>
          <p:spPr bwMode="auto">
            <a:xfrm>
              <a:off x="4483100" y="2749550"/>
              <a:ext cx="317500" cy="292100"/>
            </a:xfrm>
            <a:custGeom>
              <a:avLst/>
              <a:gdLst>
                <a:gd name="T0" fmla="*/ 73 w 170"/>
                <a:gd name="T1" fmla="*/ 0 h 156"/>
                <a:gd name="T2" fmla="*/ 61 w 170"/>
                <a:gd name="T3" fmla="*/ 1 h 156"/>
                <a:gd name="T4" fmla="*/ 59 w 170"/>
                <a:gd name="T5" fmla="*/ 2 h 156"/>
                <a:gd name="T6" fmla="*/ 10 w 170"/>
                <a:gd name="T7" fmla="*/ 63 h 156"/>
                <a:gd name="T8" fmla="*/ 0 w 170"/>
                <a:gd name="T9" fmla="*/ 105 h 156"/>
                <a:gd name="T10" fmla="*/ 81 w 170"/>
                <a:gd name="T11" fmla="*/ 156 h 156"/>
                <a:gd name="T12" fmla="*/ 170 w 170"/>
                <a:gd name="T13" fmla="*/ 67 h 156"/>
                <a:gd name="T14" fmla="*/ 142 w 170"/>
                <a:gd name="T15" fmla="*/ 2 h 156"/>
                <a:gd name="T16" fmla="*/ 88 w 170"/>
                <a:gd name="T17" fmla="*/ 2 h 156"/>
                <a:gd name="T18" fmla="*/ 85 w 170"/>
                <a:gd name="T19" fmla="*/ 1 h 156"/>
                <a:gd name="T20" fmla="*/ 73 w 170"/>
                <a:gd name="T2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0" h="156">
                  <a:moveTo>
                    <a:pt x="73" y="0"/>
                  </a:moveTo>
                  <a:cubicBezTo>
                    <a:pt x="69" y="0"/>
                    <a:pt x="65" y="0"/>
                    <a:pt x="61" y="1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30" y="8"/>
                    <a:pt x="10" y="33"/>
                    <a:pt x="10" y="63"/>
                  </a:cubicBezTo>
                  <a:cubicBezTo>
                    <a:pt x="10" y="65"/>
                    <a:pt x="10" y="66"/>
                    <a:pt x="0" y="105"/>
                  </a:cubicBezTo>
                  <a:cubicBezTo>
                    <a:pt x="15" y="135"/>
                    <a:pt x="45" y="156"/>
                    <a:pt x="81" y="156"/>
                  </a:cubicBezTo>
                  <a:cubicBezTo>
                    <a:pt x="130" y="156"/>
                    <a:pt x="170" y="116"/>
                    <a:pt x="170" y="67"/>
                  </a:cubicBezTo>
                  <a:cubicBezTo>
                    <a:pt x="170" y="41"/>
                    <a:pt x="159" y="18"/>
                    <a:pt x="142" y="2"/>
                  </a:cubicBezTo>
                  <a:cubicBezTo>
                    <a:pt x="88" y="2"/>
                    <a:pt x="88" y="2"/>
                    <a:pt x="88" y="2"/>
                  </a:cubicBezTo>
                  <a:cubicBezTo>
                    <a:pt x="85" y="1"/>
                    <a:pt x="85" y="1"/>
                    <a:pt x="85" y="1"/>
                  </a:cubicBezTo>
                  <a:cubicBezTo>
                    <a:pt x="81" y="0"/>
                    <a:pt x="77" y="0"/>
                    <a:pt x="73" y="0"/>
                  </a:cubicBezTo>
                </a:path>
              </a:pathLst>
            </a:custGeom>
            <a:solidFill>
              <a:srgbClr val="CFCB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5" name="î$ḷíḋé">
              <a:extLst>
                <a:ext uri="{FF2B5EF4-FFF2-40B4-BE49-F238E27FC236}">
                  <a16:creationId xmlns:a16="http://schemas.microsoft.com/office/drawing/2014/main" id="{88400F20-7C90-4CA8-ADD2-5F758A264125}"/>
                </a:ext>
              </a:extLst>
            </p:cNvPr>
            <p:cNvSpPr/>
            <p:nvPr/>
          </p:nvSpPr>
          <p:spPr bwMode="auto">
            <a:xfrm>
              <a:off x="4467225" y="2708275"/>
              <a:ext cx="280988" cy="238125"/>
            </a:xfrm>
            <a:custGeom>
              <a:avLst/>
              <a:gdLst>
                <a:gd name="T0" fmla="*/ 89 w 150"/>
                <a:gd name="T1" fmla="*/ 0 h 127"/>
                <a:gd name="T2" fmla="*/ 0 w 150"/>
                <a:gd name="T3" fmla="*/ 89 h 127"/>
                <a:gd name="T4" fmla="*/ 8 w 150"/>
                <a:gd name="T5" fmla="*/ 127 h 127"/>
                <a:gd name="T6" fmla="*/ 18 w 150"/>
                <a:gd name="T7" fmla="*/ 85 h 127"/>
                <a:gd name="T8" fmla="*/ 67 w 150"/>
                <a:gd name="T9" fmla="*/ 24 h 127"/>
                <a:gd name="T10" fmla="*/ 69 w 150"/>
                <a:gd name="T11" fmla="*/ 23 h 127"/>
                <a:gd name="T12" fmla="*/ 81 w 150"/>
                <a:gd name="T13" fmla="*/ 22 h 127"/>
                <a:gd name="T14" fmla="*/ 93 w 150"/>
                <a:gd name="T15" fmla="*/ 23 h 127"/>
                <a:gd name="T16" fmla="*/ 96 w 150"/>
                <a:gd name="T17" fmla="*/ 24 h 127"/>
                <a:gd name="T18" fmla="*/ 150 w 150"/>
                <a:gd name="T19" fmla="*/ 24 h 127"/>
                <a:gd name="T20" fmla="*/ 89 w 150"/>
                <a:gd name="T21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0" h="127">
                  <a:moveTo>
                    <a:pt x="89" y="0"/>
                  </a:moveTo>
                  <a:cubicBezTo>
                    <a:pt x="40" y="0"/>
                    <a:pt x="0" y="40"/>
                    <a:pt x="0" y="89"/>
                  </a:cubicBezTo>
                  <a:cubicBezTo>
                    <a:pt x="0" y="102"/>
                    <a:pt x="3" y="115"/>
                    <a:pt x="8" y="127"/>
                  </a:cubicBezTo>
                  <a:cubicBezTo>
                    <a:pt x="18" y="88"/>
                    <a:pt x="18" y="87"/>
                    <a:pt x="18" y="85"/>
                  </a:cubicBezTo>
                  <a:cubicBezTo>
                    <a:pt x="18" y="55"/>
                    <a:pt x="38" y="30"/>
                    <a:pt x="67" y="24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73" y="22"/>
                    <a:pt x="77" y="22"/>
                    <a:pt x="81" y="22"/>
                  </a:cubicBezTo>
                  <a:cubicBezTo>
                    <a:pt x="85" y="22"/>
                    <a:pt x="89" y="22"/>
                    <a:pt x="93" y="23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150" y="24"/>
                    <a:pt x="150" y="24"/>
                    <a:pt x="150" y="24"/>
                  </a:cubicBezTo>
                  <a:cubicBezTo>
                    <a:pt x="134" y="9"/>
                    <a:pt x="112" y="0"/>
                    <a:pt x="89" y="0"/>
                  </a:cubicBezTo>
                </a:path>
              </a:pathLst>
            </a:custGeom>
            <a:solidFill>
              <a:srgbClr val="383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6" name="íṣ1ïḍé">
              <a:extLst>
                <a:ext uri="{FF2B5EF4-FFF2-40B4-BE49-F238E27FC236}">
                  <a16:creationId xmlns:a16="http://schemas.microsoft.com/office/drawing/2014/main" id="{0EA40314-6F6C-4E83-A726-3603397197FE}"/>
                </a:ext>
              </a:extLst>
            </p:cNvPr>
            <p:cNvSpPr/>
            <p:nvPr/>
          </p:nvSpPr>
          <p:spPr bwMode="auto">
            <a:xfrm>
              <a:off x="4432300" y="2681288"/>
              <a:ext cx="371475" cy="371475"/>
            </a:xfrm>
            <a:prstGeom prst="ellipse">
              <a:avLst/>
            </a:prstGeom>
            <a:solidFill>
              <a:srgbClr val="9698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7" name="iṧḷiḍè">
              <a:extLst>
                <a:ext uri="{FF2B5EF4-FFF2-40B4-BE49-F238E27FC236}">
                  <a16:creationId xmlns:a16="http://schemas.microsoft.com/office/drawing/2014/main" id="{F0592F63-D115-4D34-8845-8F4DF9D0076C}"/>
                </a:ext>
              </a:extLst>
            </p:cNvPr>
            <p:cNvSpPr/>
            <p:nvPr/>
          </p:nvSpPr>
          <p:spPr bwMode="auto">
            <a:xfrm>
              <a:off x="4479925" y="2728913"/>
              <a:ext cx="277813" cy="277813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8" name="îšľiḓe">
              <a:extLst>
                <a:ext uri="{FF2B5EF4-FFF2-40B4-BE49-F238E27FC236}">
                  <a16:creationId xmlns:a16="http://schemas.microsoft.com/office/drawing/2014/main" id="{42E108C0-2E9C-4F2C-98EB-48CCF62454E5}"/>
                </a:ext>
              </a:extLst>
            </p:cNvPr>
            <p:cNvSpPr/>
            <p:nvPr/>
          </p:nvSpPr>
          <p:spPr bwMode="auto">
            <a:xfrm>
              <a:off x="5529263" y="4216400"/>
              <a:ext cx="92075" cy="92075"/>
            </a:xfrm>
            <a:prstGeom prst="rect">
              <a:avLst/>
            </a:pr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9" name="îşľîďê">
              <a:extLst>
                <a:ext uri="{FF2B5EF4-FFF2-40B4-BE49-F238E27FC236}">
                  <a16:creationId xmlns:a16="http://schemas.microsoft.com/office/drawing/2014/main" id="{FE3F056B-987B-44EF-8363-8787263B0A71}"/>
                </a:ext>
              </a:extLst>
            </p:cNvPr>
            <p:cNvSpPr/>
            <p:nvPr/>
          </p:nvSpPr>
          <p:spPr bwMode="auto">
            <a:xfrm>
              <a:off x="2792413" y="2581275"/>
              <a:ext cx="1055688" cy="1574800"/>
            </a:xfrm>
            <a:custGeom>
              <a:avLst/>
              <a:gdLst>
                <a:gd name="T0" fmla="*/ 174 w 563"/>
                <a:gd name="T1" fmla="*/ 842 h 842"/>
                <a:gd name="T2" fmla="*/ 18 w 563"/>
                <a:gd name="T3" fmla="*/ 685 h 842"/>
                <a:gd name="T4" fmla="*/ 18 w 563"/>
                <a:gd name="T5" fmla="*/ 672 h 842"/>
                <a:gd name="T6" fmla="*/ 0 w 563"/>
                <a:gd name="T7" fmla="*/ 267 h 842"/>
                <a:gd name="T8" fmla="*/ 281 w 563"/>
                <a:gd name="T9" fmla="*/ 0 h 842"/>
                <a:gd name="T10" fmla="*/ 563 w 563"/>
                <a:gd name="T11" fmla="*/ 282 h 842"/>
                <a:gd name="T12" fmla="*/ 543 w 563"/>
                <a:gd name="T13" fmla="*/ 386 h 842"/>
                <a:gd name="T14" fmla="*/ 315 w 563"/>
                <a:gd name="T15" fmla="*/ 754 h 842"/>
                <a:gd name="T16" fmla="*/ 295 w 563"/>
                <a:gd name="T17" fmla="*/ 784 h 842"/>
                <a:gd name="T18" fmla="*/ 266 w 563"/>
                <a:gd name="T19" fmla="*/ 813 h 842"/>
                <a:gd name="T20" fmla="*/ 174 w 563"/>
                <a:gd name="T21" fmla="*/ 842 h 842"/>
                <a:gd name="T22" fmla="*/ 51 w 563"/>
                <a:gd name="T23" fmla="*/ 319 h 842"/>
                <a:gd name="T24" fmla="*/ 71 w 563"/>
                <a:gd name="T25" fmla="*/ 673 h 842"/>
                <a:gd name="T26" fmla="*/ 70 w 563"/>
                <a:gd name="T27" fmla="*/ 675 h 842"/>
                <a:gd name="T28" fmla="*/ 70 w 563"/>
                <a:gd name="T29" fmla="*/ 685 h 842"/>
                <a:gd name="T30" fmla="*/ 174 w 563"/>
                <a:gd name="T31" fmla="*/ 790 h 842"/>
                <a:gd name="T32" fmla="*/ 244 w 563"/>
                <a:gd name="T33" fmla="*/ 763 h 842"/>
                <a:gd name="T34" fmla="*/ 252 w 563"/>
                <a:gd name="T35" fmla="*/ 756 h 842"/>
                <a:gd name="T36" fmla="*/ 254 w 563"/>
                <a:gd name="T37" fmla="*/ 752 h 842"/>
                <a:gd name="T38" fmla="*/ 269 w 563"/>
                <a:gd name="T39" fmla="*/ 730 h 842"/>
                <a:gd name="T40" fmla="*/ 270 w 563"/>
                <a:gd name="T41" fmla="*/ 727 h 842"/>
                <a:gd name="T42" fmla="*/ 469 w 563"/>
                <a:gd name="T43" fmla="*/ 418 h 842"/>
                <a:gd name="T44" fmla="*/ 483 w 563"/>
                <a:gd name="T45" fmla="*/ 392 h 842"/>
                <a:gd name="T46" fmla="*/ 511 w 563"/>
                <a:gd name="T47" fmla="*/ 282 h 842"/>
                <a:gd name="T48" fmla="*/ 281 w 563"/>
                <a:gd name="T49" fmla="*/ 52 h 842"/>
                <a:gd name="T50" fmla="*/ 52 w 563"/>
                <a:gd name="T51" fmla="*/ 282 h 842"/>
                <a:gd name="T52" fmla="*/ 52 w 563"/>
                <a:gd name="T53" fmla="*/ 292 h 842"/>
                <a:gd name="T54" fmla="*/ 53 w 563"/>
                <a:gd name="T55" fmla="*/ 319 h 842"/>
                <a:gd name="T56" fmla="*/ 51 w 563"/>
                <a:gd name="T57" fmla="*/ 319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3" h="842">
                  <a:moveTo>
                    <a:pt x="174" y="842"/>
                  </a:moveTo>
                  <a:cubicBezTo>
                    <a:pt x="88" y="842"/>
                    <a:pt x="18" y="772"/>
                    <a:pt x="18" y="685"/>
                  </a:cubicBezTo>
                  <a:cubicBezTo>
                    <a:pt x="18" y="681"/>
                    <a:pt x="18" y="676"/>
                    <a:pt x="18" y="672"/>
                  </a:cubicBezTo>
                  <a:cubicBezTo>
                    <a:pt x="0" y="267"/>
                    <a:pt x="0" y="267"/>
                    <a:pt x="0" y="267"/>
                  </a:cubicBezTo>
                  <a:cubicBezTo>
                    <a:pt x="8" y="119"/>
                    <a:pt x="131" y="0"/>
                    <a:pt x="281" y="0"/>
                  </a:cubicBezTo>
                  <a:cubicBezTo>
                    <a:pt x="437" y="0"/>
                    <a:pt x="563" y="127"/>
                    <a:pt x="563" y="282"/>
                  </a:cubicBezTo>
                  <a:cubicBezTo>
                    <a:pt x="563" y="318"/>
                    <a:pt x="556" y="353"/>
                    <a:pt x="543" y="386"/>
                  </a:cubicBezTo>
                  <a:cubicBezTo>
                    <a:pt x="315" y="754"/>
                    <a:pt x="315" y="754"/>
                    <a:pt x="315" y="754"/>
                  </a:cubicBezTo>
                  <a:cubicBezTo>
                    <a:pt x="310" y="765"/>
                    <a:pt x="303" y="775"/>
                    <a:pt x="295" y="784"/>
                  </a:cubicBezTo>
                  <a:cubicBezTo>
                    <a:pt x="266" y="813"/>
                    <a:pt x="266" y="813"/>
                    <a:pt x="266" y="813"/>
                  </a:cubicBezTo>
                  <a:cubicBezTo>
                    <a:pt x="239" y="832"/>
                    <a:pt x="207" y="842"/>
                    <a:pt x="174" y="842"/>
                  </a:cubicBezTo>
                  <a:moveTo>
                    <a:pt x="51" y="319"/>
                  </a:moveTo>
                  <a:cubicBezTo>
                    <a:pt x="71" y="673"/>
                    <a:pt x="71" y="673"/>
                    <a:pt x="71" y="673"/>
                  </a:cubicBezTo>
                  <a:cubicBezTo>
                    <a:pt x="70" y="675"/>
                    <a:pt x="70" y="675"/>
                    <a:pt x="70" y="675"/>
                  </a:cubicBezTo>
                  <a:cubicBezTo>
                    <a:pt x="70" y="678"/>
                    <a:pt x="70" y="682"/>
                    <a:pt x="70" y="685"/>
                  </a:cubicBezTo>
                  <a:cubicBezTo>
                    <a:pt x="70" y="743"/>
                    <a:pt x="117" y="790"/>
                    <a:pt x="174" y="790"/>
                  </a:cubicBezTo>
                  <a:cubicBezTo>
                    <a:pt x="200" y="790"/>
                    <a:pt x="225" y="780"/>
                    <a:pt x="244" y="763"/>
                  </a:cubicBezTo>
                  <a:cubicBezTo>
                    <a:pt x="252" y="756"/>
                    <a:pt x="252" y="756"/>
                    <a:pt x="252" y="756"/>
                  </a:cubicBezTo>
                  <a:cubicBezTo>
                    <a:pt x="254" y="752"/>
                    <a:pt x="254" y="752"/>
                    <a:pt x="254" y="752"/>
                  </a:cubicBezTo>
                  <a:cubicBezTo>
                    <a:pt x="260" y="745"/>
                    <a:pt x="265" y="738"/>
                    <a:pt x="269" y="730"/>
                  </a:cubicBezTo>
                  <a:cubicBezTo>
                    <a:pt x="270" y="727"/>
                    <a:pt x="270" y="727"/>
                    <a:pt x="270" y="727"/>
                  </a:cubicBezTo>
                  <a:cubicBezTo>
                    <a:pt x="469" y="418"/>
                    <a:pt x="469" y="418"/>
                    <a:pt x="469" y="418"/>
                  </a:cubicBezTo>
                  <a:cubicBezTo>
                    <a:pt x="483" y="392"/>
                    <a:pt x="483" y="392"/>
                    <a:pt x="483" y="392"/>
                  </a:cubicBezTo>
                  <a:cubicBezTo>
                    <a:pt x="501" y="358"/>
                    <a:pt x="511" y="320"/>
                    <a:pt x="511" y="282"/>
                  </a:cubicBezTo>
                  <a:cubicBezTo>
                    <a:pt x="511" y="155"/>
                    <a:pt x="408" y="52"/>
                    <a:pt x="281" y="52"/>
                  </a:cubicBezTo>
                  <a:cubicBezTo>
                    <a:pt x="155" y="52"/>
                    <a:pt x="52" y="155"/>
                    <a:pt x="52" y="282"/>
                  </a:cubicBezTo>
                  <a:cubicBezTo>
                    <a:pt x="52" y="285"/>
                    <a:pt x="52" y="289"/>
                    <a:pt x="52" y="292"/>
                  </a:cubicBezTo>
                  <a:cubicBezTo>
                    <a:pt x="53" y="319"/>
                    <a:pt x="53" y="319"/>
                    <a:pt x="53" y="319"/>
                  </a:cubicBezTo>
                  <a:cubicBezTo>
                    <a:pt x="51" y="319"/>
                    <a:pt x="51" y="319"/>
                    <a:pt x="51" y="319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0" name="ïslïḍe">
              <a:extLst>
                <a:ext uri="{FF2B5EF4-FFF2-40B4-BE49-F238E27FC236}">
                  <a16:creationId xmlns:a16="http://schemas.microsoft.com/office/drawing/2014/main" id="{C04D7F18-144C-4B04-9D54-0E3E0D3E9BA0}"/>
                </a:ext>
              </a:extLst>
            </p:cNvPr>
            <p:cNvSpPr/>
            <p:nvPr/>
          </p:nvSpPr>
          <p:spPr bwMode="auto">
            <a:xfrm>
              <a:off x="2841625" y="2630488"/>
              <a:ext cx="957263" cy="957263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1" name="isḷíďé">
              <a:extLst>
                <a:ext uri="{FF2B5EF4-FFF2-40B4-BE49-F238E27FC236}">
                  <a16:creationId xmlns:a16="http://schemas.microsoft.com/office/drawing/2014/main" id="{7371B183-5CE0-4119-8939-854BC02F8AE3}"/>
                </a:ext>
              </a:extLst>
            </p:cNvPr>
            <p:cNvSpPr/>
            <p:nvPr/>
          </p:nvSpPr>
          <p:spPr bwMode="auto">
            <a:xfrm>
              <a:off x="2978150" y="2767013"/>
              <a:ext cx="684213" cy="684213"/>
            </a:xfrm>
            <a:prstGeom prst="ellipse">
              <a:avLst/>
            </a:pr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2" name="ïš1ïḑe">
              <a:extLst>
                <a:ext uri="{FF2B5EF4-FFF2-40B4-BE49-F238E27FC236}">
                  <a16:creationId xmlns:a16="http://schemas.microsoft.com/office/drawing/2014/main" id="{FAC90462-1BA0-47C7-9797-6E381018A441}"/>
                </a:ext>
              </a:extLst>
            </p:cNvPr>
            <p:cNvSpPr/>
            <p:nvPr/>
          </p:nvSpPr>
          <p:spPr bwMode="auto">
            <a:xfrm>
              <a:off x="2978150" y="2767013"/>
              <a:ext cx="346075" cy="346075"/>
            </a:xfrm>
            <a:custGeom>
              <a:avLst/>
              <a:gdLst>
                <a:gd name="T0" fmla="*/ 0 w 185"/>
                <a:gd name="T1" fmla="*/ 185 h 185"/>
                <a:gd name="T2" fmla="*/ 0 w 185"/>
                <a:gd name="T3" fmla="*/ 185 h 185"/>
                <a:gd name="T4" fmla="*/ 0 w 185"/>
                <a:gd name="T5" fmla="*/ 185 h 185"/>
                <a:gd name="T6" fmla="*/ 0 w 185"/>
                <a:gd name="T7" fmla="*/ 185 h 185"/>
                <a:gd name="T8" fmla="*/ 0 w 185"/>
                <a:gd name="T9" fmla="*/ 185 h 185"/>
                <a:gd name="T10" fmla="*/ 0 w 185"/>
                <a:gd name="T11" fmla="*/ 185 h 185"/>
                <a:gd name="T12" fmla="*/ 0 w 185"/>
                <a:gd name="T13" fmla="*/ 184 h 185"/>
                <a:gd name="T14" fmla="*/ 0 w 185"/>
                <a:gd name="T15" fmla="*/ 184 h 185"/>
                <a:gd name="T16" fmla="*/ 0 w 185"/>
                <a:gd name="T17" fmla="*/ 184 h 185"/>
                <a:gd name="T18" fmla="*/ 0 w 185"/>
                <a:gd name="T19" fmla="*/ 184 h 185"/>
                <a:gd name="T20" fmla="*/ 0 w 185"/>
                <a:gd name="T21" fmla="*/ 184 h 185"/>
                <a:gd name="T22" fmla="*/ 0 w 185"/>
                <a:gd name="T23" fmla="*/ 184 h 185"/>
                <a:gd name="T24" fmla="*/ 0 w 185"/>
                <a:gd name="T25" fmla="*/ 184 h 185"/>
                <a:gd name="T26" fmla="*/ 0 w 185"/>
                <a:gd name="T27" fmla="*/ 184 h 185"/>
                <a:gd name="T28" fmla="*/ 0 w 185"/>
                <a:gd name="T29" fmla="*/ 184 h 185"/>
                <a:gd name="T30" fmla="*/ 0 w 185"/>
                <a:gd name="T31" fmla="*/ 183 h 185"/>
                <a:gd name="T32" fmla="*/ 0 w 185"/>
                <a:gd name="T33" fmla="*/ 183 h 185"/>
                <a:gd name="T34" fmla="*/ 0 w 185"/>
                <a:gd name="T35" fmla="*/ 183 h 185"/>
                <a:gd name="T36" fmla="*/ 185 w 185"/>
                <a:gd name="T37" fmla="*/ 0 h 185"/>
                <a:gd name="T38" fmla="*/ 185 w 185"/>
                <a:gd name="T39" fmla="*/ 0 h 185"/>
                <a:gd name="T40" fmla="*/ 185 w 185"/>
                <a:gd name="T41" fmla="*/ 0 h 185"/>
                <a:gd name="T42" fmla="*/ 185 w 185"/>
                <a:gd name="T43" fmla="*/ 0 h 185"/>
                <a:gd name="T44" fmla="*/ 185 w 185"/>
                <a:gd name="T45" fmla="*/ 0 h 185"/>
                <a:gd name="T46" fmla="*/ 185 w 185"/>
                <a:gd name="T47" fmla="*/ 0 h 185"/>
                <a:gd name="T48" fmla="*/ 185 w 185"/>
                <a:gd name="T49" fmla="*/ 0 h 185"/>
                <a:gd name="T50" fmla="*/ 185 w 185"/>
                <a:gd name="T51" fmla="*/ 0 h 185"/>
                <a:gd name="T52" fmla="*/ 185 w 185"/>
                <a:gd name="T53" fmla="*/ 0 h 185"/>
                <a:gd name="T54" fmla="*/ 184 w 185"/>
                <a:gd name="T55" fmla="*/ 0 h 185"/>
                <a:gd name="T56" fmla="*/ 184 w 185"/>
                <a:gd name="T57" fmla="*/ 0 h 185"/>
                <a:gd name="T58" fmla="*/ 184 w 185"/>
                <a:gd name="T59" fmla="*/ 0 h 185"/>
                <a:gd name="T60" fmla="*/ 184 w 185"/>
                <a:gd name="T61" fmla="*/ 0 h 185"/>
                <a:gd name="T62" fmla="*/ 184 w 185"/>
                <a:gd name="T63" fmla="*/ 0 h 185"/>
                <a:gd name="T64" fmla="*/ 184 w 185"/>
                <a:gd name="T65" fmla="*/ 0 h 185"/>
                <a:gd name="T66" fmla="*/ 184 w 185"/>
                <a:gd name="T67" fmla="*/ 0 h 185"/>
                <a:gd name="T68" fmla="*/ 184 w 185"/>
                <a:gd name="T69" fmla="*/ 0 h 185"/>
                <a:gd name="T70" fmla="*/ 184 w 185"/>
                <a:gd name="T71" fmla="*/ 0 h 185"/>
                <a:gd name="T72" fmla="*/ 184 w 185"/>
                <a:gd name="T73" fmla="*/ 0 h 185"/>
                <a:gd name="T74" fmla="*/ 184 w 185"/>
                <a:gd name="T75" fmla="*/ 0 h 185"/>
                <a:gd name="T76" fmla="*/ 184 w 185"/>
                <a:gd name="T77" fmla="*/ 0 h 185"/>
                <a:gd name="T78" fmla="*/ 183 w 185"/>
                <a:gd name="T79" fmla="*/ 0 h 185"/>
                <a:gd name="T80" fmla="*/ 183 w 185"/>
                <a:gd name="T81" fmla="*/ 0 h 185"/>
                <a:gd name="T82" fmla="*/ 183 w 185"/>
                <a:gd name="T83" fmla="*/ 0 h 185"/>
                <a:gd name="T84" fmla="*/ 183 w 185"/>
                <a:gd name="T85" fmla="*/ 0 h 185"/>
                <a:gd name="T86" fmla="*/ 183 w 185"/>
                <a:gd name="T87" fmla="*/ 0 h 185"/>
                <a:gd name="T88" fmla="*/ 183 w 185"/>
                <a:gd name="T89" fmla="*/ 0 h 185"/>
                <a:gd name="T90" fmla="*/ 183 w 185"/>
                <a:gd name="T91" fmla="*/ 0 h 185"/>
                <a:gd name="T92" fmla="*/ 183 w 185"/>
                <a:gd name="T93" fmla="*/ 0 h 185"/>
                <a:gd name="T94" fmla="*/ 183 w 185"/>
                <a:gd name="T95" fmla="*/ 0 h 185"/>
                <a:gd name="T96" fmla="*/ 182 w 185"/>
                <a:gd name="T97" fmla="*/ 0 h 185"/>
                <a:gd name="T98" fmla="*/ 0 w 185"/>
                <a:gd name="T99" fmla="*/ 183 h 185"/>
                <a:gd name="T100" fmla="*/ 0 w 185"/>
                <a:gd name="T101" fmla="*/ 183 h 185"/>
                <a:gd name="T102" fmla="*/ 182 w 185"/>
                <a:gd name="T103" fmla="*/ 0 h 185"/>
                <a:gd name="T104" fmla="*/ 182 w 185"/>
                <a:gd name="T105" fmla="*/ 0 h 185"/>
                <a:gd name="T106" fmla="*/ 182 w 185"/>
                <a:gd name="T107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85" h="185"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185"/>
                    <a:pt x="0" y="185"/>
                    <a:pt x="0" y="185"/>
                  </a:cubicBezTo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185"/>
                    <a:pt x="0" y="185"/>
                    <a:pt x="0" y="185"/>
                  </a:cubicBezTo>
                  <a:moveTo>
                    <a:pt x="0" y="184"/>
                  </a:moveTo>
                  <a:cubicBezTo>
                    <a:pt x="0" y="184"/>
                    <a:pt x="0" y="18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moveTo>
                    <a:pt x="0" y="184"/>
                  </a:moveTo>
                  <a:cubicBezTo>
                    <a:pt x="0" y="184"/>
                    <a:pt x="0" y="18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moveTo>
                    <a:pt x="0" y="184"/>
                  </a:moveTo>
                  <a:cubicBezTo>
                    <a:pt x="0" y="184"/>
                    <a:pt x="0" y="18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moveTo>
                    <a:pt x="0" y="183"/>
                  </a:moveTo>
                  <a:cubicBezTo>
                    <a:pt x="0" y="183"/>
                    <a:pt x="0" y="183"/>
                    <a:pt x="0" y="183"/>
                  </a:cubicBezTo>
                  <a:cubicBezTo>
                    <a:pt x="0" y="183"/>
                    <a:pt x="0" y="183"/>
                    <a:pt x="0" y="183"/>
                  </a:cubicBezTo>
                  <a:moveTo>
                    <a:pt x="185" y="0"/>
                  </a:move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moveTo>
                    <a:pt x="185" y="0"/>
                  </a:move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moveTo>
                    <a:pt x="185" y="0"/>
                  </a:move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moveTo>
                    <a:pt x="184" y="0"/>
                  </a:move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moveTo>
                    <a:pt x="184" y="0"/>
                  </a:move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moveTo>
                    <a:pt x="184" y="0"/>
                  </a:move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moveTo>
                    <a:pt x="184" y="0"/>
                  </a:move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moveTo>
                    <a:pt x="183" y="0"/>
                  </a:move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3" y="0"/>
                    <a:pt x="183" y="0"/>
                  </a:cubicBezTo>
                  <a:moveTo>
                    <a:pt x="183" y="0"/>
                  </a:move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3" y="0"/>
                    <a:pt x="183" y="0"/>
                  </a:cubicBezTo>
                  <a:moveTo>
                    <a:pt x="183" y="0"/>
                  </a:move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3" y="0"/>
                    <a:pt x="183" y="0"/>
                  </a:cubicBezTo>
                  <a:moveTo>
                    <a:pt x="182" y="0"/>
                  </a:moveTo>
                  <a:cubicBezTo>
                    <a:pt x="81" y="0"/>
                    <a:pt x="0" y="82"/>
                    <a:pt x="0" y="183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82"/>
                    <a:pt x="81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</a:path>
              </a:pathLst>
            </a:custGeom>
            <a:solidFill>
              <a:srgbClr val="CFCB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3" name="í$ľidè">
              <a:extLst>
                <a:ext uri="{FF2B5EF4-FFF2-40B4-BE49-F238E27FC236}">
                  <a16:creationId xmlns:a16="http://schemas.microsoft.com/office/drawing/2014/main" id="{61AE0241-3156-492F-A86F-B2A157D5CF98}"/>
                </a:ext>
              </a:extLst>
            </p:cNvPr>
            <p:cNvSpPr/>
            <p:nvPr/>
          </p:nvSpPr>
          <p:spPr bwMode="auto">
            <a:xfrm>
              <a:off x="2978150" y="2767013"/>
              <a:ext cx="588963" cy="588963"/>
            </a:xfrm>
            <a:custGeom>
              <a:avLst/>
              <a:gdLst>
                <a:gd name="T0" fmla="*/ 182 w 314"/>
                <a:gd name="T1" fmla="*/ 0 h 315"/>
                <a:gd name="T2" fmla="*/ 0 w 314"/>
                <a:gd name="T3" fmla="*/ 183 h 315"/>
                <a:gd name="T4" fmla="*/ 0 w 314"/>
                <a:gd name="T5" fmla="*/ 183 h 315"/>
                <a:gd name="T6" fmla="*/ 0 w 314"/>
                <a:gd name="T7" fmla="*/ 183 h 315"/>
                <a:gd name="T8" fmla="*/ 0 w 314"/>
                <a:gd name="T9" fmla="*/ 184 h 315"/>
                <a:gd name="T10" fmla="*/ 0 w 314"/>
                <a:gd name="T11" fmla="*/ 184 h 315"/>
                <a:gd name="T12" fmla="*/ 0 w 314"/>
                <a:gd name="T13" fmla="*/ 184 h 315"/>
                <a:gd name="T14" fmla="*/ 0 w 314"/>
                <a:gd name="T15" fmla="*/ 184 h 315"/>
                <a:gd name="T16" fmla="*/ 0 w 314"/>
                <a:gd name="T17" fmla="*/ 184 h 315"/>
                <a:gd name="T18" fmla="*/ 0 w 314"/>
                <a:gd name="T19" fmla="*/ 184 h 315"/>
                <a:gd name="T20" fmla="*/ 0 w 314"/>
                <a:gd name="T21" fmla="*/ 185 h 315"/>
                <a:gd name="T22" fmla="*/ 0 w 314"/>
                <a:gd name="T23" fmla="*/ 185 h 315"/>
                <a:gd name="T24" fmla="*/ 0 w 314"/>
                <a:gd name="T25" fmla="*/ 185 h 315"/>
                <a:gd name="T26" fmla="*/ 0 w 314"/>
                <a:gd name="T27" fmla="*/ 185 h 315"/>
                <a:gd name="T28" fmla="*/ 56 w 314"/>
                <a:gd name="T29" fmla="*/ 315 h 315"/>
                <a:gd name="T30" fmla="*/ 5 w 314"/>
                <a:gd name="T31" fmla="*/ 189 h 315"/>
                <a:gd name="T32" fmla="*/ 188 w 314"/>
                <a:gd name="T33" fmla="*/ 6 h 315"/>
                <a:gd name="T34" fmla="*/ 314 w 314"/>
                <a:gd name="T35" fmla="*/ 57 h 315"/>
                <a:gd name="T36" fmla="*/ 185 w 314"/>
                <a:gd name="T37" fmla="*/ 0 h 315"/>
                <a:gd name="T38" fmla="*/ 185 w 314"/>
                <a:gd name="T39" fmla="*/ 0 h 315"/>
                <a:gd name="T40" fmla="*/ 185 w 314"/>
                <a:gd name="T41" fmla="*/ 0 h 315"/>
                <a:gd name="T42" fmla="*/ 185 w 314"/>
                <a:gd name="T43" fmla="*/ 0 h 315"/>
                <a:gd name="T44" fmla="*/ 185 w 314"/>
                <a:gd name="T45" fmla="*/ 0 h 315"/>
                <a:gd name="T46" fmla="*/ 185 w 314"/>
                <a:gd name="T47" fmla="*/ 0 h 315"/>
                <a:gd name="T48" fmla="*/ 184 w 314"/>
                <a:gd name="T49" fmla="*/ 0 h 315"/>
                <a:gd name="T50" fmla="*/ 184 w 314"/>
                <a:gd name="T51" fmla="*/ 0 h 315"/>
                <a:gd name="T52" fmla="*/ 184 w 314"/>
                <a:gd name="T53" fmla="*/ 0 h 315"/>
                <a:gd name="T54" fmla="*/ 184 w 314"/>
                <a:gd name="T55" fmla="*/ 0 h 315"/>
                <a:gd name="T56" fmla="*/ 184 w 314"/>
                <a:gd name="T57" fmla="*/ 0 h 315"/>
                <a:gd name="T58" fmla="*/ 184 w 314"/>
                <a:gd name="T59" fmla="*/ 0 h 315"/>
                <a:gd name="T60" fmla="*/ 184 w 314"/>
                <a:gd name="T61" fmla="*/ 0 h 315"/>
                <a:gd name="T62" fmla="*/ 184 w 314"/>
                <a:gd name="T63" fmla="*/ 0 h 315"/>
                <a:gd name="T64" fmla="*/ 183 w 314"/>
                <a:gd name="T65" fmla="*/ 0 h 315"/>
                <a:gd name="T66" fmla="*/ 183 w 314"/>
                <a:gd name="T67" fmla="*/ 0 h 315"/>
                <a:gd name="T68" fmla="*/ 183 w 314"/>
                <a:gd name="T69" fmla="*/ 0 h 315"/>
                <a:gd name="T70" fmla="*/ 183 w 314"/>
                <a:gd name="T71" fmla="*/ 0 h 315"/>
                <a:gd name="T72" fmla="*/ 183 w 314"/>
                <a:gd name="T73" fmla="*/ 0 h 315"/>
                <a:gd name="T74" fmla="*/ 183 w 314"/>
                <a:gd name="T75" fmla="*/ 0 h 315"/>
                <a:gd name="T76" fmla="*/ 182 w 314"/>
                <a:gd name="T77" fmla="*/ 0 h 315"/>
                <a:gd name="T78" fmla="*/ 182 w 314"/>
                <a:gd name="T7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14" h="315">
                  <a:moveTo>
                    <a:pt x="182" y="0"/>
                  </a:moveTo>
                  <a:cubicBezTo>
                    <a:pt x="81" y="0"/>
                    <a:pt x="0" y="82"/>
                    <a:pt x="0" y="183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183"/>
                    <a:pt x="0" y="18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184"/>
                    <a:pt x="0" y="184"/>
                    <a:pt x="0" y="185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36"/>
                    <a:pt x="22" y="282"/>
                    <a:pt x="56" y="315"/>
                  </a:cubicBezTo>
                  <a:cubicBezTo>
                    <a:pt x="25" y="282"/>
                    <a:pt x="5" y="238"/>
                    <a:pt x="5" y="189"/>
                  </a:cubicBezTo>
                  <a:cubicBezTo>
                    <a:pt x="5" y="88"/>
                    <a:pt x="87" y="6"/>
                    <a:pt x="188" y="6"/>
                  </a:cubicBezTo>
                  <a:cubicBezTo>
                    <a:pt x="237" y="6"/>
                    <a:pt x="281" y="25"/>
                    <a:pt x="314" y="57"/>
                  </a:cubicBezTo>
                  <a:cubicBezTo>
                    <a:pt x="282" y="23"/>
                    <a:pt x="236" y="1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2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</a:path>
              </a:pathLst>
            </a:custGeom>
            <a:solidFill>
              <a:srgbClr val="9A9B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4" name="iṥľîḓè">
              <a:extLst>
                <a:ext uri="{FF2B5EF4-FFF2-40B4-BE49-F238E27FC236}">
                  <a16:creationId xmlns:a16="http://schemas.microsoft.com/office/drawing/2014/main" id="{C8C1F212-8672-4AE7-BD61-40DE18233192}"/>
                </a:ext>
              </a:extLst>
            </p:cNvPr>
            <p:cNvSpPr/>
            <p:nvPr/>
          </p:nvSpPr>
          <p:spPr bwMode="auto">
            <a:xfrm>
              <a:off x="3198813" y="2981325"/>
              <a:ext cx="266700" cy="266700"/>
            </a:xfrm>
            <a:prstGeom prst="ellipse">
              <a:avLst/>
            </a:prstGeom>
            <a:solidFill>
              <a:srgbClr val="9A9B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5" name="iṧḷidè">
              <a:extLst>
                <a:ext uri="{FF2B5EF4-FFF2-40B4-BE49-F238E27FC236}">
                  <a16:creationId xmlns:a16="http://schemas.microsoft.com/office/drawing/2014/main" id="{852B4173-EF3B-4F62-81A1-5E5020ADEF0D}"/>
                </a:ext>
              </a:extLst>
            </p:cNvPr>
            <p:cNvSpPr/>
            <p:nvPr/>
          </p:nvSpPr>
          <p:spPr bwMode="auto">
            <a:xfrm>
              <a:off x="3186113" y="2976563"/>
              <a:ext cx="266700" cy="265113"/>
            </a:xfrm>
            <a:prstGeom prst="ellipse">
              <a:avLst/>
            </a:pr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6" name="íśľîdè">
              <a:extLst>
                <a:ext uri="{FF2B5EF4-FFF2-40B4-BE49-F238E27FC236}">
                  <a16:creationId xmlns:a16="http://schemas.microsoft.com/office/drawing/2014/main" id="{DB871606-0968-468A-99C9-C80F5C674651}"/>
                </a:ext>
              </a:extLst>
            </p:cNvPr>
            <p:cNvSpPr/>
            <p:nvPr/>
          </p:nvSpPr>
          <p:spPr bwMode="auto">
            <a:xfrm>
              <a:off x="3221038" y="3009900"/>
              <a:ext cx="196850" cy="198438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7" name="îsḻïḋê">
              <a:extLst>
                <a:ext uri="{FF2B5EF4-FFF2-40B4-BE49-F238E27FC236}">
                  <a16:creationId xmlns:a16="http://schemas.microsoft.com/office/drawing/2014/main" id="{AAB25490-62F7-45A0-BFA8-467C67613FEF}"/>
                </a:ext>
              </a:extLst>
            </p:cNvPr>
            <p:cNvSpPr/>
            <p:nvPr/>
          </p:nvSpPr>
          <p:spPr bwMode="auto">
            <a:xfrm>
              <a:off x="3255963" y="2822575"/>
              <a:ext cx="125413" cy="127000"/>
            </a:xfrm>
            <a:custGeom>
              <a:avLst/>
              <a:gdLst>
                <a:gd name="T0" fmla="*/ 0 w 79"/>
                <a:gd name="T1" fmla="*/ 0 h 80"/>
                <a:gd name="T2" fmla="*/ 9 w 79"/>
                <a:gd name="T3" fmla="*/ 80 h 80"/>
                <a:gd name="T4" fmla="*/ 69 w 79"/>
                <a:gd name="T5" fmla="*/ 80 h 80"/>
                <a:gd name="T6" fmla="*/ 79 w 79"/>
                <a:gd name="T7" fmla="*/ 0 h 80"/>
                <a:gd name="T8" fmla="*/ 0 w 79"/>
                <a:gd name="T9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80">
                  <a:moveTo>
                    <a:pt x="0" y="0"/>
                  </a:moveTo>
                  <a:lnTo>
                    <a:pt x="9" y="80"/>
                  </a:lnTo>
                  <a:lnTo>
                    <a:pt x="69" y="80"/>
                  </a:lnTo>
                  <a:lnTo>
                    <a:pt x="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8" name="išlíḋê">
              <a:extLst>
                <a:ext uri="{FF2B5EF4-FFF2-40B4-BE49-F238E27FC236}">
                  <a16:creationId xmlns:a16="http://schemas.microsoft.com/office/drawing/2014/main" id="{AAA201AB-79C7-49F0-BFE8-4ED330FF6539}"/>
                </a:ext>
              </a:extLst>
            </p:cNvPr>
            <p:cNvSpPr/>
            <p:nvPr/>
          </p:nvSpPr>
          <p:spPr bwMode="auto">
            <a:xfrm>
              <a:off x="3070225" y="2862263"/>
              <a:ext cx="168275" cy="168275"/>
            </a:xfrm>
            <a:custGeom>
              <a:avLst/>
              <a:gdLst>
                <a:gd name="T0" fmla="*/ 0 w 106"/>
                <a:gd name="T1" fmla="*/ 56 h 106"/>
                <a:gd name="T2" fmla="*/ 64 w 106"/>
                <a:gd name="T3" fmla="*/ 106 h 106"/>
                <a:gd name="T4" fmla="*/ 106 w 106"/>
                <a:gd name="T5" fmla="*/ 64 h 106"/>
                <a:gd name="T6" fmla="*/ 57 w 106"/>
                <a:gd name="T7" fmla="*/ 0 h 106"/>
                <a:gd name="T8" fmla="*/ 0 w 106"/>
                <a:gd name="T9" fmla="*/ 5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06">
                  <a:moveTo>
                    <a:pt x="0" y="56"/>
                  </a:moveTo>
                  <a:lnTo>
                    <a:pt x="64" y="106"/>
                  </a:lnTo>
                  <a:lnTo>
                    <a:pt x="106" y="64"/>
                  </a:lnTo>
                  <a:lnTo>
                    <a:pt x="57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9" name="îŝ1ïḓê">
              <a:extLst>
                <a:ext uri="{FF2B5EF4-FFF2-40B4-BE49-F238E27FC236}">
                  <a16:creationId xmlns:a16="http://schemas.microsoft.com/office/drawing/2014/main" id="{BDD882E2-1A83-450E-A39D-374E7F2533F9}"/>
                </a:ext>
              </a:extLst>
            </p:cNvPr>
            <p:cNvSpPr/>
            <p:nvPr/>
          </p:nvSpPr>
          <p:spPr bwMode="auto">
            <a:xfrm>
              <a:off x="3032125" y="3048000"/>
              <a:ext cx="128588" cy="127000"/>
            </a:xfrm>
            <a:custGeom>
              <a:avLst/>
              <a:gdLst>
                <a:gd name="T0" fmla="*/ 0 w 81"/>
                <a:gd name="T1" fmla="*/ 80 h 80"/>
                <a:gd name="T2" fmla="*/ 81 w 81"/>
                <a:gd name="T3" fmla="*/ 69 h 80"/>
                <a:gd name="T4" fmla="*/ 81 w 81"/>
                <a:gd name="T5" fmla="*/ 9 h 80"/>
                <a:gd name="T6" fmla="*/ 0 w 81"/>
                <a:gd name="T7" fmla="*/ 0 h 80"/>
                <a:gd name="T8" fmla="*/ 0 w 81"/>
                <a:gd name="T9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80">
                  <a:moveTo>
                    <a:pt x="0" y="80"/>
                  </a:moveTo>
                  <a:lnTo>
                    <a:pt x="81" y="69"/>
                  </a:lnTo>
                  <a:lnTo>
                    <a:pt x="81" y="9"/>
                  </a:lnTo>
                  <a:lnTo>
                    <a:pt x="0" y="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0" name="îṡľîḋe">
              <a:extLst>
                <a:ext uri="{FF2B5EF4-FFF2-40B4-BE49-F238E27FC236}">
                  <a16:creationId xmlns:a16="http://schemas.microsoft.com/office/drawing/2014/main" id="{AF4FE16D-1ACE-4D93-80FD-B3FA12DD81A8}"/>
                </a:ext>
              </a:extLst>
            </p:cNvPr>
            <p:cNvSpPr/>
            <p:nvPr/>
          </p:nvSpPr>
          <p:spPr bwMode="auto">
            <a:xfrm>
              <a:off x="3073400" y="3189288"/>
              <a:ext cx="168275" cy="168275"/>
            </a:xfrm>
            <a:custGeom>
              <a:avLst/>
              <a:gdLst>
                <a:gd name="T0" fmla="*/ 56 w 106"/>
                <a:gd name="T1" fmla="*/ 106 h 106"/>
                <a:gd name="T2" fmla="*/ 106 w 106"/>
                <a:gd name="T3" fmla="*/ 43 h 106"/>
                <a:gd name="T4" fmla="*/ 64 w 106"/>
                <a:gd name="T5" fmla="*/ 0 h 106"/>
                <a:gd name="T6" fmla="*/ 0 w 106"/>
                <a:gd name="T7" fmla="*/ 50 h 106"/>
                <a:gd name="T8" fmla="*/ 56 w 106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06">
                  <a:moveTo>
                    <a:pt x="56" y="106"/>
                  </a:moveTo>
                  <a:lnTo>
                    <a:pt x="106" y="43"/>
                  </a:lnTo>
                  <a:lnTo>
                    <a:pt x="64" y="0"/>
                  </a:lnTo>
                  <a:lnTo>
                    <a:pt x="0" y="50"/>
                  </a:lnTo>
                  <a:lnTo>
                    <a:pt x="56" y="106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1" name="ïŝḻîḍè">
              <a:extLst>
                <a:ext uri="{FF2B5EF4-FFF2-40B4-BE49-F238E27FC236}">
                  <a16:creationId xmlns:a16="http://schemas.microsoft.com/office/drawing/2014/main" id="{3AEA5F4C-F171-456B-AFE2-55850EF9ED7B}"/>
                </a:ext>
              </a:extLst>
            </p:cNvPr>
            <p:cNvSpPr/>
            <p:nvPr/>
          </p:nvSpPr>
          <p:spPr bwMode="auto">
            <a:xfrm>
              <a:off x="3259138" y="3268663"/>
              <a:ext cx="125413" cy="127000"/>
            </a:xfrm>
            <a:custGeom>
              <a:avLst/>
              <a:gdLst>
                <a:gd name="T0" fmla="*/ 79 w 79"/>
                <a:gd name="T1" fmla="*/ 80 h 80"/>
                <a:gd name="T2" fmla="*/ 70 w 79"/>
                <a:gd name="T3" fmla="*/ 0 h 80"/>
                <a:gd name="T4" fmla="*/ 9 w 79"/>
                <a:gd name="T5" fmla="*/ 0 h 80"/>
                <a:gd name="T6" fmla="*/ 0 w 79"/>
                <a:gd name="T7" fmla="*/ 80 h 80"/>
                <a:gd name="T8" fmla="*/ 79 w 79"/>
                <a:gd name="T9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80">
                  <a:moveTo>
                    <a:pt x="79" y="80"/>
                  </a:moveTo>
                  <a:lnTo>
                    <a:pt x="70" y="0"/>
                  </a:lnTo>
                  <a:lnTo>
                    <a:pt x="9" y="0"/>
                  </a:lnTo>
                  <a:lnTo>
                    <a:pt x="0" y="80"/>
                  </a:lnTo>
                  <a:lnTo>
                    <a:pt x="79" y="8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2" name="îṧ1iḍê">
              <a:extLst>
                <a:ext uri="{FF2B5EF4-FFF2-40B4-BE49-F238E27FC236}">
                  <a16:creationId xmlns:a16="http://schemas.microsoft.com/office/drawing/2014/main" id="{1B01A199-D26E-4E12-90A2-FB753B9704D6}"/>
                </a:ext>
              </a:extLst>
            </p:cNvPr>
            <p:cNvSpPr/>
            <p:nvPr/>
          </p:nvSpPr>
          <p:spPr bwMode="auto">
            <a:xfrm>
              <a:off x="3400425" y="3187700"/>
              <a:ext cx="168275" cy="168275"/>
            </a:xfrm>
            <a:custGeom>
              <a:avLst/>
              <a:gdLst>
                <a:gd name="T0" fmla="*/ 106 w 106"/>
                <a:gd name="T1" fmla="*/ 49 h 106"/>
                <a:gd name="T2" fmla="*/ 42 w 106"/>
                <a:gd name="T3" fmla="*/ 0 h 106"/>
                <a:gd name="T4" fmla="*/ 0 w 106"/>
                <a:gd name="T5" fmla="*/ 42 h 106"/>
                <a:gd name="T6" fmla="*/ 50 w 106"/>
                <a:gd name="T7" fmla="*/ 106 h 106"/>
                <a:gd name="T8" fmla="*/ 106 w 106"/>
                <a:gd name="T9" fmla="*/ 4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06">
                  <a:moveTo>
                    <a:pt x="106" y="49"/>
                  </a:moveTo>
                  <a:lnTo>
                    <a:pt x="42" y="0"/>
                  </a:lnTo>
                  <a:lnTo>
                    <a:pt x="0" y="42"/>
                  </a:lnTo>
                  <a:lnTo>
                    <a:pt x="50" y="106"/>
                  </a:lnTo>
                  <a:lnTo>
                    <a:pt x="106" y="49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3" name="í$lîḑê">
              <a:extLst>
                <a:ext uri="{FF2B5EF4-FFF2-40B4-BE49-F238E27FC236}">
                  <a16:creationId xmlns:a16="http://schemas.microsoft.com/office/drawing/2014/main" id="{ACA10A20-C204-480B-B208-013B54C9A0C0}"/>
                </a:ext>
              </a:extLst>
            </p:cNvPr>
            <p:cNvSpPr/>
            <p:nvPr/>
          </p:nvSpPr>
          <p:spPr bwMode="auto">
            <a:xfrm>
              <a:off x="3479800" y="3043238"/>
              <a:ext cx="128588" cy="127000"/>
            </a:xfrm>
            <a:custGeom>
              <a:avLst/>
              <a:gdLst>
                <a:gd name="T0" fmla="*/ 81 w 81"/>
                <a:gd name="T1" fmla="*/ 0 h 80"/>
                <a:gd name="T2" fmla="*/ 0 w 81"/>
                <a:gd name="T3" fmla="*/ 11 h 80"/>
                <a:gd name="T4" fmla="*/ 0 w 81"/>
                <a:gd name="T5" fmla="*/ 71 h 80"/>
                <a:gd name="T6" fmla="*/ 81 w 81"/>
                <a:gd name="T7" fmla="*/ 80 h 80"/>
                <a:gd name="T8" fmla="*/ 81 w 81"/>
                <a:gd name="T9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80">
                  <a:moveTo>
                    <a:pt x="81" y="0"/>
                  </a:moveTo>
                  <a:lnTo>
                    <a:pt x="0" y="11"/>
                  </a:lnTo>
                  <a:lnTo>
                    <a:pt x="0" y="71"/>
                  </a:lnTo>
                  <a:lnTo>
                    <a:pt x="81" y="8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4" name="ïṧļïḑè">
              <a:extLst>
                <a:ext uri="{FF2B5EF4-FFF2-40B4-BE49-F238E27FC236}">
                  <a16:creationId xmlns:a16="http://schemas.microsoft.com/office/drawing/2014/main" id="{483B9A13-38A2-42ED-9E9B-8E3FDD18001F}"/>
                </a:ext>
              </a:extLst>
            </p:cNvPr>
            <p:cNvSpPr/>
            <p:nvPr/>
          </p:nvSpPr>
          <p:spPr bwMode="auto">
            <a:xfrm>
              <a:off x="3397250" y="2860675"/>
              <a:ext cx="169863" cy="168275"/>
            </a:xfrm>
            <a:custGeom>
              <a:avLst/>
              <a:gdLst>
                <a:gd name="T0" fmla="*/ 50 w 107"/>
                <a:gd name="T1" fmla="*/ 0 h 106"/>
                <a:gd name="T2" fmla="*/ 0 w 107"/>
                <a:gd name="T3" fmla="*/ 63 h 106"/>
                <a:gd name="T4" fmla="*/ 43 w 107"/>
                <a:gd name="T5" fmla="*/ 106 h 106"/>
                <a:gd name="T6" fmla="*/ 107 w 107"/>
                <a:gd name="T7" fmla="*/ 56 h 106"/>
                <a:gd name="T8" fmla="*/ 50 w 107"/>
                <a:gd name="T9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106">
                  <a:moveTo>
                    <a:pt x="50" y="0"/>
                  </a:moveTo>
                  <a:lnTo>
                    <a:pt x="0" y="63"/>
                  </a:lnTo>
                  <a:lnTo>
                    <a:pt x="43" y="106"/>
                  </a:lnTo>
                  <a:lnTo>
                    <a:pt x="107" y="56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5" name="iṥļîďé">
              <a:extLst>
                <a:ext uri="{FF2B5EF4-FFF2-40B4-BE49-F238E27FC236}">
                  <a16:creationId xmlns:a16="http://schemas.microsoft.com/office/drawing/2014/main" id="{E0874B36-C807-40AB-88FC-6B84CEBDF5C5}"/>
                </a:ext>
              </a:extLst>
            </p:cNvPr>
            <p:cNvSpPr/>
            <p:nvPr/>
          </p:nvSpPr>
          <p:spPr bwMode="auto">
            <a:xfrm>
              <a:off x="2874963" y="3619500"/>
              <a:ext cx="488950" cy="488950"/>
            </a:xfrm>
            <a:prstGeom prst="ellipse">
              <a:avLst/>
            </a:pr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6" name="ïSḷïdé">
              <a:extLst>
                <a:ext uri="{FF2B5EF4-FFF2-40B4-BE49-F238E27FC236}">
                  <a16:creationId xmlns:a16="http://schemas.microsoft.com/office/drawing/2014/main" id="{358E0C92-5C15-4C6D-A365-497C062A8990}"/>
                </a:ext>
              </a:extLst>
            </p:cNvPr>
            <p:cNvSpPr/>
            <p:nvPr/>
          </p:nvSpPr>
          <p:spPr bwMode="auto">
            <a:xfrm>
              <a:off x="4541838" y="3516313"/>
              <a:ext cx="561975" cy="55563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7" name="iṡľïḑè">
              <a:extLst>
                <a:ext uri="{FF2B5EF4-FFF2-40B4-BE49-F238E27FC236}">
                  <a16:creationId xmlns:a16="http://schemas.microsoft.com/office/drawing/2014/main" id="{651F5D38-B362-45A7-9749-51198BCA6B3A}"/>
                </a:ext>
              </a:extLst>
            </p:cNvPr>
            <p:cNvSpPr/>
            <p:nvPr/>
          </p:nvSpPr>
          <p:spPr bwMode="auto">
            <a:xfrm>
              <a:off x="4541838" y="3609975"/>
              <a:ext cx="561975" cy="53975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8" name="îṥlíḍè">
              <a:extLst>
                <a:ext uri="{FF2B5EF4-FFF2-40B4-BE49-F238E27FC236}">
                  <a16:creationId xmlns:a16="http://schemas.microsoft.com/office/drawing/2014/main" id="{F510FF62-DFE4-4038-B078-333FF908D1BA}"/>
                </a:ext>
              </a:extLst>
            </p:cNvPr>
            <p:cNvSpPr/>
            <p:nvPr/>
          </p:nvSpPr>
          <p:spPr bwMode="auto">
            <a:xfrm>
              <a:off x="3094038" y="2087563"/>
              <a:ext cx="142875" cy="155575"/>
            </a:xfrm>
            <a:prstGeom prst="rect">
              <a:avLst/>
            </a:prstGeom>
            <a:solidFill>
              <a:srgbClr val="F482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9" name="î$ḻîḑé">
              <a:extLst>
                <a:ext uri="{FF2B5EF4-FFF2-40B4-BE49-F238E27FC236}">
                  <a16:creationId xmlns:a16="http://schemas.microsoft.com/office/drawing/2014/main" id="{B96C497E-A0F2-4E66-AB46-A7D3FCB7A7CE}"/>
                </a:ext>
              </a:extLst>
            </p:cNvPr>
            <p:cNvSpPr/>
            <p:nvPr/>
          </p:nvSpPr>
          <p:spPr bwMode="auto">
            <a:xfrm>
              <a:off x="6913563" y="4814888"/>
              <a:ext cx="2952750" cy="1949450"/>
            </a:xfrm>
            <a:custGeom>
              <a:avLst/>
              <a:gdLst>
                <a:gd name="T0" fmla="*/ 74 w 1576"/>
                <a:gd name="T1" fmla="*/ 872 h 1042"/>
                <a:gd name="T2" fmla="*/ 178 w 1576"/>
                <a:gd name="T3" fmla="*/ 500 h 1042"/>
                <a:gd name="T4" fmla="*/ 199 w 1576"/>
                <a:gd name="T5" fmla="*/ 490 h 1042"/>
                <a:gd name="T6" fmla="*/ 797 w 1576"/>
                <a:gd name="T7" fmla="*/ 116 h 1042"/>
                <a:gd name="T8" fmla="*/ 1443 w 1576"/>
                <a:gd name="T9" fmla="*/ 315 h 1042"/>
                <a:gd name="T10" fmla="*/ 1256 w 1576"/>
                <a:gd name="T11" fmla="*/ 983 h 1042"/>
                <a:gd name="T12" fmla="*/ 1081 w 1576"/>
                <a:gd name="T13" fmla="*/ 1042 h 1042"/>
                <a:gd name="T14" fmla="*/ 328 w 1576"/>
                <a:gd name="T15" fmla="*/ 1010 h 1042"/>
                <a:gd name="T16" fmla="*/ 265 w 1576"/>
                <a:gd name="T17" fmla="*/ 1006 h 1042"/>
                <a:gd name="T18" fmla="*/ 196 w 1576"/>
                <a:gd name="T19" fmla="*/ 985 h 1042"/>
                <a:gd name="T20" fmla="*/ 74 w 1576"/>
                <a:gd name="T21" fmla="*/ 872 h 1042"/>
                <a:gd name="T22" fmla="*/ 761 w 1576"/>
                <a:gd name="T23" fmla="*/ 237 h 1042"/>
                <a:gd name="T24" fmla="*/ 242 w 1576"/>
                <a:gd name="T25" fmla="*/ 570 h 1042"/>
                <a:gd name="T26" fmla="*/ 238 w 1576"/>
                <a:gd name="T27" fmla="*/ 571 h 1042"/>
                <a:gd name="T28" fmla="*/ 222 w 1576"/>
                <a:gd name="T29" fmla="*/ 579 h 1042"/>
                <a:gd name="T30" fmla="*/ 153 w 1576"/>
                <a:gd name="T31" fmla="*/ 827 h 1042"/>
                <a:gd name="T32" fmla="*/ 253 w 1576"/>
                <a:gd name="T33" fmla="*/ 910 h 1042"/>
                <a:gd name="T34" fmla="*/ 270 w 1576"/>
                <a:gd name="T35" fmla="*/ 916 h 1042"/>
                <a:gd name="T36" fmla="*/ 278 w 1576"/>
                <a:gd name="T37" fmla="*/ 917 h 1042"/>
                <a:gd name="T38" fmla="*/ 324 w 1576"/>
                <a:gd name="T39" fmla="*/ 919 h 1042"/>
                <a:gd name="T40" fmla="*/ 330 w 1576"/>
                <a:gd name="T41" fmla="*/ 919 h 1042"/>
                <a:gd name="T42" fmla="*/ 969 w 1576"/>
                <a:gd name="T43" fmla="*/ 956 h 1042"/>
                <a:gd name="T44" fmla="*/ 1021 w 1576"/>
                <a:gd name="T45" fmla="*/ 956 h 1042"/>
                <a:gd name="T46" fmla="*/ 1211 w 1576"/>
                <a:gd name="T47" fmla="*/ 904 h 1042"/>
                <a:gd name="T48" fmla="*/ 1364 w 1576"/>
                <a:gd name="T49" fmla="*/ 359 h 1042"/>
                <a:gd name="T50" fmla="*/ 819 w 1576"/>
                <a:gd name="T51" fmla="*/ 207 h 1042"/>
                <a:gd name="T52" fmla="*/ 804 w 1576"/>
                <a:gd name="T53" fmla="*/ 216 h 1042"/>
                <a:gd name="T54" fmla="*/ 763 w 1576"/>
                <a:gd name="T55" fmla="*/ 241 h 1042"/>
                <a:gd name="T56" fmla="*/ 761 w 1576"/>
                <a:gd name="T57" fmla="*/ 237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76" h="1042">
                  <a:moveTo>
                    <a:pt x="74" y="872"/>
                  </a:moveTo>
                  <a:cubicBezTo>
                    <a:pt x="0" y="741"/>
                    <a:pt x="47" y="574"/>
                    <a:pt x="178" y="500"/>
                  </a:cubicBezTo>
                  <a:cubicBezTo>
                    <a:pt x="184" y="496"/>
                    <a:pt x="191" y="493"/>
                    <a:pt x="199" y="490"/>
                  </a:cubicBezTo>
                  <a:cubicBezTo>
                    <a:pt x="797" y="116"/>
                    <a:pt x="797" y="116"/>
                    <a:pt x="797" y="116"/>
                  </a:cubicBezTo>
                  <a:cubicBezTo>
                    <a:pt x="1029" y="0"/>
                    <a:pt x="1314" y="86"/>
                    <a:pt x="1443" y="315"/>
                  </a:cubicBezTo>
                  <a:cubicBezTo>
                    <a:pt x="1576" y="550"/>
                    <a:pt x="1492" y="850"/>
                    <a:pt x="1256" y="983"/>
                  </a:cubicBezTo>
                  <a:cubicBezTo>
                    <a:pt x="1202" y="1014"/>
                    <a:pt x="1142" y="1034"/>
                    <a:pt x="1081" y="1042"/>
                  </a:cubicBezTo>
                  <a:cubicBezTo>
                    <a:pt x="328" y="1010"/>
                    <a:pt x="328" y="1010"/>
                    <a:pt x="328" y="1010"/>
                  </a:cubicBezTo>
                  <a:cubicBezTo>
                    <a:pt x="307" y="1011"/>
                    <a:pt x="285" y="1010"/>
                    <a:pt x="265" y="1006"/>
                  </a:cubicBezTo>
                  <a:cubicBezTo>
                    <a:pt x="196" y="985"/>
                    <a:pt x="196" y="985"/>
                    <a:pt x="196" y="985"/>
                  </a:cubicBezTo>
                  <a:cubicBezTo>
                    <a:pt x="145" y="961"/>
                    <a:pt x="102" y="922"/>
                    <a:pt x="74" y="872"/>
                  </a:cubicBezTo>
                  <a:moveTo>
                    <a:pt x="761" y="237"/>
                  </a:moveTo>
                  <a:cubicBezTo>
                    <a:pt x="242" y="570"/>
                    <a:pt x="242" y="570"/>
                    <a:pt x="242" y="570"/>
                  </a:cubicBezTo>
                  <a:cubicBezTo>
                    <a:pt x="238" y="571"/>
                    <a:pt x="238" y="571"/>
                    <a:pt x="238" y="571"/>
                  </a:cubicBezTo>
                  <a:cubicBezTo>
                    <a:pt x="233" y="574"/>
                    <a:pt x="227" y="576"/>
                    <a:pt x="222" y="579"/>
                  </a:cubicBezTo>
                  <a:cubicBezTo>
                    <a:pt x="135" y="629"/>
                    <a:pt x="104" y="740"/>
                    <a:pt x="153" y="827"/>
                  </a:cubicBezTo>
                  <a:cubicBezTo>
                    <a:pt x="175" y="866"/>
                    <a:pt x="211" y="896"/>
                    <a:pt x="253" y="910"/>
                  </a:cubicBezTo>
                  <a:cubicBezTo>
                    <a:pt x="270" y="916"/>
                    <a:pt x="270" y="916"/>
                    <a:pt x="270" y="916"/>
                  </a:cubicBezTo>
                  <a:cubicBezTo>
                    <a:pt x="278" y="917"/>
                    <a:pt x="278" y="917"/>
                    <a:pt x="278" y="917"/>
                  </a:cubicBezTo>
                  <a:cubicBezTo>
                    <a:pt x="294" y="919"/>
                    <a:pt x="309" y="920"/>
                    <a:pt x="324" y="919"/>
                  </a:cubicBezTo>
                  <a:cubicBezTo>
                    <a:pt x="330" y="919"/>
                    <a:pt x="330" y="919"/>
                    <a:pt x="330" y="919"/>
                  </a:cubicBezTo>
                  <a:cubicBezTo>
                    <a:pt x="969" y="956"/>
                    <a:pt x="969" y="956"/>
                    <a:pt x="969" y="956"/>
                  </a:cubicBezTo>
                  <a:cubicBezTo>
                    <a:pt x="1021" y="956"/>
                    <a:pt x="1021" y="956"/>
                    <a:pt x="1021" y="956"/>
                  </a:cubicBezTo>
                  <a:cubicBezTo>
                    <a:pt x="1087" y="955"/>
                    <a:pt x="1153" y="937"/>
                    <a:pt x="1211" y="904"/>
                  </a:cubicBezTo>
                  <a:cubicBezTo>
                    <a:pt x="1404" y="796"/>
                    <a:pt x="1472" y="551"/>
                    <a:pt x="1364" y="359"/>
                  </a:cubicBezTo>
                  <a:cubicBezTo>
                    <a:pt x="1255" y="167"/>
                    <a:pt x="1011" y="99"/>
                    <a:pt x="819" y="207"/>
                  </a:cubicBezTo>
                  <a:cubicBezTo>
                    <a:pt x="814" y="210"/>
                    <a:pt x="809" y="213"/>
                    <a:pt x="804" y="216"/>
                  </a:cubicBezTo>
                  <a:cubicBezTo>
                    <a:pt x="763" y="241"/>
                    <a:pt x="763" y="241"/>
                    <a:pt x="763" y="241"/>
                  </a:cubicBezTo>
                  <a:cubicBezTo>
                    <a:pt x="761" y="237"/>
                    <a:pt x="761" y="237"/>
                    <a:pt x="761" y="237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0" name="îş1îḍê">
              <a:extLst>
                <a:ext uri="{FF2B5EF4-FFF2-40B4-BE49-F238E27FC236}">
                  <a16:creationId xmlns:a16="http://schemas.microsoft.com/office/drawing/2014/main" id="{047D0214-60D0-4040-A661-C2D7963EE57F}"/>
                </a:ext>
              </a:extLst>
            </p:cNvPr>
            <p:cNvSpPr/>
            <p:nvPr/>
          </p:nvSpPr>
          <p:spPr bwMode="auto">
            <a:xfrm>
              <a:off x="7861300" y="4903788"/>
              <a:ext cx="1906588" cy="1901825"/>
            </a:xfrm>
            <a:custGeom>
              <a:avLst/>
              <a:gdLst>
                <a:gd name="T0" fmla="*/ 728 w 1018"/>
                <a:gd name="T1" fmla="*/ 897 h 1017"/>
                <a:gd name="T2" fmla="*/ 121 w 1018"/>
                <a:gd name="T3" fmla="*/ 727 h 1017"/>
                <a:gd name="T4" fmla="*/ 290 w 1018"/>
                <a:gd name="T5" fmla="*/ 120 h 1017"/>
                <a:gd name="T6" fmla="*/ 897 w 1018"/>
                <a:gd name="T7" fmla="*/ 290 h 1017"/>
                <a:gd name="T8" fmla="*/ 728 w 1018"/>
                <a:gd name="T9" fmla="*/ 89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8" h="1017">
                  <a:moveTo>
                    <a:pt x="728" y="897"/>
                  </a:moveTo>
                  <a:cubicBezTo>
                    <a:pt x="513" y="1017"/>
                    <a:pt x="242" y="941"/>
                    <a:pt x="121" y="727"/>
                  </a:cubicBezTo>
                  <a:cubicBezTo>
                    <a:pt x="0" y="513"/>
                    <a:pt x="76" y="241"/>
                    <a:pt x="290" y="120"/>
                  </a:cubicBezTo>
                  <a:cubicBezTo>
                    <a:pt x="505" y="0"/>
                    <a:pt x="777" y="76"/>
                    <a:pt x="897" y="290"/>
                  </a:cubicBezTo>
                  <a:cubicBezTo>
                    <a:pt x="1018" y="504"/>
                    <a:pt x="942" y="776"/>
                    <a:pt x="728" y="897"/>
                  </a:cubicBezTo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1" name="ï$ḷídè">
              <a:extLst>
                <a:ext uri="{FF2B5EF4-FFF2-40B4-BE49-F238E27FC236}">
                  <a16:creationId xmlns:a16="http://schemas.microsoft.com/office/drawing/2014/main" id="{88AE9B11-8785-4F7F-8B2F-D55DAB69C6A1}"/>
                </a:ext>
              </a:extLst>
            </p:cNvPr>
            <p:cNvSpPr/>
            <p:nvPr/>
          </p:nvSpPr>
          <p:spPr bwMode="auto">
            <a:xfrm>
              <a:off x="8132763" y="5173663"/>
              <a:ext cx="1363663" cy="1360488"/>
            </a:xfrm>
            <a:custGeom>
              <a:avLst/>
              <a:gdLst>
                <a:gd name="T0" fmla="*/ 520 w 728"/>
                <a:gd name="T1" fmla="*/ 641 h 727"/>
                <a:gd name="T2" fmla="*/ 87 w 728"/>
                <a:gd name="T3" fmla="*/ 520 h 727"/>
                <a:gd name="T4" fmla="*/ 208 w 728"/>
                <a:gd name="T5" fmla="*/ 86 h 727"/>
                <a:gd name="T6" fmla="*/ 641 w 728"/>
                <a:gd name="T7" fmla="*/ 207 h 727"/>
                <a:gd name="T8" fmla="*/ 520 w 728"/>
                <a:gd name="T9" fmla="*/ 64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8" h="727">
                  <a:moveTo>
                    <a:pt x="520" y="641"/>
                  </a:moveTo>
                  <a:cubicBezTo>
                    <a:pt x="367" y="727"/>
                    <a:pt x="173" y="673"/>
                    <a:pt x="87" y="520"/>
                  </a:cubicBezTo>
                  <a:cubicBezTo>
                    <a:pt x="0" y="367"/>
                    <a:pt x="55" y="172"/>
                    <a:pt x="208" y="86"/>
                  </a:cubicBezTo>
                  <a:cubicBezTo>
                    <a:pt x="361" y="0"/>
                    <a:pt x="555" y="54"/>
                    <a:pt x="641" y="207"/>
                  </a:cubicBezTo>
                  <a:cubicBezTo>
                    <a:pt x="728" y="361"/>
                    <a:pt x="673" y="555"/>
                    <a:pt x="520" y="641"/>
                  </a:cubicBezTo>
                </a:path>
              </a:pathLst>
            </a:custGeom>
            <a:solidFill>
              <a:srgbClr val="E987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2" name="iṣlîḍe">
              <a:extLst>
                <a:ext uri="{FF2B5EF4-FFF2-40B4-BE49-F238E27FC236}">
                  <a16:creationId xmlns:a16="http://schemas.microsoft.com/office/drawing/2014/main" id="{D1046946-DA87-493B-A6D7-2F9D9FF91FDE}"/>
                </a:ext>
              </a:extLst>
            </p:cNvPr>
            <p:cNvSpPr/>
            <p:nvPr/>
          </p:nvSpPr>
          <p:spPr bwMode="auto">
            <a:xfrm>
              <a:off x="8523288" y="5257800"/>
              <a:ext cx="812800" cy="307975"/>
            </a:xfrm>
            <a:custGeom>
              <a:avLst/>
              <a:gdLst>
                <a:gd name="T0" fmla="*/ 434 w 434"/>
                <a:gd name="T1" fmla="*/ 164 h 164"/>
                <a:gd name="T2" fmla="*/ 434 w 434"/>
                <a:gd name="T3" fmla="*/ 164 h 164"/>
                <a:gd name="T4" fmla="*/ 434 w 434"/>
                <a:gd name="T5" fmla="*/ 164 h 164"/>
                <a:gd name="T6" fmla="*/ 434 w 434"/>
                <a:gd name="T7" fmla="*/ 163 h 164"/>
                <a:gd name="T8" fmla="*/ 434 w 434"/>
                <a:gd name="T9" fmla="*/ 163 h 164"/>
                <a:gd name="T10" fmla="*/ 434 w 434"/>
                <a:gd name="T11" fmla="*/ 163 h 164"/>
                <a:gd name="T12" fmla="*/ 434 w 434"/>
                <a:gd name="T13" fmla="*/ 163 h 164"/>
                <a:gd name="T14" fmla="*/ 434 w 434"/>
                <a:gd name="T15" fmla="*/ 163 h 164"/>
                <a:gd name="T16" fmla="*/ 434 w 434"/>
                <a:gd name="T17" fmla="*/ 163 h 164"/>
                <a:gd name="T18" fmla="*/ 433 w 434"/>
                <a:gd name="T19" fmla="*/ 162 h 164"/>
                <a:gd name="T20" fmla="*/ 433 w 434"/>
                <a:gd name="T21" fmla="*/ 162 h 164"/>
                <a:gd name="T22" fmla="*/ 433 w 434"/>
                <a:gd name="T23" fmla="*/ 162 h 164"/>
                <a:gd name="T24" fmla="*/ 432 w 434"/>
                <a:gd name="T25" fmla="*/ 160 h 164"/>
                <a:gd name="T26" fmla="*/ 433 w 434"/>
                <a:gd name="T27" fmla="*/ 161 h 164"/>
                <a:gd name="T28" fmla="*/ 432 w 434"/>
                <a:gd name="T29" fmla="*/ 160 h 164"/>
                <a:gd name="T30" fmla="*/ 0 w 434"/>
                <a:gd name="T31" fmla="*/ 41 h 164"/>
                <a:gd name="T32" fmla="*/ 0 w 434"/>
                <a:gd name="T33" fmla="*/ 41 h 164"/>
                <a:gd name="T34" fmla="*/ 0 w 434"/>
                <a:gd name="T35" fmla="*/ 41 h 164"/>
                <a:gd name="T36" fmla="*/ 0 w 434"/>
                <a:gd name="T37" fmla="*/ 41 h 164"/>
                <a:gd name="T38" fmla="*/ 0 w 434"/>
                <a:gd name="T39" fmla="*/ 41 h 164"/>
                <a:gd name="T40" fmla="*/ 156 w 434"/>
                <a:gd name="T41" fmla="*/ 0 h 164"/>
                <a:gd name="T42" fmla="*/ 1 w 434"/>
                <a:gd name="T43" fmla="*/ 40 h 164"/>
                <a:gd name="T44" fmla="*/ 156 w 434"/>
                <a:gd name="T45" fmla="*/ 0 h 164"/>
                <a:gd name="T46" fmla="*/ 156 w 434"/>
                <a:gd name="T47" fmla="*/ 0 h 164"/>
                <a:gd name="T48" fmla="*/ 156 w 434"/>
                <a:gd name="T49" fmla="*/ 0 h 164"/>
                <a:gd name="T50" fmla="*/ 156 w 434"/>
                <a:gd name="T51" fmla="*/ 0 h 164"/>
                <a:gd name="T52" fmla="*/ 156 w 434"/>
                <a:gd name="T53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34" h="164">
                  <a:moveTo>
                    <a:pt x="434" y="164"/>
                  </a:moveTo>
                  <a:cubicBezTo>
                    <a:pt x="434" y="164"/>
                    <a:pt x="434" y="164"/>
                    <a:pt x="434" y="164"/>
                  </a:cubicBezTo>
                  <a:cubicBezTo>
                    <a:pt x="434" y="164"/>
                    <a:pt x="434" y="164"/>
                    <a:pt x="434" y="164"/>
                  </a:cubicBezTo>
                  <a:moveTo>
                    <a:pt x="434" y="163"/>
                  </a:moveTo>
                  <a:cubicBezTo>
                    <a:pt x="434" y="163"/>
                    <a:pt x="434" y="163"/>
                    <a:pt x="434" y="163"/>
                  </a:cubicBezTo>
                  <a:cubicBezTo>
                    <a:pt x="434" y="163"/>
                    <a:pt x="434" y="163"/>
                    <a:pt x="434" y="163"/>
                  </a:cubicBezTo>
                  <a:moveTo>
                    <a:pt x="434" y="163"/>
                  </a:moveTo>
                  <a:cubicBezTo>
                    <a:pt x="434" y="163"/>
                    <a:pt x="434" y="163"/>
                    <a:pt x="434" y="163"/>
                  </a:cubicBezTo>
                  <a:cubicBezTo>
                    <a:pt x="434" y="163"/>
                    <a:pt x="434" y="163"/>
                    <a:pt x="434" y="163"/>
                  </a:cubicBezTo>
                  <a:moveTo>
                    <a:pt x="433" y="162"/>
                  </a:moveTo>
                  <a:cubicBezTo>
                    <a:pt x="433" y="162"/>
                    <a:pt x="433" y="162"/>
                    <a:pt x="433" y="162"/>
                  </a:cubicBezTo>
                  <a:cubicBezTo>
                    <a:pt x="433" y="162"/>
                    <a:pt x="433" y="162"/>
                    <a:pt x="433" y="162"/>
                  </a:cubicBezTo>
                  <a:moveTo>
                    <a:pt x="432" y="160"/>
                  </a:moveTo>
                  <a:cubicBezTo>
                    <a:pt x="432" y="161"/>
                    <a:pt x="433" y="161"/>
                    <a:pt x="433" y="161"/>
                  </a:cubicBezTo>
                  <a:cubicBezTo>
                    <a:pt x="433" y="161"/>
                    <a:pt x="432" y="161"/>
                    <a:pt x="432" y="160"/>
                  </a:cubicBezTo>
                  <a:moveTo>
                    <a:pt x="0" y="41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moveTo>
                    <a:pt x="156" y="0"/>
                  </a:moveTo>
                  <a:cubicBezTo>
                    <a:pt x="103" y="0"/>
                    <a:pt x="50" y="13"/>
                    <a:pt x="1" y="40"/>
                  </a:cubicBezTo>
                  <a:cubicBezTo>
                    <a:pt x="50" y="13"/>
                    <a:pt x="103" y="0"/>
                    <a:pt x="156" y="0"/>
                  </a:cubicBezTo>
                  <a:moveTo>
                    <a:pt x="156" y="0"/>
                  </a:moveTo>
                  <a:cubicBezTo>
                    <a:pt x="156" y="0"/>
                    <a:pt x="156" y="0"/>
                    <a:pt x="156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56" y="0"/>
                    <a:pt x="156" y="0"/>
                    <a:pt x="156" y="0"/>
                  </a:cubicBezTo>
                </a:path>
              </a:pathLst>
            </a:custGeom>
            <a:solidFill>
              <a:srgbClr val="DAA8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3" name="íS1iḋe">
              <a:extLst>
                <a:ext uri="{FF2B5EF4-FFF2-40B4-BE49-F238E27FC236}">
                  <a16:creationId xmlns:a16="http://schemas.microsoft.com/office/drawing/2014/main" id="{3162605A-69D3-418C-A1E8-B08AB5933E9F}"/>
                </a:ext>
              </a:extLst>
            </p:cNvPr>
            <p:cNvSpPr/>
            <p:nvPr/>
          </p:nvSpPr>
          <p:spPr bwMode="auto">
            <a:xfrm>
              <a:off x="8237538" y="5257800"/>
              <a:ext cx="1193800" cy="769938"/>
            </a:xfrm>
            <a:custGeom>
              <a:avLst/>
              <a:gdLst>
                <a:gd name="T0" fmla="*/ 308 w 637"/>
                <a:gd name="T1" fmla="*/ 0 h 411"/>
                <a:gd name="T2" fmla="*/ 308 w 637"/>
                <a:gd name="T3" fmla="*/ 0 h 411"/>
                <a:gd name="T4" fmla="*/ 153 w 637"/>
                <a:gd name="T5" fmla="*/ 40 h 411"/>
                <a:gd name="T6" fmla="*/ 152 w 637"/>
                <a:gd name="T7" fmla="*/ 41 h 411"/>
                <a:gd name="T8" fmla="*/ 152 w 637"/>
                <a:gd name="T9" fmla="*/ 41 h 411"/>
                <a:gd name="T10" fmla="*/ 152 w 637"/>
                <a:gd name="T11" fmla="*/ 41 h 411"/>
                <a:gd name="T12" fmla="*/ 0 w 637"/>
                <a:gd name="T13" fmla="*/ 240 h 411"/>
                <a:gd name="T14" fmla="*/ 148 w 637"/>
                <a:gd name="T15" fmla="*/ 54 h 411"/>
                <a:gd name="T16" fmla="*/ 304 w 637"/>
                <a:gd name="T17" fmla="*/ 13 h 411"/>
                <a:gd name="T18" fmla="*/ 582 w 637"/>
                <a:gd name="T19" fmla="*/ 176 h 411"/>
                <a:gd name="T20" fmla="*/ 613 w 637"/>
                <a:gd name="T21" fmla="*/ 411 h 411"/>
                <a:gd name="T22" fmla="*/ 586 w 637"/>
                <a:gd name="T23" fmla="*/ 164 h 411"/>
                <a:gd name="T24" fmla="*/ 586 w 637"/>
                <a:gd name="T25" fmla="*/ 164 h 411"/>
                <a:gd name="T26" fmla="*/ 586 w 637"/>
                <a:gd name="T27" fmla="*/ 163 h 411"/>
                <a:gd name="T28" fmla="*/ 586 w 637"/>
                <a:gd name="T29" fmla="*/ 163 h 411"/>
                <a:gd name="T30" fmla="*/ 586 w 637"/>
                <a:gd name="T31" fmla="*/ 163 h 411"/>
                <a:gd name="T32" fmla="*/ 586 w 637"/>
                <a:gd name="T33" fmla="*/ 163 h 411"/>
                <a:gd name="T34" fmla="*/ 585 w 637"/>
                <a:gd name="T35" fmla="*/ 162 h 411"/>
                <a:gd name="T36" fmla="*/ 585 w 637"/>
                <a:gd name="T37" fmla="*/ 162 h 411"/>
                <a:gd name="T38" fmla="*/ 585 w 637"/>
                <a:gd name="T39" fmla="*/ 162 h 411"/>
                <a:gd name="T40" fmla="*/ 585 w 637"/>
                <a:gd name="T41" fmla="*/ 162 h 411"/>
                <a:gd name="T42" fmla="*/ 585 w 637"/>
                <a:gd name="T43" fmla="*/ 162 h 411"/>
                <a:gd name="T44" fmla="*/ 585 w 637"/>
                <a:gd name="T45" fmla="*/ 161 h 411"/>
                <a:gd name="T46" fmla="*/ 584 w 637"/>
                <a:gd name="T47" fmla="*/ 160 h 411"/>
                <a:gd name="T48" fmla="*/ 308 w 637"/>
                <a:gd name="T49" fmla="*/ 0 h 411"/>
                <a:gd name="T50" fmla="*/ 308 w 637"/>
                <a:gd name="T51" fmla="*/ 0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37" h="411">
                  <a:moveTo>
                    <a:pt x="308" y="0"/>
                  </a:moveTo>
                  <a:cubicBezTo>
                    <a:pt x="308" y="0"/>
                    <a:pt x="308" y="0"/>
                    <a:pt x="308" y="0"/>
                  </a:cubicBezTo>
                  <a:cubicBezTo>
                    <a:pt x="255" y="0"/>
                    <a:pt x="202" y="13"/>
                    <a:pt x="153" y="40"/>
                  </a:cubicBezTo>
                  <a:cubicBezTo>
                    <a:pt x="153" y="41"/>
                    <a:pt x="153" y="41"/>
                    <a:pt x="152" y="41"/>
                  </a:cubicBezTo>
                  <a:cubicBezTo>
                    <a:pt x="152" y="41"/>
                    <a:pt x="152" y="41"/>
                    <a:pt x="152" y="41"/>
                  </a:cubicBezTo>
                  <a:cubicBezTo>
                    <a:pt x="152" y="41"/>
                    <a:pt x="152" y="41"/>
                    <a:pt x="152" y="41"/>
                  </a:cubicBezTo>
                  <a:cubicBezTo>
                    <a:pt x="73" y="86"/>
                    <a:pt x="21" y="158"/>
                    <a:pt x="0" y="240"/>
                  </a:cubicBezTo>
                  <a:cubicBezTo>
                    <a:pt x="23" y="164"/>
                    <a:pt x="74" y="96"/>
                    <a:pt x="148" y="54"/>
                  </a:cubicBezTo>
                  <a:cubicBezTo>
                    <a:pt x="198" y="27"/>
                    <a:pt x="251" y="13"/>
                    <a:pt x="304" y="13"/>
                  </a:cubicBezTo>
                  <a:cubicBezTo>
                    <a:pt x="415" y="13"/>
                    <a:pt x="523" y="72"/>
                    <a:pt x="582" y="176"/>
                  </a:cubicBezTo>
                  <a:cubicBezTo>
                    <a:pt x="624" y="250"/>
                    <a:pt x="632" y="334"/>
                    <a:pt x="613" y="411"/>
                  </a:cubicBezTo>
                  <a:cubicBezTo>
                    <a:pt x="637" y="331"/>
                    <a:pt x="630" y="242"/>
                    <a:pt x="586" y="164"/>
                  </a:cubicBezTo>
                  <a:cubicBezTo>
                    <a:pt x="586" y="164"/>
                    <a:pt x="586" y="164"/>
                    <a:pt x="586" y="164"/>
                  </a:cubicBezTo>
                  <a:cubicBezTo>
                    <a:pt x="586" y="164"/>
                    <a:pt x="586" y="164"/>
                    <a:pt x="586" y="163"/>
                  </a:cubicBezTo>
                  <a:cubicBezTo>
                    <a:pt x="586" y="163"/>
                    <a:pt x="586" y="163"/>
                    <a:pt x="586" y="163"/>
                  </a:cubicBezTo>
                  <a:cubicBezTo>
                    <a:pt x="586" y="163"/>
                    <a:pt x="586" y="163"/>
                    <a:pt x="586" y="163"/>
                  </a:cubicBezTo>
                  <a:cubicBezTo>
                    <a:pt x="586" y="163"/>
                    <a:pt x="586" y="163"/>
                    <a:pt x="586" y="163"/>
                  </a:cubicBezTo>
                  <a:cubicBezTo>
                    <a:pt x="586" y="163"/>
                    <a:pt x="586" y="162"/>
                    <a:pt x="585" y="162"/>
                  </a:cubicBezTo>
                  <a:cubicBezTo>
                    <a:pt x="585" y="162"/>
                    <a:pt x="585" y="162"/>
                    <a:pt x="585" y="162"/>
                  </a:cubicBezTo>
                  <a:cubicBezTo>
                    <a:pt x="585" y="162"/>
                    <a:pt x="585" y="162"/>
                    <a:pt x="585" y="162"/>
                  </a:cubicBezTo>
                  <a:cubicBezTo>
                    <a:pt x="585" y="162"/>
                    <a:pt x="585" y="162"/>
                    <a:pt x="585" y="162"/>
                  </a:cubicBezTo>
                  <a:cubicBezTo>
                    <a:pt x="585" y="162"/>
                    <a:pt x="585" y="162"/>
                    <a:pt x="585" y="162"/>
                  </a:cubicBezTo>
                  <a:cubicBezTo>
                    <a:pt x="585" y="161"/>
                    <a:pt x="585" y="161"/>
                    <a:pt x="585" y="161"/>
                  </a:cubicBezTo>
                  <a:cubicBezTo>
                    <a:pt x="585" y="161"/>
                    <a:pt x="584" y="161"/>
                    <a:pt x="584" y="160"/>
                  </a:cubicBezTo>
                  <a:cubicBezTo>
                    <a:pt x="526" y="58"/>
                    <a:pt x="41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</a:path>
              </a:pathLst>
            </a:custGeom>
            <a:solidFill>
              <a:srgbClr val="D57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4" name="iş1iďé">
              <a:extLst>
                <a:ext uri="{FF2B5EF4-FFF2-40B4-BE49-F238E27FC236}">
                  <a16:creationId xmlns:a16="http://schemas.microsoft.com/office/drawing/2014/main" id="{C6EDE30A-7932-410E-A00C-86FF5B6BE508}"/>
                </a:ext>
              </a:extLst>
            </p:cNvPr>
            <p:cNvSpPr/>
            <p:nvPr/>
          </p:nvSpPr>
          <p:spPr bwMode="auto">
            <a:xfrm>
              <a:off x="8551863" y="5645150"/>
              <a:ext cx="528638" cy="461963"/>
            </a:xfrm>
            <a:custGeom>
              <a:avLst/>
              <a:gdLst>
                <a:gd name="T0" fmla="*/ 141 w 282"/>
                <a:gd name="T1" fmla="*/ 0 h 247"/>
                <a:gd name="T2" fmla="*/ 80 w 282"/>
                <a:gd name="T3" fmla="*/ 16 h 247"/>
                <a:gd name="T4" fmla="*/ 33 w 282"/>
                <a:gd name="T5" fmla="*/ 185 h 247"/>
                <a:gd name="T6" fmla="*/ 141 w 282"/>
                <a:gd name="T7" fmla="*/ 247 h 247"/>
                <a:gd name="T8" fmla="*/ 201 w 282"/>
                <a:gd name="T9" fmla="*/ 232 h 247"/>
                <a:gd name="T10" fmla="*/ 248 w 282"/>
                <a:gd name="T11" fmla="*/ 63 h 247"/>
                <a:gd name="T12" fmla="*/ 141 w 282"/>
                <a:gd name="T13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" h="247">
                  <a:moveTo>
                    <a:pt x="141" y="0"/>
                  </a:moveTo>
                  <a:cubicBezTo>
                    <a:pt x="120" y="0"/>
                    <a:pt x="99" y="6"/>
                    <a:pt x="80" y="16"/>
                  </a:cubicBezTo>
                  <a:cubicBezTo>
                    <a:pt x="21" y="50"/>
                    <a:pt x="0" y="125"/>
                    <a:pt x="33" y="185"/>
                  </a:cubicBezTo>
                  <a:cubicBezTo>
                    <a:pt x="56" y="225"/>
                    <a:pt x="98" y="247"/>
                    <a:pt x="141" y="247"/>
                  </a:cubicBezTo>
                  <a:cubicBezTo>
                    <a:pt x="161" y="247"/>
                    <a:pt x="182" y="242"/>
                    <a:pt x="201" y="232"/>
                  </a:cubicBezTo>
                  <a:cubicBezTo>
                    <a:pt x="261" y="198"/>
                    <a:pt x="282" y="123"/>
                    <a:pt x="248" y="63"/>
                  </a:cubicBezTo>
                  <a:cubicBezTo>
                    <a:pt x="226" y="23"/>
                    <a:pt x="184" y="0"/>
                    <a:pt x="141" y="0"/>
                  </a:cubicBezTo>
                </a:path>
              </a:pathLst>
            </a:custGeom>
            <a:solidFill>
              <a:srgbClr val="D57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5" name="ïśľíḋe">
              <a:extLst>
                <a:ext uri="{FF2B5EF4-FFF2-40B4-BE49-F238E27FC236}">
                  <a16:creationId xmlns:a16="http://schemas.microsoft.com/office/drawing/2014/main" id="{E6F0BC85-BE08-40B5-BADB-DEB8274DB2DD}"/>
                </a:ext>
              </a:extLst>
            </p:cNvPr>
            <p:cNvSpPr/>
            <p:nvPr/>
          </p:nvSpPr>
          <p:spPr bwMode="auto">
            <a:xfrm>
              <a:off x="8550275" y="5591175"/>
              <a:ext cx="528638" cy="527050"/>
            </a:xfrm>
            <a:custGeom>
              <a:avLst/>
              <a:gdLst>
                <a:gd name="T0" fmla="*/ 202 w 282"/>
                <a:gd name="T1" fmla="*/ 248 h 282"/>
                <a:gd name="T2" fmla="*/ 34 w 282"/>
                <a:gd name="T3" fmla="*/ 201 h 282"/>
                <a:gd name="T4" fmla="*/ 81 w 282"/>
                <a:gd name="T5" fmla="*/ 33 h 282"/>
                <a:gd name="T6" fmla="*/ 249 w 282"/>
                <a:gd name="T7" fmla="*/ 80 h 282"/>
                <a:gd name="T8" fmla="*/ 202 w 282"/>
                <a:gd name="T9" fmla="*/ 24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" h="282">
                  <a:moveTo>
                    <a:pt x="202" y="248"/>
                  </a:moveTo>
                  <a:cubicBezTo>
                    <a:pt x="142" y="282"/>
                    <a:pt x="67" y="260"/>
                    <a:pt x="34" y="201"/>
                  </a:cubicBezTo>
                  <a:cubicBezTo>
                    <a:pt x="0" y="142"/>
                    <a:pt x="21" y="66"/>
                    <a:pt x="81" y="33"/>
                  </a:cubicBezTo>
                  <a:cubicBezTo>
                    <a:pt x="140" y="0"/>
                    <a:pt x="215" y="21"/>
                    <a:pt x="249" y="80"/>
                  </a:cubicBezTo>
                  <a:cubicBezTo>
                    <a:pt x="282" y="139"/>
                    <a:pt x="261" y="215"/>
                    <a:pt x="202" y="248"/>
                  </a:cubicBezTo>
                  <a:close/>
                </a:path>
              </a:pathLst>
            </a:custGeom>
            <a:solidFill>
              <a:srgbClr val="B66B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6" name="íṥḻîdè">
              <a:extLst>
                <a:ext uri="{FF2B5EF4-FFF2-40B4-BE49-F238E27FC236}">
                  <a16:creationId xmlns:a16="http://schemas.microsoft.com/office/drawing/2014/main" id="{CDA4AD0F-6A72-4419-8F28-A6EE0F0010BC}"/>
                </a:ext>
              </a:extLst>
            </p:cNvPr>
            <p:cNvSpPr/>
            <p:nvPr/>
          </p:nvSpPr>
          <p:spPr bwMode="auto">
            <a:xfrm>
              <a:off x="8618538" y="5659438"/>
              <a:ext cx="393700" cy="390525"/>
            </a:xfrm>
            <a:custGeom>
              <a:avLst/>
              <a:gdLst>
                <a:gd name="T0" fmla="*/ 150 w 210"/>
                <a:gd name="T1" fmla="*/ 185 h 209"/>
                <a:gd name="T2" fmla="*/ 25 w 210"/>
                <a:gd name="T3" fmla="*/ 150 h 209"/>
                <a:gd name="T4" fmla="*/ 60 w 210"/>
                <a:gd name="T5" fmla="*/ 24 h 209"/>
                <a:gd name="T6" fmla="*/ 185 w 210"/>
                <a:gd name="T7" fmla="*/ 59 h 209"/>
                <a:gd name="T8" fmla="*/ 150 w 210"/>
                <a:gd name="T9" fmla="*/ 185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209">
                  <a:moveTo>
                    <a:pt x="150" y="185"/>
                  </a:moveTo>
                  <a:cubicBezTo>
                    <a:pt x="106" y="209"/>
                    <a:pt x="50" y="194"/>
                    <a:pt x="25" y="150"/>
                  </a:cubicBezTo>
                  <a:cubicBezTo>
                    <a:pt x="0" y="105"/>
                    <a:pt x="16" y="49"/>
                    <a:pt x="60" y="24"/>
                  </a:cubicBezTo>
                  <a:cubicBezTo>
                    <a:pt x="104" y="0"/>
                    <a:pt x="160" y="15"/>
                    <a:pt x="185" y="59"/>
                  </a:cubicBezTo>
                  <a:cubicBezTo>
                    <a:pt x="210" y="104"/>
                    <a:pt x="194" y="160"/>
                    <a:pt x="150" y="185"/>
                  </a:cubicBez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7" name="îśľïḋê">
              <a:extLst>
                <a:ext uri="{FF2B5EF4-FFF2-40B4-BE49-F238E27FC236}">
                  <a16:creationId xmlns:a16="http://schemas.microsoft.com/office/drawing/2014/main" id="{9626B884-07B8-4653-BC78-284A9DA15CAE}"/>
                </a:ext>
              </a:extLst>
            </p:cNvPr>
            <p:cNvSpPr/>
            <p:nvPr/>
          </p:nvSpPr>
          <p:spPr bwMode="auto">
            <a:xfrm>
              <a:off x="9015413" y="5511800"/>
              <a:ext cx="288925" cy="276225"/>
            </a:xfrm>
            <a:custGeom>
              <a:avLst/>
              <a:gdLst>
                <a:gd name="T0" fmla="*/ 113 w 182"/>
                <a:gd name="T1" fmla="*/ 0 h 174"/>
                <a:gd name="T2" fmla="*/ 0 w 182"/>
                <a:gd name="T3" fmla="*/ 83 h 174"/>
                <a:gd name="T4" fmla="*/ 51 w 182"/>
                <a:gd name="T5" fmla="*/ 174 h 174"/>
                <a:gd name="T6" fmla="*/ 182 w 182"/>
                <a:gd name="T7" fmla="*/ 120 h 174"/>
                <a:gd name="T8" fmla="*/ 113 w 182"/>
                <a:gd name="T9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174">
                  <a:moveTo>
                    <a:pt x="113" y="0"/>
                  </a:moveTo>
                  <a:lnTo>
                    <a:pt x="0" y="83"/>
                  </a:lnTo>
                  <a:lnTo>
                    <a:pt x="51" y="174"/>
                  </a:lnTo>
                  <a:lnTo>
                    <a:pt x="182" y="120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B66B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8" name="íSḷîḍé">
              <a:extLst>
                <a:ext uri="{FF2B5EF4-FFF2-40B4-BE49-F238E27FC236}">
                  <a16:creationId xmlns:a16="http://schemas.microsoft.com/office/drawing/2014/main" id="{ACC11032-F600-4283-97B6-985AFBAF1616}"/>
                </a:ext>
              </a:extLst>
            </p:cNvPr>
            <p:cNvSpPr/>
            <p:nvPr/>
          </p:nvSpPr>
          <p:spPr bwMode="auto">
            <a:xfrm>
              <a:off x="8807450" y="5341938"/>
              <a:ext cx="246063" cy="266700"/>
            </a:xfrm>
            <a:custGeom>
              <a:avLst/>
              <a:gdLst>
                <a:gd name="T0" fmla="*/ 21 w 155"/>
                <a:gd name="T1" fmla="*/ 0 h 168"/>
                <a:gd name="T2" fmla="*/ 0 w 155"/>
                <a:gd name="T3" fmla="*/ 140 h 168"/>
                <a:gd name="T4" fmla="*/ 100 w 155"/>
                <a:gd name="T5" fmla="*/ 168 h 168"/>
                <a:gd name="T6" fmla="*/ 155 w 155"/>
                <a:gd name="T7" fmla="*/ 37 h 168"/>
                <a:gd name="T8" fmla="*/ 21 w 155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5" h="168">
                  <a:moveTo>
                    <a:pt x="21" y="0"/>
                  </a:moveTo>
                  <a:lnTo>
                    <a:pt x="0" y="140"/>
                  </a:lnTo>
                  <a:lnTo>
                    <a:pt x="100" y="168"/>
                  </a:lnTo>
                  <a:lnTo>
                    <a:pt x="155" y="37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B66B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9" name="íṡḷiḍè">
              <a:extLst>
                <a:ext uri="{FF2B5EF4-FFF2-40B4-BE49-F238E27FC236}">
                  <a16:creationId xmlns:a16="http://schemas.microsoft.com/office/drawing/2014/main" id="{9D5FBC4D-82D5-4CE2-9CAF-43103FDAEB19}"/>
                </a:ext>
              </a:extLst>
            </p:cNvPr>
            <p:cNvSpPr/>
            <p:nvPr/>
          </p:nvSpPr>
          <p:spPr bwMode="auto">
            <a:xfrm>
              <a:off x="8470900" y="5367338"/>
              <a:ext cx="277813" cy="287338"/>
            </a:xfrm>
            <a:custGeom>
              <a:avLst/>
              <a:gdLst>
                <a:gd name="T0" fmla="*/ 0 w 175"/>
                <a:gd name="T1" fmla="*/ 67 h 181"/>
                <a:gd name="T2" fmla="*/ 83 w 175"/>
                <a:gd name="T3" fmla="*/ 181 h 181"/>
                <a:gd name="T4" fmla="*/ 175 w 175"/>
                <a:gd name="T5" fmla="*/ 129 h 181"/>
                <a:gd name="T6" fmla="*/ 121 w 175"/>
                <a:gd name="T7" fmla="*/ 0 h 181"/>
                <a:gd name="T8" fmla="*/ 0 w 175"/>
                <a:gd name="T9" fmla="*/ 6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181">
                  <a:moveTo>
                    <a:pt x="0" y="67"/>
                  </a:moveTo>
                  <a:lnTo>
                    <a:pt x="83" y="181"/>
                  </a:lnTo>
                  <a:lnTo>
                    <a:pt x="175" y="129"/>
                  </a:lnTo>
                  <a:lnTo>
                    <a:pt x="121" y="0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B66B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0" name="ïṧliḑê">
              <a:extLst>
                <a:ext uri="{FF2B5EF4-FFF2-40B4-BE49-F238E27FC236}">
                  <a16:creationId xmlns:a16="http://schemas.microsoft.com/office/drawing/2014/main" id="{1C90083D-3695-404E-9DBC-D2603D503B92}"/>
                </a:ext>
              </a:extLst>
            </p:cNvPr>
            <p:cNvSpPr/>
            <p:nvPr/>
          </p:nvSpPr>
          <p:spPr bwMode="auto">
            <a:xfrm>
              <a:off x="8301038" y="5618163"/>
              <a:ext cx="268288" cy="244475"/>
            </a:xfrm>
            <a:custGeom>
              <a:avLst/>
              <a:gdLst>
                <a:gd name="T0" fmla="*/ 0 w 169"/>
                <a:gd name="T1" fmla="*/ 133 h 154"/>
                <a:gd name="T2" fmla="*/ 141 w 169"/>
                <a:gd name="T3" fmla="*/ 154 h 154"/>
                <a:gd name="T4" fmla="*/ 169 w 169"/>
                <a:gd name="T5" fmla="*/ 53 h 154"/>
                <a:gd name="T6" fmla="*/ 38 w 169"/>
                <a:gd name="T7" fmla="*/ 0 h 154"/>
                <a:gd name="T8" fmla="*/ 0 w 169"/>
                <a:gd name="T9" fmla="*/ 133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54">
                  <a:moveTo>
                    <a:pt x="0" y="133"/>
                  </a:moveTo>
                  <a:lnTo>
                    <a:pt x="141" y="154"/>
                  </a:lnTo>
                  <a:lnTo>
                    <a:pt x="169" y="53"/>
                  </a:lnTo>
                  <a:lnTo>
                    <a:pt x="38" y="0"/>
                  </a:lnTo>
                  <a:lnTo>
                    <a:pt x="0" y="133"/>
                  </a:lnTo>
                  <a:close/>
                </a:path>
              </a:pathLst>
            </a:custGeom>
            <a:solidFill>
              <a:srgbClr val="B66B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1" name="ïŝľiḋê">
              <a:extLst>
                <a:ext uri="{FF2B5EF4-FFF2-40B4-BE49-F238E27FC236}">
                  <a16:creationId xmlns:a16="http://schemas.microsoft.com/office/drawing/2014/main" id="{843B19F5-52B6-42AD-B3DD-85DE84DE43B7}"/>
                </a:ext>
              </a:extLst>
            </p:cNvPr>
            <p:cNvSpPr/>
            <p:nvPr/>
          </p:nvSpPr>
          <p:spPr bwMode="auto">
            <a:xfrm>
              <a:off x="8326438" y="5921375"/>
              <a:ext cx="287338" cy="276225"/>
            </a:xfrm>
            <a:custGeom>
              <a:avLst/>
              <a:gdLst>
                <a:gd name="T0" fmla="*/ 68 w 181"/>
                <a:gd name="T1" fmla="*/ 174 h 174"/>
                <a:gd name="T2" fmla="*/ 181 w 181"/>
                <a:gd name="T3" fmla="*/ 91 h 174"/>
                <a:gd name="T4" fmla="*/ 131 w 181"/>
                <a:gd name="T5" fmla="*/ 0 h 174"/>
                <a:gd name="T6" fmla="*/ 0 w 181"/>
                <a:gd name="T7" fmla="*/ 54 h 174"/>
                <a:gd name="T8" fmla="*/ 68 w 181"/>
                <a:gd name="T9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" h="174">
                  <a:moveTo>
                    <a:pt x="68" y="174"/>
                  </a:moveTo>
                  <a:lnTo>
                    <a:pt x="181" y="91"/>
                  </a:lnTo>
                  <a:lnTo>
                    <a:pt x="131" y="0"/>
                  </a:lnTo>
                  <a:lnTo>
                    <a:pt x="0" y="54"/>
                  </a:lnTo>
                  <a:lnTo>
                    <a:pt x="68" y="174"/>
                  </a:lnTo>
                  <a:close/>
                </a:path>
              </a:pathLst>
            </a:custGeom>
            <a:solidFill>
              <a:srgbClr val="B66B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2" name="íŝḻîḑê">
              <a:extLst>
                <a:ext uri="{FF2B5EF4-FFF2-40B4-BE49-F238E27FC236}">
                  <a16:creationId xmlns:a16="http://schemas.microsoft.com/office/drawing/2014/main" id="{3720085A-340E-45FD-BD57-8288B34276DF}"/>
                </a:ext>
              </a:extLst>
            </p:cNvPr>
            <p:cNvSpPr/>
            <p:nvPr/>
          </p:nvSpPr>
          <p:spPr bwMode="auto">
            <a:xfrm>
              <a:off x="8577263" y="6100763"/>
              <a:ext cx="244475" cy="265113"/>
            </a:xfrm>
            <a:custGeom>
              <a:avLst/>
              <a:gdLst>
                <a:gd name="T0" fmla="*/ 133 w 154"/>
                <a:gd name="T1" fmla="*/ 167 h 167"/>
                <a:gd name="T2" fmla="*/ 154 w 154"/>
                <a:gd name="T3" fmla="*/ 28 h 167"/>
                <a:gd name="T4" fmla="*/ 54 w 154"/>
                <a:gd name="T5" fmla="*/ 0 h 167"/>
                <a:gd name="T6" fmla="*/ 0 w 154"/>
                <a:gd name="T7" fmla="*/ 130 h 167"/>
                <a:gd name="T8" fmla="*/ 133 w 154"/>
                <a:gd name="T9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" h="167">
                  <a:moveTo>
                    <a:pt x="133" y="167"/>
                  </a:moveTo>
                  <a:lnTo>
                    <a:pt x="154" y="28"/>
                  </a:lnTo>
                  <a:lnTo>
                    <a:pt x="54" y="0"/>
                  </a:lnTo>
                  <a:lnTo>
                    <a:pt x="0" y="130"/>
                  </a:lnTo>
                  <a:lnTo>
                    <a:pt x="133" y="167"/>
                  </a:lnTo>
                  <a:close/>
                </a:path>
              </a:pathLst>
            </a:custGeom>
            <a:solidFill>
              <a:srgbClr val="B66B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3" name="îśḷíḓê">
              <a:extLst>
                <a:ext uri="{FF2B5EF4-FFF2-40B4-BE49-F238E27FC236}">
                  <a16:creationId xmlns:a16="http://schemas.microsoft.com/office/drawing/2014/main" id="{5D522E93-200F-4DC9-8E73-B90E3C27DAB5}"/>
                </a:ext>
              </a:extLst>
            </p:cNvPr>
            <p:cNvSpPr/>
            <p:nvPr/>
          </p:nvSpPr>
          <p:spPr bwMode="auto">
            <a:xfrm>
              <a:off x="8882063" y="6053138"/>
              <a:ext cx="277813" cy="288925"/>
            </a:xfrm>
            <a:custGeom>
              <a:avLst/>
              <a:gdLst>
                <a:gd name="T0" fmla="*/ 175 w 175"/>
                <a:gd name="T1" fmla="*/ 115 h 182"/>
                <a:gd name="T2" fmla="*/ 91 w 175"/>
                <a:gd name="T3" fmla="*/ 0 h 182"/>
                <a:gd name="T4" fmla="*/ 0 w 175"/>
                <a:gd name="T5" fmla="*/ 52 h 182"/>
                <a:gd name="T6" fmla="*/ 54 w 175"/>
                <a:gd name="T7" fmla="*/ 182 h 182"/>
                <a:gd name="T8" fmla="*/ 175 w 175"/>
                <a:gd name="T9" fmla="*/ 115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182">
                  <a:moveTo>
                    <a:pt x="175" y="115"/>
                  </a:moveTo>
                  <a:lnTo>
                    <a:pt x="91" y="0"/>
                  </a:lnTo>
                  <a:lnTo>
                    <a:pt x="0" y="52"/>
                  </a:lnTo>
                  <a:lnTo>
                    <a:pt x="54" y="182"/>
                  </a:lnTo>
                  <a:lnTo>
                    <a:pt x="175" y="115"/>
                  </a:lnTo>
                  <a:close/>
                </a:path>
              </a:pathLst>
            </a:custGeom>
            <a:solidFill>
              <a:srgbClr val="B66B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4" name="ï$ḻïďê">
              <a:extLst>
                <a:ext uri="{FF2B5EF4-FFF2-40B4-BE49-F238E27FC236}">
                  <a16:creationId xmlns:a16="http://schemas.microsoft.com/office/drawing/2014/main" id="{6F58A750-7943-44D2-928F-DD23CF353BCD}"/>
                </a:ext>
              </a:extLst>
            </p:cNvPr>
            <p:cNvSpPr/>
            <p:nvPr/>
          </p:nvSpPr>
          <p:spPr bwMode="auto">
            <a:xfrm>
              <a:off x="9061450" y="5845175"/>
              <a:ext cx="266700" cy="246063"/>
            </a:xfrm>
            <a:custGeom>
              <a:avLst/>
              <a:gdLst>
                <a:gd name="T0" fmla="*/ 168 w 168"/>
                <a:gd name="T1" fmla="*/ 22 h 155"/>
                <a:gd name="T2" fmla="*/ 28 w 168"/>
                <a:gd name="T3" fmla="*/ 0 h 155"/>
                <a:gd name="T4" fmla="*/ 0 w 168"/>
                <a:gd name="T5" fmla="*/ 102 h 155"/>
                <a:gd name="T6" fmla="*/ 130 w 168"/>
                <a:gd name="T7" fmla="*/ 155 h 155"/>
                <a:gd name="T8" fmla="*/ 168 w 168"/>
                <a:gd name="T9" fmla="*/ 2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55">
                  <a:moveTo>
                    <a:pt x="168" y="22"/>
                  </a:moveTo>
                  <a:lnTo>
                    <a:pt x="28" y="0"/>
                  </a:lnTo>
                  <a:lnTo>
                    <a:pt x="0" y="102"/>
                  </a:lnTo>
                  <a:lnTo>
                    <a:pt x="130" y="155"/>
                  </a:lnTo>
                  <a:lnTo>
                    <a:pt x="168" y="22"/>
                  </a:lnTo>
                  <a:close/>
                </a:path>
              </a:pathLst>
            </a:custGeom>
            <a:solidFill>
              <a:srgbClr val="B66B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5" name="iś1íḓè">
              <a:extLst>
                <a:ext uri="{FF2B5EF4-FFF2-40B4-BE49-F238E27FC236}">
                  <a16:creationId xmlns:a16="http://schemas.microsoft.com/office/drawing/2014/main" id="{CF7809CA-0C4D-422D-AEFE-0AC4BBF9496B}"/>
                </a:ext>
              </a:extLst>
            </p:cNvPr>
            <p:cNvSpPr/>
            <p:nvPr/>
          </p:nvSpPr>
          <p:spPr bwMode="auto">
            <a:xfrm>
              <a:off x="7010400" y="5708650"/>
              <a:ext cx="973138" cy="971550"/>
            </a:xfrm>
            <a:custGeom>
              <a:avLst/>
              <a:gdLst>
                <a:gd name="T0" fmla="*/ 371 w 519"/>
                <a:gd name="T1" fmla="*/ 458 h 519"/>
                <a:gd name="T2" fmla="*/ 62 w 519"/>
                <a:gd name="T3" fmla="*/ 371 h 519"/>
                <a:gd name="T4" fmla="*/ 148 w 519"/>
                <a:gd name="T5" fmla="*/ 62 h 519"/>
                <a:gd name="T6" fmla="*/ 458 w 519"/>
                <a:gd name="T7" fmla="*/ 148 h 519"/>
                <a:gd name="T8" fmla="*/ 371 w 519"/>
                <a:gd name="T9" fmla="*/ 458 h 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9" h="519">
                  <a:moveTo>
                    <a:pt x="371" y="458"/>
                  </a:moveTo>
                  <a:cubicBezTo>
                    <a:pt x="262" y="519"/>
                    <a:pt x="123" y="481"/>
                    <a:pt x="62" y="371"/>
                  </a:cubicBezTo>
                  <a:cubicBezTo>
                    <a:pt x="0" y="262"/>
                    <a:pt x="39" y="123"/>
                    <a:pt x="148" y="62"/>
                  </a:cubicBezTo>
                  <a:cubicBezTo>
                    <a:pt x="257" y="0"/>
                    <a:pt x="396" y="39"/>
                    <a:pt x="458" y="148"/>
                  </a:cubicBezTo>
                  <a:cubicBezTo>
                    <a:pt x="519" y="258"/>
                    <a:pt x="480" y="396"/>
                    <a:pt x="371" y="458"/>
                  </a:cubicBezTo>
                  <a:close/>
                </a:path>
              </a:pathLst>
            </a:custGeom>
            <a:solidFill>
              <a:srgbClr val="FFD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6" name="iṥḷîďè">
              <a:extLst>
                <a:ext uri="{FF2B5EF4-FFF2-40B4-BE49-F238E27FC236}">
                  <a16:creationId xmlns:a16="http://schemas.microsoft.com/office/drawing/2014/main" id="{3A0E069E-6779-42D5-B486-216BF51E740B}"/>
                </a:ext>
              </a:extLst>
            </p:cNvPr>
            <p:cNvSpPr/>
            <p:nvPr/>
          </p:nvSpPr>
          <p:spPr bwMode="auto">
            <a:xfrm>
              <a:off x="7867650" y="280988"/>
              <a:ext cx="201613" cy="201613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7" name="íSḷïḍé">
              <a:extLst>
                <a:ext uri="{FF2B5EF4-FFF2-40B4-BE49-F238E27FC236}">
                  <a16:creationId xmlns:a16="http://schemas.microsoft.com/office/drawing/2014/main" id="{61367675-F86D-4358-B2B7-A311A554F99A}"/>
                </a:ext>
              </a:extLst>
            </p:cNvPr>
            <p:cNvSpPr/>
            <p:nvPr/>
          </p:nvSpPr>
          <p:spPr bwMode="auto">
            <a:xfrm>
              <a:off x="8366125" y="847725"/>
              <a:ext cx="161925" cy="160338"/>
            </a:xfrm>
            <a:prstGeom prst="ellipse">
              <a:avLst/>
            </a:pr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8" name="îṣḻïḍe">
              <a:extLst>
                <a:ext uri="{FF2B5EF4-FFF2-40B4-BE49-F238E27FC236}">
                  <a16:creationId xmlns:a16="http://schemas.microsoft.com/office/drawing/2014/main" id="{896662AD-6C8F-4120-A8E8-E775C714EDEE}"/>
                </a:ext>
              </a:extLst>
            </p:cNvPr>
            <p:cNvSpPr/>
            <p:nvPr/>
          </p:nvSpPr>
          <p:spPr bwMode="auto">
            <a:xfrm>
              <a:off x="7569200" y="887413"/>
              <a:ext cx="163513" cy="161925"/>
            </a:xfrm>
            <a:prstGeom prst="ellipse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9" name="îṥḻídè">
              <a:extLst>
                <a:ext uri="{FF2B5EF4-FFF2-40B4-BE49-F238E27FC236}">
                  <a16:creationId xmlns:a16="http://schemas.microsoft.com/office/drawing/2014/main" id="{CF39BC47-BC01-481B-AEAC-6C338B72392B}"/>
                </a:ext>
              </a:extLst>
            </p:cNvPr>
            <p:cNvSpPr/>
            <p:nvPr/>
          </p:nvSpPr>
          <p:spPr bwMode="auto">
            <a:xfrm>
              <a:off x="2890838" y="523875"/>
              <a:ext cx="100013" cy="417513"/>
            </a:xfrm>
            <a:custGeom>
              <a:avLst/>
              <a:gdLst>
                <a:gd name="T0" fmla="*/ 47 w 63"/>
                <a:gd name="T1" fmla="*/ 191 h 263"/>
                <a:gd name="T2" fmla="*/ 47 w 63"/>
                <a:gd name="T3" fmla="*/ 0 h 263"/>
                <a:gd name="T4" fmla="*/ 16 w 63"/>
                <a:gd name="T5" fmla="*/ 0 h 263"/>
                <a:gd name="T6" fmla="*/ 16 w 63"/>
                <a:gd name="T7" fmla="*/ 191 h 263"/>
                <a:gd name="T8" fmla="*/ 0 w 63"/>
                <a:gd name="T9" fmla="*/ 263 h 263"/>
                <a:gd name="T10" fmla="*/ 63 w 63"/>
                <a:gd name="T11" fmla="*/ 263 h 263"/>
                <a:gd name="T12" fmla="*/ 47 w 63"/>
                <a:gd name="T13" fmla="*/ 191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263">
                  <a:moveTo>
                    <a:pt x="47" y="191"/>
                  </a:moveTo>
                  <a:lnTo>
                    <a:pt x="47" y="0"/>
                  </a:lnTo>
                  <a:lnTo>
                    <a:pt x="16" y="0"/>
                  </a:lnTo>
                  <a:lnTo>
                    <a:pt x="16" y="191"/>
                  </a:lnTo>
                  <a:lnTo>
                    <a:pt x="0" y="263"/>
                  </a:lnTo>
                  <a:lnTo>
                    <a:pt x="63" y="263"/>
                  </a:lnTo>
                  <a:lnTo>
                    <a:pt x="47" y="191"/>
                  </a:ln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0" name="ïşḷîďê">
              <a:extLst>
                <a:ext uri="{FF2B5EF4-FFF2-40B4-BE49-F238E27FC236}">
                  <a16:creationId xmlns:a16="http://schemas.microsoft.com/office/drawing/2014/main" id="{A51C6192-8622-4032-B325-5CF8161C940A}"/>
                </a:ext>
              </a:extLst>
            </p:cNvPr>
            <p:cNvSpPr/>
            <p:nvPr/>
          </p:nvSpPr>
          <p:spPr bwMode="auto">
            <a:xfrm>
              <a:off x="2708275" y="228600"/>
              <a:ext cx="465138" cy="444500"/>
            </a:xfrm>
            <a:custGeom>
              <a:avLst/>
              <a:gdLst>
                <a:gd name="T0" fmla="*/ 233 w 248"/>
                <a:gd name="T1" fmla="*/ 0 h 238"/>
                <a:gd name="T2" fmla="*/ 15 w 248"/>
                <a:gd name="T3" fmla="*/ 0 h 238"/>
                <a:gd name="T4" fmla="*/ 0 w 248"/>
                <a:gd name="T5" fmla="*/ 15 h 238"/>
                <a:gd name="T6" fmla="*/ 0 w 248"/>
                <a:gd name="T7" fmla="*/ 223 h 238"/>
                <a:gd name="T8" fmla="*/ 15 w 248"/>
                <a:gd name="T9" fmla="*/ 238 h 238"/>
                <a:gd name="T10" fmla="*/ 27 w 248"/>
                <a:gd name="T11" fmla="*/ 238 h 238"/>
                <a:gd name="T12" fmla="*/ 27 w 248"/>
                <a:gd name="T13" fmla="*/ 204 h 238"/>
                <a:gd name="T14" fmla="*/ 51 w 248"/>
                <a:gd name="T15" fmla="*/ 180 h 238"/>
                <a:gd name="T16" fmla="*/ 197 w 248"/>
                <a:gd name="T17" fmla="*/ 180 h 238"/>
                <a:gd name="T18" fmla="*/ 221 w 248"/>
                <a:gd name="T19" fmla="*/ 204 h 238"/>
                <a:gd name="T20" fmla="*/ 221 w 248"/>
                <a:gd name="T21" fmla="*/ 238 h 238"/>
                <a:gd name="T22" fmla="*/ 233 w 248"/>
                <a:gd name="T23" fmla="*/ 238 h 238"/>
                <a:gd name="T24" fmla="*/ 248 w 248"/>
                <a:gd name="T25" fmla="*/ 223 h 238"/>
                <a:gd name="T26" fmla="*/ 248 w 248"/>
                <a:gd name="T27" fmla="*/ 15 h 238"/>
                <a:gd name="T28" fmla="*/ 233 w 248"/>
                <a:gd name="T29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8" h="238">
                  <a:moveTo>
                    <a:pt x="233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31"/>
                    <a:pt x="7" y="238"/>
                    <a:pt x="15" y="238"/>
                  </a:cubicBezTo>
                  <a:cubicBezTo>
                    <a:pt x="27" y="238"/>
                    <a:pt x="27" y="238"/>
                    <a:pt x="27" y="238"/>
                  </a:cubicBezTo>
                  <a:cubicBezTo>
                    <a:pt x="27" y="204"/>
                    <a:pt x="27" y="204"/>
                    <a:pt x="27" y="204"/>
                  </a:cubicBezTo>
                  <a:cubicBezTo>
                    <a:pt x="27" y="191"/>
                    <a:pt x="38" y="180"/>
                    <a:pt x="51" y="180"/>
                  </a:cubicBezTo>
                  <a:cubicBezTo>
                    <a:pt x="197" y="180"/>
                    <a:pt x="197" y="180"/>
                    <a:pt x="197" y="180"/>
                  </a:cubicBezTo>
                  <a:cubicBezTo>
                    <a:pt x="211" y="180"/>
                    <a:pt x="221" y="191"/>
                    <a:pt x="221" y="204"/>
                  </a:cubicBezTo>
                  <a:cubicBezTo>
                    <a:pt x="221" y="238"/>
                    <a:pt x="221" y="238"/>
                    <a:pt x="221" y="238"/>
                  </a:cubicBezTo>
                  <a:cubicBezTo>
                    <a:pt x="233" y="238"/>
                    <a:pt x="233" y="238"/>
                    <a:pt x="233" y="238"/>
                  </a:cubicBezTo>
                  <a:cubicBezTo>
                    <a:pt x="242" y="238"/>
                    <a:pt x="248" y="231"/>
                    <a:pt x="248" y="223"/>
                  </a:cubicBezTo>
                  <a:cubicBezTo>
                    <a:pt x="248" y="15"/>
                    <a:pt x="248" y="15"/>
                    <a:pt x="248" y="15"/>
                  </a:cubicBezTo>
                  <a:cubicBezTo>
                    <a:pt x="248" y="7"/>
                    <a:pt x="242" y="0"/>
                    <a:pt x="233" y="0"/>
                  </a:cubicBezTo>
                  <a:close/>
                </a:path>
              </a:pathLst>
            </a:cu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1" name="ïṧḻîḑe">
              <a:extLst>
                <a:ext uri="{FF2B5EF4-FFF2-40B4-BE49-F238E27FC236}">
                  <a16:creationId xmlns:a16="http://schemas.microsoft.com/office/drawing/2014/main" id="{3BCB2091-3848-4852-BA10-D10D19FC8D3F}"/>
                </a:ext>
              </a:extLst>
            </p:cNvPr>
            <p:cNvSpPr/>
            <p:nvPr/>
          </p:nvSpPr>
          <p:spPr bwMode="auto">
            <a:xfrm>
              <a:off x="2708275" y="336550"/>
              <a:ext cx="465138" cy="12700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2" name="isľíďé">
              <a:extLst>
                <a:ext uri="{FF2B5EF4-FFF2-40B4-BE49-F238E27FC236}">
                  <a16:creationId xmlns:a16="http://schemas.microsoft.com/office/drawing/2014/main" id="{E7A42679-8DA5-4B5B-B9FC-9503A7C72346}"/>
                </a:ext>
              </a:extLst>
            </p:cNvPr>
            <p:cNvSpPr/>
            <p:nvPr/>
          </p:nvSpPr>
          <p:spPr bwMode="auto">
            <a:xfrm>
              <a:off x="2708275" y="374650"/>
              <a:ext cx="465138" cy="14288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3" name="i$ḷíḍè">
              <a:extLst>
                <a:ext uri="{FF2B5EF4-FFF2-40B4-BE49-F238E27FC236}">
                  <a16:creationId xmlns:a16="http://schemas.microsoft.com/office/drawing/2014/main" id="{8A575424-D9DB-4CEF-B89A-631F45D95A79}"/>
                </a:ext>
              </a:extLst>
            </p:cNvPr>
            <p:cNvSpPr/>
            <p:nvPr/>
          </p:nvSpPr>
          <p:spPr bwMode="auto">
            <a:xfrm>
              <a:off x="2903538" y="460375"/>
              <a:ext cx="74613" cy="73025"/>
            </a:xfrm>
            <a:prstGeom prst="ellipse">
              <a:avLst/>
            </a:prstGeom>
            <a:solidFill>
              <a:srgbClr val="3C58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4" name="ïṡḻiḓe">
              <a:extLst>
                <a:ext uri="{FF2B5EF4-FFF2-40B4-BE49-F238E27FC236}">
                  <a16:creationId xmlns:a16="http://schemas.microsoft.com/office/drawing/2014/main" id="{47E46B32-D8A5-4A8D-B7D2-2AE7F70230EC}"/>
                </a:ext>
              </a:extLst>
            </p:cNvPr>
            <p:cNvSpPr/>
            <p:nvPr/>
          </p:nvSpPr>
          <p:spPr bwMode="auto">
            <a:xfrm>
              <a:off x="2708275" y="911225"/>
              <a:ext cx="465138" cy="173038"/>
            </a:xfrm>
            <a:custGeom>
              <a:avLst/>
              <a:gdLst>
                <a:gd name="T0" fmla="*/ 225 w 248"/>
                <a:gd name="T1" fmla="*/ 77 h 93"/>
                <a:gd name="T2" fmla="*/ 124 w 248"/>
                <a:gd name="T3" fmla="*/ 0 h 93"/>
                <a:gd name="T4" fmla="*/ 23 w 248"/>
                <a:gd name="T5" fmla="*/ 77 h 93"/>
                <a:gd name="T6" fmla="*/ 0 w 248"/>
                <a:gd name="T7" fmla="*/ 77 h 93"/>
                <a:gd name="T8" fmla="*/ 0 w 248"/>
                <a:gd name="T9" fmla="*/ 93 h 93"/>
                <a:gd name="T10" fmla="*/ 20 w 248"/>
                <a:gd name="T11" fmla="*/ 93 h 93"/>
                <a:gd name="T12" fmla="*/ 34 w 248"/>
                <a:gd name="T13" fmla="*/ 93 h 93"/>
                <a:gd name="T14" fmla="*/ 50 w 248"/>
                <a:gd name="T15" fmla="*/ 93 h 93"/>
                <a:gd name="T16" fmla="*/ 124 w 248"/>
                <a:gd name="T17" fmla="*/ 29 h 93"/>
                <a:gd name="T18" fmla="*/ 198 w 248"/>
                <a:gd name="T19" fmla="*/ 93 h 93"/>
                <a:gd name="T20" fmla="*/ 214 w 248"/>
                <a:gd name="T21" fmla="*/ 93 h 93"/>
                <a:gd name="T22" fmla="*/ 228 w 248"/>
                <a:gd name="T23" fmla="*/ 93 h 93"/>
                <a:gd name="T24" fmla="*/ 248 w 248"/>
                <a:gd name="T25" fmla="*/ 93 h 93"/>
                <a:gd name="T26" fmla="*/ 248 w 248"/>
                <a:gd name="T27" fmla="*/ 77 h 93"/>
                <a:gd name="T28" fmla="*/ 225 w 248"/>
                <a:gd name="T29" fmla="*/ 7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8" h="93">
                  <a:moveTo>
                    <a:pt x="225" y="77"/>
                  </a:moveTo>
                  <a:cubicBezTo>
                    <a:pt x="213" y="32"/>
                    <a:pt x="172" y="0"/>
                    <a:pt x="124" y="0"/>
                  </a:cubicBezTo>
                  <a:cubicBezTo>
                    <a:pt x="76" y="0"/>
                    <a:pt x="35" y="32"/>
                    <a:pt x="23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20" y="93"/>
                    <a:pt x="20" y="93"/>
                    <a:pt x="20" y="93"/>
                  </a:cubicBezTo>
                  <a:cubicBezTo>
                    <a:pt x="34" y="93"/>
                    <a:pt x="34" y="93"/>
                    <a:pt x="34" y="93"/>
                  </a:cubicBezTo>
                  <a:cubicBezTo>
                    <a:pt x="50" y="93"/>
                    <a:pt x="50" y="93"/>
                    <a:pt x="50" y="93"/>
                  </a:cubicBezTo>
                  <a:cubicBezTo>
                    <a:pt x="55" y="57"/>
                    <a:pt x="86" y="29"/>
                    <a:pt x="124" y="29"/>
                  </a:cubicBezTo>
                  <a:cubicBezTo>
                    <a:pt x="162" y="29"/>
                    <a:pt x="193" y="57"/>
                    <a:pt x="198" y="93"/>
                  </a:cubicBezTo>
                  <a:cubicBezTo>
                    <a:pt x="214" y="93"/>
                    <a:pt x="214" y="93"/>
                    <a:pt x="214" y="93"/>
                  </a:cubicBezTo>
                  <a:cubicBezTo>
                    <a:pt x="228" y="93"/>
                    <a:pt x="228" y="93"/>
                    <a:pt x="228" y="93"/>
                  </a:cubicBezTo>
                  <a:cubicBezTo>
                    <a:pt x="248" y="93"/>
                    <a:pt x="248" y="93"/>
                    <a:pt x="248" y="93"/>
                  </a:cubicBezTo>
                  <a:cubicBezTo>
                    <a:pt x="248" y="77"/>
                    <a:pt x="248" y="77"/>
                    <a:pt x="248" y="77"/>
                  </a:cubicBezTo>
                  <a:lnTo>
                    <a:pt x="225" y="77"/>
                  </a:ln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5" name="íŝľíḑê">
              <a:extLst>
                <a:ext uri="{FF2B5EF4-FFF2-40B4-BE49-F238E27FC236}">
                  <a16:creationId xmlns:a16="http://schemas.microsoft.com/office/drawing/2014/main" id="{9982E616-F950-46E3-AB1A-EF48173CBF97}"/>
                </a:ext>
              </a:extLst>
            </p:cNvPr>
            <p:cNvSpPr/>
            <p:nvPr/>
          </p:nvSpPr>
          <p:spPr bwMode="auto">
            <a:xfrm>
              <a:off x="2708275" y="1123950"/>
              <a:ext cx="465138" cy="176213"/>
            </a:xfrm>
            <a:custGeom>
              <a:avLst/>
              <a:gdLst>
                <a:gd name="T0" fmla="*/ 248 w 248"/>
                <a:gd name="T1" fmla="*/ 0 h 94"/>
                <a:gd name="T2" fmla="*/ 228 w 248"/>
                <a:gd name="T3" fmla="*/ 0 h 94"/>
                <a:gd name="T4" fmla="*/ 214 w 248"/>
                <a:gd name="T5" fmla="*/ 0 h 94"/>
                <a:gd name="T6" fmla="*/ 198 w 248"/>
                <a:gd name="T7" fmla="*/ 0 h 94"/>
                <a:gd name="T8" fmla="*/ 124 w 248"/>
                <a:gd name="T9" fmla="*/ 65 h 94"/>
                <a:gd name="T10" fmla="*/ 50 w 248"/>
                <a:gd name="T11" fmla="*/ 0 h 94"/>
                <a:gd name="T12" fmla="*/ 34 w 248"/>
                <a:gd name="T13" fmla="*/ 0 h 94"/>
                <a:gd name="T14" fmla="*/ 20 w 248"/>
                <a:gd name="T15" fmla="*/ 0 h 94"/>
                <a:gd name="T16" fmla="*/ 0 w 248"/>
                <a:gd name="T17" fmla="*/ 0 h 94"/>
                <a:gd name="T18" fmla="*/ 0 w 248"/>
                <a:gd name="T19" fmla="*/ 17 h 94"/>
                <a:gd name="T20" fmla="*/ 23 w 248"/>
                <a:gd name="T21" fmla="*/ 17 h 94"/>
                <a:gd name="T22" fmla="*/ 124 w 248"/>
                <a:gd name="T23" fmla="*/ 94 h 94"/>
                <a:gd name="T24" fmla="*/ 225 w 248"/>
                <a:gd name="T25" fmla="*/ 17 h 94"/>
                <a:gd name="T26" fmla="*/ 248 w 248"/>
                <a:gd name="T27" fmla="*/ 17 h 94"/>
                <a:gd name="T28" fmla="*/ 248 w 248"/>
                <a:gd name="T29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8" h="94">
                  <a:moveTo>
                    <a:pt x="248" y="0"/>
                  </a:moveTo>
                  <a:cubicBezTo>
                    <a:pt x="228" y="0"/>
                    <a:pt x="228" y="0"/>
                    <a:pt x="228" y="0"/>
                  </a:cubicBezTo>
                  <a:cubicBezTo>
                    <a:pt x="214" y="0"/>
                    <a:pt x="214" y="0"/>
                    <a:pt x="214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3" y="37"/>
                    <a:pt x="162" y="65"/>
                    <a:pt x="124" y="65"/>
                  </a:cubicBezTo>
                  <a:cubicBezTo>
                    <a:pt x="86" y="65"/>
                    <a:pt x="55" y="37"/>
                    <a:pt x="5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35" y="61"/>
                    <a:pt x="76" y="94"/>
                    <a:pt x="124" y="94"/>
                  </a:cubicBezTo>
                  <a:cubicBezTo>
                    <a:pt x="172" y="94"/>
                    <a:pt x="213" y="61"/>
                    <a:pt x="225" y="17"/>
                  </a:cubicBezTo>
                  <a:cubicBezTo>
                    <a:pt x="248" y="17"/>
                    <a:pt x="248" y="17"/>
                    <a:pt x="248" y="17"/>
                  </a:cubicBezTo>
                  <a:lnTo>
                    <a:pt x="248" y="0"/>
                  </a:ln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6" name="îṣ1ïďé">
              <a:extLst>
                <a:ext uri="{FF2B5EF4-FFF2-40B4-BE49-F238E27FC236}">
                  <a16:creationId xmlns:a16="http://schemas.microsoft.com/office/drawing/2014/main" id="{BF527C0C-AEB4-4819-B40B-DEA5C26EC910}"/>
                </a:ext>
              </a:extLst>
            </p:cNvPr>
            <p:cNvSpPr/>
            <p:nvPr/>
          </p:nvSpPr>
          <p:spPr bwMode="auto">
            <a:xfrm>
              <a:off x="2708275" y="1060450"/>
              <a:ext cx="90488" cy="95250"/>
            </a:xfrm>
            <a:prstGeom prst="rect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7" name="îš1ïḓè">
              <a:extLst>
                <a:ext uri="{FF2B5EF4-FFF2-40B4-BE49-F238E27FC236}">
                  <a16:creationId xmlns:a16="http://schemas.microsoft.com/office/drawing/2014/main" id="{8E67F3CB-6800-4757-8B4B-88CABF2941D7}"/>
                </a:ext>
              </a:extLst>
            </p:cNvPr>
            <p:cNvSpPr/>
            <p:nvPr/>
          </p:nvSpPr>
          <p:spPr bwMode="auto">
            <a:xfrm>
              <a:off x="3084513" y="1060450"/>
              <a:ext cx="88900" cy="95250"/>
            </a:xfrm>
            <a:prstGeom prst="rect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8" name="îṩļiḍê">
              <a:extLst>
                <a:ext uri="{FF2B5EF4-FFF2-40B4-BE49-F238E27FC236}">
                  <a16:creationId xmlns:a16="http://schemas.microsoft.com/office/drawing/2014/main" id="{9EA55C61-2043-4A79-B4F1-F3C0D90C35F7}"/>
                </a:ext>
              </a:extLst>
            </p:cNvPr>
            <p:cNvSpPr/>
            <p:nvPr/>
          </p:nvSpPr>
          <p:spPr bwMode="auto">
            <a:xfrm>
              <a:off x="3956050" y="523875"/>
              <a:ext cx="103188" cy="417513"/>
            </a:xfrm>
            <a:custGeom>
              <a:avLst/>
              <a:gdLst>
                <a:gd name="T0" fmla="*/ 47 w 65"/>
                <a:gd name="T1" fmla="*/ 191 h 263"/>
                <a:gd name="T2" fmla="*/ 47 w 65"/>
                <a:gd name="T3" fmla="*/ 0 h 263"/>
                <a:gd name="T4" fmla="*/ 17 w 65"/>
                <a:gd name="T5" fmla="*/ 0 h 263"/>
                <a:gd name="T6" fmla="*/ 17 w 65"/>
                <a:gd name="T7" fmla="*/ 191 h 263"/>
                <a:gd name="T8" fmla="*/ 0 w 65"/>
                <a:gd name="T9" fmla="*/ 263 h 263"/>
                <a:gd name="T10" fmla="*/ 65 w 65"/>
                <a:gd name="T11" fmla="*/ 263 h 263"/>
                <a:gd name="T12" fmla="*/ 47 w 65"/>
                <a:gd name="T13" fmla="*/ 191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263">
                  <a:moveTo>
                    <a:pt x="47" y="191"/>
                  </a:moveTo>
                  <a:lnTo>
                    <a:pt x="47" y="0"/>
                  </a:lnTo>
                  <a:lnTo>
                    <a:pt x="17" y="0"/>
                  </a:lnTo>
                  <a:lnTo>
                    <a:pt x="17" y="191"/>
                  </a:lnTo>
                  <a:lnTo>
                    <a:pt x="0" y="263"/>
                  </a:lnTo>
                  <a:lnTo>
                    <a:pt x="65" y="263"/>
                  </a:lnTo>
                  <a:lnTo>
                    <a:pt x="47" y="191"/>
                  </a:ln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9" name="îṣļîḓé">
              <a:extLst>
                <a:ext uri="{FF2B5EF4-FFF2-40B4-BE49-F238E27FC236}">
                  <a16:creationId xmlns:a16="http://schemas.microsoft.com/office/drawing/2014/main" id="{A0AF6757-B975-4E0B-B8E2-F6D1E9A5CA0B}"/>
                </a:ext>
              </a:extLst>
            </p:cNvPr>
            <p:cNvSpPr/>
            <p:nvPr/>
          </p:nvSpPr>
          <p:spPr bwMode="auto">
            <a:xfrm>
              <a:off x="3775075" y="228600"/>
              <a:ext cx="463550" cy="444500"/>
            </a:xfrm>
            <a:custGeom>
              <a:avLst/>
              <a:gdLst>
                <a:gd name="T0" fmla="*/ 234 w 248"/>
                <a:gd name="T1" fmla="*/ 0 h 238"/>
                <a:gd name="T2" fmla="*/ 15 w 248"/>
                <a:gd name="T3" fmla="*/ 0 h 238"/>
                <a:gd name="T4" fmla="*/ 0 w 248"/>
                <a:gd name="T5" fmla="*/ 15 h 238"/>
                <a:gd name="T6" fmla="*/ 0 w 248"/>
                <a:gd name="T7" fmla="*/ 223 h 238"/>
                <a:gd name="T8" fmla="*/ 15 w 248"/>
                <a:gd name="T9" fmla="*/ 238 h 238"/>
                <a:gd name="T10" fmla="*/ 27 w 248"/>
                <a:gd name="T11" fmla="*/ 238 h 238"/>
                <a:gd name="T12" fmla="*/ 27 w 248"/>
                <a:gd name="T13" fmla="*/ 204 h 238"/>
                <a:gd name="T14" fmla="*/ 51 w 248"/>
                <a:gd name="T15" fmla="*/ 180 h 238"/>
                <a:gd name="T16" fmla="*/ 198 w 248"/>
                <a:gd name="T17" fmla="*/ 180 h 238"/>
                <a:gd name="T18" fmla="*/ 221 w 248"/>
                <a:gd name="T19" fmla="*/ 204 h 238"/>
                <a:gd name="T20" fmla="*/ 221 w 248"/>
                <a:gd name="T21" fmla="*/ 238 h 238"/>
                <a:gd name="T22" fmla="*/ 234 w 248"/>
                <a:gd name="T23" fmla="*/ 238 h 238"/>
                <a:gd name="T24" fmla="*/ 248 w 248"/>
                <a:gd name="T25" fmla="*/ 223 h 238"/>
                <a:gd name="T26" fmla="*/ 248 w 248"/>
                <a:gd name="T27" fmla="*/ 15 h 238"/>
                <a:gd name="T28" fmla="*/ 234 w 248"/>
                <a:gd name="T29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8" h="238">
                  <a:moveTo>
                    <a:pt x="23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31"/>
                    <a:pt x="7" y="238"/>
                    <a:pt x="15" y="238"/>
                  </a:cubicBezTo>
                  <a:cubicBezTo>
                    <a:pt x="27" y="238"/>
                    <a:pt x="27" y="238"/>
                    <a:pt x="27" y="238"/>
                  </a:cubicBezTo>
                  <a:cubicBezTo>
                    <a:pt x="27" y="204"/>
                    <a:pt x="27" y="204"/>
                    <a:pt x="27" y="204"/>
                  </a:cubicBezTo>
                  <a:cubicBezTo>
                    <a:pt x="27" y="191"/>
                    <a:pt x="38" y="180"/>
                    <a:pt x="51" y="180"/>
                  </a:cubicBezTo>
                  <a:cubicBezTo>
                    <a:pt x="198" y="180"/>
                    <a:pt x="198" y="180"/>
                    <a:pt x="198" y="180"/>
                  </a:cubicBezTo>
                  <a:cubicBezTo>
                    <a:pt x="211" y="180"/>
                    <a:pt x="221" y="191"/>
                    <a:pt x="221" y="204"/>
                  </a:cubicBezTo>
                  <a:cubicBezTo>
                    <a:pt x="221" y="238"/>
                    <a:pt x="221" y="238"/>
                    <a:pt x="221" y="238"/>
                  </a:cubicBezTo>
                  <a:cubicBezTo>
                    <a:pt x="234" y="238"/>
                    <a:pt x="234" y="238"/>
                    <a:pt x="234" y="238"/>
                  </a:cubicBezTo>
                  <a:cubicBezTo>
                    <a:pt x="242" y="238"/>
                    <a:pt x="248" y="231"/>
                    <a:pt x="248" y="223"/>
                  </a:cubicBezTo>
                  <a:cubicBezTo>
                    <a:pt x="248" y="15"/>
                    <a:pt x="248" y="15"/>
                    <a:pt x="248" y="15"/>
                  </a:cubicBezTo>
                  <a:cubicBezTo>
                    <a:pt x="248" y="7"/>
                    <a:pt x="242" y="0"/>
                    <a:pt x="234" y="0"/>
                  </a:cubicBezTo>
                  <a:close/>
                </a:path>
              </a:pathLst>
            </a:cu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0" name="ïṧ1ïḋê">
              <a:extLst>
                <a:ext uri="{FF2B5EF4-FFF2-40B4-BE49-F238E27FC236}">
                  <a16:creationId xmlns:a16="http://schemas.microsoft.com/office/drawing/2014/main" id="{2ABFAEA7-D761-4F3C-ACF8-DF59E300ACAA}"/>
                </a:ext>
              </a:extLst>
            </p:cNvPr>
            <p:cNvSpPr/>
            <p:nvPr/>
          </p:nvSpPr>
          <p:spPr bwMode="auto">
            <a:xfrm>
              <a:off x="3776663" y="336550"/>
              <a:ext cx="463550" cy="12700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1" name="îṧľîḑè">
              <a:extLst>
                <a:ext uri="{FF2B5EF4-FFF2-40B4-BE49-F238E27FC236}">
                  <a16:creationId xmlns:a16="http://schemas.microsoft.com/office/drawing/2014/main" id="{0FD8CC6E-E2AA-464B-BD1B-47A0B91F8C08}"/>
                </a:ext>
              </a:extLst>
            </p:cNvPr>
            <p:cNvSpPr/>
            <p:nvPr/>
          </p:nvSpPr>
          <p:spPr bwMode="auto">
            <a:xfrm>
              <a:off x="3775075" y="374650"/>
              <a:ext cx="463550" cy="14288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2" name="îsliḓè">
              <a:extLst>
                <a:ext uri="{FF2B5EF4-FFF2-40B4-BE49-F238E27FC236}">
                  <a16:creationId xmlns:a16="http://schemas.microsoft.com/office/drawing/2014/main" id="{00D90FA7-F181-48F8-9188-A278CFD5944C}"/>
                </a:ext>
              </a:extLst>
            </p:cNvPr>
            <p:cNvSpPr/>
            <p:nvPr/>
          </p:nvSpPr>
          <p:spPr bwMode="auto">
            <a:xfrm>
              <a:off x="3968750" y="460375"/>
              <a:ext cx="74613" cy="73025"/>
            </a:xfrm>
            <a:prstGeom prst="ellipse">
              <a:avLst/>
            </a:prstGeom>
            <a:solidFill>
              <a:srgbClr val="3C58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3" name="iSḷíḍè">
              <a:extLst>
                <a:ext uri="{FF2B5EF4-FFF2-40B4-BE49-F238E27FC236}">
                  <a16:creationId xmlns:a16="http://schemas.microsoft.com/office/drawing/2014/main" id="{91B371EB-1E59-4AC4-8191-1E1F953E923A}"/>
                </a:ext>
              </a:extLst>
            </p:cNvPr>
            <p:cNvSpPr/>
            <p:nvPr/>
          </p:nvSpPr>
          <p:spPr bwMode="auto">
            <a:xfrm>
              <a:off x="3775075" y="911225"/>
              <a:ext cx="463550" cy="173038"/>
            </a:xfrm>
            <a:custGeom>
              <a:avLst/>
              <a:gdLst>
                <a:gd name="T0" fmla="*/ 225 w 248"/>
                <a:gd name="T1" fmla="*/ 77 h 93"/>
                <a:gd name="T2" fmla="*/ 124 w 248"/>
                <a:gd name="T3" fmla="*/ 0 h 93"/>
                <a:gd name="T4" fmla="*/ 23 w 248"/>
                <a:gd name="T5" fmla="*/ 77 h 93"/>
                <a:gd name="T6" fmla="*/ 0 w 248"/>
                <a:gd name="T7" fmla="*/ 77 h 93"/>
                <a:gd name="T8" fmla="*/ 0 w 248"/>
                <a:gd name="T9" fmla="*/ 93 h 93"/>
                <a:gd name="T10" fmla="*/ 20 w 248"/>
                <a:gd name="T11" fmla="*/ 93 h 93"/>
                <a:gd name="T12" fmla="*/ 34 w 248"/>
                <a:gd name="T13" fmla="*/ 93 h 93"/>
                <a:gd name="T14" fmla="*/ 50 w 248"/>
                <a:gd name="T15" fmla="*/ 93 h 93"/>
                <a:gd name="T16" fmla="*/ 124 w 248"/>
                <a:gd name="T17" fmla="*/ 29 h 93"/>
                <a:gd name="T18" fmla="*/ 198 w 248"/>
                <a:gd name="T19" fmla="*/ 93 h 93"/>
                <a:gd name="T20" fmla="*/ 215 w 248"/>
                <a:gd name="T21" fmla="*/ 93 h 93"/>
                <a:gd name="T22" fmla="*/ 228 w 248"/>
                <a:gd name="T23" fmla="*/ 93 h 93"/>
                <a:gd name="T24" fmla="*/ 248 w 248"/>
                <a:gd name="T25" fmla="*/ 93 h 93"/>
                <a:gd name="T26" fmla="*/ 248 w 248"/>
                <a:gd name="T27" fmla="*/ 77 h 93"/>
                <a:gd name="T28" fmla="*/ 225 w 248"/>
                <a:gd name="T29" fmla="*/ 7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8" h="93">
                  <a:moveTo>
                    <a:pt x="225" y="77"/>
                  </a:moveTo>
                  <a:cubicBezTo>
                    <a:pt x="213" y="32"/>
                    <a:pt x="173" y="0"/>
                    <a:pt x="124" y="0"/>
                  </a:cubicBezTo>
                  <a:cubicBezTo>
                    <a:pt x="76" y="0"/>
                    <a:pt x="35" y="32"/>
                    <a:pt x="23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20" y="93"/>
                    <a:pt x="20" y="93"/>
                    <a:pt x="20" y="93"/>
                  </a:cubicBezTo>
                  <a:cubicBezTo>
                    <a:pt x="34" y="93"/>
                    <a:pt x="34" y="93"/>
                    <a:pt x="34" y="93"/>
                  </a:cubicBezTo>
                  <a:cubicBezTo>
                    <a:pt x="50" y="93"/>
                    <a:pt x="50" y="93"/>
                    <a:pt x="50" y="93"/>
                  </a:cubicBezTo>
                  <a:cubicBezTo>
                    <a:pt x="55" y="57"/>
                    <a:pt x="87" y="29"/>
                    <a:pt x="124" y="29"/>
                  </a:cubicBezTo>
                  <a:cubicBezTo>
                    <a:pt x="162" y="29"/>
                    <a:pt x="193" y="57"/>
                    <a:pt x="198" y="93"/>
                  </a:cubicBezTo>
                  <a:cubicBezTo>
                    <a:pt x="215" y="93"/>
                    <a:pt x="215" y="93"/>
                    <a:pt x="215" y="93"/>
                  </a:cubicBezTo>
                  <a:cubicBezTo>
                    <a:pt x="228" y="93"/>
                    <a:pt x="228" y="93"/>
                    <a:pt x="228" y="93"/>
                  </a:cubicBezTo>
                  <a:cubicBezTo>
                    <a:pt x="248" y="93"/>
                    <a:pt x="248" y="93"/>
                    <a:pt x="248" y="93"/>
                  </a:cubicBezTo>
                  <a:cubicBezTo>
                    <a:pt x="248" y="77"/>
                    <a:pt x="248" y="77"/>
                    <a:pt x="248" y="77"/>
                  </a:cubicBezTo>
                  <a:lnTo>
                    <a:pt x="225" y="77"/>
                  </a:ln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4" name="îslíḓe">
              <a:extLst>
                <a:ext uri="{FF2B5EF4-FFF2-40B4-BE49-F238E27FC236}">
                  <a16:creationId xmlns:a16="http://schemas.microsoft.com/office/drawing/2014/main" id="{C7761450-B858-4411-B442-AC32B5A8B857}"/>
                </a:ext>
              </a:extLst>
            </p:cNvPr>
            <p:cNvSpPr/>
            <p:nvPr/>
          </p:nvSpPr>
          <p:spPr bwMode="auto">
            <a:xfrm>
              <a:off x="3775075" y="1123950"/>
              <a:ext cx="463550" cy="176213"/>
            </a:xfrm>
            <a:custGeom>
              <a:avLst/>
              <a:gdLst>
                <a:gd name="T0" fmla="*/ 248 w 248"/>
                <a:gd name="T1" fmla="*/ 0 h 94"/>
                <a:gd name="T2" fmla="*/ 228 w 248"/>
                <a:gd name="T3" fmla="*/ 0 h 94"/>
                <a:gd name="T4" fmla="*/ 215 w 248"/>
                <a:gd name="T5" fmla="*/ 0 h 94"/>
                <a:gd name="T6" fmla="*/ 198 w 248"/>
                <a:gd name="T7" fmla="*/ 0 h 94"/>
                <a:gd name="T8" fmla="*/ 124 w 248"/>
                <a:gd name="T9" fmla="*/ 65 h 94"/>
                <a:gd name="T10" fmla="*/ 50 w 248"/>
                <a:gd name="T11" fmla="*/ 0 h 94"/>
                <a:gd name="T12" fmla="*/ 34 w 248"/>
                <a:gd name="T13" fmla="*/ 0 h 94"/>
                <a:gd name="T14" fmla="*/ 20 w 248"/>
                <a:gd name="T15" fmla="*/ 0 h 94"/>
                <a:gd name="T16" fmla="*/ 0 w 248"/>
                <a:gd name="T17" fmla="*/ 0 h 94"/>
                <a:gd name="T18" fmla="*/ 0 w 248"/>
                <a:gd name="T19" fmla="*/ 17 h 94"/>
                <a:gd name="T20" fmla="*/ 23 w 248"/>
                <a:gd name="T21" fmla="*/ 17 h 94"/>
                <a:gd name="T22" fmla="*/ 124 w 248"/>
                <a:gd name="T23" fmla="*/ 94 h 94"/>
                <a:gd name="T24" fmla="*/ 225 w 248"/>
                <a:gd name="T25" fmla="*/ 17 h 94"/>
                <a:gd name="T26" fmla="*/ 248 w 248"/>
                <a:gd name="T27" fmla="*/ 17 h 94"/>
                <a:gd name="T28" fmla="*/ 248 w 248"/>
                <a:gd name="T29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8" h="94">
                  <a:moveTo>
                    <a:pt x="248" y="0"/>
                  </a:moveTo>
                  <a:cubicBezTo>
                    <a:pt x="228" y="0"/>
                    <a:pt x="228" y="0"/>
                    <a:pt x="228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3" y="37"/>
                    <a:pt x="162" y="65"/>
                    <a:pt x="124" y="65"/>
                  </a:cubicBezTo>
                  <a:cubicBezTo>
                    <a:pt x="87" y="65"/>
                    <a:pt x="55" y="37"/>
                    <a:pt x="5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35" y="61"/>
                    <a:pt x="76" y="94"/>
                    <a:pt x="124" y="94"/>
                  </a:cubicBezTo>
                  <a:cubicBezTo>
                    <a:pt x="173" y="94"/>
                    <a:pt x="213" y="61"/>
                    <a:pt x="225" y="17"/>
                  </a:cubicBezTo>
                  <a:cubicBezTo>
                    <a:pt x="248" y="17"/>
                    <a:pt x="248" y="17"/>
                    <a:pt x="248" y="17"/>
                  </a:cubicBezTo>
                  <a:lnTo>
                    <a:pt x="248" y="0"/>
                  </a:ln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5" name="ísḻîďe">
              <a:extLst>
                <a:ext uri="{FF2B5EF4-FFF2-40B4-BE49-F238E27FC236}">
                  <a16:creationId xmlns:a16="http://schemas.microsoft.com/office/drawing/2014/main" id="{B83E8851-342F-4B3B-9C31-568C7975909B}"/>
                </a:ext>
              </a:extLst>
            </p:cNvPr>
            <p:cNvSpPr/>
            <p:nvPr/>
          </p:nvSpPr>
          <p:spPr bwMode="auto">
            <a:xfrm>
              <a:off x="3775075" y="1060450"/>
              <a:ext cx="88900" cy="95250"/>
            </a:xfrm>
            <a:prstGeom prst="rect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6" name="íṧļiḋê">
              <a:extLst>
                <a:ext uri="{FF2B5EF4-FFF2-40B4-BE49-F238E27FC236}">
                  <a16:creationId xmlns:a16="http://schemas.microsoft.com/office/drawing/2014/main" id="{B1A23D81-57BB-4A3A-80C7-F343B776AAEA}"/>
                </a:ext>
              </a:extLst>
            </p:cNvPr>
            <p:cNvSpPr/>
            <p:nvPr/>
          </p:nvSpPr>
          <p:spPr bwMode="auto">
            <a:xfrm>
              <a:off x="4151313" y="1060450"/>
              <a:ext cx="87313" cy="95250"/>
            </a:xfrm>
            <a:prstGeom prst="rect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7" name="ïsḻiḑe">
              <a:extLst>
                <a:ext uri="{FF2B5EF4-FFF2-40B4-BE49-F238E27FC236}">
                  <a16:creationId xmlns:a16="http://schemas.microsoft.com/office/drawing/2014/main" id="{AC534AB4-FD8C-4BF0-80E3-53B5CB1EBBE2}"/>
                </a:ext>
              </a:extLst>
            </p:cNvPr>
            <p:cNvSpPr/>
            <p:nvPr/>
          </p:nvSpPr>
          <p:spPr bwMode="auto">
            <a:xfrm>
              <a:off x="3422650" y="295275"/>
              <a:ext cx="103188" cy="417513"/>
            </a:xfrm>
            <a:custGeom>
              <a:avLst/>
              <a:gdLst>
                <a:gd name="T0" fmla="*/ 47 w 65"/>
                <a:gd name="T1" fmla="*/ 190 h 263"/>
                <a:gd name="T2" fmla="*/ 47 w 65"/>
                <a:gd name="T3" fmla="*/ 0 h 263"/>
                <a:gd name="T4" fmla="*/ 17 w 65"/>
                <a:gd name="T5" fmla="*/ 0 h 263"/>
                <a:gd name="T6" fmla="*/ 17 w 65"/>
                <a:gd name="T7" fmla="*/ 190 h 263"/>
                <a:gd name="T8" fmla="*/ 0 w 65"/>
                <a:gd name="T9" fmla="*/ 263 h 263"/>
                <a:gd name="T10" fmla="*/ 65 w 65"/>
                <a:gd name="T11" fmla="*/ 263 h 263"/>
                <a:gd name="T12" fmla="*/ 47 w 65"/>
                <a:gd name="T13" fmla="*/ 19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263">
                  <a:moveTo>
                    <a:pt x="47" y="190"/>
                  </a:moveTo>
                  <a:lnTo>
                    <a:pt x="47" y="0"/>
                  </a:lnTo>
                  <a:lnTo>
                    <a:pt x="17" y="0"/>
                  </a:lnTo>
                  <a:lnTo>
                    <a:pt x="17" y="190"/>
                  </a:lnTo>
                  <a:lnTo>
                    <a:pt x="0" y="263"/>
                  </a:lnTo>
                  <a:lnTo>
                    <a:pt x="65" y="263"/>
                  </a:lnTo>
                  <a:lnTo>
                    <a:pt x="47" y="190"/>
                  </a:ln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8" name="îṩḻiḍé">
              <a:extLst>
                <a:ext uri="{FF2B5EF4-FFF2-40B4-BE49-F238E27FC236}">
                  <a16:creationId xmlns:a16="http://schemas.microsoft.com/office/drawing/2014/main" id="{6415A677-E640-475C-B78A-0CB781B8005E}"/>
                </a:ext>
              </a:extLst>
            </p:cNvPr>
            <p:cNvSpPr/>
            <p:nvPr/>
          </p:nvSpPr>
          <p:spPr bwMode="auto">
            <a:xfrm>
              <a:off x="3241675" y="0"/>
              <a:ext cx="465138" cy="444500"/>
            </a:xfrm>
            <a:custGeom>
              <a:avLst/>
              <a:gdLst>
                <a:gd name="T0" fmla="*/ 233 w 248"/>
                <a:gd name="T1" fmla="*/ 0 h 238"/>
                <a:gd name="T2" fmla="*/ 14 w 248"/>
                <a:gd name="T3" fmla="*/ 0 h 238"/>
                <a:gd name="T4" fmla="*/ 0 w 248"/>
                <a:gd name="T5" fmla="*/ 14 h 238"/>
                <a:gd name="T6" fmla="*/ 0 w 248"/>
                <a:gd name="T7" fmla="*/ 223 h 238"/>
                <a:gd name="T8" fmla="*/ 14 w 248"/>
                <a:gd name="T9" fmla="*/ 238 h 238"/>
                <a:gd name="T10" fmla="*/ 27 w 248"/>
                <a:gd name="T11" fmla="*/ 238 h 238"/>
                <a:gd name="T12" fmla="*/ 27 w 248"/>
                <a:gd name="T13" fmla="*/ 204 h 238"/>
                <a:gd name="T14" fmla="*/ 50 w 248"/>
                <a:gd name="T15" fmla="*/ 180 h 238"/>
                <a:gd name="T16" fmla="*/ 197 w 248"/>
                <a:gd name="T17" fmla="*/ 180 h 238"/>
                <a:gd name="T18" fmla="*/ 221 w 248"/>
                <a:gd name="T19" fmla="*/ 204 h 238"/>
                <a:gd name="T20" fmla="*/ 221 w 248"/>
                <a:gd name="T21" fmla="*/ 238 h 238"/>
                <a:gd name="T22" fmla="*/ 233 w 248"/>
                <a:gd name="T23" fmla="*/ 238 h 238"/>
                <a:gd name="T24" fmla="*/ 248 w 248"/>
                <a:gd name="T25" fmla="*/ 223 h 238"/>
                <a:gd name="T26" fmla="*/ 248 w 248"/>
                <a:gd name="T27" fmla="*/ 14 h 238"/>
                <a:gd name="T28" fmla="*/ 233 w 248"/>
                <a:gd name="T29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8" h="238">
                  <a:moveTo>
                    <a:pt x="23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31"/>
                    <a:pt x="6" y="238"/>
                    <a:pt x="14" y="238"/>
                  </a:cubicBezTo>
                  <a:cubicBezTo>
                    <a:pt x="27" y="238"/>
                    <a:pt x="27" y="238"/>
                    <a:pt x="27" y="238"/>
                  </a:cubicBezTo>
                  <a:cubicBezTo>
                    <a:pt x="27" y="204"/>
                    <a:pt x="27" y="204"/>
                    <a:pt x="27" y="204"/>
                  </a:cubicBezTo>
                  <a:cubicBezTo>
                    <a:pt x="27" y="190"/>
                    <a:pt x="37" y="180"/>
                    <a:pt x="50" y="180"/>
                  </a:cubicBezTo>
                  <a:cubicBezTo>
                    <a:pt x="197" y="180"/>
                    <a:pt x="197" y="180"/>
                    <a:pt x="197" y="180"/>
                  </a:cubicBezTo>
                  <a:cubicBezTo>
                    <a:pt x="210" y="180"/>
                    <a:pt x="221" y="190"/>
                    <a:pt x="221" y="204"/>
                  </a:cubicBezTo>
                  <a:cubicBezTo>
                    <a:pt x="221" y="238"/>
                    <a:pt x="221" y="238"/>
                    <a:pt x="221" y="238"/>
                  </a:cubicBezTo>
                  <a:cubicBezTo>
                    <a:pt x="233" y="238"/>
                    <a:pt x="233" y="238"/>
                    <a:pt x="233" y="238"/>
                  </a:cubicBezTo>
                  <a:cubicBezTo>
                    <a:pt x="241" y="238"/>
                    <a:pt x="248" y="231"/>
                    <a:pt x="248" y="223"/>
                  </a:cubicBezTo>
                  <a:cubicBezTo>
                    <a:pt x="248" y="14"/>
                    <a:pt x="248" y="14"/>
                    <a:pt x="248" y="14"/>
                  </a:cubicBezTo>
                  <a:cubicBezTo>
                    <a:pt x="248" y="6"/>
                    <a:pt x="241" y="0"/>
                    <a:pt x="233" y="0"/>
                  </a:cubicBezTo>
                  <a:close/>
                </a:path>
              </a:pathLst>
            </a:cu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9" name="ïṩľïḋe">
              <a:extLst>
                <a:ext uri="{FF2B5EF4-FFF2-40B4-BE49-F238E27FC236}">
                  <a16:creationId xmlns:a16="http://schemas.microsoft.com/office/drawing/2014/main" id="{4937DAFA-80A2-4BAD-A92B-272551722EB3}"/>
                </a:ext>
              </a:extLst>
            </p:cNvPr>
            <p:cNvSpPr/>
            <p:nvPr/>
          </p:nvSpPr>
          <p:spPr bwMode="auto">
            <a:xfrm>
              <a:off x="3241675" y="106363"/>
              <a:ext cx="465138" cy="15875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0" name="îs1íḋè">
              <a:extLst>
                <a:ext uri="{FF2B5EF4-FFF2-40B4-BE49-F238E27FC236}">
                  <a16:creationId xmlns:a16="http://schemas.microsoft.com/office/drawing/2014/main" id="{811E41CD-2195-4182-8DA5-90C89C51AAFB}"/>
                </a:ext>
              </a:extLst>
            </p:cNvPr>
            <p:cNvSpPr/>
            <p:nvPr/>
          </p:nvSpPr>
          <p:spPr bwMode="auto">
            <a:xfrm>
              <a:off x="3241675" y="146050"/>
              <a:ext cx="465138" cy="12700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1" name="îs1iḑê">
              <a:extLst>
                <a:ext uri="{FF2B5EF4-FFF2-40B4-BE49-F238E27FC236}">
                  <a16:creationId xmlns:a16="http://schemas.microsoft.com/office/drawing/2014/main" id="{D6C94AD2-F31F-4EDD-B510-83BF58819E4E}"/>
                </a:ext>
              </a:extLst>
            </p:cNvPr>
            <p:cNvSpPr/>
            <p:nvPr/>
          </p:nvSpPr>
          <p:spPr bwMode="auto">
            <a:xfrm>
              <a:off x="3436938" y="230188"/>
              <a:ext cx="73025" cy="74613"/>
            </a:xfrm>
            <a:prstGeom prst="ellipse">
              <a:avLst/>
            </a:prstGeom>
            <a:solidFill>
              <a:srgbClr val="3C58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2" name="ïSḷïḑè">
              <a:extLst>
                <a:ext uri="{FF2B5EF4-FFF2-40B4-BE49-F238E27FC236}">
                  <a16:creationId xmlns:a16="http://schemas.microsoft.com/office/drawing/2014/main" id="{A83A6B76-A7EB-4F89-A2B7-C334AE966305}"/>
                </a:ext>
              </a:extLst>
            </p:cNvPr>
            <p:cNvSpPr/>
            <p:nvPr/>
          </p:nvSpPr>
          <p:spPr bwMode="auto">
            <a:xfrm>
              <a:off x="3241675" y="681038"/>
              <a:ext cx="465138" cy="176213"/>
            </a:xfrm>
            <a:custGeom>
              <a:avLst/>
              <a:gdLst>
                <a:gd name="T0" fmla="*/ 224 w 248"/>
                <a:gd name="T1" fmla="*/ 78 h 94"/>
                <a:gd name="T2" fmla="*/ 124 w 248"/>
                <a:gd name="T3" fmla="*/ 0 h 94"/>
                <a:gd name="T4" fmla="*/ 23 w 248"/>
                <a:gd name="T5" fmla="*/ 78 h 94"/>
                <a:gd name="T6" fmla="*/ 0 w 248"/>
                <a:gd name="T7" fmla="*/ 78 h 94"/>
                <a:gd name="T8" fmla="*/ 0 w 248"/>
                <a:gd name="T9" fmla="*/ 94 h 94"/>
                <a:gd name="T10" fmla="*/ 20 w 248"/>
                <a:gd name="T11" fmla="*/ 94 h 94"/>
                <a:gd name="T12" fmla="*/ 33 w 248"/>
                <a:gd name="T13" fmla="*/ 94 h 94"/>
                <a:gd name="T14" fmla="*/ 50 w 248"/>
                <a:gd name="T15" fmla="*/ 94 h 94"/>
                <a:gd name="T16" fmla="*/ 124 w 248"/>
                <a:gd name="T17" fmla="*/ 30 h 94"/>
                <a:gd name="T18" fmla="*/ 198 w 248"/>
                <a:gd name="T19" fmla="*/ 94 h 94"/>
                <a:gd name="T20" fmla="*/ 214 w 248"/>
                <a:gd name="T21" fmla="*/ 94 h 94"/>
                <a:gd name="T22" fmla="*/ 227 w 248"/>
                <a:gd name="T23" fmla="*/ 94 h 94"/>
                <a:gd name="T24" fmla="*/ 248 w 248"/>
                <a:gd name="T25" fmla="*/ 94 h 94"/>
                <a:gd name="T26" fmla="*/ 248 w 248"/>
                <a:gd name="T27" fmla="*/ 78 h 94"/>
                <a:gd name="T28" fmla="*/ 224 w 248"/>
                <a:gd name="T29" fmla="*/ 78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8" h="94">
                  <a:moveTo>
                    <a:pt x="224" y="78"/>
                  </a:moveTo>
                  <a:cubicBezTo>
                    <a:pt x="213" y="33"/>
                    <a:pt x="172" y="0"/>
                    <a:pt x="124" y="0"/>
                  </a:cubicBezTo>
                  <a:cubicBezTo>
                    <a:pt x="75" y="0"/>
                    <a:pt x="35" y="33"/>
                    <a:pt x="23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33" y="94"/>
                    <a:pt x="33" y="94"/>
                    <a:pt x="33" y="94"/>
                  </a:cubicBezTo>
                  <a:cubicBezTo>
                    <a:pt x="50" y="94"/>
                    <a:pt x="50" y="94"/>
                    <a:pt x="50" y="94"/>
                  </a:cubicBezTo>
                  <a:cubicBezTo>
                    <a:pt x="55" y="58"/>
                    <a:pt x="86" y="30"/>
                    <a:pt x="124" y="30"/>
                  </a:cubicBezTo>
                  <a:cubicBezTo>
                    <a:pt x="161" y="30"/>
                    <a:pt x="192" y="58"/>
                    <a:pt x="198" y="94"/>
                  </a:cubicBezTo>
                  <a:cubicBezTo>
                    <a:pt x="214" y="94"/>
                    <a:pt x="214" y="94"/>
                    <a:pt x="214" y="94"/>
                  </a:cubicBezTo>
                  <a:cubicBezTo>
                    <a:pt x="227" y="94"/>
                    <a:pt x="227" y="94"/>
                    <a:pt x="227" y="94"/>
                  </a:cubicBezTo>
                  <a:cubicBezTo>
                    <a:pt x="248" y="94"/>
                    <a:pt x="248" y="94"/>
                    <a:pt x="248" y="94"/>
                  </a:cubicBezTo>
                  <a:cubicBezTo>
                    <a:pt x="248" y="78"/>
                    <a:pt x="248" y="78"/>
                    <a:pt x="248" y="78"/>
                  </a:cubicBezTo>
                  <a:lnTo>
                    <a:pt x="224" y="78"/>
                  </a:ln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3" name="íśľiḓe">
              <a:extLst>
                <a:ext uri="{FF2B5EF4-FFF2-40B4-BE49-F238E27FC236}">
                  <a16:creationId xmlns:a16="http://schemas.microsoft.com/office/drawing/2014/main" id="{18089B26-2EFD-4FF5-9D01-DF05F1F6FAFE}"/>
                </a:ext>
              </a:extLst>
            </p:cNvPr>
            <p:cNvSpPr/>
            <p:nvPr/>
          </p:nvSpPr>
          <p:spPr bwMode="auto">
            <a:xfrm>
              <a:off x="3241675" y="895350"/>
              <a:ext cx="465138" cy="176213"/>
            </a:xfrm>
            <a:custGeom>
              <a:avLst/>
              <a:gdLst>
                <a:gd name="T0" fmla="*/ 248 w 248"/>
                <a:gd name="T1" fmla="*/ 0 h 94"/>
                <a:gd name="T2" fmla="*/ 227 w 248"/>
                <a:gd name="T3" fmla="*/ 0 h 94"/>
                <a:gd name="T4" fmla="*/ 214 w 248"/>
                <a:gd name="T5" fmla="*/ 0 h 94"/>
                <a:gd name="T6" fmla="*/ 198 w 248"/>
                <a:gd name="T7" fmla="*/ 0 h 94"/>
                <a:gd name="T8" fmla="*/ 124 w 248"/>
                <a:gd name="T9" fmla="*/ 64 h 94"/>
                <a:gd name="T10" fmla="*/ 50 w 248"/>
                <a:gd name="T11" fmla="*/ 0 h 94"/>
                <a:gd name="T12" fmla="*/ 33 w 248"/>
                <a:gd name="T13" fmla="*/ 0 h 94"/>
                <a:gd name="T14" fmla="*/ 20 w 248"/>
                <a:gd name="T15" fmla="*/ 0 h 94"/>
                <a:gd name="T16" fmla="*/ 0 w 248"/>
                <a:gd name="T17" fmla="*/ 0 h 94"/>
                <a:gd name="T18" fmla="*/ 0 w 248"/>
                <a:gd name="T19" fmla="*/ 16 h 94"/>
                <a:gd name="T20" fmla="*/ 23 w 248"/>
                <a:gd name="T21" fmla="*/ 16 h 94"/>
                <a:gd name="T22" fmla="*/ 124 w 248"/>
                <a:gd name="T23" fmla="*/ 94 h 94"/>
                <a:gd name="T24" fmla="*/ 224 w 248"/>
                <a:gd name="T25" fmla="*/ 16 h 94"/>
                <a:gd name="T26" fmla="*/ 248 w 248"/>
                <a:gd name="T27" fmla="*/ 16 h 94"/>
                <a:gd name="T28" fmla="*/ 248 w 248"/>
                <a:gd name="T29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8" h="94">
                  <a:moveTo>
                    <a:pt x="248" y="0"/>
                  </a:moveTo>
                  <a:cubicBezTo>
                    <a:pt x="227" y="0"/>
                    <a:pt x="227" y="0"/>
                    <a:pt x="227" y="0"/>
                  </a:cubicBezTo>
                  <a:cubicBezTo>
                    <a:pt x="214" y="0"/>
                    <a:pt x="214" y="0"/>
                    <a:pt x="214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2" y="36"/>
                    <a:pt x="161" y="64"/>
                    <a:pt x="124" y="64"/>
                  </a:cubicBezTo>
                  <a:cubicBezTo>
                    <a:pt x="86" y="64"/>
                    <a:pt x="55" y="36"/>
                    <a:pt x="5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35" y="61"/>
                    <a:pt x="75" y="94"/>
                    <a:pt x="124" y="94"/>
                  </a:cubicBezTo>
                  <a:cubicBezTo>
                    <a:pt x="172" y="94"/>
                    <a:pt x="213" y="61"/>
                    <a:pt x="224" y="16"/>
                  </a:cubicBezTo>
                  <a:cubicBezTo>
                    <a:pt x="248" y="16"/>
                    <a:pt x="248" y="16"/>
                    <a:pt x="248" y="16"/>
                  </a:cubicBezTo>
                  <a:lnTo>
                    <a:pt x="248" y="0"/>
                  </a:ln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4" name="i$ḷiḑè">
              <a:extLst>
                <a:ext uri="{FF2B5EF4-FFF2-40B4-BE49-F238E27FC236}">
                  <a16:creationId xmlns:a16="http://schemas.microsoft.com/office/drawing/2014/main" id="{853421A0-743A-47A4-88CE-0D93931DC6DD}"/>
                </a:ext>
              </a:extLst>
            </p:cNvPr>
            <p:cNvSpPr/>
            <p:nvPr/>
          </p:nvSpPr>
          <p:spPr bwMode="auto">
            <a:xfrm>
              <a:off x="3241675" y="830263"/>
              <a:ext cx="88900" cy="95250"/>
            </a:xfrm>
            <a:prstGeom prst="rect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5" name="ïŝļíḑe">
              <a:extLst>
                <a:ext uri="{FF2B5EF4-FFF2-40B4-BE49-F238E27FC236}">
                  <a16:creationId xmlns:a16="http://schemas.microsoft.com/office/drawing/2014/main" id="{E35316CB-DB45-4706-A5E2-E04298011C90}"/>
                </a:ext>
              </a:extLst>
            </p:cNvPr>
            <p:cNvSpPr/>
            <p:nvPr/>
          </p:nvSpPr>
          <p:spPr bwMode="auto">
            <a:xfrm>
              <a:off x="3619500" y="830263"/>
              <a:ext cx="87313" cy="95250"/>
            </a:xfrm>
            <a:prstGeom prst="rect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6" name="ïṥḻíḓé">
              <a:extLst>
                <a:ext uri="{FF2B5EF4-FFF2-40B4-BE49-F238E27FC236}">
                  <a16:creationId xmlns:a16="http://schemas.microsoft.com/office/drawing/2014/main" id="{10DDE144-534F-43A3-B9AB-957E2842EE61}"/>
                </a:ext>
              </a:extLst>
            </p:cNvPr>
            <p:cNvSpPr/>
            <p:nvPr/>
          </p:nvSpPr>
          <p:spPr bwMode="auto">
            <a:xfrm>
              <a:off x="4489450" y="295275"/>
              <a:ext cx="101600" cy="417513"/>
            </a:xfrm>
            <a:custGeom>
              <a:avLst/>
              <a:gdLst>
                <a:gd name="T0" fmla="*/ 47 w 64"/>
                <a:gd name="T1" fmla="*/ 190 h 263"/>
                <a:gd name="T2" fmla="*/ 47 w 64"/>
                <a:gd name="T3" fmla="*/ 0 h 263"/>
                <a:gd name="T4" fmla="*/ 17 w 64"/>
                <a:gd name="T5" fmla="*/ 0 h 263"/>
                <a:gd name="T6" fmla="*/ 17 w 64"/>
                <a:gd name="T7" fmla="*/ 190 h 263"/>
                <a:gd name="T8" fmla="*/ 0 w 64"/>
                <a:gd name="T9" fmla="*/ 263 h 263"/>
                <a:gd name="T10" fmla="*/ 64 w 64"/>
                <a:gd name="T11" fmla="*/ 263 h 263"/>
                <a:gd name="T12" fmla="*/ 47 w 64"/>
                <a:gd name="T13" fmla="*/ 19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263">
                  <a:moveTo>
                    <a:pt x="47" y="190"/>
                  </a:moveTo>
                  <a:lnTo>
                    <a:pt x="47" y="0"/>
                  </a:lnTo>
                  <a:lnTo>
                    <a:pt x="17" y="0"/>
                  </a:lnTo>
                  <a:lnTo>
                    <a:pt x="17" y="190"/>
                  </a:lnTo>
                  <a:lnTo>
                    <a:pt x="0" y="263"/>
                  </a:lnTo>
                  <a:lnTo>
                    <a:pt x="64" y="263"/>
                  </a:lnTo>
                  <a:lnTo>
                    <a:pt x="47" y="190"/>
                  </a:ln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7" name="iŝḷiḋè">
              <a:extLst>
                <a:ext uri="{FF2B5EF4-FFF2-40B4-BE49-F238E27FC236}">
                  <a16:creationId xmlns:a16="http://schemas.microsoft.com/office/drawing/2014/main" id="{EEB051A2-F286-4DA4-91A6-5593C9FC3412}"/>
                </a:ext>
              </a:extLst>
            </p:cNvPr>
            <p:cNvSpPr/>
            <p:nvPr/>
          </p:nvSpPr>
          <p:spPr bwMode="auto">
            <a:xfrm>
              <a:off x="4308475" y="0"/>
              <a:ext cx="463550" cy="444500"/>
            </a:xfrm>
            <a:custGeom>
              <a:avLst/>
              <a:gdLst>
                <a:gd name="T0" fmla="*/ 233 w 248"/>
                <a:gd name="T1" fmla="*/ 0 h 238"/>
                <a:gd name="T2" fmla="*/ 15 w 248"/>
                <a:gd name="T3" fmla="*/ 0 h 238"/>
                <a:gd name="T4" fmla="*/ 0 w 248"/>
                <a:gd name="T5" fmla="*/ 14 h 238"/>
                <a:gd name="T6" fmla="*/ 0 w 248"/>
                <a:gd name="T7" fmla="*/ 223 h 238"/>
                <a:gd name="T8" fmla="*/ 15 w 248"/>
                <a:gd name="T9" fmla="*/ 238 h 238"/>
                <a:gd name="T10" fmla="*/ 27 w 248"/>
                <a:gd name="T11" fmla="*/ 238 h 238"/>
                <a:gd name="T12" fmla="*/ 27 w 248"/>
                <a:gd name="T13" fmla="*/ 204 h 238"/>
                <a:gd name="T14" fmla="*/ 51 w 248"/>
                <a:gd name="T15" fmla="*/ 180 h 238"/>
                <a:gd name="T16" fmla="*/ 197 w 248"/>
                <a:gd name="T17" fmla="*/ 180 h 238"/>
                <a:gd name="T18" fmla="*/ 221 w 248"/>
                <a:gd name="T19" fmla="*/ 204 h 238"/>
                <a:gd name="T20" fmla="*/ 221 w 248"/>
                <a:gd name="T21" fmla="*/ 238 h 238"/>
                <a:gd name="T22" fmla="*/ 233 w 248"/>
                <a:gd name="T23" fmla="*/ 238 h 238"/>
                <a:gd name="T24" fmla="*/ 248 w 248"/>
                <a:gd name="T25" fmla="*/ 223 h 238"/>
                <a:gd name="T26" fmla="*/ 248 w 248"/>
                <a:gd name="T27" fmla="*/ 14 h 238"/>
                <a:gd name="T28" fmla="*/ 233 w 248"/>
                <a:gd name="T29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8" h="238">
                  <a:moveTo>
                    <a:pt x="233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31"/>
                    <a:pt x="6" y="238"/>
                    <a:pt x="15" y="238"/>
                  </a:cubicBezTo>
                  <a:cubicBezTo>
                    <a:pt x="27" y="238"/>
                    <a:pt x="27" y="238"/>
                    <a:pt x="27" y="238"/>
                  </a:cubicBezTo>
                  <a:cubicBezTo>
                    <a:pt x="27" y="204"/>
                    <a:pt x="27" y="204"/>
                    <a:pt x="27" y="204"/>
                  </a:cubicBezTo>
                  <a:cubicBezTo>
                    <a:pt x="27" y="190"/>
                    <a:pt x="37" y="180"/>
                    <a:pt x="51" y="180"/>
                  </a:cubicBezTo>
                  <a:cubicBezTo>
                    <a:pt x="197" y="180"/>
                    <a:pt x="197" y="180"/>
                    <a:pt x="197" y="180"/>
                  </a:cubicBezTo>
                  <a:cubicBezTo>
                    <a:pt x="210" y="180"/>
                    <a:pt x="221" y="190"/>
                    <a:pt x="221" y="204"/>
                  </a:cubicBezTo>
                  <a:cubicBezTo>
                    <a:pt x="221" y="238"/>
                    <a:pt x="221" y="238"/>
                    <a:pt x="221" y="238"/>
                  </a:cubicBezTo>
                  <a:cubicBezTo>
                    <a:pt x="233" y="238"/>
                    <a:pt x="233" y="238"/>
                    <a:pt x="233" y="238"/>
                  </a:cubicBezTo>
                  <a:cubicBezTo>
                    <a:pt x="241" y="238"/>
                    <a:pt x="248" y="231"/>
                    <a:pt x="248" y="223"/>
                  </a:cubicBezTo>
                  <a:cubicBezTo>
                    <a:pt x="248" y="14"/>
                    <a:pt x="248" y="14"/>
                    <a:pt x="248" y="14"/>
                  </a:cubicBezTo>
                  <a:cubicBezTo>
                    <a:pt x="248" y="6"/>
                    <a:pt x="241" y="0"/>
                    <a:pt x="233" y="0"/>
                  </a:cubicBezTo>
                  <a:close/>
                </a:path>
              </a:pathLst>
            </a:custGeom>
            <a:solidFill>
              <a:srgbClr val="E3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8" name="ïSḻiḍê">
              <a:extLst>
                <a:ext uri="{FF2B5EF4-FFF2-40B4-BE49-F238E27FC236}">
                  <a16:creationId xmlns:a16="http://schemas.microsoft.com/office/drawing/2014/main" id="{DF59D2DE-BE2D-481E-8ACD-70CC55ED7795}"/>
                </a:ext>
              </a:extLst>
            </p:cNvPr>
            <p:cNvSpPr/>
            <p:nvPr/>
          </p:nvSpPr>
          <p:spPr bwMode="auto">
            <a:xfrm>
              <a:off x="4308475" y="106363"/>
              <a:ext cx="463550" cy="15875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9" name="îṥľïḋê">
              <a:extLst>
                <a:ext uri="{FF2B5EF4-FFF2-40B4-BE49-F238E27FC236}">
                  <a16:creationId xmlns:a16="http://schemas.microsoft.com/office/drawing/2014/main" id="{E5E8A9A8-4E79-4591-BEEF-95293850A366}"/>
                </a:ext>
              </a:extLst>
            </p:cNvPr>
            <p:cNvSpPr/>
            <p:nvPr/>
          </p:nvSpPr>
          <p:spPr bwMode="auto">
            <a:xfrm>
              <a:off x="4308475" y="146050"/>
              <a:ext cx="463550" cy="12700"/>
            </a:xfrm>
            <a:prstGeom prst="rect">
              <a:avLst/>
            </a:pr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0" name="îṡľîdê">
              <a:extLst>
                <a:ext uri="{FF2B5EF4-FFF2-40B4-BE49-F238E27FC236}">
                  <a16:creationId xmlns:a16="http://schemas.microsoft.com/office/drawing/2014/main" id="{E1A58622-0F00-4218-96D9-730F497B45FA}"/>
                </a:ext>
              </a:extLst>
            </p:cNvPr>
            <p:cNvSpPr/>
            <p:nvPr/>
          </p:nvSpPr>
          <p:spPr bwMode="auto">
            <a:xfrm>
              <a:off x="4503738" y="230188"/>
              <a:ext cx="74613" cy="74613"/>
            </a:xfrm>
            <a:prstGeom prst="ellipse">
              <a:avLst/>
            </a:prstGeom>
            <a:solidFill>
              <a:srgbClr val="3C58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1" name="íṩľîdê">
              <a:extLst>
                <a:ext uri="{FF2B5EF4-FFF2-40B4-BE49-F238E27FC236}">
                  <a16:creationId xmlns:a16="http://schemas.microsoft.com/office/drawing/2014/main" id="{1A1A8384-DD37-480A-84BB-40EB30AAAF41}"/>
                </a:ext>
              </a:extLst>
            </p:cNvPr>
            <p:cNvSpPr/>
            <p:nvPr/>
          </p:nvSpPr>
          <p:spPr bwMode="auto">
            <a:xfrm>
              <a:off x="4308475" y="681038"/>
              <a:ext cx="463550" cy="176213"/>
            </a:xfrm>
            <a:custGeom>
              <a:avLst/>
              <a:gdLst>
                <a:gd name="T0" fmla="*/ 225 w 248"/>
                <a:gd name="T1" fmla="*/ 78 h 94"/>
                <a:gd name="T2" fmla="*/ 124 w 248"/>
                <a:gd name="T3" fmla="*/ 0 h 94"/>
                <a:gd name="T4" fmla="*/ 23 w 248"/>
                <a:gd name="T5" fmla="*/ 78 h 94"/>
                <a:gd name="T6" fmla="*/ 0 w 248"/>
                <a:gd name="T7" fmla="*/ 78 h 94"/>
                <a:gd name="T8" fmla="*/ 0 w 248"/>
                <a:gd name="T9" fmla="*/ 94 h 94"/>
                <a:gd name="T10" fmla="*/ 20 w 248"/>
                <a:gd name="T11" fmla="*/ 94 h 94"/>
                <a:gd name="T12" fmla="*/ 34 w 248"/>
                <a:gd name="T13" fmla="*/ 94 h 94"/>
                <a:gd name="T14" fmla="*/ 50 w 248"/>
                <a:gd name="T15" fmla="*/ 94 h 94"/>
                <a:gd name="T16" fmla="*/ 124 w 248"/>
                <a:gd name="T17" fmla="*/ 30 h 94"/>
                <a:gd name="T18" fmla="*/ 198 w 248"/>
                <a:gd name="T19" fmla="*/ 94 h 94"/>
                <a:gd name="T20" fmla="*/ 214 w 248"/>
                <a:gd name="T21" fmla="*/ 94 h 94"/>
                <a:gd name="T22" fmla="*/ 228 w 248"/>
                <a:gd name="T23" fmla="*/ 94 h 94"/>
                <a:gd name="T24" fmla="*/ 248 w 248"/>
                <a:gd name="T25" fmla="*/ 94 h 94"/>
                <a:gd name="T26" fmla="*/ 248 w 248"/>
                <a:gd name="T27" fmla="*/ 78 h 94"/>
                <a:gd name="T28" fmla="*/ 225 w 248"/>
                <a:gd name="T29" fmla="*/ 78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8" h="94">
                  <a:moveTo>
                    <a:pt x="225" y="78"/>
                  </a:moveTo>
                  <a:cubicBezTo>
                    <a:pt x="213" y="33"/>
                    <a:pt x="172" y="0"/>
                    <a:pt x="124" y="0"/>
                  </a:cubicBezTo>
                  <a:cubicBezTo>
                    <a:pt x="76" y="0"/>
                    <a:pt x="35" y="33"/>
                    <a:pt x="23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50" y="94"/>
                    <a:pt x="50" y="94"/>
                    <a:pt x="50" y="94"/>
                  </a:cubicBezTo>
                  <a:cubicBezTo>
                    <a:pt x="55" y="58"/>
                    <a:pt x="86" y="30"/>
                    <a:pt x="124" y="30"/>
                  </a:cubicBezTo>
                  <a:cubicBezTo>
                    <a:pt x="162" y="30"/>
                    <a:pt x="193" y="58"/>
                    <a:pt x="198" y="94"/>
                  </a:cubicBezTo>
                  <a:cubicBezTo>
                    <a:pt x="214" y="94"/>
                    <a:pt x="214" y="94"/>
                    <a:pt x="214" y="94"/>
                  </a:cubicBezTo>
                  <a:cubicBezTo>
                    <a:pt x="228" y="94"/>
                    <a:pt x="228" y="94"/>
                    <a:pt x="228" y="94"/>
                  </a:cubicBezTo>
                  <a:cubicBezTo>
                    <a:pt x="248" y="94"/>
                    <a:pt x="248" y="94"/>
                    <a:pt x="248" y="94"/>
                  </a:cubicBezTo>
                  <a:cubicBezTo>
                    <a:pt x="248" y="78"/>
                    <a:pt x="248" y="78"/>
                    <a:pt x="248" y="78"/>
                  </a:cubicBezTo>
                  <a:lnTo>
                    <a:pt x="225" y="78"/>
                  </a:ln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2" name="íşļïďe">
              <a:extLst>
                <a:ext uri="{FF2B5EF4-FFF2-40B4-BE49-F238E27FC236}">
                  <a16:creationId xmlns:a16="http://schemas.microsoft.com/office/drawing/2014/main" id="{D2B99530-E2FB-4EE7-90C7-31BD303FA04E}"/>
                </a:ext>
              </a:extLst>
            </p:cNvPr>
            <p:cNvSpPr/>
            <p:nvPr/>
          </p:nvSpPr>
          <p:spPr bwMode="auto">
            <a:xfrm>
              <a:off x="4308475" y="895350"/>
              <a:ext cx="463550" cy="176213"/>
            </a:xfrm>
            <a:custGeom>
              <a:avLst/>
              <a:gdLst>
                <a:gd name="T0" fmla="*/ 248 w 248"/>
                <a:gd name="T1" fmla="*/ 0 h 94"/>
                <a:gd name="T2" fmla="*/ 228 w 248"/>
                <a:gd name="T3" fmla="*/ 0 h 94"/>
                <a:gd name="T4" fmla="*/ 214 w 248"/>
                <a:gd name="T5" fmla="*/ 0 h 94"/>
                <a:gd name="T6" fmla="*/ 198 w 248"/>
                <a:gd name="T7" fmla="*/ 0 h 94"/>
                <a:gd name="T8" fmla="*/ 124 w 248"/>
                <a:gd name="T9" fmla="*/ 64 h 94"/>
                <a:gd name="T10" fmla="*/ 50 w 248"/>
                <a:gd name="T11" fmla="*/ 0 h 94"/>
                <a:gd name="T12" fmla="*/ 34 w 248"/>
                <a:gd name="T13" fmla="*/ 0 h 94"/>
                <a:gd name="T14" fmla="*/ 20 w 248"/>
                <a:gd name="T15" fmla="*/ 0 h 94"/>
                <a:gd name="T16" fmla="*/ 0 w 248"/>
                <a:gd name="T17" fmla="*/ 0 h 94"/>
                <a:gd name="T18" fmla="*/ 0 w 248"/>
                <a:gd name="T19" fmla="*/ 16 h 94"/>
                <a:gd name="T20" fmla="*/ 23 w 248"/>
                <a:gd name="T21" fmla="*/ 16 h 94"/>
                <a:gd name="T22" fmla="*/ 124 w 248"/>
                <a:gd name="T23" fmla="*/ 94 h 94"/>
                <a:gd name="T24" fmla="*/ 225 w 248"/>
                <a:gd name="T25" fmla="*/ 16 h 94"/>
                <a:gd name="T26" fmla="*/ 248 w 248"/>
                <a:gd name="T27" fmla="*/ 16 h 94"/>
                <a:gd name="T28" fmla="*/ 248 w 248"/>
                <a:gd name="T29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8" h="94">
                  <a:moveTo>
                    <a:pt x="248" y="0"/>
                  </a:moveTo>
                  <a:cubicBezTo>
                    <a:pt x="228" y="0"/>
                    <a:pt x="228" y="0"/>
                    <a:pt x="228" y="0"/>
                  </a:cubicBezTo>
                  <a:cubicBezTo>
                    <a:pt x="214" y="0"/>
                    <a:pt x="214" y="0"/>
                    <a:pt x="214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3" y="36"/>
                    <a:pt x="162" y="64"/>
                    <a:pt x="124" y="64"/>
                  </a:cubicBezTo>
                  <a:cubicBezTo>
                    <a:pt x="86" y="64"/>
                    <a:pt x="55" y="36"/>
                    <a:pt x="5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35" y="61"/>
                    <a:pt x="76" y="94"/>
                    <a:pt x="124" y="94"/>
                  </a:cubicBezTo>
                  <a:cubicBezTo>
                    <a:pt x="172" y="94"/>
                    <a:pt x="213" y="61"/>
                    <a:pt x="225" y="16"/>
                  </a:cubicBezTo>
                  <a:cubicBezTo>
                    <a:pt x="248" y="16"/>
                    <a:pt x="248" y="16"/>
                    <a:pt x="248" y="16"/>
                  </a:cubicBezTo>
                  <a:lnTo>
                    <a:pt x="248" y="0"/>
                  </a:lnTo>
                  <a:close/>
                </a:path>
              </a:pathLst>
            </a:cu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3" name="ís1îḋé">
              <a:extLst>
                <a:ext uri="{FF2B5EF4-FFF2-40B4-BE49-F238E27FC236}">
                  <a16:creationId xmlns:a16="http://schemas.microsoft.com/office/drawing/2014/main" id="{3BD855EB-9BEC-4C0C-A653-B09177ABFA17}"/>
                </a:ext>
              </a:extLst>
            </p:cNvPr>
            <p:cNvSpPr/>
            <p:nvPr/>
          </p:nvSpPr>
          <p:spPr bwMode="auto">
            <a:xfrm>
              <a:off x="4308475" y="830263"/>
              <a:ext cx="87313" cy="95250"/>
            </a:xfrm>
            <a:prstGeom prst="rect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4" name="îṧlîḓe">
              <a:extLst>
                <a:ext uri="{FF2B5EF4-FFF2-40B4-BE49-F238E27FC236}">
                  <a16:creationId xmlns:a16="http://schemas.microsoft.com/office/drawing/2014/main" id="{8FD6CEF4-2F1B-4D25-8ADA-36550E86EAEB}"/>
                </a:ext>
              </a:extLst>
            </p:cNvPr>
            <p:cNvSpPr/>
            <p:nvPr/>
          </p:nvSpPr>
          <p:spPr bwMode="auto">
            <a:xfrm>
              <a:off x="4684713" y="830263"/>
              <a:ext cx="87313" cy="95250"/>
            </a:xfrm>
            <a:prstGeom prst="rect">
              <a:avLst/>
            </a:prstGeom>
            <a:solidFill>
              <a:srgbClr val="EFB7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15" name="文本框 614">
            <a:extLst>
              <a:ext uri="{FF2B5EF4-FFF2-40B4-BE49-F238E27FC236}">
                <a16:creationId xmlns:a16="http://schemas.microsoft.com/office/drawing/2014/main" id="{4C54DA62-F5D9-4251-9B8C-2BBD0208CE11}"/>
              </a:ext>
            </a:extLst>
          </p:cNvPr>
          <p:cNvSpPr txBox="1"/>
          <p:nvPr userDrawn="1"/>
        </p:nvSpPr>
        <p:spPr>
          <a:xfrm>
            <a:off x="1040339" y="1115010"/>
            <a:ext cx="47553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FF622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机械臂设计</a:t>
            </a:r>
          </a:p>
        </p:txBody>
      </p:sp>
      <p:grpSp>
        <p:nvGrpSpPr>
          <p:cNvPr id="719" name="组合 718">
            <a:extLst>
              <a:ext uri="{FF2B5EF4-FFF2-40B4-BE49-F238E27FC236}">
                <a16:creationId xmlns:a16="http://schemas.microsoft.com/office/drawing/2014/main" id="{7CE35C5F-6F72-48A6-8F36-F3D326B3DFB7}"/>
              </a:ext>
            </a:extLst>
          </p:cNvPr>
          <p:cNvGrpSpPr/>
          <p:nvPr userDrawn="1"/>
        </p:nvGrpSpPr>
        <p:grpSpPr>
          <a:xfrm>
            <a:off x="490404" y="444849"/>
            <a:ext cx="1116800" cy="295832"/>
            <a:chOff x="2373154" y="2381758"/>
            <a:chExt cx="7960995" cy="2108803"/>
          </a:xfrm>
        </p:grpSpPr>
        <p:sp>
          <p:nvSpPr>
            <p:cNvPr id="720" name="任意多边形: 形状 719">
              <a:extLst>
                <a:ext uri="{FF2B5EF4-FFF2-40B4-BE49-F238E27FC236}">
                  <a16:creationId xmlns:a16="http://schemas.microsoft.com/office/drawing/2014/main" id="{F4C54B38-5BB3-441C-991A-5DAE59CABE19}"/>
                </a:ext>
              </a:extLst>
            </p:cNvPr>
            <p:cNvSpPr/>
            <p:nvPr/>
          </p:nvSpPr>
          <p:spPr>
            <a:xfrm>
              <a:off x="2455069" y="2381758"/>
              <a:ext cx="1733550" cy="752475"/>
            </a:xfrm>
            <a:custGeom>
              <a:avLst/>
              <a:gdLst>
                <a:gd name="connsiteX0" fmla="*/ 7144 w 1733550"/>
                <a:gd name="connsiteY0" fmla="*/ 490029 h 752475"/>
                <a:gd name="connsiteX1" fmla="*/ 10954 w 1733550"/>
                <a:gd name="connsiteY1" fmla="*/ 479551 h 752475"/>
                <a:gd name="connsiteX2" fmla="*/ 161449 w 1733550"/>
                <a:gd name="connsiteY2" fmla="*/ 339534 h 752475"/>
                <a:gd name="connsiteX3" fmla="*/ 311944 w 1733550"/>
                <a:gd name="connsiteY3" fmla="*/ 253809 h 752475"/>
                <a:gd name="connsiteX4" fmla="*/ 555784 w 1733550"/>
                <a:gd name="connsiteY4" fmla="*/ 155701 h 752475"/>
                <a:gd name="connsiteX5" fmla="*/ 731044 w 1733550"/>
                <a:gd name="connsiteY5" fmla="*/ 125221 h 752475"/>
                <a:gd name="connsiteX6" fmla="*/ 742474 w 1733550"/>
                <a:gd name="connsiteY6" fmla="*/ 116649 h 752475"/>
                <a:gd name="connsiteX7" fmla="*/ 651986 w 1733550"/>
                <a:gd name="connsiteY7" fmla="*/ 59499 h 752475"/>
                <a:gd name="connsiteX8" fmla="*/ 696754 w 1733550"/>
                <a:gd name="connsiteY8" fmla="*/ 36639 h 752475"/>
                <a:gd name="connsiteX9" fmla="*/ 800576 w 1733550"/>
                <a:gd name="connsiteY9" fmla="*/ 11874 h 752475"/>
                <a:gd name="connsiteX10" fmla="*/ 889159 w 1733550"/>
                <a:gd name="connsiteY10" fmla="*/ 8064 h 752475"/>
                <a:gd name="connsiteX11" fmla="*/ 1107281 w 1733550"/>
                <a:gd name="connsiteY11" fmla="*/ 70929 h 752475"/>
                <a:gd name="connsiteX12" fmla="*/ 1320641 w 1733550"/>
                <a:gd name="connsiteY12" fmla="*/ 194754 h 752475"/>
                <a:gd name="connsiteX13" fmla="*/ 1490186 w 1733550"/>
                <a:gd name="connsiteY13" fmla="*/ 292861 h 752475"/>
                <a:gd name="connsiteX14" fmla="*/ 1615916 w 1733550"/>
                <a:gd name="connsiteY14" fmla="*/ 367156 h 752475"/>
                <a:gd name="connsiteX15" fmla="*/ 1727359 w 1733550"/>
                <a:gd name="connsiteY15" fmla="*/ 486219 h 752475"/>
                <a:gd name="connsiteX16" fmla="*/ 1714976 w 1733550"/>
                <a:gd name="connsiteY16" fmla="*/ 500506 h 752475"/>
                <a:gd name="connsiteX17" fmla="*/ 1585436 w 1733550"/>
                <a:gd name="connsiteY17" fmla="*/ 575754 h 752475"/>
                <a:gd name="connsiteX18" fmla="*/ 1539716 w 1733550"/>
                <a:gd name="connsiteY18" fmla="*/ 576706 h 752475"/>
                <a:gd name="connsiteX19" fmla="*/ 1252061 w 1733550"/>
                <a:gd name="connsiteY19" fmla="*/ 409066 h 752475"/>
                <a:gd name="connsiteX20" fmla="*/ 1015841 w 1733550"/>
                <a:gd name="connsiteY20" fmla="*/ 322389 h 752475"/>
                <a:gd name="connsiteX21" fmla="*/ 809149 w 1733550"/>
                <a:gd name="connsiteY21" fmla="*/ 311911 h 752475"/>
                <a:gd name="connsiteX22" fmla="*/ 681514 w 1733550"/>
                <a:gd name="connsiteY22" fmla="*/ 330961 h 752475"/>
                <a:gd name="connsiteX23" fmla="*/ 672941 w 1733550"/>
                <a:gd name="connsiteY23" fmla="*/ 334771 h 752475"/>
                <a:gd name="connsiteX24" fmla="*/ 696754 w 1733550"/>
                <a:gd name="connsiteY24" fmla="*/ 351916 h 752475"/>
                <a:gd name="connsiteX25" fmla="*/ 829151 w 1733550"/>
                <a:gd name="connsiteY25" fmla="*/ 428116 h 752475"/>
                <a:gd name="connsiteX26" fmla="*/ 859631 w 1733550"/>
                <a:gd name="connsiteY26" fmla="*/ 432879 h 752475"/>
                <a:gd name="connsiteX27" fmla="*/ 918686 w 1733550"/>
                <a:gd name="connsiteY27" fmla="*/ 432879 h 752475"/>
                <a:gd name="connsiteX28" fmla="*/ 999649 w 1733550"/>
                <a:gd name="connsiteY28" fmla="*/ 444309 h 752475"/>
                <a:gd name="connsiteX29" fmla="*/ 1117759 w 1733550"/>
                <a:gd name="connsiteY29" fmla="*/ 500506 h 752475"/>
                <a:gd name="connsiteX30" fmla="*/ 1156811 w 1733550"/>
                <a:gd name="connsiteY30" fmla="*/ 550036 h 752475"/>
                <a:gd name="connsiteX31" fmla="*/ 1132046 w 1733550"/>
                <a:gd name="connsiteY31" fmla="*/ 667194 h 752475"/>
                <a:gd name="connsiteX32" fmla="*/ 1036796 w 1733550"/>
                <a:gd name="connsiteY32" fmla="*/ 727201 h 752475"/>
                <a:gd name="connsiteX33" fmla="*/ 903446 w 1733550"/>
                <a:gd name="connsiteY33" fmla="*/ 752919 h 752475"/>
                <a:gd name="connsiteX34" fmla="*/ 723424 w 1733550"/>
                <a:gd name="connsiteY34" fmla="*/ 717676 h 752475"/>
                <a:gd name="connsiteX35" fmla="*/ 624364 w 1733550"/>
                <a:gd name="connsiteY35" fmla="*/ 628141 h 752475"/>
                <a:gd name="connsiteX36" fmla="*/ 616744 w 1733550"/>
                <a:gd name="connsiteY36" fmla="*/ 579564 h 752475"/>
                <a:gd name="connsiteX37" fmla="*/ 604361 w 1733550"/>
                <a:gd name="connsiteY37" fmla="*/ 551941 h 752475"/>
                <a:gd name="connsiteX38" fmla="*/ 493871 w 1733550"/>
                <a:gd name="connsiteY38" fmla="*/ 488124 h 752475"/>
                <a:gd name="connsiteX39" fmla="*/ 436721 w 1733550"/>
                <a:gd name="connsiteY39" fmla="*/ 454786 h 752475"/>
                <a:gd name="connsiteX40" fmla="*/ 404336 w 1733550"/>
                <a:gd name="connsiteY40" fmla="*/ 454786 h 752475"/>
                <a:gd name="connsiteX41" fmla="*/ 186214 w 1733550"/>
                <a:gd name="connsiteY41" fmla="*/ 582421 h 752475"/>
                <a:gd name="connsiteX42" fmla="*/ 169069 w 1733550"/>
                <a:gd name="connsiteY42" fmla="*/ 583374 h 752475"/>
                <a:gd name="connsiteX43" fmla="*/ 7144 w 1733550"/>
                <a:gd name="connsiteY43" fmla="*/ 490029 h 752475"/>
                <a:gd name="connsiteX44" fmla="*/ 898684 w 1733550"/>
                <a:gd name="connsiteY44" fmla="*/ 686244 h 752475"/>
                <a:gd name="connsiteX45" fmla="*/ 943451 w 1733550"/>
                <a:gd name="connsiteY45" fmla="*/ 681481 h 752475"/>
                <a:gd name="connsiteX46" fmla="*/ 1053941 w 1733550"/>
                <a:gd name="connsiteY46" fmla="*/ 633856 h 752475"/>
                <a:gd name="connsiteX47" fmla="*/ 1054894 w 1733550"/>
                <a:gd name="connsiteY47" fmla="*/ 554799 h 752475"/>
                <a:gd name="connsiteX48" fmla="*/ 943451 w 1733550"/>
                <a:gd name="connsiteY48" fmla="*/ 503364 h 752475"/>
                <a:gd name="connsiteX49" fmla="*/ 832961 w 1733550"/>
                <a:gd name="connsiteY49" fmla="*/ 503364 h 752475"/>
                <a:gd name="connsiteX50" fmla="*/ 731044 w 1733550"/>
                <a:gd name="connsiteY50" fmla="*/ 545274 h 752475"/>
                <a:gd name="connsiteX51" fmla="*/ 725329 w 1733550"/>
                <a:gd name="connsiteY51" fmla="*/ 632904 h 752475"/>
                <a:gd name="connsiteX52" fmla="*/ 766286 w 1733550"/>
                <a:gd name="connsiteY52" fmla="*/ 660526 h 752475"/>
                <a:gd name="connsiteX53" fmla="*/ 898684 w 1733550"/>
                <a:gd name="connsiteY53" fmla="*/ 686244 h 75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733550" h="752475">
                  <a:moveTo>
                    <a:pt x="7144" y="490029"/>
                  </a:moveTo>
                  <a:cubicBezTo>
                    <a:pt x="9049" y="484314"/>
                    <a:pt x="9049" y="481456"/>
                    <a:pt x="10954" y="479551"/>
                  </a:cubicBezTo>
                  <a:cubicBezTo>
                    <a:pt x="50959" y="422401"/>
                    <a:pt x="98584" y="372871"/>
                    <a:pt x="161449" y="339534"/>
                  </a:cubicBezTo>
                  <a:cubicBezTo>
                    <a:pt x="211931" y="311911"/>
                    <a:pt x="261461" y="282384"/>
                    <a:pt x="311944" y="253809"/>
                  </a:cubicBezTo>
                  <a:cubicBezTo>
                    <a:pt x="388144" y="209041"/>
                    <a:pt x="470059" y="176656"/>
                    <a:pt x="555784" y="155701"/>
                  </a:cubicBezTo>
                  <a:cubicBezTo>
                    <a:pt x="612934" y="141414"/>
                    <a:pt x="671036" y="129984"/>
                    <a:pt x="731044" y="125221"/>
                  </a:cubicBezTo>
                  <a:cubicBezTo>
                    <a:pt x="735806" y="125221"/>
                    <a:pt x="740569" y="124269"/>
                    <a:pt x="742474" y="116649"/>
                  </a:cubicBezTo>
                  <a:cubicBezTo>
                    <a:pt x="715804" y="93789"/>
                    <a:pt x="681514" y="82359"/>
                    <a:pt x="651986" y="59499"/>
                  </a:cubicBezTo>
                  <a:cubicBezTo>
                    <a:pt x="666274" y="47116"/>
                    <a:pt x="681514" y="41401"/>
                    <a:pt x="696754" y="36639"/>
                  </a:cubicBezTo>
                  <a:cubicBezTo>
                    <a:pt x="730091" y="25209"/>
                    <a:pt x="765334" y="17589"/>
                    <a:pt x="800576" y="11874"/>
                  </a:cubicBezTo>
                  <a:cubicBezTo>
                    <a:pt x="830104" y="7111"/>
                    <a:pt x="859631" y="6159"/>
                    <a:pt x="889159" y="8064"/>
                  </a:cubicBezTo>
                  <a:cubicBezTo>
                    <a:pt x="966311" y="11874"/>
                    <a:pt x="1039654" y="30924"/>
                    <a:pt x="1107281" y="70929"/>
                  </a:cubicBezTo>
                  <a:cubicBezTo>
                    <a:pt x="1177766" y="112839"/>
                    <a:pt x="1249204" y="153796"/>
                    <a:pt x="1320641" y="194754"/>
                  </a:cubicBezTo>
                  <a:cubicBezTo>
                    <a:pt x="1376839" y="227139"/>
                    <a:pt x="1433989" y="260476"/>
                    <a:pt x="1490186" y="292861"/>
                  </a:cubicBezTo>
                  <a:cubicBezTo>
                    <a:pt x="1532096" y="317626"/>
                    <a:pt x="1574959" y="340486"/>
                    <a:pt x="1615916" y="367156"/>
                  </a:cubicBezTo>
                  <a:cubicBezTo>
                    <a:pt x="1663541" y="398589"/>
                    <a:pt x="1698784" y="440499"/>
                    <a:pt x="1727359" y="486219"/>
                  </a:cubicBezTo>
                  <a:cubicBezTo>
                    <a:pt x="1726406" y="495744"/>
                    <a:pt x="1719739" y="497649"/>
                    <a:pt x="1714976" y="500506"/>
                  </a:cubicBezTo>
                  <a:cubicBezTo>
                    <a:pt x="1672114" y="525271"/>
                    <a:pt x="1628299" y="550036"/>
                    <a:pt x="1585436" y="575754"/>
                  </a:cubicBezTo>
                  <a:cubicBezTo>
                    <a:pt x="1570196" y="585279"/>
                    <a:pt x="1557814" y="587184"/>
                    <a:pt x="1539716" y="576706"/>
                  </a:cubicBezTo>
                  <a:cubicBezTo>
                    <a:pt x="1444466" y="519556"/>
                    <a:pt x="1347311" y="465264"/>
                    <a:pt x="1252061" y="409066"/>
                  </a:cubicBezTo>
                  <a:cubicBezTo>
                    <a:pt x="1178719" y="365251"/>
                    <a:pt x="1099661" y="338581"/>
                    <a:pt x="1015841" y="322389"/>
                  </a:cubicBezTo>
                  <a:cubicBezTo>
                    <a:pt x="947261" y="310006"/>
                    <a:pt x="877729" y="309054"/>
                    <a:pt x="809149" y="311911"/>
                  </a:cubicBezTo>
                  <a:cubicBezTo>
                    <a:pt x="766286" y="313816"/>
                    <a:pt x="723424" y="320484"/>
                    <a:pt x="681514" y="330961"/>
                  </a:cubicBezTo>
                  <a:cubicBezTo>
                    <a:pt x="678656" y="331914"/>
                    <a:pt x="675799" y="333819"/>
                    <a:pt x="672941" y="334771"/>
                  </a:cubicBezTo>
                  <a:cubicBezTo>
                    <a:pt x="677704" y="346201"/>
                    <a:pt x="689134" y="347154"/>
                    <a:pt x="696754" y="351916"/>
                  </a:cubicBezTo>
                  <a:cubicBezTo>
                    <a:pt x="740569" y="377634"/>
                    <a:pt x="785336" y="402399"/>
                    <a:pt x="829151" y="428116"/>
                  </a:cubicBezTo>
                  <a:cubicBezTo>
                    <a:pt x="838676" y="433831"/>
                    <a:pt x="848201" y="435736"/>
                    <a:pt x="859631" y="432879"/>
                  </a:cubicBezTo>
                  <a:cubicBezTo>
                    <a:pt x="878681" y="429069"/>
                    <a:pt x="898684" y="430021"/>
                    <a:pt x="918686" y="432879"/>
                  </a:cubicBezTo>
                  <a:cubicBezTo>
                    <a:pt x="945356" y="436689"/>
                    <a:pt x="972979" y="437641"/>
                    <a:pt x="999649" y="444309"/>
                  </a:cubicBezTo>
                  <a:cubicBezTo>
                    <a:pt x="1042511" y="455739"/>
                    <a:pt x="1082516" y="472884"/>
                    <a:pt x="1117759" y="500506"/>
                  </a:cubicBezTo>
                  <a:cubicBezTo>
                    <a:pt x="1134904" y="513841"/>
                    <a:pt x="1148239" y="530034"/>
                    <a:pt x="1156811" y="550036"/>
                  </a:cubicBezTo>
                  <a:cubicBezTo>
                    <a:pt x="1175861" y="594804"/>
                    <a:pt x="1162526" y="632904"/>
                    <a:pt x="1132046" y="667194"/>
                  </a:cubicBezTo>
                  <a:cubicBezTo>
                    <a:pt x="1105376" y="695769"/>
                    <a:pt x="1072039" y="712914"/>
                    <a:pt x="1036796" y="727201"/>
                  </a:cubicBezTo>
                  <a:cubicBezTo>
                    <a:pt x="993934" y="744346"/>
                    <a:pt x="949166" y="753871"/>
                    <a:pt x="903446" y="752919"/>
                  </a:cubicBezTo>
                  <a:cubicBezTo>
                    <a:pt x="841534" y="751966"/>
                    <a:pt x="780574" y="743394"/>
                    <a:pt x="723424" y="717676"/>
                  </a:cubicBezTo>
                  <a:cubicBezTo>
                    <a:pt x="680561" y="698626"/>
                    <a:pt x="643414" y="672909"/>
                    <a:pt x="624364" y="628141"/>
                  </a:cubicBezTo>
                  <a:cubicBezTo>
                    <a:pt x="617696" y="611949"/>
                    <a:pt x="611981" y="595756"/>
                    <a:pt x="616744" y="579564"/>
                  </a:cubicBezTo>
                  <a:cubicBezTo>
                    <a:pt x="620554" y="565276"/>
                    <a:pt x="615791" y="558609"/>
                    <a:pt x="604361" y="551941"/>
                  </a:cubicBezTo>
                  <a:cubicBezTo>
                    <a:pt x="567214" y="530986"/>
                    <a:pt x="531019" y="509079"/>
                    <a:pt x="493871" y="488124"/>
                  </a:cubicBezTo>
                  <a:cubicBezTo>
                    <a:pt x="474821" y="476694"/>
                    <a:pt x="454819" y="467169"/>
                    <a:pt x="436721" y="454786"/>
                  </a:cubicBezTo>
                  <a:cubicBezTo>
                    <a:pt x="425291" y="447166"/>
                    <a:pt x="416719" y="447166"/>
                    <a:pt x="404336" y="454786"/>
                  </a:cubicBezTo>
                  <a:cubicBezTo>
                    <a:pt x="331946" y="497649"/>
                    <a:pt x="258604" y="539559"/>
                    <a:pt x="186214" y="582421"/>
                  </a:cubicBezTo>
                  <a:cubicBezTo>
                    <a:pt x="180499" y="586231"/>
                    <a:pt x="175736" y="587184"/>
                    <a:pt x="169069" y="583374"/>
                  </a:cubicBezTo>
                  <a:cubicBezTo>
                    <a:pt x="114776" y="552894"/>
                    <a:pt x="61436" y="521461"/>
                    <a:pt x="7144" y="490029"/>
                  </a:cubicBezTo>
                  <a:close/>
                  <a:moveTo>
                    <a:pt x="898684" y="686244"/>
                  </a:moveTo>
                  <a:cubicBezTo>
                    <a:pt x="909161" y="689101"/>
                    <a:pt x="927259" y="683386"/>
                    <a:pt x="943451" y="681481"/>
                  </a:cubicBezTo>
                  <a:cubicBezTo>
                    <a:pt x="984409" y="675766"/>
                    <a:pt x="1024414" y="665289"/>
                    <a:pt x="1053941" y="633856"/>
                  </a:cubicBezTo>
                  <a:cubicBezTo>
                    <a:pt x="1081564" y="604329"/>
                    <a:pt x="1080611" y="583374"/>
                    <a:pt x="1054894" y="554799"/>
                  </a:cubicBezTo>
                  <a:cubicBezTo>
                    <a:pt x="1025366" y="521461"/>
                    <a:pt x="984409" y="510031"/>
                    <a:pt x="943451" y="503364"/>
                  </a:cubicBezTo>
                  <a:cubicBezTo>
                    <a:pt x="906304" y="496696"/>
                    <a:pt x="869156" y="496696"/>
                    <a:pt x="832961" y="503364"/>
                  </a:cubicBezTo>
                  <a:cubicBezTo>
                    <a:pt x="795814" y="510031"/>
                    <a:pt x="760571" y="521461"/>
                    <a:pt x="731044" y="545274"/>
                  </a:cubicBezTo>
                  <a:cubicBezTo>
                    <a:pt x="700564" y="569086"/>
                    <a:pt x="699611" y="608139"/>
                    <a:pt x="725329" y="632904"/>
                  </a:cubicBezTo>
                  <a:cubicBezTo>
                    <a:pt x="737711" y="644334"/>
                    <a:pt x="751046" y="653859"/>
                    <a:pt x="766286" y="660526"/>
                  </a:cubicBezTo>
                  <a:cubicBezTo>
                    <a:pt x="805339" y="677671"/>
                    <a:pt x="848201" y="684339"/>
                    <a:pt x="898684" y="686244"/>
                  </a:cubicBezTo>
                  <a:close/>
                </a:path>
              </a:pathLst>
            </a:custGeom>
            <a:solidFill>
              <a:srgbClr val="FF64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1" name="任意多边形: 形状 720">
              <a:extLst>
                <a:ext uri="{FF2B5EF4-FFF2-40B4-BE49-F238E27FC236}">
                  <a16:creationId xmlns:a16="http://schemas.microsoft.com/office/drawing/2014/main" id="{03B36525-C459-4D7B-8645-1DA8DC288FE5}"/>
                </a:ext>
              </a:extLst>
            </p:cNvPr>
            <p:cNvSpPr/>
            <p:nvPr/>
          </p:nvSpPr>
          <p:spPr>
            <a:xfrm>
              <a:off x="2373154" y="2918936"/>
              <a:ext cx="762000" cy="1571625"/>
            </a:xfrm>
            <a:custGeom>
              <a:avLst/>
              <a:gdLst>
                <a:gd name="connsiteX0" fmla="*/ 452914 w 762000"/>
                <a:gd name="connsiteY0" fmla="*/ 998696 h 1571625"/>
                <a:gd name="connsiteX1" fmla="*/ 455771 w 762000"/>
                <a:gd name="connsiteY1" fmla="*/ 980599 h 1571625"/>
                <a:gd name="connsiteX2" fmla="*/ 455771 w 762000"/>
                <a:gd name="connsiteY2" fmla="*/ 825341 h 1571625"/>
                <a:gd name="connsiteX3" fmla="*/ 446246 w 762000"/>
                <a:gd name="connsiteY3" fmla="*/ 793909 h 1571625"/>
                <a:gd name="connsiteX4" fmla="*/ 375761 w 762000"/>
                <a:gd name="connsiteY4" fmla="*/ 631984 h 1571625"/>
                <a:gd name="connsiteX5" fmla="*/ 378619 w 762000"/>
                <a:gd name="connsiteY5" fmla="*/ 510064 h 1571625"/>
                <a:gd name="connsiteX6" fmla="*/ 514826 w 762000"/>
                <a:gd name="connsiteY6" fmla="*/ 436721 h 1571625"/>
                <a:gd name="connsiteX7" fmla="*/ 632936 w 762000"/>
                <a:gd name="connsiteY7" fmla="*/ 508159 h 1571625"/>
                <a:gd name="connsiteX8" fmla="*/ 750094 w 762000"/>
                <a:gd name="connsiteY8" fmla="*/ 715804 h 1571625"/>
                <a:gd name="connsiteX9" fmla="*/ 760571 w 762000"/>
                <a:gd name="connsiteY9" fmla="*/ 775811 h 1571625"/>
                <a:gd name="connsiteX10" fmla="*/ 719614 w 762000"/>
                <a:gd name="connsiteY10" fmla="*/ 908209 h 1571625"/>
                <a:gd name="connsiteX11" fmla="*/ 680561 w 762000"/>
                <a:gd name="connsiteY11" fmla="*/ 931069 h 1571625"/>
                <a:gd name="connsiteX12" fmla="*/ 677704 w 762000"/>
                <a:gd name="connsiteY12" fmla="*/ 957739 h 1571625"/>
                <a:gd name="connsiteX13" fmla="*/ 677704 w 762000"/>
                <a:gd name="connsiteY13" fmla="*/ 1540669 h 1571625"/>
                <a:gd name="connsiteX14" fmla="*/ 644366 w 762000"/>
                <a:gd name="connsiteY14" fmla="*/ 1573054 h 1571625"/>
                <a:gd name="connsiteX15" fmla="*/ 567214 w 762000"/>
                <a:gd name="connsiteY15" fmla="*/ 1548289 h 1571625"/>
                <a:gd name="connsiteX16" fmla="*/ 470059 w 762000"/>
                <a:gd name="connsiteY16" fmla="*/ 1463516 h 1571625"/>
                <a:gd name="connsiteX17" fmla="*/ 456724 w 762000"/>
                <a:gd name="connsiteY17" fmla="*/ 1426369 h 1571625"/>
                <a:gd name="connsiteX18" fmla="*/ 457676 w 762000"/>
                <a:gd name="connsiteY18" fmla="*/ 1302544 h 1571625"/>
                <a:gd name="connsiteX19" fmla="*/ 442436 w 762000"/>
                <a:gd name="connsiteY19" fmla="*/ 1271111 h 1571625"/>
                <a:gd name="connsiteX20" fmla="*/ 332899 w 762000"/>
                <a:gd name="connsiteY20" fmla="*/ 1171099 h 1571625"/>
                <a:gd name="connsiteX21" fmla="*/ 238601 w 762000"/>
                <a:gd name="connsiteY21" fmla="*/ 1056799 h 1571625"/>
                <a:gd name="connsiteX22" fmla="*/ 227171 w 762000"/>
                <a:gd name="connsiteY22" fmla="*/ 1047274 h 1571625"/>
                <a:gd name="connsiteX23" fmla="*/ 227171 w 762000"/>
                <a:gd name="connsiteY23" fmla="*/ 1154906 h 1571625"/>
                <a:gd name="connsiteX24" fmla="*/ 181451 w 762000"/>
                <a:gd name="connsiteY24" fmla="*/ 1126331 h 1571625"/>
                <a:gd name="connsiteX25" fmla="*/ 10001 w 762000"/>
                <a:gd name="connsiteY25" fmla="*/ 827246 h 1571625"/>
                <a:gd name="connsiteX26" fmla="*/ 7144 w 762000"/>
                <a:gd name="connsiteY26" fmla="*/ 784384 h 1571625"/>
                <a:gd name="connsiteX27" fmla="*/ 7144 w 762000"/>
                <a:gd name="connsiteY27" fmla="*/ 188119 h 1571625"/>
                <a:gd name="connsiteX28" fmla="*/ 51911 w 762000"/>
                <a:gd name="connsiteY28" fmla="*/ 15716 h 1571625"/>
                <a:gd name="connsiteX29" fmla="*/ 62389 w 762000"/>
                <a:gd name="connsiteY29" fmla="*/ 7144 h 1571625"/>
                <a:gd name="connsiteX30" fmla="*/ 155734 w 762000"/>
                <a:gd name="connsiteY30" fmla="*/ 60484 h 1571625"/>
                <a:gd name="connsiteX31" fmla="*/ 209074 w 762000"/>
                <a:gd name="connsiteY31" fmla="*/ 90964 h 1571625"/>
                <a:gd name="connsiteX32" fmla="*/ 228124 w 762000"/>
                <a:gd name="connsiteY32" fmla="*/ 123349 h 1571625"/>
                <a:gd name="connsiteX33" fmla="*/ 228124 w 762000"/>
                <a:gd name="connsiteY33" fmla="*/ 541496 h 1571625"/>
                <a:gd name="connsiteX34" fmla="*/ 228124 w 762000"/>
                <a:gd name="connsiteY34" fmla="*/ 745331 h 1571625"/>
                <a:gd name="connsiteX35" fmla="*/ 237649 w 762000"/>
                <a:gd name="connsiteY35" fmla="*/ 776764 h 1571625"/>
                <a:gd name="connsiteX36" fmla="*/ 393859 w 762000"/>
                <a:gd name="connsiteY36" fmla="*/ 954881 h 1571625"/>
                <a:gd name="connsiteX37" fmla="*/ 442436 w 762000"/>
                <a:gd name="connsiteY37" fmla="*/ 996791 h 1571625"/>
                <a:gd name="connsiteX38" fmla="*/ 452914 w 762000"/>
                <a:gd name="connsiteY38" fmla="*/ 998696 h 1571625"/>
                <a:gd name="connsiteX39" fmla="*/ 442436 w 762000"/>
                <a:gd name="connsiteY39" fmla="*/ 593884 h 1571625"/>
                <a:gd name="connsiteX40" fmla="*/ 444341 w 762000"/>
                <a:gd name="connsiteY40" fmla="*/ 624364 h 1571625"/>
                <a:gd name="connsiteX41" fmla="*/ 519589 w 762000"/>
                <a:gd name="connsiteY41" fmla="*/ 775811 h 1571625"/>
                <a:gd name="connsiteX42" fmla="*/ 599599 w 762000"/>
                <a:gd name="connsiteY42" fmla="*/ 838676 h 1571625"/>
                <a:gd name="connsiteX43" fmla="*/ 687229 w 762000"/>
                <a:gd name="connsiteY43" fmla="*/ 794861 h 1571625"/>
                <a:gd name="connsiteX44" fmla="*/ 688181 w 762000"/>
                <a:gd name="connsiteY44" fmla="*/ 749141 h 1571625"/>
                <a:gd name="connsiteX45" fmla="*/ 610076 w 762000"/>
                <a:gd name="connsiteY45" fmla="*/ 584359 h 1571625"/>
                <a:gd name="connsiteX46" fmla="*/ 520541 w 762000"/>
                <a:gd name="connsiteY46" fmla="*/ 519589 h 1571625"/>
                <a:gd name="connsiteX47" fmla="*/ 445294 w 762000"/>
                <a:gd name="connsiteY47" fmla="*/ 557689 h 1571625"/>
                <a:gd name="connsiteX48" fmla="*/ 442436 w 762000"/>
                <a:gd name="connsiteY48" fmla="*/ 593884 h 1571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62000" h="1571625">
                  <a:moveTo>
                    <a:pt x="452914" y="998696"/>
                  </a:moveTo>
                  <a:cubicBezTo>
                    <a:pt x="457676" y="992981"/>
                    <a:pt x="455771" y="986314"/>
                    <a:pt x="455771" y="980599"/>
                  </a:cubicBezTo>
                  <a:cubicBezTo>
                    <a:pt x="455771" y="929164"/>
                    <a:pt x="455771" y="876776"/>
                    <a:pt x="455771" y="825341"/>
                  </a:cubicBezTo>
                  <a:cubicBezTo>
                    <a:pt x="455771" y="812959"/>
                    <a:pt x="452914" y="803434"/>
                    <a:pt x="446246" y="793909"/>
                  </a:cubicBezTo>
                  <a:cubicBezTo>
                    <a:pt x="411956" y="744379"/>
                    <a:pt x="387191" y="691039"/>
                    <a:pt x="375761" y="631984"/>
                  </a:cubicBezTo>
                  <a:cubicBezTo>
                    <a:pt x="368141" y="591026"/>
                    <a:pt x="366236" y="551021"/>
                    <a:pt x="378619" y="510064"/>
                  </a:cubicBezTo>
                  <a:cubicBezTo>
                    <a:pt x="397669" y="447199"/>
                    <a:pt x="451961" y="420529"/>
                    <a:pt x="514826" y="436721"/>
                  </a:cubicBezTo>
                  <a:cubicBezTo>
                    <a:pt x="560546" y="449104"/>
                    <a:pt x="597694" y="476726"/>
                    <a:pt x="632936" y="508159"/>
                  </a:cubicBezTo>
                  <a:cubicBezTo>
                    <a:pt x="694849" y="564356"/>
                    <a:pt x="728186" y="636746"/>
                    <a:pt x="750094" y="715804"/>
                  </a:cubicBezTo>
                  <a:cubicBezTo>
                    <a:pt x="755809" y="735806"/>
                    <a:pt x="759619" y="755809"/>
                    <a:pt x="760571" y="775811"/>
                  </a:cubicBezTo>
                  <a:cubicBezTo>
                    <a:pt x="761524" y="824389"/>
                    <a:pt x="757714" y="872014"/>
                    <a:pt x="719614" y="908209"/>
                  </a:cubicBezTo>
                  <a:cubicBezTo>
                    <a:pt x="708184" y="918686"/>
                    <a:pt x="693896" y="924401"/>
                    <a:pt x="680561" y="931069"/>
                  </a:cubicBezTo>
                  <a:cubicBezTo>
                    <a:pt x="675799" y="939641"/>
                    <a:pt x="677704" y="949166"/>
                    <a:pt x="677704" y="957739"/>
                  </a:cubicBezTo>
                  <a:cubicBezTo>
                    <a:pt x="677704" y="1152049"/>
                    <a:pt x="677704" y="1346359"/>
                    <a:pt x="677704" y="1540669"/>
                  </a:cubicBezTo>
                  <a:cubicBezTo>
                    <a:pt x="677704" y="1572101"/>
                    <a:pt x="675799" y="1574959"/>
                    <a:pt x="644366" y="1573054"/>
                  </a:cubicBezTo>
                  <a:cubicBezTo>
                    <a:pt x="616744" y="1571149"/>
                    <a:pt x="591026" y="1561624"/>
                    <a:pt x="567214" y="1548289"/>
                  </a:cubicBezTo>
                  <a:cubicBezTo>
                    <a:pt x="529114" y="1526381"/>
                    <a:pt x="497681" y="1496854"/>
                    <a:pt x="470059" y="1463516"/>
                  </a:cubicBezTo>
                  <a:cubicBezTo>
                    <a:pt x="461486" y="1453039"/>
                    <a:pt x="456724" y="1440656"/>
                    <a:pt x="456724" y="1426369"/>
                  </a:cubicBezTo>
                  <a:cubicBezTo>
                    <a:pt x="457676" y="1385411"/>
                    <a:pt x="456724" y="1344454"/>
                    <a:pt x="457676" y="1302544"/>
                  </a:cubicBezTo>
                  <a:cubicBezTo>
                    <a:pt x="457676" y="1289209"/>
                    <a:pt x="453866" y="1280636"/>
                    <a:pt x="442436" y="1271111"/>
                  </a:cubicBezTo>
                  <a:cubicBezTo>
                    <a:pt x="404336" y="1239679"/>
                    <a:pt x="366236" y="1208246"/>
                    <a:pt x="332899" y="1171099"/>
                  </a:cubicBezTo>
                  <a:cubicBezTo>
                    <a:pt x="299561" y="1133951"/>
                    <a:pt x="267176" y="1097756"/>
                    <a:pt x="238601" y="1056799"/>
                  </a:cubicBezTo>
                  <a:cubicBezTo>
                    <a:pt x="235744" y="1052989"/>
                    <a:pt x="233839" y="1050131"/>
                    <a:pt x="227171" y="1047274"/>
                  </a:cubicBezTo>
                  <a:cubicBezTo>
                    <a:pt x="227171" y="1082516"/>
                    <a:pt x="227171" y="1117759"/>
                    <a:pt x="227171" y="1154906"/>
                  </a:cubicBezTo>
                  <a:cubicBezTo>
                    <a:pt x="207169" y="1149191"/>
                    <a:pt x="193834" y="1136809"/>
                    <a:pt x="181451" y="1126331"/>
                  </a:cubicBezTo>
                  <a:cubicBezTo>
                    <a:pt x="88106" y="1047274"/>
                    <a:pt x="34766" y="945356"/>
                    <a:pt x="10001" y="827246"/>
                  </a:cubicBezTo>
                  <a:cubicBezTo>
                    <a:pt x="7144" y="812959"/>
                    <a:pt x="7144" y="798671"/>
                    <a:pt x="7144" y="784384"/>
                  </a:cubicBezTo>
                  <a:cubicBezTo>
                    <a:pt x="7144" y="585311"/>
                    <a:pt x="7144" y="387191"/>
                    <a:pt x="7144" y="188119"/>
                  </a:cubicBezTo>
                  <a:cubicBezTo>
                    <a:pt x="7144" y="126206"/>
                    <a:pt x="26194" y="70009"/>
                    <a:pt x="51911" y="15716"/>
                  </a:cubicBezTo>
                  <a:cubicBezTo>
                    <a:pt x="53816" y="11906"/>
                    <a:pt x="55721" y="9049"/>
                    <a:pt x="62389" y="7144"/>
                  </a:cubicBezTo>
                  <a:cubicBezTo>
                    <a:pt x="92869" y="24289"/>
                    <a:pt x="124301" y="42386"/>
                    <a:pt x="155734" y="60484"/>
                  </a:cubicBezTo>
                  <a:cubicBezTo>
                    <a:pt x="173831" y="70961"/>
                    <a:pt x="190976" y="82391"/>
                    <a:pt x="209074" y="90964"/>
                  </a:cubicBezTo>
                  <a:cubicBezTo>
                    <a:pt x="223361" y="97631"/>
                    <a:pt x="228124" y="107156"/>
                    <a:pt x="228124" y="123349"/>
                  </a:cubicBezTo>
                  <a:cubicBezTo>
                    <a:pt x="227171" y="262414"/>
                    <a:pt x="228124" y="402431"/>
                    <a:pt x="228124" y="541496"/>
                  </a:cubicBezTo>
                  <a:cubicBezTo>
                    <a:pt x="228124" y="609124"/>
                    <a:pt x="228124" y="676751"/>
                    <a:pt x="228124" y="745331"/>
                  </a:cubicBezTo>
                  <a:cubicBezTo>
                    <a:pt x="228124" y="757714"/>
                    <a:pt x="230981" y="767239"/>
                    <a:pt x="237649" y="776764"/>
                  </a:cubicBezTo>
                  <a:cubicBezTo>
                    <a:pt x="284321" y="840581"/>
                    <a:pt x="335756" y="900589"/>
                    <a:pt x="393859" y="954881"/>
                  </a:cubicBezTo>
                  <a:cubicBezTo>
                    <a:pt x="409099" y="969169"/>
                    <a:pt x="426244" y="982504"/>
                    <a:pt x="442436" y="996791"/>
                  </a:cubicBezTo>
                  <a:cubicBezTo>
                    <a:pt x="443389" y="997744"/>
                    <a:pt x="447199" y="999649"/>
                    <a:pt x="452914" y="998696"/>
                  </a:cubicBezTo>
                  <a:close/>
                  <a:moveTo>
                    <a:pt x="442436" y="593884"/>
                  </a:moveTo>
                  <a:cubicBezTo>
                    <a:pt x="443389" y="603409"/>
                    <a:pt x="442436" y="613886"/>
                    <a:pt x="444341" y="624364"/>
                  </a:cubicBezTo>
                  <a:cubicBezTo>
                    <a:pt x="454819" y="682466"/>
                    <a:pt x="482441" y="731996"/>
                    <a:pt x="519589" y="775811"/>
                  </a:cubicBezTo>
                  <a:cubicBezTo>
                    <a:pt x="541496" y="802481"/>
                    <a:pt x="568166" y="824389"/>
                    <a:pt x="599599" y="838676"/>
                  </a:cubicBezTo>
                  <a:cubicBezTo>
                    <a:pt x="650081" y="861536"/>
                    <a:pt x="680561" y="831056"/>
                    <a:pt x="687229" y="794861"/>
                  </a:cubicBezTo>
                  <a:cubicBezTo>
                    <a:pt x="690086" y="779621"/>
                    <a:pt x="690086" y="764381"/>
                    <a:pt x="688181" y="749141"/>
                  </a:cubicBezTo>
                  <a:cubicBezTo>
                    <a:pt x="678656" y="686276"/>
                    <a:pt x="651034" y="631984"/>
                    <a:pt x="610076" y="584359"/>
                  </a:cubicBezTo>
                  <a:cubicBezTo>
                    <a:pt x="585311" y="555784"/>
                    <a:pt x="556736" y="531971"/>
                    <a:pt x="520541" y="519589"/>
                  </a:cubicBezTo>
                  <a:cubicBezTo>
                    <a:pt x="486251" y="508159"/>
                    <a:pt x="455771" y="523399"/>
                    <a:pt x="445294" y="557689"/>
                  </a:cubicBezTo>
                  <a:cubicBezTo>
                    <a:pt x="441484" y="570071"/>
                    <a:pt x="442436" y="581501"/>
                    <a:pt x="442436" y="593884"/>
                  </a:cubicBezTo>
                  <a:close/>
                </a:path>
              </a:pathLst>
            </a:custGeom>
            <a:solidFill>
              <a:srgbClr val="FF64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2" name="任意多边形: 形状 721">
              <a:extLst>
                <a:ext uri="{FF2B5EF4-FFF2-40B4-BE49-F238E27FC236}">
                  <a16:creationId xmlns:a16="http://schemas.microsoft.com/office/drawing/2014/main" id="{5146D70D-F19E-4BF5-9ACA-6520C1F15222}"/>
                </a:ext>
              </a:extLst>
            </p:cNvPr>
            <p:cNvSpPr/>
            <p:nvPr/>
          </p:nvSpPr>
          <p:spPr>
            <a:xfrm>
              <a:off x="3484718" y="2914173"/>
              <a:ext cx="790575" cy="1428750"/>
            </a:xfrm>
            <a:custGeom>
              <a:avLst/>
              <a:gdLst>
                <a:gd name="connsiteX0" fmla="*/ 117637 w 790575"/>
                <a:gd name="connsiteY0" fmla="*/ 1421606 h 1428750"/>
                <a:gd name="connsiteX1" fmla="*/ 112875 w 790575"/>
                <a:gd name="connsiteY1" fmla="*/ 1405414 h 1428750"/>
                <a:gd name="connsiteX2" fmla="*/ 112875 w 790575"/>
                <a:gd name="connsiteY2" fmla="*/ 1190149 h 1428750"/>
                <a:gd name="connsiteX3" fmla="*/ 132877 w 790575"/>
                <a:gd name="connsiteY3" fmla="*/ 1155859 h 1428750"/>
                <a:gd name="connsiteX4" fmla="*/ 286230 w 790575"/>
                <a:gd name="connsiteY4" fmla="*/ 1052989 h 1428750"/>
                <a:gd name="connsiteX5" fmla="*/ 446250 w 790575"/>
                <a:gd name="connsiteY5" fmla="*/ 861536 h 1428750"/>
                <a:gd name="connsiteX6" fmla="*/ 534832 w 790575"/>
                <a:gd name="connsiteY6" fmla="*/ 664369 h 1428750"/>
                <a:gd name="connsiteX7" fmla="*/ 538642 w 790575"/>
                <a:gd name="connsiteY7" fmla="*/ 631031 h 1428750"/>
                <a:gd name="connsiteX8" fmla="*/ 520545 w 790575"/>
                <a:gd name="connsiteY8" fmla="*/ 635794 h 1428750"/>
                <a:gd name="connsiteX9" fmla="*/ 388147 w 790575"/>
                <a:gd name="connsiteY9" fmla="*/ 711994 h 1428750"/>
                <a:gd name="connsiteX10" fmla="*/ 353857 w 790575"/>
                <a:gd name="connsiteY10" fmla="*/ 747236 h 1428750"/>
                <a:gd name="connsiteX11" fmla="*/ 275752 w 790575"/>
                <a:gd name="connsiteY11" fmla="*/ 858679 h 1428750"/>
                <a:gd name="connsiteX12" fmla="*/ 141450 w 790575"/>
                <a:gd name="connsiteY12" fmla="*/ 939641 h 1428750"/>
                <a:gd name="connsiteX13" fmla="*/ 14767 w 790575"/>
                <a:gd name="connsiteY13" fmla="*/ 857726 h 1428750"/>
                <a:gd name="connsiteX14" fmla="*/ 31912 w 790575"/>
                <a:gd name="connsiteY14" fmla="*/ 678656 h 1428750"/>
                <a:gd name="connsiteX15" fmla="*/ 108112 w 790575"/>
                <a:gd name="connsiteY15" fmla="*/ 547211 h 1428750"/>
                <a:gd name="connsiteX16" fmla="*/ 199552 w 790575"/>
                <a:gd name="connsiteY16" fmla="*/ 466249 h 1428750"/>
                <a:gd name="connsiteX17" fmla="*/ 260512 w 790575"/>
                <a:gd name="connsiteY17" fmla="*/ 440531 h 1428750"/>
                <a:gd name="connsiteX18" fmla="*/ 354810 w 790575"/>
                <a:gd name="connsiteY18" fmla="*/ 465296 h 1428750"/>
                <a:gd name="connsiteX19" fmla="*/ 360525 w 790575"/>
                <a:gd name="connsiteY19" fmla="*/ 469106 h 1428750"/>
                <a:gd name="connsiteX20" fmla="*/ 364335 w 790575"/>
                <a:gd name="connsiteY20" fmla="*/ 471011 h 1428750"/>
                <a:gd name="connsiteX21" fmla="*/ 397672 w 790575"/>
                <a:gd name="connsiteY21" fmla="*/ 450056 h 1428750"/>
                <a:gd name="connsiteX22" fmla="*/ 551977 w 790575"/>
                <a:gd name="connsiteY22" fmla="*/ 362426 h 1428750"/>
                <a:gd name="connsiteX23" fmla="*/ 562455 w 790575"/>
                <a:gd name="connsiteY23" fmla="*/ 346234 h 1428750"/>
                <a:gd name="connsiteX24" fmla="*/ 562455 w 790575"/>
                <a:gd name="connsiteY24" fmla="*/ 330041 h 1428750"/>
                <a:gd name="connsiteX25" fmla="*/ 562455 w 790575"/>
                <a:gd name="connsiteY25" fmla="*/ 126206 h 1428750"/>
                <a:gd name="connsiteX26" fmla="*/ 582457 w 790575"/>
                <a:gd name="connsiteY26" fmla="*/ 91916 h 1428750"/>
                <a:gd name="connsiteX27" fmla="*/ 708187 w 790575"/>
                <a:gd name="connsiteY27" fmla="*/ 18574 h 1428750"/>
                <a:gd name="connsiteX28" fmla="*/ 731047 w 790575"/>
                <a:gd name="connsiteY28" fmla="*/ 7144 h 1428750"/>
                <a:gd name="connsiteX29" fmla="*/ 745335 w 790575"/>
                <a:gd name="connsiteY29" fmla="*/ 35719 h 1428750"/>
                <a:gd name="connsiteX30" fmla="*/ 777720 w 790575"/>
                <a:gd name="connsiteY30" fmla="*/ 153829 h 1428750"/>
                <a:gd name="connsiteX31" fmla="*/ 783435 w 790575"/>
                <a:gd name="connsiteY31" fmla="*/ 228124 h 1428750"/>
                <a:gd name="connsiteX32" fmla="*/ 784387 w 790575"/>
                <a:gd name="connsiteY32" fmla="*/ 381476 h 1428750"/>
                <a:gd name="connsiteX33" fmla="*/ 753907 w 790575"/>
                <a:gd name="connsiteY33" fmla="*/ 627221 h 1428750"/>
                <a:gd name="connsiteX34" fmla="*/ 687232 w 790575"/>
                <a:gd name="connsiteY34" fmla="*/ 813911 h 1428750"/>
                <a:gd name="connsiteX35" fmla="*/ 684375 w 790575"/>
                <a:gd name="connsiteY35" fmla="*/ 832009 h 1428750"/>
                <a:gd name="connsiteX36" fmla="*/ 782482 w 790575"/>
                <a:gd name="connsiteY36" fmla="*/ 780574 h 1428750"/>
                <a:gd name="connsiteX37" fmla="*/ 775815 w 790575"/>
                <a:gd name="connsiteY37" fmla="*/ 829151 h 1428750"/>
                <a:gd name="connsiteX38" fmla="*/ 670087 w 790575"/>
                <a:gd name="connsiteY38" fmla="*/ 1063466 h 1428750"/>
                <a:gd name="connsiteX39" fmla="*/ 531022 w 790575"/>
                <a:gd name="connsiteY39" fmla="*/ 1178719 h 1428750"/>
                <a:gd name="connsiteX40" fmla="*/ 351000 w 790575"/>
                <a:gd name="connsiteY40" fmla="*/ 1282541 h 1428750"/>
                <a:gd name="connsiteX41" fmla="*/ 145260 w 790575"/>
                <a:gd name="connsiteY41" fmla="*/ 1400651 h 1428750"/>
                <a:gd name="connsiteX42" fmla="*/ 117637 w 790575"/>
                <a:gd name="connsiteY42" fmla="*/ 1421606 h 1428750"/>
                <a:gd name="connsiteX43" fmla="*/ 77632 w 790575"/>
                <a:gd name="connsiteY43" fmla="*/ 779621 h 1428750"/>
                <a:gd name="connsiteX44" fmla="*/ 77632 w 790575"/>
                <a:gd name="connsiteY44" fmla="*/ 797719 h 1428750"/>
                <a:gd name="connsiteX45" fmla="*/ 83347 w 790575"/>
                <a:gd name="connsiteY45" fmla="*/ 819626 h 1428750"/>
                <a:gd name="connsiteX46" fmla="*/ 159547 w 790575"/>
                <a:gd name="connsiteY46" fmla="*/ 857726 h 1428750"/>
                <a:gd name="connsiteX47" fmla="*/ 226222 w 790575"/>
                <a:gd name="connsiteY47" fmla="*/ 812006 h 1428750"/>
                <a:gd name="connsiteX48" fmla="*/ 308137 w 790575"/>
                <a:gd name="connsiteY48" fmla="*/ 664369 h 1428750"/>
                <a:gd name="connsiteX49" fmla="*/ 312900 w 790575"/>
                <a:gd name="connsiteY49" fmla="*/ 576739 h 1428750"/>
                <a:gd name="connsiteX50" fmla="*/ 226222 w 790575"/>
                <a:gd name="connsiteY50" fmla="*/ 533876 h 1428750"/>
                <a:gd name="connsiteX51" fmla="*/ 177645 w 790575"/>
                <a:gd name="connsiteY51" fmla="*/ 567214 h 1428750"/>
                <a:gd name="connsiteX52" fmla="*/ 100492 w 790575"/>
                <a:gd name="connsiteY52" fmla="*/ 678656 h 1428750"/>
                <a:gd name="connsiteX53" fmla="*/ 77632 w 790575"/>
                <a:gd name="connsiteY53" fmla="*/ 779621 h 14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90575" h="1428750">
                  <a:moveTo>
                    <a:pt x="117637" y="1421606"/>
                  </a:moveTo>
                  <a:cubicBezTo>
                    <a:pt x="110970" y="1416844"/>
                    <a:pt x="112875" y="1411129"/>
                    <a:pt x="112875" y="1405414"/>
                  </a:cubicBezTo>
                  <a:cubicBezTo>
                    <a:pt x="112875" y="1333976"/>
                    <a:pt x="112875" y="1262539"/>
                    <a:pt x="112875" y="1190149"/>
                  </a:cubicBezTo>
                  <a:cubicBezTo>
                    <a:pt x="112875" y="1173956"/>
                    <a:pt x="118590" y="1163479"/>
                    <a:pt x="132877" y="1155859"/>
                  </a:cubicBezTo>
                  <a:cubicBezTo>
                    <a:pt x="186217" y="1124426"/>
                    <a:pt x="238605" y="1092994"/>
                    <a:pt x="286230" y="1052989"/>
                  </a:cubicBezTo>
                  <a:cubicBezTo>
                    <a:pt x="350047" y="998696"/>
                    <a:pt x="402435" y="933926"/>
                    <a:pt x="446250" y="861536"/>
                  </a:cubicBezTo>
                  <a:cubicBezTo>
                    <a:pt x="484350" y="799624"/>
                    <a:pt x="512925" y="733901"/>
                    <a:pt x="534832" y="664369"/>
                  </a:cubicBezTo>
                  <a:cubicBezTo>
                    <a:pt x="538642" y="651034"/>
                    <a:pt x="539595" y="647224"/>
                    <a:pt x="538642" y="631031"/>
                  </a:cubicBezTo>
                  <a:cubicBezTo>
                    <a:pt x="531022" y="626269"/>
                    <a:pt x="525307" y="632936"/>
                    <a:pt x="520545" y="635794"/>
                  </a:cubicBezTo>
                  <a:cubicBezTo>
                    <a:pt x="476730" y="661511"/>
                    <a:pt x="432915" y="687229"/>
                    <a:pt x="388147" y="711994"/>
                  </a:cubicBezTo>
                  <a:cubicBezTo>
                    <a:pt x="372907" y="720566"/>
                    <a:pt x="361477" y="731996"/>
                    <a:pt x="353857" y="747236"/>
                  </a:cubicBezTo>
                  <a:cubicBezTo>
                    <a:pt x="332902" y="788194"/>
                    <a:pt x="308137" y="826294"/>
                    <a:pt x="275752" y="858679"/>
                  </a:cubicBezTo>
                  <a:cubicBezTo>
                    <a:pt x="238605" y="897731"/>
                    <a:pt x="196695" y="929164"/>
                    <a:pt x="141450" y="939641"/>
                  </a:cubicBezTo>
                  <a:cubicBezTo>
                    <a:pt x="76680" y="952024"/>
                    <a:pt x="31912" y="921544"/>
                    <a:pt x="14767" y="857726"/>
                  </a:cubicBezTo>
                  <a:cubicBezTo>
                    <a:pt x="-1425" y="796766"/>
                    <a:pt x="10005" y="736759"/>
                    <a:pt x="31912" y="678656"/>
                  </a:cubicBezTo>
                  <a:cubicBezTo>
                    <a:pt x="50010" y="630079"/>
                    <a:pt x="76680" y="587216"/>
                    <a:pt x="108112" y="547211"/>
                  </a:cubicBezTo>
                  <a:cubicBezTo>
                    <a:pt x="133830" y="514826"/>
                    <a:pt x="164310" y="488156"/>
                    <a:pt x="199552" y="466249"/>
                  </a:cubicBezTo>
                  <a:cubicBezTo>
                    <a:pt x="218602" y="454819"/>
                    <a:pt x="238605" y="446246"/>
                    <a:pt x="260512" y="440531"/>
                  </a:cubicBezTo>
                  <a:cubicBezTo>
                    <a:pt x="296707" y="431006"/>
                    <a:pt x="328140" y="439579"/>
                    <a:pt x="354810" y="465296"/>
                  </a:cubicBezTo>
                  <a:cubicBezTo>
                    <a:pt x="356715" y="467201"/>
                    <a:pt x="358620" y="468154"/>
                    <a:pt x="360525" y="469106"/>
                  </a:cubicBezTo>
                  <a:cubicBezTo>
                    <a:pt x="361477" y="469106"/>
                    <a:pt x="361477" y="470059"/>
                    <a:pt x="364335" y="471011"/>
                  </a:cubicBezTo>
                  <a:cubicBezTo>
                    <a:pt x="374812" y="464344"/>
                    <a:pt x="386242" y="456724"/>
                    <a:pt x="397672" y="450056"/>
                  </a:cubicBezTo>
                  <a:cubicBezTo>
                    <a:pt x="449107" y="420529"/>
                    <a:pt x="499590" y="389096"/>
                    <a:pt x="551977" y="362426"/>
                  </a:cubicBezTo>
                  <a:cubicBezTo>
                    <a:pt x="559597" y="358616"/>
                    <a:pt x="562455" y="353854"/>
                    <a:pt x="562455" y="346234"/>
                  </a:cubicBezTo>
                  <a:cubicBezTo>
                    <a:pt x="562455" y="340519"/>
                    <a:pt x="562455" y="335756"/>
                    <a:pt x="562455" y="330041"/>
                  </a:cubicBezTo>
                  <a:cubicBezTo>
                    <a:pt x="562455" y="262414"/>
                    <a:pt x="562455" y="194786"/>
                    <a:pt x="562455" y="126206"/>
                  </a:cubicBezTo>
                  <a:cubicBezTo>
                    <a:pt x="562455" y="110014"/>
                    <a:pt x="567217" y="100489"/>
                    <a:pt x="582457" y="91916"/>
                  </a:cubicBezTo>
                  <a:cubicBezTo>
                    <a:pt x="625320" y="69056"/>
                    <a:pt x="666277" y="43339"/>
                    <a:pt x="708187" y="18574"/>
                  </a:cubicBezTo>
                  <a:cubicBezTo>
                    <a:pt x="715807" y="14764"/>
                    <a:pt x="723427" y="10954"/>
                    <a:pt x="731047" y="7144"/>
                  </a:cubicBezTo>
                  <a:cubicBezTo>
                    <a:pt x="740572" y="14764"/>
                    <a:pt x="740572" y="26194"/>
                    <a:pt x="745335" y="35719"/>
                  </a:cubicBezTo>
                  <a:cubicBezTo>
                    <a:pt x="763432" y="72866"/>
                    <a:pt x="773910" y="112871"/>
                    <a:pt x="777720" y="153829"/>
                  </a:cubicBezTo>
                  <a:cubicBezTo>
                    <a:pt x="780577" y="178594"/>
                    <a:pt x="783435" y="203359"/>
                    <a:pt x="783435" y="228124"/>
                  </a:cubicBezTo>
                  <a:cubicBezTo>
                    <a:pt x="783435" y="279559"/>
                    <a:pt x="782482" y="330041"/>
                    <a:pt x="784387" y="381476"/>
                  </a:cubicBezTo>
                  <a:cubicBezTo>
                    <a:pt x="787245" y="464344"/>
                    <a:pt x="774862" y="546259"/>
                    <a:pt x="753907" y="627221"/>
                  </a:cubicBezTo>
                  <a:cubicBezTo>
                    <a:pt x="737715" y="691039"/>
                    <a:pt x="714855" y="752951"/>
                    <a:pt x="687232" y="813911"/>
                  </a:cubicBezTo>
                  <a:cubicBezTo>
                    <a:pt x="685327" y="818674"/>
                    <a:pt x="681517" y="823436"/>
                    <a:pt x="684375" y="832009"/>
                  </a:cubicBezTo>
                  <a:cubicBezTo>
                    <a:pt x="717712" y="817721"/>
                    <a:pt x="746287" y="792956"/>
                    <a:pt x="782482" y="780574"/>
                  </a:cubicBezTo>
                  <a:cubicBezTo>
                    <a:pt x="784387" y="798671"/>
                    <a:pt x="778672" y="813911"/>
                    <a:pt x="775815" y="829151"/>
                  </a:cubicBezTo>
                  <a:cubicBezTo>
                    <a:pt x="761527" y="916781"/>
                    <a:pt x="724380" y="993934"/>
                    <a:pt x="670087" y="1063466"/>
                  </a:cubicBezTo>
                  <a:cubicBezTo>
                    <a:pt x="631987" y="1111091"/>
                    <a:pt x="584362" y="1148239"/>
                    <a:pt x="531022" y="1178719"/>
                  </a:cubicBezTo>
                  <a:cubicBezTo>
                    <a:pt x="471015" y="1213009"/>
                    <a:pt x="411007" y="1247299"/>
                    <a:pt x="351000" y="1282541"/>
                  </a:cubicBezTo>
                  <a:cubicBezTo>
                    <a:pt x="282420" y="1321594"/>
                    <a:pt x="213840" y="1360646"/>
                    <a:pt x="145260" y="1400651"/>
                  </a:cubicBezTo>
                  <a:cubicBezTo>
                    <a:pt x="135735" y="1408271"/>
                    <a:pt x="126210" y="1414939"/>
                    <a:pt x="117637" y="1421606"/>
                  </a:cubicBezTo>
                  <a:close/>
                  <a:moveTo>
                    <a:pt x="77632" y="779621"/>
                  </a:moveTo>
                  <a:cubicBezTo>
                    <a:pt x="77632" y="785336"/>
                    <a:pt x="76680" y="792004"/>
                    <a:pt x="77632" y="797719"/>
                  </a:cubicBezTo>
                  <a:cubicBezTo>
                    <a:pt x="78585" y="805339"/>
                    <a:pt x="81442" y="812006"/>
                    <a:pt x="83347" y="819626"/>
                  </a:cubicBezTo>
                  <a:cubicBezTo>
                    <a:pt x="94777" y="856774"/>
                    <a:pt x="122400" y="869156"/>
                    <a:pt x="159547" y="857726"/>
                  </a:cubicBezTo>
                  <a:cubicBezTo>
                    <a:pt x="186217" y="849154"/>
                    <a:pt x="207172" y="831056"/>
                    <a:pt x="226222" y="812006"/>
                  </a:cubicBezTo>
                  <a:cubicBezTo>
                    <a:pt x="266227" y="770096"/>
                    <a:pt x="293850" y="720566"/>
                    <a:pt x="308137" y="664369"/>
                  </a:cubicBezTo>
                  <a:cubicBezTo>
                    <a:pt x="315757" y="635794"/>
                    <a:pt x="321472" y="607219"/>
                    <a:pt x="312900" y="576739"/>
                  </a:cubicBezTo>
                  <a:cubicBezTo>
                    <a:pt x="303375" y="542449"/>
                    <a:pt x="276705" y="511016"/>
                    <a:pt x="226222" y="533876"/>
                  </a:cubicBezTo>
                  <a:cubicBezTo>
                    <a:pt x="208125" y="542449"/>
                    <a:pt x="192885" y="553879"/>
                    <a:pt x="177645" y="567214"/>
                  </a:cubicBezTo>
                  <a:cubicBezTo>
                    <a:pt x="143355" y="598646"/>
                    <a:pt x="118590" y="636746"/>
                    <a:pt x="100492" y="678656"/>
                  </a:cubicBezTo>
                  <a:cubicBezTo>
                    <a:pt x="87157" y="711041"/>
                    <a:pt x="78585" y="744379"/>
                    <a:pt x="77632" y="779621"/>
                  </a:cubicBezTo>
                  <a:close/>
                </a:path>
              </a:pathLst>
            </a:custGeom>
            <a:solidFill>
              <a:srgbClr val="FF65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3" name="任意多边形: 形状 722">
              <a:extLst>
                <a:ext uri="{FF2B5EF4-FFF2-40B4-BE49-F238E27FC236}">
                  <a16:creationId xmlns:a16="http://schemas.microsoft.com/office/drawing/2014/main" id="{C56D7031-1A9E-45D5-9545-C88D32254AAE}"/>
                </a:ext>
              </a:extLst>
            </p:cNvPr>
            <p:cNvSpPr/>
            <p:nvPr/>
          </p:nvSpPr>
          <p:spPr>
            <a:xfrm>
              <a:off x="9015889" y="2679292"/>
              <a:ext cx="609600" cy="838200"/>
            </a:xfrm>
            <a:custGeom>
              <a:avLst/>
              <a:gdLst>
                <a:gd name="connsiteX0" fmla="*/ 449104 w 609600"/>
                <a:gd name="connsiteY0" fmla="*/ 384900 h 838200"/>
                <a:gd name="connsiteX1" fmla="*/ 464344 w 609600"/>
                <a:gd name="connsiteY1" fmla="*/ 393473 h 838200"/>
                <a:gd name="connsiteX2" fmla="*/ 606267 w 609600"/>
                <a:gd name="connsiteY2" fmla="*/ 566828 h 838200"/>
                <a:gd name="connsiteX3" fmla="*/ 501491 w 609600"/>
                <a:gd name="connsiteY3" fmla="*/ 775425 h 838200"/>
                <a:gd name="connsiteX4" fmla="*/ 372904 w 609600"/>
                <a:gd name="connsiteY4" fmla="*/ 821145 h 838200"/>
                <a:gd name="connsiteX5" fmla="*/ 131922 w 609600"/>
                <a:gd name="connsiteY5" fmla="*/ 832575 h 838200"/>
                <a:gd name="connsiteX6" fmla="*/ 36672 w 609600"/>
                <a:gd name="connsiteY6" fmla="*/ 825908 h 838200"/>
                <a:gd name="connsiteX7" fmla="*/ 7144 w 609600"/>
                <a:gd name="connsiteY7" fmla="*/ 820193 h 838200"/>
                <a:gd name="connsiteX8" fmla="*/ 7144 w 609600"/>
                <a:gd name="connsiteY8" fmla="*/ 24855 h 838200"/>
                <a:gd name="connsiteX9" fmla="*/ 83344 w 609600"/>
                <a:gd name="connsiteY9" fmla="*/ 13425 h 838200"/>
                <a:gd name="connsiteX10" fmla="*/ 309086 w 609600"/>
                <a:gd name="connsiteY10" fmla="*/ 8663 h 838200"/>
                <a:gd name="connsiteX11" fmla="*/ 421481 w 609600"/>
                <a:gd name="connsiteY11" fmla="*/ 26760 h 838200"/>
                <a:gd name="connsiteX12" fmla="*/ 511016 w 609600"/>
                <a:gd name="connsiteY12" fmla="*/ 71528 h 838200"/>
                <a:gd name="connsiteX13" fmla="*/ 513874 w 609600"/>
                <a:gd name="connsiteY13" fmla="*/ 348705 h 838200"/>
                <a:gd name="connsiteX14" fmla="*/ 483394 w 609600"/>
                <a:gd name="connsiteY14" fmla="*/ 368708 h 838200"/>
                <a:gd name="connsiteX15" fmla="*/ 449104 w 609600"/>
                <a:gd name="connsiteY15" fmla="*/ 384900 h 838200"/>
                <a:gd name="connsiteX16" fmla="*/ 188119 w 609600"/>
                <a:gd name="connsiteY16" fmla="*/ 466815 h 838200"/>
                <a:gd name="connsiteX17" fmla="*/ 188119 w 609600"/>
                <a:gd name="connsiteY17" fmla="*/ 696368 h 838200"/>
                <a:gd name="connsiteX18" fmla="*/ 298609 w 609600"/>
                <a:gd name="connsiteY18" fmla="*/ 695415 h 838200"/>
                <a:gd name="connsiteX19" fmla="*/ 361474 w 609600"/>
                <a:gd name="connsiteY19" fmla="*/ 675413 h 838200"/>
                <a:gd name="connsiteX20" fmla="*/ 411004 w 609600"/>
                <a:gd name="connsiteY20" fmla="*/ 610643 h 838200"/>
                <a:gd name="connsiteX21" fmla="*/ 341472 w 609600"/>
                <a:gd name="connsiteY21" fmla="*/ 482055 h 838200"/>
                <a:gd name="connsiteX22" fmla="*/ 188119 w 609600"/>
                <a:gd name="connsiteY22" fmla="*/ 466815 h 838200"/>
                <a:gd name="connsiteX23" fmla="*/ 187166 w 609600"/>
                <a:gd name="connsiteY23" fmla="*/ 334418 h 838200"/>
                <a:gd name="connsiteX24" fmla="*/ 330041 w 609600"/>
                <a:gd name="connsiteY24" fmla="*/ 321083 h 838200"/>
                <a:gd name="connsiteX25" fmla="*/ 363379 w 609600"/>
                <a:gd name="connsiteY25" fmla="*/ 302033 h 838200"/>
                <a:gd name="connsiteX26" fmla="*/ 345281 w 609600"/>
                <a:gd name="connsiteY26" fmla="*/ 156300 h 838200"/>
                <a:gd name="connsiteX27" fmla="*/ 310991 w 609600"/>
                <a:gd name="connsiteY27" fmla="*/ 144870 h 838200"/>
                <a:gd name="connsiteX28" fmla="*/ 206216 w 609600"/>
                <a:gd name="connsiteY28" fmla="*/ 142965 h 838200"/>
                <a:gd name="connsiteX29" fmla="*/ 187166 w 609600"/>
                <a:gd name="connsiteY29" fmla="*/ 147728 h 838200"/>
                <a:gd name="connsiteX30" fmla="*/ 187166 w 609600"/>
                <a:gd name="connsiteY30" fmla="*/ 334418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9600" h="838200">
                  <a:moveTo>
                    <a:pt x="449104" y="384900"/>
                  </a:moveTo>
                  <a:cubicBezTo>
                    <a:pt x="452914" y="391568"/>
                    <a:pt x="459581" y="391568"/>
                    <a:pt x="464344" y="393473"/>
                  </a:cubicBezTo>
                  <a:cubicBezTo>
                    <a:pt x="545306" y="423953"/>
                    <a:pt x="597694" y="479198"/>
                    <a:pt x="606267" y="566828"/>
                  </a:cubicBezTo>
                  <a:cubicBezTo>
                    <a:pt x="614839" y="656363"/>
                    <a:pt x="576739" y="726848"/>
                    <a:pt x="501491" y="775425"/>
                  </a:cubicBezTo>
                  <a:cubicBezTo>
                    <a:pt x="462439" y="801143"/>
                    <a:pt x="418624" y="812573"/>
                    <a:pt x="372904" y="821145"/>
                  </a:cubicBezTo>
                  <a:cubicBezTo>
                    <a:pt x="292894" y="835433"/>
                    <a:pt x="211931" y="837338"/>
                    <a:pt x="131922" y="832575"/>
                  </a:cubicBezTo>
                  <a:cubicBezTo>
                    <a:pt x="99536" y="830670"/>
                    <a:pt x="68104" y="827813"/>
                    <a:pt x="36672" y="825908"/>
                  </a:cubicBezTo>
                  <a:cubicBezTo>
                    <a:pt x="27147" y="824955"/>
                    <a:pt x="16669" y="824955"/>
                    <a:pt x="7144" y="820193"/>
                  </a:cubicBezTo>
                  <a:cubicBezTo>
                    <a:pt x="7144" y="555398"/>
                    <a:pt x="7144" y="290603"/>
                    <a:pt x="7144" y="24855"/>
                  </a:cubicBezTo>
                  <a:cubicBezTo>
                    <a:pt x="31909" y="17235"/>
                    <a:pt x="57626" y="16283"/>
                    <a:pt x="83344" y="13425"/>
                  </a:cubicBezTo>
                  <a:cubicBezTo>
                    <a:pt x="158591" y="6758"/>
                    <a:pt x="233839" y="5805"/>
                    <a:pt x="309086" y="8663"/>
                  </a:cubicBezTo>
                  <a:cubicBezTo>
                    <a:pt x="347186" y="10568"/>
                    <a:pt x="385286" y="15330"/>
                    <a:pt x="421481" y="26760"/>
                  </a:cubicBezTo>
                  <a:cubicBezTo>
                    <a:pt x="453866" y="36285"/>
                    <a:pt x="483394" y="51525"/>
                    <a:pt x="511016" y="71528"/>
                  </a:cubicBezTo>
                  <a:cubicBezTo>
                    <a:pt x="602456" y="142013"/>
                    <a:pt x="604361" y="276315"/>
                    <a:pt x="513874" y="348705"/>
                  </a:cubicBezTo>
                  <a:cubicBezTo>
                    <a:pt x="504349" y="356325"/>
                    <a:pt x="493872" y="362993"/>
                    <a:pt x="483394" y="368708"/>
                  </a:cubicBezTo>
                  <a:cubicBezTo>
                    <a:pt x="471964" y="374423"/>
                    <a:pt x="460534" y="379185"/>
                    <a:pt x="449104" y="384900"/>
                  </a:cubicBezTo>
                  <a:close/>
                  <a:moveTo>
                    <a:pt x="188119" y="466815"/>
                  </a:moveTo>
                  <a:cubicBezTo>
                    <a:pt x="188119" y="543968"/>
                    <a:pt x="188119" y="619215"/>
                    <a:pt x="188119" y="696368"/>
                  </a:cubicBezTo>
                  <a:cubicBezTo>
                    <a:pt x="226219" y="699225"/>
                    <a:pt x="262414" y="700178"/>
                    <a:pt x="298609" y="695415"/>
                  </a:cubicBezTo>
                  <a:cubicBezTo>
                    <a:pt x="320516" y="692558"/>
                    <a:pt x="341472" y="686843"/>
                    <a:pt x="361474" y="675413"/>
                  </a:cubicBezTo>
                  <a:cubicBezTo>
                    <a:pt x="387191" y="661125"/>
                    <a:pt x="404336" y="639218"/>
                    <a:pt x="411004" y="610643"/>
                  </a:cubicBezTo>
                  <a:cubicBezTo>
                    <a:pt x="424339" y="550635"/>
                    <a:pt x="399574" y="503010"/>
                    <a:pt x="341472" y="482055"/>
                  </a:cubicBezTo>
                  <a:cubicBezTo>
                    <a:pt x="291941" y="463005"/>
                    <a:pt x="240506" y="465863"/>
                    <a:pt x="188119" y="466815"/>
                  </a:cubicBezTo>
                  <a:close/>
                  <a:moveTo>
                    <a:pt x="187166" y="334418"/>
                  </a:moveTo>
                  <a:cubicBezTo>
                    <a:pt x="235744" y="335370"/>
                    <a:pt x="283369" y="338228"/>
                    <a:pt x="330041" y="321083"/>
                  </a:cubicBezTo>
                  <a:cubicBezTo>
                    <a:pt x="342424" y="316320"/>
                    <a:pt x="352901" y="309653"/>
                    <a:pt x="363379" y="302033"/>
                  </a:cubicBezTo>
                  <a:cubicBezTo>
                    <a:pt x="405289" y="269648"/>
                    <a:pt x="407194" y="184875"/>
                    <a:pt x="345281" y="156300"/>
                  </a:cubicBezTo>
                  <a:cubicBezTo>
                    <a:pt x="333851" y="151538"/>
                    <a:pt x="322422" y="147728"/>
                    <a:pt x="310991" y="144870"/>
                  </a:cubicBezTo>
                  <a:cubicBezTo>
                    <a:pt x="276701" y="138203"/>
                    <a:pt x="241459" y="139155"/>
                    <a:pt x="206216" y="142965"/>
                  </a:cubicBezTo>
                  <a:cubicBezTo>
                    <a:pt x="199549" y="143918"/>
                    <a:pt x="191929" y="142013"/>
                    <a:pt x="187166" y="147728"/>
                  </a:cubicBezTo>
                  <a:cubicBezTo>
                    <a:pt x="187166" y="209640"/>
                    <a:pt x="187166" y="271553"/>
                    <a:pt x="187166" y="334418"/>
                  </a:cubicBezTo>
                  <a:close/>
                </a:path>
              </a:pathLst>
            </a:custGeom>
            <a:solidFill>
              <a:srgbClr val="029E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4" name="任意多边形: 形状 723">
              <a:extLst>
                <a:ext uri="{FF2B5EF4-FFF2-40B4-BE49-F238E27FC236}">
                  <a16:creationId xmlns:a16="http://schemas.microsoft.com/office/drawing/2014/main" id="{13CFB047-0F33-40B2-9E37-FF1647F72CD8}"/>
                </a:ext>
              </a:extLst>
            </p:cNvPr>
            <p:cNvSpPr/>
            <p:nvPr/>
          </p:nvSpPr>
          <p:spPr>
            <a:xfrm>
              <a:off x="6555581" y="2678906"/>
              <a:ext cx="609600" cy="838200"/>
            </a:xfrm>
            <a:custGeom>
              <a:avLst/>
              <a:gdLst>
                <a:gd name="connsiteX0" fmla="*/ 9049 w 609600"/>
                <a:gd name="connsiteY0" fmla="*/ 24289 h 838200"/>
                <a:gd name="connsiteX1" fmla="*/ 140494 w 609600"/>
                <a:gd name="connsiteY1" fmla="*/ 10001 h 838200"/>
                <a:gd name="connsiteX2" fmla="*/ 354806 w 609600"/>
                <a:gd name="connsiteY2" fmla="*/ 12859 h 838200"/>
                <a:gd name="connsiteX3" fmla="*/ 493871 w 609600"/>
                <a:gd name="connsiteY3" fmla="*/ 59531 h 838200"/>
                <a:gd name="connsiteX4" fmla="*/ 500539 w 609600"/>
                <a:gd name="connsiteY4" fmla="*/ 359569 h 838200"/>
                <a:gd name="connsiteX5" fmla="*/ 451009 w 609600"/>
                <a:gd name="connsiteY5" fmla="*/ 385286 h 838200"/>
                <a:gd name="connsiteX6" fmla="*/ 474821 w 609600"/>
                <a:gd name="connsiteY6" fmla="*/ 397669 h 838200"/>
                <a:gd name="connsiteX7" fmla="*/ 601504 w 609600"/>
                <a:gd name="connsiteY7" fmla="*/ 537686 h 838200"/>
                <a:gd name="connsiteX8" fmla="*/ 491014 w 609600"/>
                <a:gd name="connsiteY8" fmla="*/ 783431 h 838200"/>
                <a:gd name="connsiteX9" fmla="*/ 340519 w 609600"/>
                <a:gd name="connsiteY9" fmla="*/ 827246 h 838200"/>
                <a:gd name="connsiteX10" fmla="*/ 28099 w 609600"/>
                <a:gd name="connsiteY10" fmla="*/ 826294 h 838200"/>
                <a:gd name="connsiteX11" fmla="*/ 7144 w 609600"/>
                <a:gd name="connsiteY11" fmla="*/ 822484 h 838200"/>
                <a:gd name="connsiteX12" fmla="*/ 9049 w 609600"/>
                <a:gd name="connsiteY12" fmla="*/ 24289 h 838200"/>
                <a:gd name="connsiteX13" fmla="*/ 190976 w 609600"/>
                <a:gd name="connsiteY13" fmla="*/ 696754 h 838200"/>
                <a:gd name="connsiteX14" fmla="*/ 297656 w 609600"/>
                <a:gd name="connsiteY14" fmla="*/ 695801 h 838200"/>
                <a:gd name="connsiteX15" fmla="*/ 352901 w 609600"/>
                <a:gd name="connsiteY15" fmla="*/ 680561 h 838200"/>
                <a:gd name="connsiteX16" fmla="*/ 416719 w 609600"/>
                <a:gd name="connsiteY16" fmla="*/ 576739 h 838200"/>
                <a:gd name="connsiteX17" fmla="*/ 349091 w 609600"/>
                <a:gd name="connsiteY17" fmla="*/ 482441 h 838200"/>
                <a:gd name="connsiteX18" fmla="*/ 190976 w 609600"/>
                <a:gd name="connsiteY18" fmla="*/ 465296 h 838200"/>
                <a:gd name="connsiteX19" fmla="*/ 190976 w 609600"/>
                <a:gd name="connsiteY19" fmla="*/ 696754 h 838200"/>
                <a:gd name="connsiteX20" fmla="*/ 192881 w 609600"/>
                <a:gd name="connsiteY20" fmla="*/ 146209 h 838200"/>
                <a:gd name="connsiteX21" fmla="*/ 193834 w 609600"/>
                <a:gd name="connsiteY21" fmla="*/ 334804 h 838200"/>
                <a:gd name="connsiteX22" fmla="*/ 295751 w 609600"/>
                <a:gd name="connsiteY22" fmla="*/ 331946 h 838200"/>
                <a:gd name="connsiteX23" fmla="*/ 343376 w 609600"/>
                <a:gd name="connsiteY23" fmla="*/ 317659 h 838200"/>
                <a:gd name="connsiteX24" fmla="*/ 396716 w 609600"/>
                <a:gd name="connsiteY24" fmla="*/ 227171 h 838200"/>
                <a:gd name="connsiteX25" fmla="*/ 330041 w 609600"/>
                <a:gd name="connsiteY25" fmla="*/ 150019 h 838200"/>
                <a:gd name="connsiteX26" fmla="*/ 192881 w 609600"/>
                <a:gd name="connsiteY26" fmla="*/ 146209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9600" h="838200">
                  <a:moveTo>
                    <a:pt x="9049" y="24289"/>
                  </a:moveTo>
                  <a:cubicBezTo>
                    <a:pt x="53816" y="14764"/>
                    <a:pt x="97631" y="11906"/>
                    <a:pt x="140494" y="10001"/>
                  </a:cubicBezTo>
                  <a:cubicBezTo>
                    <a:pt x="211931" y="7144"/>
                    <a:pt x="283369" y="4286"/>
                    <a:pt x="354806" y="12859"/>
                  </a:cubicBezTo>
                  <a:cubicBezTo>
                    <a:pt x="404336" y="18574"/>
                    <a:pt x="451009" y="32861"/>
                    <a:pt x="493871" y="59531"/>
                  </a:cubicBezTo>
                  <a:cubicBezTo>
                    <a:pt x="605314" y="127159"/>
                    <a:pt x="611029" y="287179"/>
                    <a:pt x="500539" y="359569"/>
                  </a:cubicBezTo>
                  <a:cubicBezTo>
                    <a:pt x="485299" y="370046"/>
                    <a:pt x="469106" y="377666"/>
                    <a:pt x="451009" y="385286"/>
                  </a:cubicBezTo>
                  <a:cubicBezTo>
                    <a:pt x="457676" y="394811"/>
                    <a:pt x="467201" y="393859"/>
                    <a:pt x="474821" y="397669"/>
                  </a:cubicBezTo>
                  <a:cubicBezTo>
                    <a:pt x="538639" y="424339"/>
                    <a:pt x="584359" y="468154"/>
                    <a:pt x="601504" y="537686"/>
                  </a:cubicBezTo>
                  <a:cubicBezTo>
                    <a:pt x="625317" y="635794"/>
                    <a:pt x="580549" y="733901"/>
                    <a:pt x="491014" y="783431"/>
                  </a:cubicBezTo>
                  <a:cubicBezTo>
                    <a:pt x="444341" y="809149"/>
                    <a:pt x="392906" y="820579"/>
                    <a:pt x="340519" y="827246"/>
                  </a:cubicBezTo>
                  <a:cubicBezTo>
                    <a:pt x="236696" y="840581"/>
                    <a:pt x="131921" y="836771"/>
                    <a:pt x="28099" y="826294"/>
                  </a:cubicBezTo>
                  <a:cubicBezTo>
                    <a:pt x="21431" y="825341"/>
                    <a:pt x="14764" y="823436"/>
                    <a:pt x="7144" y="822484"/>
                  </a:cubicBezTo>
                  <a:cubicBezTo>
                    <a:pt x="9049" y="556736"/>
                    <a:pt x="9049" y="290989"/>
                    <a:pt x="9049" y="24289"/>
                  </a:cubicBezTo>
                  <a:close/>
                  <a:moveTo>
                    <a:pt x="190976" y="696754"/>
                  </a:moveTo>
                  <a:cubicBezTo>
                    <a:pt x="228124" y="698659"/>
                    <a:pt x="263366" y="700564"/>
                    <a:pt x="297656" y="695801"/>
                  </a:cubicBezTo>
                  <a:cubicBezTo>
                    <a:pt x="316706" y="692944"/>
                    <a:pt x="334804" y="689134"/>
                    <a:pt x="352901" y="680561"/>
                  </a:cubicBezTo>
                  <a:cubicBezTo>
                    <a:pt x="396716" y="659606"/>
                    <a:pt x="417671" y="625316"/>
                    <a:pt x="416719" y="576739"/>
                  </a:cubicBezTo>
                  <a:cubicBezTo>
                    <a:pt x="415766" y="530066"/>
                    <a:pt x="391001" y="499586"/>
                    <a:pt x="349091" y="482441"/>
                  </a:cubicBezTo>
                  <a:cubicBezTo>
                    <a:pt x="298609" y="461486"/>
                    <a:pt x="245269" y="464344"/>
                    <a:pt x="190976" y="465296"/>
                  </a:cubicBezTo>
                  <a:cubicBezTo>
                    <a:pt x="190976" y="544354"/>
                    <a:pt x="190976" y="618649"/>
                    <a:pt x="190976" y="696754"/>
                  </a:cubicBezTo>
                  <a:close/>
                  <a:moveTo>
                    <a:pt x="192881" y="146209"/>
                  </a:moveTo>
                  <a:cubicBezTo>
                    <a:pt x="188119" y="170974"/>
                    <a:pt x="189071" y="316706"/>
                    <a:pt x="193834" y="334804"/>
                  </a:cubicBezTo>
                  <a:cubicBezTo>
                    <a:pt x="227171" y="335756"/>
                    <a:pt x="261461" y="336709"/>
                    <a:pt x="295751" y="331946"/>
                  </a:cubicBezTo>
                  <a:cubicBezTo>
                    <a:pt x="311944" y="330041"/>
                    <a:pt x="328136" y="324326"/>
                    <a:pt x="343376" y="317659"/>
                  </a:cubicBezTo>
                  <a:cubicBezTo>
                    <a:pt x="380524" y="298609"/>
                    <a:pt x="399574" y="267176"/>
                    <a:pt x="396716" y="227171"/>
                  </a:cubicBezTo>
                  <a:cubicBezTo>
                    <a:pt x="393859" y="189071"/>
                    <a:pt x="370999" y="162401"/>
                    <a:pt x="330041" y="150019"/>
                  </a:cubicBezTo>
                  <a:cubicBezTo>
                    <a:pt x="284321" y="136684"/>
                    <a:pt x="238601" y="139541"/>
                    <a:pt x="192881" y="146209"/>
                  </a:cubicBezTo>
                  <a:close/>
                </a:path>
              </a:pathLst>
            </a:custGeom>
            <a:solidFill>
              <a:srgbClr val="F7811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5" name="任意多边形: 形状 724">
              <a:extLst>
                <a:ext uri="{FF2B5EF4-FFF2-40B4-BE49-F238E27FC236}">
                  <a16:creationId xmlns:a16="http://schemas.microsoft.com/office/drawing/2014/main" id="{9F471205-DC77-433D-9881-7573AC8D444E}"/>
                </a:ext>
              </a:extLst>
            </p:cNvPr>
            <p:cNvSpPr/>
            <p:nvPr/>
          </p:nvSpPr>
          <p:spPr>
            <a:xfrm>
              <a:off x="8055769" y="2686526"/>
              <a:ext cx="752475" cy="819150"/>
            </a:xfrm>
            <a:custGeom>
              <a:avLst/>
              <a:gdLst>
                <a:gd name="connsiteX0" fmla="*/ 254794 w 752475"/>
                <a:gd name="connsiteY0" fmla="*/ 7144 h 819150"/>
                <a:gd name="connsiteX1" fmla="*/ 495776 w 752475"/>
                <a:gd name="connsiteY1" fmla="*/ 7144 h 819150"/>
                <a:gd name="connsiteX2" fmla="*/ 747236 w 752475"/>
                <a:gd name="connsiteY2" fmla="*/ 817721 h 819150"/>
                <a:gd name="connsiteX3" fmla="*/ 550069 w 752475"/>
                <a:gd name="connsiteY3" fmla="*/ 817721 h 819150"/>
                <a:gd name="connsiteX4" fmla="*/ 487204 w 752475"/>
                <a:gd name="connsiteY4" fmla="*/ 611029 h 819150"/>
                <a:gd name="connsiteX5" fmla="*/ 255746 w 752475"/>
                <a:gd name="connsiteY5" fmla="*/ 611029 h 819150"/>
                <a:gd name="connsiteX6" fmla="*/ 197644 w 752475"/>
                <a:gd name="connsiteY6" fmla="*/ 817721 h 819150"/>
                <a:gd name="connsiteX7" fmla="*/ 7144 w 752475"/>
                <a:gd name="connsiteY7" fmla="*/ 817721 h 819150"/>
                <a:gd name="connsiteX8" fmla="*/ 254794 w 752475"/>
                <a:gd name="connsiteY8" fmla="*/ 7144 h 819150"/>
                <a:gd name="connsiteX9" fmla="*/ 458629 w 752475"/>
                <a:gd name="connsiteY9" fmla="*/ 471011 h 819150"/>
                <a:gd name="connsiteX10" fmla="*/ 366236 w 752475"/>
                <a:gd name="connsiteY10" fmla="*/ 146209 h 819150"/>
                <a:gd name="connsiteX11" fmla="*/ 283369 w 752475"/>
                <a:gd name="connsiteY11" fmla="*/ 471011 h 819150"/>
                <a:gd name="connsiteX12" fmla="*/ 458629 w 752475"/>
                <a:gd name="connsiteY12" fmla="*/ 471011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52475" h="819150">
                  <a:moveTo>
                    <a:pt x="254794" y="7144"/>
                  </a:moveTo>
                  <a:cubicBezTo>
                    <a:pt x="336709" y="7144"/>
                    <a:pt x="415766" y="7144"/>
                    <a:pt x="495776" y="7144"/>
                  </a:cubicBezTo>
                  <a:cubicBezTo>
                    <a:pt x="579596" y="276701"/>
                    <a:pt x="663417" y="546259"/>
                    <a:pt x="747236" y="817721"/>
                  </a:cubicBezTo>
                  <a:cubicBezTo>
                    <a:pt x="679609" y="817721"/>
                    <a:pt x="615792" y="817721"/>
                    <a:pt x="550069" y="817721"/>
                  </a:cubicBezTo>
                  <a:cubicBezTo>
                    <a:pt x="529114" y="749141"/>
                    <a:pt x="508159" y="680561"/>
                    <a:pt x="487204" y="611029"/>
                  </a:cubicBezTo>
                  <a:cubicBezTo>
                    <a:pt x="410051" y="611029"/>
                    <a:pt x="333851" y="611029"/>
                    <a:pt x="255746" y="611029"/>
                  </a:cubicBezTo>
                  <a:cubicBezTo>
                    <a:pt x="236696" y="678656"/>
                    <a:pt x="217646" y="747236"/>
                    <a:pt x="197644" y="817721"/>
                  </a:cubicBezTo>
                  <a:cubicBezTo>
                    <a:pt x="134779" y="817721"/>
                    <a:pt x="72866" y="817721"/>
                    <a:pt x="7144" y="817721"/>
                  </a:cubicBezTo>
                  <a:cubicBezTo>
                    <a:pt x="90011" y="547211"/>
                    <a:pt x="171926" y="277654"/>
                    <a:pt x="254794" y="7144"/>
                  </a:cubicBezTo>
                  <a:close/>
                  <a:moveTo>
                    <a:pt x="458629" y="471011"/>
                  </a:moveTo>
                  <a:cubicBezTo>
                    <a:pt x="456724" y="459581"/>
                    <a:pt x="370046" y="153829"/>
                    <a:pt x="366236" y="146209"/>
                  </a:cubicBezTo>
                  <a:cubicBezTo>
                    <a:pt x="345281" y="256699"/>
                    <a:pt x="311944" y="362426"/>
                    <a:pt x="283369" y="471011"/>
                  </a:cubicBezTo>
                  <a:cubicBezTo>
                    <a:pt x="342424" y="471011"/>
                    <a:pt x="400526" y="471011"/>
                    <a:pt x="458629" y="471011"/>
                  </a:cubicBezTo>
                  <a:close/>
                </a:path>
              </a:pathLst>
            </a:custGeom>
            <a:solidFill>
              <a:srgbClr val="953D9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726" name="任意多边形: 形状 725">
              <a:extLst>
                <a:ext uri="{FF2B5EF4-FFF2-40B4-BE49-F238E27FC236}">
                  <a16:creationId xmlns:a16="http://schemas.microsoft.com/office/drawing/2014/main" id="{AF6C0CA6-FE37-420E-908A-B01D8A55586A}"/>
                </a:ext>
              </a:extLst>
            </p:cNvPr>
            <p:cNvSpPr/>
            <p:nvPr/>
          </p:nvSpPr>
          <p:spPr>
            <a:xfrm>
              <a:off x="5597366" y="2687478"/>
              <a:ext cx="752475" cy="819150"/>
            </a:xfrm>
            <a:custGeom>
              <a:avLst/>
              <a:gdLst>
                <a:gd name="connsiteX0" fmla="*/ 255746 w 752475"/>
                <a:gd name="connsiteY0" fmla="*/ 610076 h 819150"/>
                <a:gd name="connsiteX1" fmla="*/ 197644 w 752475"/>
                <a:gd name="connsiteY1" fmla="*/ 816769 h 819150"/>
                <a:gd name="connsiteX2" fmla="*/ 7144 w 752475"/>
                <a:gd name="connsiteY2" fmla="*/ 816769 h 819150"/>
                <a:gd name="connsiteX3" fmla="*/ 254794 w 752475"/>
                <a:gd name="connsiteY3" fmla="*/ 7144 h 819150"/>
                <a:gd name="connsiteX4" fmla="*/ 496728 w 752475"/>
                <a:gd name="connsiteY4" fmla="*/ 7144 h 819150"/>
                <a:gd name="connsiteX5" fmla="*/ 748189 w 752475"/>
                <a:gd name="connsiteY5" fmla="*/ 817721 h 819150"/>
                <a:gd name="connsiteX6" fmla="*/ 551021 w 752475"/>
                <a:gd name="connsiteY6" fmla="*/ 817721 h 819150"/>
                <a:gd name="connsiteX7" fmla="*/ 488156 w 752475"/>
                <a:gd name="connsiteY7" fmla="*/ 611029 h 819150"/>
                <a:gd name="connsiteX8" fmla="*/ 255746 w 752475"/>
                <a:gd name="connsiteY8" fmla="*/ 610076 h 819150"/>
                <a:gd name="connsiteX9" fmla="*/ 369094 w 752475"/>
                <a:gd name="connsiteY9" fmla="*/ 149066 h 819150"/>
                <a:gd name="connsiteX10" fmla="*/ 327184 w 752475"/>
                <a:gd name="connsiteY10" fmla="*/ 310039 h 819150"/>
                <a:gd name="connsiteX11" fmla="*/ 283369 w 752475"/>
                <a:gd name="connsiteY11" fmla="*/ 470059 h 819150"/>
                <a:gd name="connsiteX12" fmla="*/ 460534 w 752475"/>
                <a:gd name="connsiteY12" fmla="*/ 470059 h 819150"/>
                <a:gd name="connsiteX13" fmla="*/ 369094 w 752475"/>
                <a:gd name="connsiteY13" fmla="*/ 149066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2475" h="819150">
                  <a:moveTo>
                    <a:pt x="255746" y="610076"/>
                  </a:moveTo>
                  <a:cubicBezTo>
                    <a:pt x="236696" y="679609"/>
                    <a:pt x="216694" y="748189"/>
                    <a:pt x="197644" y="816769"/>
                  </a:cubicBezTo>
                  <a:cubicBezTo>
                    <a:pt x="133826" y="816769"/>
                    <a:pt x="72866" y="816769"/>
                    <a:pt x="7144" y="816769"/>
                  </a:cubicBezTo>
                  <a:cubicBezTo>
                    <a:pt x="89059" y="545306"/>
                    <a:pt x="171926" y="276701"/>
                    <a:pt x="254794" y="7144"/>
                  </a:cubicBezTo>
                  <a:cubicBezTo>
                    <a:pt x="334803" y="7144"/>
                    <a:pt x="413861" y="7144"/>
                    <a:pt x="496728" y="7144"/>
                  </a:cubicBezTo>
                  <a:cubicBezTo>
                    <a:pt x="580548" y="275749"/>
                    <a:pt x="663416" y="545306"/>
                    <a:pt x="748189" y="817721"/>
                  </a:cubicBezTo>
                  <a:cubicBezTo>
                    <a:pt x="681514" y="817721"/>
                    <a:pt x="617696" y="817721"/>
                    <a:pt x="551021" y="817721"/>
                  </a:cubicBezTo>
                  <a:cubicBezTo>
                    <a:pt x="530066" y="750094"/>
                    <a:pt x="509111" y="680561"/>
                    <a:pt x="488156" y="611029"/>
                  </a:cubicBezTo>
                  <a:cubicBezTo>
                    <a:pt x="411003" y="610076"/>
                    <a:pt x="335756" y="610076"/>
                    <a:pt x="255746" y="610076"/>
                  </a:cubicBezTo>
                  <a:close/>
                  <a:moveTo>
                    <a:pt x="369094" y="149066"/>
                  </a:moveTo>
                  <a:cubicBezTo>
                    <a:pt x="351948" y="202406"/>
                    <a:pt x="342423" y="256699"/>
                    <a:pt x="327184" y="310039"/>
                  </a:cubicBezTo>
                  <a:cubicBezTo>
                    <a:pt x="311944" y="363379"/>
                    <a:pt x="295751" y="415766"/>
                    <a:pt x="283369" y="470059"/>
                  </a:cubicBezTo>
                  <a:cubicBezTo>
                    <a:pt x="343376" y="470059"/>
                    <a:pt x="400526" y="470059"/>
                    <a:pt x="460534" y="470059"/>
                  </a:cubicBezTo>
                  <a:cubicBezTo>
                    <a:pt x="430053" y="362426"/>
                    <a:pt x="396716" y="256699"/>
                    <a:pt x="369094" y="149066"/>
                  </a:cubicBezTo>
                  <a:close/>
                </a:path>
              </a:pathLst>
            </a:custGeom>
            <a:solidFill>
              <a:srgbClr val="F5B6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7" name="任意多边形: 形状 726">
              <a:extLst>
                <a:ext uri="{FF2B5EF4-FFF2-40B4-BE49-F238E27FC236}">
                  <a16:creationId xmlns:a16="http://schemas.microsoft.com/office/drawing/2014/main" id="{78F50B26-0F09-4786-913C-FEFC6B269431}"/>
                </a:ext>
              </a:extLst>
            </p:cNvPr>
            <p:cNvSpPr/>
            <p:nvPr/>
          </p:nvSpPr>
          <p:spPr>
            <a:xfrm>
              <a:off x="4913471" y="2686526"/>
              <a:ext cx="504825" cy="819150"/>
            </a:xfrm>
            <a:custGeom>
              <a:avLst/>
              <a:gdLst>
                <a:gd name="connsiteX0" fmla="*/ 7144 w 504825"/>
                <a:gd name="connsiteY0" fmla="*/ 7144 h 819150"/>
                <a:gd name="connsiteX1" fmla="*/ 501491 w 504825"/>
                <a:gd name="connsiteY1" fmla="*/ 7144 h 819150"/>
                <a:gd name="connsiteX2" fmla="*/ 501491 w 504825"/>
                <a:gd name="connsiteY2" fmla="*/ 155734 h 819150"/>
                <a:gd name="connsiteX3" fmla="*/ 192881 w 504825"/>
                <a:gd name="connsiteY3" fmla="*/ 155734 h 819150"/>
                <a:gd name="connsiteX4" fmla="*/ 192881 w 504825"/>
                <a:gd name="connsiteY4" fmla="*/ 340519 h 819150"/>
                <a:gd name="connsiteX5" fmla="*/ 481489 w 504825"/>
                <a:gd name="connsiteY5" fmla="*/ 340519 h 819150"/>
                <a:gd name="connsiteX6" fmla="*/ 481489 w 504825"/>
                <a:gd name="connsiteY6" fmla="*/ 490061 h 819150"/>
                <a:gd name="connsiteX7" fmla="*/ 192881 w 504825"/>
                <a:gd name="connsiteY7" fmla="*/ 490061 h 819150"/>
                <a:gd name="connsiteX8" fmla="*/ 191929 w 504825"/>
                <a:gd name="connsiteY8" fmla="*/ 652939 h 819150"/>
                <a:gd name="connsiteX9" fmla="*/ 191929 w 504825"/>
                <a:gd name="connsiteY9" fmla="*/ 816769 h 819150"/>
                <a:gd name="connsiteX10" fmla="*/ 8096 w 504825"/>
                <a:gd name="connsiteY10" fmla="*/ 816769 h 819150"/>
                <a:gd name="connsiteX11" fmla="*/ 7144 w 504825"/>
                <a:gd name="connsiteY11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4825" h="819150">
                  <a:moveTo>
                    <a:pt x="7144" y="7144"/>
                  </a:moveTo>
                  <a:cubicBezTo>
                    <a:pt x="171926" y="7144"/>
                    <a:pt x="336709" y="7144"/>
                    <a:pt x="501491" y="7144"/>
                  </a:cubicBezTo>
                  <a:cubicBezTo>
                    <a:pt x="501491" y="56674"/>
                    <a:pt x="501491" y="105251"/>
                    <a:pt x="501491" y="155734"/>
                  </a:cubicBezTo>
                  <a:cubicBezTo>
                    <a:pt x="398621" y="155734"/>
                    <a:pt x="296704" y="155734"/>
                    <a:pt x="192881" y="155734"/>
                  </a:cubicBezTo>
                  <a:cubicBezTo>
                    <a:pt x="192881" y="217646"/>
                    <a:pt x="192881" y="277654"/>
                    <a:pt x="192881" y="340519"/>
                  </a:cubicBezTo>
                  <a:cubicBezTo>
                    <a:pt x="289084" y="340519"/>
                    <a:pt x="384334" y="340519"/>
                    <a:pt x="481489" y="340519"/>
                  </a:cubicBezTo>
                  <a:cubicBezTo>
                    <a:pt x="481489" y="391954"/>
                    <a:pt x="481489" y="440531"/>
                    <a:pt x="481489" y="490061"/>
                  </a:cubicBezTo>
                  <a:cubicBezTo>
                    <a:pt x="385286" y="490061"/>
                    <a:pt x="290036" y="490061"/>
                    <a:pt x="192881" y="490061"/>
                  </a:cubicBezTo>
                  <a:cubicBezTo>
                    <a:pt x="190024" y="545306"/>
                    <a:pt x="191929" y="599599"/>
                    <a:pt x="191929" y="652939"/>
                  </a:cubicBezTo>
                  <a:cubicBezTo>
                    <a:pt x="191929" y="707231"/>
                    <a:pt x="191929" y="760571"/>
                    <a:pt x="191929" y="816769"/>
                  </a:cubicBezTo>
                  <a:cubicBezTo>
                    <a:pt x="130016" y="816769"/>
                    <a:pt x="69056" y="816769"/>
                    <a:pt x="8096" y="816769"/>
                  </a:cubicBezTo>
                  <a:cubicBezTo>
                    <a:pt x="7144" y="547211"/>
                    <a:pt x="7144" y="277654"/>
                    <a:pt x="7144" y="7144"/>
                  </a:cubicBezTo>
                  <a:close/>
                </a:path>
              </a:pathLst>
            </a:custGeom>
            <a:solidFill>
              <a:srgbClr val="64BA4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8" name="任意多边形: 形状 727">
              <a:extLst>
                <a:ext uri="{FF2B5EF4-FFF2-40B4-BE49-F238E27FC236}">
                  <a16:creationId xmlns:a16="http://schemas.microsoft.com/office/drawing/2014/main" id="{0F8478E5-2F2E-49BF-B917-61D30524A58D}"/>
                </a:ext>
              </a:extLst>
            </p:cNvPr>
            <p:cNvSpPr/>
            <p:nvPr/>
          </p:nvSpPr>
          <p:spPr>
            <a:xfrm>
              <a:off x="7390924" y="2686526"/>
              <a:ext cx="514350" cy="819150"/>
            </a:xfrm>
            <a:custGeom>
              <a:avLst/>
              <a:gdLst>
                <a:gd name="connsiteX0" fmla="*/ 190976 w 514350"/>
                <a:gd name="connsiteY0" fmla="*/ 663416 h 819150"/>
                <a:gd name="connsiteX1" fmla="*/ 509111 w 514350"/>
                <a:gd name="connsiteY1" fmla="*/ 663416 h 819150"/>
                <a:gd name="connsiteX2" fmla="*/ 510064 w 514350"/>
                <a:gd name="connsiteY2" fmla="*/ 816769 h 819150"/>
                <a:gd name="connsiteX3" fmla="*/ 7144 w 514350"/>
                <a:gd name="connsiteY3" fmla="*/ 816769 h 819150"/>
                <a:gd name="connsiteX4" fmla="*/ 7144 w 514350"/>
                <a:gd name="connsiteY4" fmla="*/ 7144 h 819150"/>
                <a:gd name="connsiteX5" fmla="*/ 190976 w 514350"/>
                <a:gd name="connsiteY5" fmla="*/ 7144 h 819150"/>
                <a:gd name="connsiteX6" fmla="*/ 190976 w 514350"/>
                <a:gd name="connsiteY6" fmla="*/ 663416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350" h="819150">
                  <a:moveTo>
                    <a:pt x="190976" y="663416"/>
                  </a:moveTo>
                  <a:cubicBezTo>
                    <a:pt x="299561" y="663416"/>
                    <a:pt x="405289" y="663416"/>
                    <a:pt x="509111" y="663416"/>
                  </a:cubicBezTo>
                  <a:cubicBezTo>
                    <a:pt x="513874" y="681514"/>
                    <a:pt x="514826" y="792956"/>
                    <a:pt x="510064" y="816769"/>
                  </a:cubicBezTo>
                  <a:cubicBezTo>
                    <a:pt x="343376" y="816769"/>
                    <a:pt x="175736" y="816769"/>
                    <a:pt x="7144" y="816769"/>
                  </a:cubicBezTo>
                  <a:cubicBezTo>
                    <a:pt x="7144" y="547211"/>
                    <a:pt x="7144" y="277654"/>
                    <a:pt x="7144" y="7144"/>
                  </a:cubicBezTo>
                  <a:cubicBezTo>
                    <a:pt x="68103" y="7144"/>
                    <a:pt x="128111" y="7144"/>
                    <a:pt x="190976" y="7144"/>
                  </a:cubicBezTo>
                  <a:cubicBezTo>
                    <a:pt x="190976" y="226219"/>
                    <a:pt x="190976" y="443389"/>
                    <a:pt x="190976" y="663416"/>
                  </a:cubicBezTo>
                  <a:close/>
                </a:path>
              </a:pathLst>
            </a:custGeom>
            <a:solidFill>
              <a:srgbClr val="E13B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9" name="任意多边形: 形状 728">
              <a:extLst>
                <a:ext uri="{FF2B5EF4-FFF2-40B4-BE49-F238E27FC236}">
                  <a16:creationId xmlns:a16="http://schemas.microsoft.com/office/drawing/2014/main" id="{0BE7AAA5-00AB-44E3-9E06-A7F79B2CEAC5}"/>
                </a:ext>
              </a:extLst>
            </p:cNvPr>
            <p:cNvSpPr/>
            <p:nvPr/>
          </p:nvSpPr>
          <p:spPr>
            <a:xfrm>
              <a:off x="8918019" y="3936206"/>
              <a:ext cx="523875" cy="352425"/>
            </a:xfrm>
            <a:custGeom>
              <a:avLst/>
              <a:gdLst>
                <a:gd name="connsiteX0" fmla="*/ 56436 w 523875"/>
                <a:gd name="connsiteY0" fmla="*/ 255746 h 352425"/>
                <a:gd name="connsiteX1" fmla="*/ 56436 w 523875"/>
                <a:gd name="connsiteY1" fmla="*/ 213836 h 352425"/>
                <a:gd name="connsiteX2" fmla="*/ 235506 w 523875"/>
                <a:gd name="connsiteY2" fmla="*/ 213836 h 352425"/>
                <a:gd name="connsiteX3" fmla="*/ 237411 w 523875"/>
                <a:gd name="connsiteY3" fmla="*/ 156686 h 352425"/>
                <a:gd name="connsiteX4" fmla="*/ 84058 w 523875"/>
                <a:gd name="connsiteY4" fmla="*/ 168116 h 352425"/>
                <a:gd name="connsiteX5" fmla="*/ 65008 w 523875"/>
                <a:gd name="connsiteY5" fmla="*/ 121444 h 352425"/>
                <a:gd name="connsiteX6" fmla="*/ 162163 w 523875"/>
                <a:gd name="connsiteY6" fmla="*/ 50006 h 352425"/>
                <a:gd name="connsiteX7" fmla="*/ 84058 w 523875"/>
                <a:gd name="connsiteY7" fmla="*/ 50006 h 352425"/>
                <a:gd name="connsiteX8" fmla="*/ 81200 w 523875"/>
                <a:gd name="connsiteY8" fmla="*/ 10001 h 352425"/>
                <a:gd name="connsiteX9" fmla="*/ 446961 w 523875"/>
                <a:gd name="connsiteY9" fmla="*/ 10001 h 352425"/>
                <a:gd name="connsiteX10" fmla="*/ 446961 w 523875"/>
                <a:gd name="connsiteY10" fmla="*/ 49054 h 352425"/>
                <a:gd name="connsiteX11" fmla="*/ 363141 w 523875"/>
                <a:gd name="connsiteY11" fmla="*/ 49054 h 352425"/>
                <a:gd name="connsiteX12" fmla="*/ 471725 w 523875"/>
                <a:gd name="connsiteY12" fmla="*/ 151924 h 352425"/>
                <a:gd name="connsiteX13" fmla="*/ 438388 w 523875"/>
                <a:gd name="connsiteY13" fmla="*/ 188119 h 352425"/>
                <a:gd name="connsiteX14" fmla="*/ 410766 w 523875"/>
                <a:gd name="connsiteY14" fmla="*/ 160496 h 352425"/>
                <a:gd name="connsiteX15" fmla="*/ 393620 w 523875"/>
                <a:gd name="connsiteY15" fmla="*/ 150971 h 352425"/>
                <a:gd name="connsiteX16" fmla="*/ 285988 w 523875"/>
                <a:gd name="connsiteY16" fmla="*/ 154781 h 352425"/>
                <a:gd name="connsiteX17" fmla="*/ 286941 w 523875"/>
                <a:gd name="connsiteY17" fmla="*/ 212884 h 352425"/>
                <a:gd name="connsiteX18" fmla="*/ 467916 w 523875"/>
                <a:gd name="connsiteY18" fmla="*/ 212884 h 352425"/>
                <a:gd name="connsiteX19" fmla="*/ 467916 w 523875"/>
                <a:gd name="connsiteY19" fmla="*/ 254794 h 352425"/>
                <a:gd name="connsiteX20" fmla="*/ 285988 w 523875"/>
                <a:gd name="connsiteY20" fmla="*/ 254794 h 352425"/>
                <a:gd name="connsiteX21" fmla="*/ 285988 w 523875"/>
                <a:gd name="connsiteY21" fmla="*/ 310991 h 352425"/>
                <a:gd name="connsiteX22" fmla="*/ 400288 w 523875"/>
                <a:gd name="connsiteY22" fmla="*/ 310991 h 352425"/>
                <a:gd name="connsiteX23" fmla="*/ 515541 w 523875"/>
                <a:gd name="connsiteY23" fmla="*/ 310991 h 352425"/>
                <a:gd name="connsiteX24" fmla="*/ 516493 w 523875"/>
                <a:gd name="connsiteY24" fmla="*/ 351949 h 352425"/>
                <a:gd name="connsiteX25" fmla="*/ 8811 w 523875"/>
                <a:gd name="connsiteY25" fmla="*/ 351949 h 352425"/>
                <a:gd name="connsiteX26" fmla="*/ 9763 w 523875"/>
                <a:gd name="connsiteY26" fmla="*/ 311944 h 352425"/>
                <a:gd name="connsiteX27" fmla="*/ 236458 w 523875"/>
                <a:gd name="connsiteY27" fmla="*/ 311944 h 352425"/>
                <a:gd name="connsiteX28" fmla="*/ 238363 w 523875"/>
                <a:gd name="connsiteY28" fmla="*/ 256699 h 352425"/>
                <a:gd name="connsiteX29" fmla="*/ 56436 w 523875"/>
                <a:gd name="connsiteY29" fmla="*/ 255746 h 352425"/>
                <a:gd name="connsiteX30" fmla="*/ 355520 w 523875"/>
                <a:gd name="connsiteY30" fmla="*/ 49054 h 352425"/>
                <a:gd name="connsiteX31" fmla="*/ 247888 w 523875"/>
                <a:gd name="connsiteY31" fmla="*/ 49054 h 352425"/>
                <a:gd name="connsiteX32" fmla="*/ 227886 w 523875"/>
                <a:gd name="connsiteY32" fmla="*/ 57626 h 352425"/>
                <a:gd name="connsiteX33" fmla="*/ 168831 w 523875"/>
                <a:gd name="connsiteY33" fmla="*/ 104299 h 352425"/>
                <a:gd name="connsiteX34" fmla="*/ 159306 w 523875"/>
                <a:gd name="connsiteY34" fmla="*/ 116681 h 352425"/>
                <a:gd name="connsiteX35" fmla="*/ 353616 w 523875"/>
                <a:gd name="connsiteY35" fmla="*/ 108109 h 352425"/>
                <a:gd name="connsiteX36" fmla="*/ 329803 w 523875"/>
                <a:gd name="connsiteY36" fmla="*/ 80486 h 352425"/>
                <a:gd name="connsiteX37" fmla="*/ 355520 w 523875"/>
                <a:gd name="connsiteY37" fmla="*/ 49054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23875" h="352425">
                  <a:moveTo>
                    <a:pt x="56436" y="255746"/>
                  </a:moveTo>
                  <a:cubicBezTo>
                    <a:pt x="54531" y="239554"/>
                    <a:pt x="54531" y="227171"/>
                    <a:pt x="56436" y="213836"/>
                  </a:cubicBezTo>
                  <a:cubicBezTo>
                    <a:pt x="115491" y="213836"/>
                    <a:pt x="175498" y="213836"/>
                    <a:pt x="235506" y="213836"/>
                  </a:cubicBezTo>
                  <a:cubicBezTo>
                    <a:pt x="241220" y="194786"/>
                    <a:pt x="238363" y="176689"/>
                    <a:pt x="237411" y="156686"/>
                  </a:cubicBezTo>
                  <a:cubicBezTo>
                    <a:pt x="185975" y="159544"/>
                    <a:pt x="135493" y="158591"/>
                    <a:pt x="84058" y="168116"/>
                  </a:cubicBezTo>
                  <a:cubicBezTo>
                    <a:pt x="77391" y="152876"/>
                    <a:pt x="71675" y="137636"/>
                    <a:pt x="65008" y="121444"/>
                  </a:cubicBezTo>
                  <a:cubicBezTo>
                    <a:pt x="102156" y="104299"/>
                    <a:pt x="133588" y="79534"/>
                    <a:pt x="162163" y="50006"/>
                  </a:cubicBezTo>
                  <a:cubicBezTo>
                    <a:pt x="135493" y="50006"/>
                    <a:pt x="109775" y="50006"/>
                    <a:pt x="84058" y="50006"/>
                  </a:cubicBezTo>
                  <a:cubicBezTo>
                    <a:pt x="78343" y="35719"/>
                    <a:pt x="80248" y="23336"/>
                    <a:pt x="81200" y="10001"/>
                  </a:cubicBezTo>
                  <a:cubicBezTo>
                    <a:pt x="100250" y="6191"/>
                    <a:pt x="426958" y="6191"/>
                    <a:pt x="446961" y="10001"/>
                  </a:cubicBezTo>
                  <a:cubicBezTo>
                    <a:pt x="446961" y="21431"/>
                    <a:pt x="446961" y="33814"/>
                    <a:pt x="446961" y="49054"/>
                  </a:cubicBezTo>
                  <a:cubicBezTo>
                    <a:pt x="418386" y="49054"/>
                    <a:pt x="390763" y="49054"/>
                    <a:pt x="363141" y="49054"/>
                  </a:cubicBezTo>
                  <a:cubicBezTo>
                    <a:pt x="399336" y="85249"/>
                    <a:pt x="436483" y="116681"/>
                    <a:pt x="471725" y="151924"/>
                  </a:cubicBezTo>
                  <a:cubicBezTo>
                    <a:pt x="462200" y="167164"/>
                    <a:pt x="448866" y="175736"/>
                    <a:pt x="438388" y="188119"/>
                  </a:cubicBezTo>
                  <a:cubicBezTo>
                    <a:pt x="426006" y="180499"/>
                    <a:pt x="419338" y="169069"/>
                    <a:pt x="410766" y="160496"/>
                  </a:cubicBezTo>
                  <a:cubicBezTo>
                    <a:pt x="406003" y="155734"/>
                    <a:pt x="402193" y="150019"/>
                    <a:pt x="393620" y="150971"/>
                  </a:cubicBezTo>
                  <a:cubicBezTo>
                    <a:pt x="358378" y="152876"/>
                    <a:pt x="322183" y="153829"/>
                    <a:pt x="285988" y="154781"/>
                  </a:cubicBezTo>
                  <a:cubicBezTo>
                    <a:pt x="285036" y="174784"/>
                    <a:pt x="283131" y="192881"/>
                    <a:pt x="286941" y="212884"/>
                  </a:cubicBezTo>
                  <a:cubicBezTo>
                    <a:pt x="347900" y="212884"/>
                    <a:pt x="406956" y="212884"/>
                    <a:pt x="467916" y="212884"/>
                  </a:cubicBezTo>
                  <a:cubicBezTo>
                    <a:pt x="470773" y="228124"/>
                    <a:pt x="470773" y="240506"/>
                    <a:pt x="467916" y="254794"/>
                  </a:cubicBezTo>
                  <a:cubicBezTo>
                    <a:pt x="406956" y="254794"/>
                    <a:pt x="346948" y="254794"/>
                    <a:pt x="285988" y="254794"/>
                  </a:cubicBezTo>
                  <a:cubicBezTo>
                    <a:pt x="283131" y="273844"/>
                    <a:pt x="284083" y="290989"/>
                    <a:pt x="285988" y="310991"/>
                  </a:cubicBezTo>
                  <a:cubicBezTo>
                    <a:pt x="324088" y="310991"/>
                    <a:pt x="362188" y="310991"/>
                    <a:pt x="400288" y="310991"/>
                  </a:cubicBezTo>
                  <a:cubicBezTo>
                    <a:pt x="438388" y="310991"/>
                    <a:pt x="476488" y="310991"/>
                    <a:pt x="515541" y="310991"/>
                  </a:cubicBezTo>
                  <a:cubicBezTo>
                    <a:pt x="518398" y="325279"/>
                    <a:pt x="518398" y="337661"/>
                    <a:pt x="516493" y="351949"/>
                  </a:cubicBezTo>
                  <a:cubicBezTo>
                    <a:pt x="346948" y="351949"/>
                    <a:pt x="178356" y="351949"/>
                    <a:pt x="8811" y="351949"/>
                  </a:cubicBezTo>
                  <a:cubicBezTo>
                    <a:pt x="6906" y="338614"/>
                    <a:pt x="5953" y="325279"/>
                    <a:pt x="9763" y="311944"/>
                  </a:cubicBezTo>
                  <a:cubicBezTo>
                    <a:pt x="85011" y="311944"/>
                    <a:pt x="160258" y="311944"/>
                    <a:pt x="236458" y="311944"/>
                  </a:cubicBezTo>
                  <a:cubicBezTo>
                    <a:pt x="240268" y="292894"/>
                    <a:pt x="237411" y="275749"/>
                    <a:pt x="238363" y="256699"/>
                  </a:cubicBezTo>
                  <a:cubicBezTo>
                    <a:pt x="178356" y="255746"/>
                    <a:pt x="118348" y="255746"/>
                    <a:pt x="56436" y="255746"/>
                  </a:cubicBezTo>
                  <a:close/>
                  <a:moveTo>
                    <a:pt x="355520" y="49054"/>
                  </a:moveTo>
                  <a:cubicBezTo>
                    <a:pt x="318373" y="49054"/>
                    <a:pt x="283131" y="49054"/>
                    <a:pt x="247888" y="49054"/>
                  </a:cubicBezTo>
                  <a:cubicBezTo>
                    <a:pt x="239316" y="49054"/>
                    <a:pt x="233600" y="52864"/>
                    <a:pt x="227886" y="57626"/>
                  </a:cubicBezTo>
                  <a:cubicBezTo>
                    <a:pt x="207883" y="72866"/>
                    <a:pt x="187881" y="88106"/>
                    <a:pt x="168831" y="104299"/>
                  </a:cubicBezTo>
                  <a:cubicBezTo>
                    <a:pt x="165020" y="107156"/>
                    <a:pt x="158353" y="108109"/>
                    <a:pt x="159306" y="116681"/>
                  </a:cubicBezTo>
                  <a:cubicBezTo>
                    <a:pt x="224075" y="113824"/>
                    <a:pt x="288845" y="113824"/>
                    <a:pt x="353616" y="108109"/>
                  </a:cubicBezTo>
                  <a:cubicBezTo>
                    <a:pt x="346948" y="94774"/>
                    <a:pt x="334566" y="91916"/>
                    <a:pt x="329803" y="80486"/>
                  </a:cubicBezTo>
                  <a:cubicBezTo>
                    <a:pt x="334566" y="68104"/>
                    <a:pt x="346948" y="63341"/>
                    <a:pt x="355520" y="49054"/>
                  </a:cubicBezTo>
                  <a:close/>
                </a:path>
              </a:pathLst>
            </a:custGeom>
            <a:solidFill>
              <a:srgbClr val="0660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0" name="任意多边形: 形状 729">
              <a:extLst>
                <a:ext uri="{FF2B5EF4-FFF2-40B4-BE49-F238E27FC236}">
                  <a16:creationId xmlns:a16="http://schemas.microsoft.com/office/drawing/2014/main" id="{9C15F6A7-F057-4385-A5FB-79833E159702}"/>
                </a:ext>
              </a:extLst>
            </p:cNvPr>
            <p:cNvSpPr/>
            <p:nvPr/>
          </p:nvSpPr>
          <p:spPr>
            <a:xfrm>
              <a:off x="5213364" y="3773805"/>
              <a:ext cx="381000" cy="542925"/>
            </a:xfrm>
            <a:custGeom>
              <a:avLst/>
              <a:gdLst>
                <a:gd name="connsiteX0" fmla="*/ 299706 w 381000"/>
                <a:gd name="connsiteY0" fmla="*/ 491490 h 542925"/>
                <a:gd name="connsiteX1" fmla="*/ 166356 w 381000"/>
                <a:gd name="connsiteY1" fmla="*/ 503873 h 542925"/>
                <a:gd name="connsiteX2" fmla="*/ 35863 w 381000"/>
                <a:gd name="connsiteY2" fmla="*/ 515303 h 542925"/>
                <a:gd name="connsiteX3" fmla="*/ 15861 w 381000"/>
                <a:gd name="connsiteY3" fmla="*/ 467678 h 542925"/>
                <a:gd name="connsiteX4" fmla="*/ 140638 w 381000"/>
                <a:gd name="connsiteY4" fmla="*/ 301942 h 542925"/>
                <a:gd name="connsiteX5" fmla="*/ 9193 w 381000"/>
                <a:gd name="connsiteY5" fmla="*/ 300990 h 542925"/>
                <a:gd name="connsiteX6" fmla="*/ 7288 w 381000"/>
                <a:gd name="connsiteY6" fmla="*/ 258128 h 542925"/>
                <a:gd name="connsiteX7" fmla="*/ 163498 w 381000"/>
                <a:gd name="connsiteY7" fmla="*/ 258128 h 542925"/>
                <a:gd name="connsiteX8" fmla="*/ 165403 w 381000"/>
                <a:gd name="connsiteY8" fmla="*/ 150495 h 542925"/>
                <a:gd name="connsiteX9" fmla="*/ 33958 w 381000"/>
                <a:gd name="connsiteY9" fmla="*/ 150495 h 542925"/>
                <a:gd name="connsiteX10" fmla="*/ 33958 w 381000"/>
                <a:gd name="connsiteY10" fmla="*/ 106680 h 542925"/>
                <a:gd name="connsiteX11" fmla="*/ 167308 w 381000"/>
                <a:gd name="connsiteY11" fmla="*/ 106680 h 542925"/>
                <a:gd name="connsiteX12" fmla="*/ 167308 w 381000"/>
                <a:gd name="connsiteY12" fmla="*/ 9525 h 542925"/>
                <a:gd name="connsiteX13" fmla="*/ 214933 w 381000"/>
                <a:gd name="connsiteY13" fmla="*/ 7620 h 542925"/>
                <a:gd name="connsiteX14" fmla="*/ 214933 w 381000"/>
                <a:gd name="connsiteY14" fmla="*/ 104775 h 542925"/>
                <a:gd name="connsiteX15" fmla="*/ 350188 w 381000"/>
                <a:gd name="connsiteY15" fmla="*/ 104775 h 542925"/>
                <a:gd name="connsiteX16" fmla="*/ 356856 w 381000"/>
                <a:gd name="connsiteY16" fmla="*/ 126682 h 542925"/>
                <a:gd name="connsiteX17" fmla="*/ 356856 w 381000"/>
                <a:gd name="connsiteY17" fmla="*/ 149542 h 542925"/>
                <a:gd name="connsiteX18" fmla="*/ 215886 w 381000"/>
                <a:gd name="connsiteY18" fmla="*/ 149542 h 542925"/>
                <a:gd name="connsiteX19" fmla="*/ 215886 w 381000"/>
                <a:gd name="connsiteY19" fmla="*/ 257175 h 542925"/>
                <a:gd name="connsiteX20" fmla="*/ 378763 w 381000"/>
                <a:gd name="connsiteY20" fmla="*/ 257175 h 542925"/>
                <a:gd name="connsiteX21" fmla="*/ 380668 w 381000"/>
                <a:gd name="connsiteY21" fmla="*/ 297180 h 542925"/>
                <a:gd name="connsiteX22" fmla="*/ 360666 w 381000"/>
                <a:gd name="connsiteY22" fmla="*/ 300990 h 542925"/>
                <a:gd name="connsiteX23" fmla="*/ 218743 w 381000"/>
                <a:gd name="connsiteY23" fmla="*/ 300990 h 542925"/>
                <a:gd name="connsiteX24" fmla="*/ 189216 w 381000"/>
                <a:gd name="connsiteY24" fmla="*/ 316230 h 542925"/>
                <a:gd name="connsiteX25" fmla="*/ 99681 w 381000"/>
                <a:gd name="connsiteY25" fmla="*/ 451485 h 542925"/>
                <a:gd name="connsiteX26" fmla="*/ 95871 w 381000"/>
                <a:gd name="connsiteY26" fmla="*/ 463867 h 542925"/>
                <a:gd name="connsiteX27" fmla="*/ 273988 w 381000"/>
                <a:gd name="connsiteY27" fmla="*/ 450533 h 542925"/>
                <a:gd name="connsiteX28" fmla="*/ 227316 w 381000"/>
                <a:gd name="connsiteY28" fmla="*/ 374333 h 542925"/>
                <a:gd name="connsiteX29" fmla="*/ 263511 w 381000"/>
                <a:gd name="connsiteY29" fmla="*/ 347662 h 542925"/>
                <a:gd name="connsiteX30" fmla="*/ 372096 w 381000"/>
                <a:gd name="connsiteY30" fmla="*/ 512445 h 542925"/>
                <a:gd name="connsiteX31" fmla="*/ 329233 w 381000"/>
                <a:gd name="connsiteY31" fmla="*/ 541020 h 542925"/>
                <a:gd name="connsiteX32" fmla="*/ 299706 w 381000"/>
                <a:gd name="connsiteY32" fmla="*/ 491490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81000" h="542925">
                  <a:moveTo>
                    <a:pt x="299706" y="491490"/>
                  </a:moveTo>
                  <a:cubicBezTo>
                    <a:pt x="253986" y="495300"/>
                    <a:pt x="210171" y="500062"/>
                    <a:pt x="166356" y="503873"/>
                  </a:cubicBezTo>
                  <a:cubicBezTo>
                    <a:pt x="123493" y="507683"/>
                    <a:pt x="79678" y="511492"/>
                    <a:pt x="35863" y="515303"/>
                  </a:cubicBezTo>
                  <a:cubicBezTo>
                    <a:pt x="29196" y="499110"/>
                    <a:pt x="22528" y="483870"/>
                    <a:pt x="15861" y="467678"/>
                  </a:cubicBezTo>
                  <a:cubicBezTo>
                    <a:pt x="75868" y="427673"/>
                    <a:pt x="103491" y="364808"/>
                    <a:pt x="140638" y="301942"/>
                  </a:cubicBezTo>
                  <a:cubicBezTo>
                    <a:pt x="93966" y="300037"/>
                    <a:pt x="51103" y="301942"/>
                    <a:pt x="9193" y="300990"/>
                  </a:cubicBezTo>
                  <a:cubicBezTo>
                    <a:pt x="5383" y="286703"/>
                    <a:pt x="8241" y="273367"/>
                    <a:pt x="7288" y="258128"/>
                  </a:cubicBezTo>
                  <a:cubicBezTo>
                    <a:pt x="60628" y="258128"/>
                    <a:pt x="112063" y="258128"/>
                    <a:pt x="163498" y="258128"/>
                  </a:cubicBezTo>
                  <a:cubicBezTo>
                    <a:pt x="169213" y="240983"/>
                    <a:pt x="170166" y="180975"/>
                    <a:pt x="165403" y="150495"/>
                  </a:cubicBezTo>
                  <a:cubicBezTo>
                    <a:pt x="122541" y="150495"/>
                    <a:pt x="78726" y="150495"/>
                    <a:pt x="33958" y="150495"/>
                  </a:cubicBezTo>
                  <a:cubicBezTo>
                    <a:pt x="31101" y="135255"/>
                    <a:pt x="31101" y="121920"/>
                    <a:pt x="33958" y="106680"/>
                  </a:cubicBezTo>
                  <a:cubicBezTo>
                    <a:pt x="77773" y="106680"/>
                    <a:pt x="121588" y="106680"/>
                    <a:pt x="167308" y="106680"/>
                  </a:cubicBezTo>
                  <a:cubicBezTo>
                    <a:pt x="167308" y="73342"/>
                    <a:pt x="167308" y="41910"/>
                    <a:pt x="167308" y="9525"/>
                  </a:cubicBezTo>
                  <a:cubicBezTo>
                    <a:pt x="184453" y="5715"/>
                    <a:pt x="197788" y="7620"/>
                    <a:pt x="214933" y="7620"/>
                  </a:cubicBezTo>
                  <a:cubicBezTo>
                    <a:pt x="214933" y="40957"/>
                    <a:pt x="214933" y="71437"/>
                    <a:pt x="214933" y="104775"/>
                  </a:cubicBezTo>
                  <a:cubicBezTo>
                    <a:pt x="262558" y="104775"/>
                    <a:pt x="307326" y="104775"/>
                    <a:pt x="350188" y="104775"/>
                  </a:cubicBezTo>
                  <a:cubicBezTo>
                    <a:pt x="358761" y="112395"/>
                    <a:pt x="355903" y="120015"/>
                    <a:pt x="356856" y="126682"/>
                  </a:cubicBezTo>
                  <a:cubicBezTo>
                    <a:pt x="356856" y="133350"/>
                    <a:pt x="356856" y="140017"/>
                    <a:pt x="356856" y="149542"/>
                  </a:cubicBezTo>
                  <a:cubicBezTo>
                    <a:pt x="310183" y="149542"/>
                    <a:pt x="264463" y="149542"/>
                    <a:pt x="215886" y="149542"/>
                  </a:cubicBezTo>
                  <a:cubicBezTo>
                    <a:pt x="213981" y="185737"/>
                    <a:pt x="213981" y="220028"/>
                    <a:pt x="215886" y="257175"/>
                  </a:cubicBezTo>
                  <a:cubicBezTo>
                    <a:pt x="271131" y="257175"/>
                    <a:pt x="325423" y="257175"/>
                    <a:pt x="378763" y="257175"/>
                  </a:cubicBezTo>
                  <a:cubicBezTo>
                    <a:pt x="382573" y="272415"/>
                    <a:pt x="380668" y="284798"/>
                    <a:pt x="380668" y="297180"/>
                  </a:cubicBezTo>
                  <a:cubicBezTo>
                    <a:pt x="374001" y="302895"/>
                    <a:pt x="367334" y="300990"/>
                    <a:pt x="360666" y="300990"/>
                  </a:cubicBezTo>
                  <a:cubicBezTo>
                    <a:pt x="313041" y="300990"/>
                    <a:pt x="266368" y="301942"/>
                    <a:pt x="218743" y="300990"/>
                  </a:cubicBezTo>
                  <a:cubicBezTo>
                    <a:pt x="205408" y="300990"/>
                    <a:pt x="196836" y="303848"/>
                    <a:pt x="189216" y="316230"/>
                  </a:cubicBezTo>
                  <a:cubicBezTo>
                    <a:pt x="161593" y="362903"/>
                    <a:pt x="132066" y="407670"/>
                    <a:pt x="99681" y="451485"/>
                  </a:cubicBezTo>
                  <a:cubicBezTo>
                    <a:pt x="97776" y="454342"/>
                    <a:pt x="93966" y="457200"/>
                    <a:pt x="95871" y="463867"/>
                  </a:cubicBezTo>
                  <a:cubicBezTo>
                    <a:pt x="153973" y="461962"/>
                    <a:pt x="213028" y="457200"/>
                    <a:pt x="273988" y="450533"/>
                  </a:cubicBezTo>
                  <a:cubicBezTo>
                    <a:pt x="259701" y="422910"/>
                    <a:pt x="242556" y="400050"/>
                    <a:pt x="227316" y="374333"/>
                  </a:cubicBezTo>
                  <a:cubicBezTo>
                    <a:pt x="235888" y="362903"/>
                    <a:pt x="249223" y="357187"/>
                    <a:pt x="263511" y="347662"/>
                  </a:cubicBezTo>
                  <a:cubicBezTo>
                    <a:pt x="301611" y="401955"/>
                    <a:pt x="336853" y="456248"/>
                    <a:pt x="372096" y="512445"/>
                  </a:cubicBezTo>
                  <a:cubicBezTo>
                    <a:pt x="360666" y="525780"/>
                    <a:pt x="345426" y="532448"/>
                    <a:pt x="329233" y="541020"/>
                  </a:cubicBezTo>
                  <a:cubicBezTo>
                    <a:pt x="318756" y="523875"/>
                    <a:pt x="309231" y="508635"/>
                    <a:pt x="299706" y="491490"/>
                  </a:cubicBezTo>
                  <a:close/>
                </a:path>
              </a:pathLst>
            </a:custGeom>
            <a:solidFill>
              <a:srgbClr val="055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1" name="任意多边形: 形状 730">
              <a:extLst>
                <a:ext uri="{FF2B5EF4-FFF2-40B4-BE49-F238E27FC236}">
                  <a16:creationId xmlns:a16="http://schemas.microsoft.com/office/drawing/2014/main" id="{015FD514-BA66-44E3-8FBE-5A7CD9438486}"/>
                </a:ext>
              </a:extLst>
            </p:cNvPr>
            <p:cNvSpPr/>
            <p:nvPr/>
          </p:nvSpPr>
          <p:spPr>
            <a:xfrm>
              <a:off x="3093244" y="4113371"/>
              <a:ext cx="447675" cy="314325"/>
            </a:xfrm>
            <a:custGeom>
              <a:avLst/>
              <a:gdLst>
                <a:gd name="connsiteX0" fmla="*/ 436721 w 447675"/>
                <a:gd name="connsiteY0" fmla="*/ 7144 h 314325"/>
                <a:gd name="connsiteX1" fmla="*/ 440531 w 447675"/>
                <a:gd name="connsiteY1" fmla="*/ 28099 h 314325"/>
                <a:gd name="connsiteX2" fmla="*/ 440531 w 447675"/>
                <a:gd name="connsiteY2" fmla="*/ 238601 h 314325"/>
                <a:gd name="connsiteX3" fmla="*/ 421481 w 447675"/>
                <a:gd name="connsiteY3" fmla="*/ 268129 h 314325"/>
                <a:gd name="connsiteX4" fmla="*/ 272891 w 447675"/>
                <a:gd name="connsiteY4" fmla="*/ 308134 h 314325"/>
                <a:gd name="connsiteX5" fmla="*/ 218599 w 447675"/>
                <a:gd name="connsiteY5" fmla="*/ 311944 h 314325"/>
                <a:gd name="connsiteX6" fmla="*/ 41434 w 447675"/>
                <a:gd name="connsiteY6" fmla="*/ 277654 h 314325"/>
                <a:gd name="connsiteX7" fmla="*/ 30956 w 447675"/>
                <a:gd name="connsiteY7" fmla="*/ 272891 h 314325"/>
                <a:gd name="connsiteX8" fmla="*/ 7144 w 447675"/>
                <a:gd name="connsiteY8" fmla="*/ 234791 h 314325"/>
                <a:gd name="connsiteX9" fmla="*/ 8096 w 447675"/>
                <a:gd name="connsiteY9" fmla="*/ 29051 h 314325"/>
                <a:gd name="connsiteX10" fmla="*/ 10954 w 447675"/>
                <a:gd name="connsiteY10" fmla="*/ 7144 h 314325"/>
                <a:gd name="connsiteX11" fmla="*/ 436721 w 447675"/>
                <a:gd name="connsiteY11" fmla="*/ 7144 h 314325"/>
                <a:gd name="connsiteX12" fmla="*/ 403384 w 447675"/>
                <a:gd name="connsiteY12" fmla="*/ 87154 h 314325"/>
                <a:gd name="connsiteX13" fmla="*/ 233839 w 447675"/>
                <a:gd name="connsiteY13" fmla="*/ 113824 h 314325"/>
                <a:gd name="connsiteX14" fmla="*/ 69056 w 447675"/>
                <a:gd name="connsiteY14" fmla="*/ 88106 h 314325"/>
                <a:gd name="connsiteX15" fmla="*/ 66199 w 447675"/>
                <a:gd name="connsiteY15" fmla="*/ 95726 h 314325"/>
                <a:gd name="connsiteX16" fmla="*/ 66199 w 447675"/>
                <a:gd name="connsiteY16" fmla="*/ 105251 h 314325"/>
                <a:gd name="connsiteX17" fmla="*/ 112871 w 447675"/>
                <a:gd name="connsiteY17" fmla="*/ 208121 h 314325"/>
                <a:gd name="connsiteX18" fmla="*/ 300514 w 447675"/>
                <a:gd name="connsiteY18" fmla="*/ 250031 h 314325"/>
                <a:gd name="connsiteX19" fmla="*/ 403384 w 447675"/>
                <a:gd name="connsiteY19" fmla="*/ 8715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47675" h="314325">
                  <a:moveTo>
                    <a:pt x="436721" y="7144"/>
                  </a:moveTo>
                  <a:cubicBezTo>
                    <a:pt x="443389" y="14764"/>
                    <a:pt x="440531" y="21431"/>
                    <a:pt x="440531" y="28099"/>
                  </a:cubicBezTo>
                  <a:cubicBezTo>
                    <a:pt x="440531" y="98584"/>
                    <a:pt x="440531" y="168116"/>
                    <a:pt x="440531" y="238601"/>
                  </a:cubicBezTo>
                  <a:cubicBezTo>
                    <a:pt x="440531" y="253841"/>
                    <a:pt x="433864" y="261461"/>
                    <a:pt x="421481" y="268129"/>
                  </a:cubicBezTo>
                  <a:cubicBezTo>
                    <a:pt x="374809" y="291941"/>
                    <a:pt x="325279" y="304324"/>
                    <a:pt x="272891" y="308134"/>
                  </a:cubicBezTo>
                  <a:cubicBezTo>
                    <a:pt x="254794" y="309086"/>
                    <a:pt x="236696" y="313849"/>
                    <a:pt x="218599" y="311944"/>
                  </a:cubicBezTo>
                  <a:cubicBezTo>
                    <a:pt x="157639" y="308134"/>
                    <a:pt x="97631" y="302419"/>
                    <a:pt x="41434" y="277654"/>
                  </a:cubicBezTo>
                  <a:cubicBezTo>
                    <a:pt x="37624" y="275749"/>
                    <a:pt x="34766" y="273844"/>
                    <a:pt x="30956" y="272891"/>
                  </a:cubicBezTo>
                  <a:cubicBezTo>
                    <a:pt x="13811" y="266224"/>
                    <a:pt x="7144" y="254794"/>
                    <a:pt x="7144" y="234791"/>
                  </a:cubicBezTo>
                  <a:cubicBezTo>
                    <a:pt x="9049" y="166211"/>
                    <a:pt x="7144" y="97631"/>
                    <a:pt x="8096" y="29051"/>
                  </a:cubicBezTo>
                  <a:cubicBezTo>
                    <a:pt x="8096" y="21431"/>
                    <a:pt x="5239" y="13811"/>
                    <a:pt x="10954" y="7144"/>
                  </a:cubicBezTo>
                  <a:cubicBezTo>
                    <a:pt x="117634" y="70961"/>
                    <a:pt x="306229" y="77629"/>
                    <a:pt x="436721" y="7144"/>
                  </a:cubicBezTo>
                  <a:close/>
                  <a:moveTo>
                    <a:pt x="403384" y="87154"/>
                  </a:moveTo>
                  <a:cubicBezTo>
                    <a:pt x="344329" y="103346"/>
                    <a:pt x="290036" y="113824"/>
                    <a:pt x="233839" y="113824"/>
                  </a:cubicBezTo>
                  <a:cubicBezTo>
                    <a:pt x="177641" y="113824"/>
                    <a:pt x="122396" y="103346"/>
                    <a:pt x="69056" y="88106"/>
                  </a:cubicBezTo>
                  <a:cubicBezTo>
                    <a:pt x="67151" y="90964"/>
                    <a:pt x="66199" y="92869"/>
                    <a:pt x="66199" y="95726"/>
                  </a:cubicBezTo>
                  <a:cubicBezTo>
                    <a:pt x="66199" y="98584"/>
                    <a:pt x="65246" y="102394"/>
                    <a:pt x="66199" y="105251"/>
                  </a:cubicBezTo>
                  <a:cubicBezTo>
                    <a:pt x="76676" y="142399"/>
                    <a:pt x="90011" y="176689"/>
                    <a:pt x="112871" y="208121"/>
                  </a:cubicBezTo>
                  <a:cubicBezTo>
                    <a:pt x="157639" y="268129"/>
                    <a:pt x="246221" y="275749"/>
                    <a:pt x="300514" y="250031"/>
                  </a:cubicBezTo>
                  <a:cubicBezTo>
                    <a:pt x="365284" y="217646"/>
                    <a:pt x="388144" y="156686"/>
                    <a:pt x="403384" y="87154"/>
                  </a:cubicBezTo>
                  <a:close/>
                </a:path>
              </a:pathLst>
            </a:custGeom>
            <a:solidFill>
              <a:srgbClr val="0A62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2" name="任意多边形: 形状 731">
              <a:extLst>
                <a:ext uri="{FF2B5EF4-FFF2-40B4-BE49-F238E27FC236}">
                  <a16:creationId xmlns:a16="http://schemas.microsoft.com/office/drawing/2014/main" id="{DE909D2E-5FC9-4A3A-B61A-BD6F3C24440E}"/>
                </a:ext>
              </a:extLst>
            </p:cNvPr>
            <p:cNvSpPr/>
            <p:nvPr/>
          </p:nvSpPr>
          <p:spPr>
            <a:xfrm>
              <a:off x="9876949" y="2519838"/>
              <a:ext cx="457200" cy="457200"/>
            </a:xfrm>
            <a:custGeom>
              <a:avLst/>
              <a:gdLst>
                <a:gd name="connsiteX0" fmla="*/ 275749 w 457200"/>
                <a:gd name="connsiteY0" fmla="*/ 276701 h 457200"/>
                <a:gd name="connsiteX1" fmla="*/ 275749 w 457200"/>
                <a:gd name="connsiteY1" fmla="*/ 368141 h 457200"/>
                <a:gd name="connsiteX2" fmla="*/ 275749 w 457200"/>
                <a:gd name="connsiteY2" fmla="*/ 431959 h 457200"/>
                <a:gd name="connsiteX3" fmla="*/ 252889 w 457200"/>
                <a:gd name="connsiteY3" fmla="*/ 455771 h 457200"/>
                <a:gd name="connsiteX4" fmla="*/ 211931 w 457200"/>
                <a:gd name="connsiteY4" fmla="*/ 455771 h 457200"/>
                <a:gd name="connsiteX5" fmla="*/ 189071 w 457200"/>
                <a:gd name="connsiteY5" fmla="*/ 431959 h 457200"/>
                <a:gd name="connsiteX6" fmla="*/ 189071 w 457200"/>
                <a:gd name="connsiteY6" fmla="*/ 301466 h 457200"/>
                <a:gd name="connsiteX7" fmla="*/ 187166 w 457200"/>
                <a:gd name="connsiteY7" fmla="*/ 278606 h 457200"/>
                <a:gd name="connsiteX8" fmla="*/ 167164 w 457200"/>
                <a:gd name="connsiteY8" fmla="*/ 275749 h 457200"/>
                <a:gd name="connsiteX9" fmla="*/ 34766 w 457200"/>
                <a:gd name="connsiteY9" fmla="*/ 275749 h 457200"/>
                <a:gd name="connsiteX10" fmla="*/ 7144 w 457200"/>
                <a:gd name="connsiteY10" fmla="*/ 247174 h 457200"/>
                <a:gd name="connsiteX11" fmla="*/ 7144 w 457200"/>
                <a:gd name="connsiteY11" fmla="*/ 212884 h 457200"/>
                <a:gd name="connsiteX12" fmla="*/ 31909 w 457200"/>
                <a:gd name="connsiteY12" fmla="*/ 188119 h 457200"/>
                <a:gd name="connsiteX13" fmla="*/ 164306 w 457200"/>
                <a:gd name="connsiteY13" fmla="*/ 188119 h 457200"/>
                <a:gd name="connsiteX14" fmla="*/ 187166 w 457200"/>
                <a:gd name="connsiteY14" fmla="*/ 185261 h 457200"/>
                <a:gd name="connsiteX15" fmla="*/ 189071 w 457200"/>
                <a:gd name="connsiteY15" fmla="*/ 156686 h 457200"/>
                <a:gd name="connsiteX16" fmla="*/ 189071 w 457200"/>
                <a:gd name="connsiteY16" fmla="*/ 35719 h 457200"/>
                <a:gd name="connsiteX17" fmla="*/ 216694 w 457200"/>
                <a:gd name="connsiteY17" fmla="*/ 7144 h 457200"/>
                <a:gd name="connsiteX18" fmla="*/ 250984 w 457200"/>
                <a:gd name="connsiteY18" fmla="*/ 7144 h 457200"/>
                <a:gd name="connsiteX19" fmla="*/ 275749 w 457200"/>
                <a:gd name="connsiteY19" fmla="*/ 31909 h 457200"/>
                <a:gd name="connsiteX20" fmla="*/ 275749 w 457200"/>
                <a:gd name="connsiteY20" fmla="*/ 170974 h 457200"/>
                <a:gd name="connsiteX21" fmla="*/ 276701 w 457200"/>
                <a:gd name="connsiteY21" fmla="*/ 184309 h 457200"/>
                <a:gd name="connsiteX22" fmla="*/ 296703 w 457200"/>
                <a:gd name="connsiteY22" fmla="*/ 188119 h 457200"/>
                <a:gd name="connsiteX23" fmla="*/ 429101 w 457200"/>
                <a:gd name="connsiteY23" fmla="*/ 188119 h 457200"/>
                <a:gd name="connsiteX24" fmla="*/ 457676 w 457200"/>
                <a:gd name="connsiteY24" fmla="*/ 217646 h 457200"/>
                <a:gd name="connsiteX25" fmla="*/ 457676 w 457200"/>
                <a:gd name="connsiteY25" fmla="*/ 250031 h 457200"/>
                <a:gd name="connsiteX26" fmla="*/ 431006 w 457200"/>
                <a:gd name="connsiteY26" fmla="*/ 275749 h 457200"/>
                <a:gd name="connsiteX27" fmla="*/ 303371 w 457200"/>
                <a:gd name="connsiteY27" fmla="*/ 275749 h 457200"/>
                <a:gd name="connsiteX28" fmla="*/ 275749 w 457200"/>
                <a:gd name="connsiteY28" fmla="*/ 276701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57200" h="457200">
                  <a:moveTo>
                    <a:pt x="275749" y="276701"/>
                  </a:moveTo>
                  <a:cubicBezTo>
                    <a:pt x="275749" y="309086"/>
                    <a:pt x="275749" y="338614"/>
                    <a:pt x="275749" y="368141"/>
                  </a:cubicBezTo>
                  <a:cubicBezTo>
                    <a:pt x="275749" y="389096"/>
                    <a:pt x="275749" y="411004"/>
                    <a:pt x="275749" y="431959"/>
                  </a:cubicBezTo>
                  <a:cubicBezTo>
                    <a:pt x="275749" y="450056"/>
                    <a:pt x="270034" y="455771"/>
                    <a:pt x="252889" y="455771"/>
                  </a:cubicBezTo>
                  <a:cubicBezTo>
                    <a:pt x="239553" y="455771"/>
                    <a:pt x="225266" y="455771"/>
                    <a:pt x="211931" y="455771"/>
                  </a:cubicBezTo>
                  <a:cubicBezTo>
                    <a:pt x="194786" y="454819"/>
                    <a:pt x="189071" y="450056"/>
                    <a:pt x="189071" y="431959"/>
                  </a:cubicBezTo>
                  <a:cubicBezTo>
                    <a:pt x="189071" y="388144"/>
                    <a:pt x="189071" y="345281"/>
                    <a:pt x="189071" y="301466"/>
                  </a:cubicBezTo>
                  <a:cubicBezTo>
                    <a:pt x="189071" y="293846"/>
                    <a:pt x="190024" y="286226"/>
                    <a:pt x="187166" y="278606"/>
                  </a:cubicBezTo>
                  <a:cubicBezTo>
                    <a:pt x="181451" y="273844"/>
                    <a:pt x="173831" y="275749"/>
                    <a:pt x="167164" y="275749"/>
                  </a:cubicBezTo>
                  <a:cubicBezTo>
                    <a:pt x="123349" y="275749"/>
                    <a:pt x="78581" y="275749"/>
                    <a:pt x="34766" y="275749"/>
                  </a:cubicBezTo>
                  <a:cubicBezTo>
                    <a:pt x="11906" y="275749"/>
                    <a:pt x="7144" y="270986"/>
                    <a:pt x="7144" y="247174"/>
                  </a:cubicBezTo>
                  <a:cubicBezTo>
                    <a:pt x="7144" y="235744"/>
                    <a:pt x="7144" y="224314"/>
                    <a:pt x="7144" y="212884"/>
                  </a:cubicBezTo>
                  <a:cubicBezTo>
                    <a:pt x="8096" y="193834"/>
                    <a:pt x="12859" y="188119"/>
                    <a:pt x="31909" y="188119"/>
                  </a:cubicBezTo>
                  <a:cubicBezTo>
                    <a:pt x="75724" y="188119"/>
                    <a:pt x="120491" y="188119"/>
                    <a:pt x="164306" y="188119"/>
                  </a:cubicBezTo>
                  <a:cubicBezTo>
                    <a:pt x="171926" y="188119"/>
                    <a:pt x="179546" y="190024"/>
                    <a:pt x="187166" y="185261"/>
                  </a:cubicBezTo>
                  <a:cubicBezTo>
                    <a:pt x="190024" y="175736"/>
                    <a:pt x="189071" y="166211"/>
                    <a:pt x="189071" y="156686"/>
                  </a:cubicBezTo>
                  <a:cubicBezTo>
                    <a:pt x="189071" y="116681"/>
                    <a:pt x="189071" y="75724"/>
                    <a:pt x="189071" y="35719"/>
                  </a:cubicBezTo>
                  <a:cubicBezTo>
                    <a:pt x="189071" y="11906"/>
                    <a:pt x="193834" y="8096"/>
                    <a:pt x="216694" y="7144"/>
                  </a:cubicBezTo>
                  <a:cubicBezTo>
                    <a:pt x="228124" y="7144"/>
                    <a:pt x="239553" y="7144"/>
                    <a:pt x="250984" y="7144"/>
                  </a:cubicBezTo>
                  <a:cubicBezTo>
                    <a:pt x="269081" y="8096"/>
                    <a:pt x="275749" y="13811"/>
                    <a:pt x="275749" y="31909"/>
                  </a:cubicBezTo>
                  <a:cubicBezTo>
                    <a:pt x="275749" y="78581"/>
                    <a:pt x="275749" y="125254"/>
                    <a:pt x="275749" y="170974"/>
                  </a:cubicBezTo>
                  <a:cubicBezTo>
                    <a:pt x="275749" y="175736"/>
                    <a:pt x="276701" y="179546"/>
                    <a:pt x="276701" y="184309"/>
                  </a:cubicBezTo>
                  <a:cubicBezTo>
                    <a:pt x="283369" y="190024"/>
                    <a:pt x="290036" y="188119"/>
                    <a:pt x="296703" y="188119"/>
                  </a:cubicBezTo>
                  <a:cubicBezTo>
                    <a:pt x="340519" y="188119"/>
                    <a:pt x="385286" y="188119"/>
                    <a:pt x="429101" y="188119"/>
                  </a:cubicBezTo>
                  <a:cubicBezTo>
                    <a:pt x="453866" y="188119"/>
                    <a:pt x="457676" y="192881"/>
                    <a:pt x="457676" y="217646"/>
                  </a:cubicBezTo>
                  <a:cubicBezTo>
                    <a:pt x="457676" y="228124"/>
                    <a:pt x="457676" y="238601"/>
                    <a:pt x="457676" y="250031"/>
                  </a:cubicBezTo>
                  <a:cubicBezTo>
                    <a:pt x="456724" y="269081"/>
                    <a:pt x="451009" y="275749"/>
                    <a:pt x="431006" y="275749"/>
                  </a:cubicBezTo>
                  <a:cubicBezTo>
                    <a:pt x="388144" y="275749"/>
                    <a:pt x="345281" y="275749"/>
                    <a:pt x="303371" y="275749"/>
                  </a:cubicBezTo>
                  <a:cubicBezTo>
                    <a:pt x="295751" y="276701"/>
                    <a:pt x="287178" y="276701"/>
                    <a:pt x="275749" y="276701"/>
                  </a:cubicBezTo>
                  <a:close/>
                </a:path>
              </a:pathLst>
            </a:custGeom>
            <a:solidFill>
              <a:srgbClr val="FF64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3" name="任意多边形: 形状 732">
              <a:extLst>
                <a:ext uri="{FF2B5EF4-FFF2-40B4-BE49-F238E27FC236}">
                  <a16:creationId xmlns:a16="http://schemas.microsoft.com/office/drawing/2014/main" id="{84BF81EA-B136-449F-8E3E-C9E161F000AC}"/>
                </a:ext>
              </a:extLst>
            </p:cNvPr>
            <p:cNvSpPr/>
            <p:nvPr/>
          </p:nvSpPr>
          <p:spPr>
            <a:xfrm>
              <a:off x="6996589" y="3915013"/>
              <a:ext cx="514350" cy="400050"/>
            </a:xfrm>
            <a:custGeom>
              <a:avLst/>
              <a:gdLst>
                <a:gd name="connsiteX0" fmla="*/ 15716 w 514350"/>
                <a:gd name="connsiteY0" fmla="*/ 244554 h 400050"/>
                <a:gd name="connsiteX1" fmla="*/ 14764 w 514350"/>
                <a:gd name="connsiteY1" fmla="*/ 199787 h 400050"/>
                <a:gd name="connsiteX2" fmla="*/ 38576 w 514350"/>
                <a:gd name="connsiteY2" fmla="*/ 197882 h 400050"/>
                <a:gd name="connsiteX3" fmla="*/ 246222 w 514350"/>
                <a:gd name="connsiteY3" fmla="*/ 197882 h 400050"/>
                <a:gd name="connsiteX4" fmla="*/ 273844 w 514350"/>
                <a:gd name="connsiteY4" fmla="*/ 175022 h 400050"/>
                <a:gd name="connsiteX5" fmla="*/ 284322 w 514350"/>
                <a:gd name="connsiteY5" fmla="*/ 35957 h 400050"/>
                <a:gd name="connsiteX6" fmla="*/ 286226 w 514350"/>
                <a:gd name="connsiteY6" fmla="*/ 8334 h 400050"/>
                <a:gd name="connsiteX7" fmla="*/ 330994 w 514350"/>
                <a:gd name="connsiteY7" fmla="*/ 7382 h 400050"/>
                <a:gd name="connsiteX8" fmla="*/ 320516 w 514350"/>
                <a:gd name="connsiteY8" fmla="*/ 195977 h 400050"/>
                <a:gd name="connsiteX9" fmla="*/ 385286 w 514350"/>
                <a:gd name="connsiteY9" fmla="*/ 196929 h 400050"/>
                <a:gd name="connsiteX10" fmla="*/ 447199 w 514350"/>
                <a:gd name="connsiteY10" fmla="*/ 196929 h 400050"/>
                <a:gd name="connsiteX11" fmla="*/ 510064 w 514350"/>
                <a:gd name="connsiteY11" fmla="*/ 196929 h 400050"/>
                <a:gd name="connsiteX12" fmla="*/ 511969 w 514350"/>
                <a:gd name="connsiteY12" fmla="*/ 240744 h 400050"/>
                <a:gd name="connsiteX13" fmla="*/ 490061 w 514350"/>
                <a:gd name="connsiteY13" fmla="*/ 243602 h 400050"/>
                <a:gd name="connsiteX14" fmla="*/ 320516 w 514350"/>
                <a:gd name="connsiteY14" fmla="*/ 243602 h 400050"/>
                <a:gd name="connsiteX15" fmla="*/ 298609 w 514350"/>
                <a:gd name="connsiteY15" fmla="*/ 257889 h 400050"/>
                <a:gd name="connsiteX16" fmla="*/ 511016 w 514350"/>
                <a:gd name="connsiteY16" fmla="*/ 356949 h 400050"/>
                <a:gd name="connsiteX17" fmla="*/ 486251 w 514350"/>
                <a:gd name="connsiteY17" fmla="*/ 401717 h 400050"/>
                <a:gd name="connsiteX18" fmla="*/ 269081 w 514350"/>
                <a:gd name="connsiteY18" fmla="*/ 294084 h 400050"/>
                <a:gd name="connsiteX19" fmla="*/ 32861 w 514350"/>
                <a:gd name="connsiteY19" fmla="*/ 400764 h 400050"/>
                <a:gd name="connsiteX20" fmla="*/ 7144 w 514350"/>
                <a:gd name="connsiteY20" fmla="*/ 356949 h 400050"/>
                <a:gd name="connsiteX21" fmla="*/ 26194 w 514350"/>
                <a:gd name="connsiteY21" fmla="*/ 348377 h 400050"/>
                <a:gd name="connsiteX22" fmla="*/ 161449 w 514350"/>
                <a:gd name="connsiteY22" fmla="*/ 306467 h 400050"/>
                <a:gd name="connsiteX23" fmla="*/ 243364 w 514350"/>
                <a:gd name="connsiteY23" fmla="*/ 247412 h 400050"/>
                <a:gd name="connsiteX24" fmla="*/ 242411 w 514350"/>
                <a:gd name="connsiteY24" fmla="*/ 244554 h 400050"/>
                <a:gd name="connsiteX25" fmla="*/ 240506 w 514350"/>
                <a:gd name="connsiteY25" fmla="*/ 243602 h 400050"/>
                <a:gd name="connsiteX26" fmla="*/ 15716 w 514350"/>
                <a:gd name="connsiteY26" fmla="*/ 244554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4350" h="400050">
                  <a:moveTo>
                    <a:pt x="15716" y="244554"/>
                  </a:moveTo>
                  <a:cubicBezTo>
                    <a:pt x="11906" y="227409"/>
                    <a:pt x="12859" y="213122"/>
                    <a:pt x="14764" y="199787"/>
                  </a:cubicBezTo>
                  <a:cubicBezTo>
                    <a:pt x="23336" y="195977"/>
                    <a:pt x="30956" y="197882"/>
                    <a:pt x="38576" y="197882"/>
                  </a:cubicBezTo>
                  <a:cubicBezTo>
                    <a:pt x="108109" y="197882"/>
                    <a:pt x="177641" y="197882"/>
                    <a:pt x="246222" y="197882"/>
                  </a:cubicBezTo>
                  <a:cubicBezTo>
                    <a:pt x="269081" y="197882"/>
                    <a:pt x="270034" y="197882"/>
                    <a:pt x="273844" y="175022"/>
                  </a:cubicBezTo>
                  <a:cubicBezTo>
                    <a:pt x="282416" y="129302"/>
                    <a:pt x="283369" y="82629"/>
                    <a:pt x="284322" y="35957"/>
                  </a:cubicBezTo>
                  <a:cubicBezTo>
                    <a:pt x="284322" y="27384"/>
                    <a:pt x="283369" y="17859"/>
                    <a:pt x="286226" y="8334"/>
                  </a:cubicBezTo>
                  <a:cubicBezTo>
                    <a:pt x="300514" y="6429"/>
                    <a:pt x="313849" y="7382"/>
                    <a:pt x="330994" y="7382"/>
                  </a:cubicBezTo>
                  <a:cubicBezTo>
                    <a:pt x="333851" y="69294"/>
                    <a:pt x="330041" y="131207"/>
                    <a:pt x="320516" y="195977"/>
                  </a:cubicBezTo>
                  <a:cubicBezTo>
                    <a:pt x="343376" y="197882"/>
                    <a:pt x="364331" y="196929"/>
                    <a:pt x="385286" y="196929"/>
                  </a:cubicBezTo>
                  <a:cubicBezTo>
                    <a:pt x="406241" y="196929"/>
                    <a:pt x="426244" y="196929"/>
                    <a:pt x="447199" y="196929"/>
                  </a:cubicBezTo>
                  <a:cubicBezTo>
                    <a:pt x="468154" y="196929"/>
                    <a:pt x="490061" y="196929"/>
                    <a:pt x="510064" y="196929"/>
                  </a:cubicBezTo>
                  <a:cubicBezTo>
                    <a:pt x="514826" y="215979"/>
                    <a:pt x="514826" y="219789"/>
                    <a:pt x="511969" y="240744"/>
                  </a:cubicBezTo>
                  <a:cubicBezTo>
                    <a:pt x="505301" y="245507"/>
                    <a:pt x="497681" y="243602"/>
                    <a:pt x="490061" y="243602"/>
                  </a:cubicBezTo>
                  <a:cubicBezTo>
                    <a:pt x="433864" y="243602"/>
                    <a:pt x="377666" y="243602"/>
                    <a:pt x="320516" y="243602"/>
                  </a:cubicBezTo>
                  <a:cubicBezTo>
                    <a:pt x="311944" y="243602"/>
                    <a:pt x="301466" y="240744"/>
                    <a:pt x="298609" y="257889"/>
                  </a:cubicBezTo>
                  <a:cubicBezTo>
                    <a:pt x="368141" y="290274"/>
                    <a:pt x="439579" y="320754"/>
                    <a:pt x="511016" y="356949"/>
                  </a:cubicBezTo>
                  <a:cubicBezTo>
                    <a:pt x="502444" y="372189"/>
                    <a:pt x="494824" y="385524"/>
                    <a:pt x="486251" y="401717"/>
                  </a:cubicBezTo>
                  <a:cubicBezTo>
                    <a:pt x="413861" y="364569"/>
                    <a:pt x="343376" y="328374"/>
                    <a:pt x="269081" y="294084"/>
                  </a:cubicBezTo>
                  <a:cubicBezTo>
                    <a:pt x="202406" y="354092"/>
                    <a:pt x="119539" y="380762"/>
                    <a:pt x="32861" y="400764"/>
                  </a:cubicBezTo>
                  <a:cubicBezTo>
                    <a:pt x="24289" y="385524"/>
                    <a:pt x="15716" y="371237"/>
                    <a:pt x="7144" y="356949"/>
                  </a:cubicBezTo>
                  <a:cubicBezTo>
                    <a:pt x="11906" y="349329"/>
                    <a:pt x="19526" y="350282"/>
                    <a:pt x="26194" y="348377"/>
                  </a:cubicBezTo>
                  <a:cubicBezTo>
                    <a:pt x="72866" y="338852"/>
                    <a:pt x="117634" y="326469"/>
                    <a:pt x="161449" y="306467"/>
                  </a:cubicBezTo>
                  <a:cubicBezTo>
                    <a:pt x="192881" y="292179"/>
                    <a:pt x="221456" y="274082"/>
                    <a:pt x="243364" y="247412"/>
                  </a:cubicBezTo>
                  <a:cubicBezTo>
                    <a:pt x="242411" y="245507"/>
                    <a:pt x="242411" y="244554"/>
                    <a:pt x="242411" y="244554"/>
                  </a:cubicBezTo>
                  <a:cubicBezTo>
                    <a:pt x="242411" y="243602"/>
                    <a:pt x="241459" y="243602"/>
                    <a:pt x="240506" y="243602"/>
                  </a:cubicBezTo>
                  <a:cubicBezTo>
                    <a:pt x="165259" y="244554"/>
                    <a:pt x="91916" y="244554"/>
                    <a:pt x="15716" y="244554"/>
                  </a:cubicBezTo>
                  <a:close/>
                </a:path>
              </a:pathLst>
            </a:custGeom>
            <a:solidFill>
              <a:srgbClr val="0760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4" name="任意多边形: 形状 733">
              <a:extLst>
                <a:ext uri="{FF2B5EF4-FFF2-40B4-BE49-F238E27FC236}">
                  <a16:creationId xmlns:a16="http://schemas.microsoft.com/office/drawing/2014/main" id="{E9D08BB6-E05B-4E1A-A546-82EB3C46FBAC}"/>
                </a:ext>
              </a:extLst>
            </p:cNvPr>
            <p:cNvSpPr/>
            <p:nvPr/>
          </p:nvSpPr>
          <p:spPr>
            <a:xfrm>
              <a:off x="6100793" y="3801630"/>
              <a:ext cx="381000" cy="371475"/>
            </a:xfrm>
            <a:custGeom>
              <a:avLst/>
              <a:gdLst>
                <a:gd name="connsiteX0" fmla="*/ 55215 w 381000"/>
                <a:gd name="connsiteY0" fmla="*/ 54090 h 371475"/>
                <a:gd name="connsiteX1" fmla="*/ 55215 w 381000"/>
                <a:gd name="connsiteY1" fmla="*/ 370320 h 371475"/>
                <a:gd name="connsiteX2" fmla="*/ 11400 w 381000"/>
                <a:gd name="connsiteY2" fmla="*/ 371272 h 371475"/>
                <a:gd name="connsiteX3" fmla="*/ 9495 w 381000"/>
                <a:gd name="connsiteY3" fmla="*/ 11227 h 371475"/>
                <a:gd name="connsiteX4" fmla="*/ 381922 w 381000"/>
                <a:gd name="connsiteY4" fmla="*/ 10275 h 371475"/>
                <a:gd name="connsiteX5" fmla="*/ 381922 w 381000"/>
                <a:gd name="connsiteY5" fmla="*/ 371272 h 371475"/>
                <a:gd name="connsiteX6" fmla="*/ 336202 w 381000"/>
                <a:gd name="connsiteY6" fmla="*/ 371272 h 371475"/>
                <a:gd name="connsiteX7" fmla="*/ 336202 w 381000"/>
                <a:gd name="connsiteY7" fmla="*/ 55042 h 371475"/>
                <a:gd name="connsiteX8" fmla="*/ 55215 w 381000"/>
                <a:gd name="connsiteY8" fmla="*/ 5409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0" h="371475">
                  <a:moveTo>
                    <a:pt x="55215" y="54090"/>
                  </a:moveTo>
                  <a:cubicBezTo>
                    <a:pt x="55215" y="160770"/>
                    <a:pt x="55215" y="264592"/>
                    <a:pt x="55215" y="370320"/>
                  </a:cubicBezTo>
                  <a:cubicBezTo>
                    <a:pt x="39022" y="372225"/>
                    <a:pt x="24735" y="372225"/>
                    <a:pt x="11400" y="371272"/>
                  </a:cubicBezTo>
                  <a:cubicBezTo>
                    <a:pt x="6637" y="355080"/>
                    <a:pt x="5685" y="38850"/>
                    <a:pt x="9495" y="11227"/>
                  </a:cubicBezTo>
                  <a:cubicBezTo>
                    <a:pt x="25687" y="6465"/>
                    <a:pt x="355252" y="5512"/>
                    <a:pt x="381922" y="10275"/>
                  </a:cubicBezTo>
                  <a:cubicBezTo>
                    <a:pt x="381922" y="130290"/>
                    <a:pt x="381922" y="250305"/>
                    <a:pt x="381922" y="371272"/>
                  </a:cubicBezTo>
                  <a:cubicBezTo>
                    <a:pt x="366682" y="374130"/>
                    <a:pt x="352395" y="373177"/>
                    <a:pt x="336202" y="371272"/>
                  </a:cubicBezTo>
                  <a:cubicBezTo>
                    <a:pt x="336202" y="265545"/>
                    <a:pt x="336202" y="160770"/>
                    <a:pt x="336202" y="55042"/>
                  </a:cubicBezTo>
                  <a:cubicBezTo>
                    <a:pt x="241905" y="54090"/>
                    <a:pt x="150465" y="54090"/>
                    <a:pt x="55215" y="54090"/>
                  </a:cubicBezTo>
                  <a:close/>
                </a:path>
              </a:pathLst>
            </a:custGeom>
            <a:solidFill>
              <a:srgbClr val="0962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5" name="任意多边形: 形状 734">
              <a:extLst>
                <a:ext uri="{FF2B5EF4-FFF2-40B4-BE49-F238E27FC236}">
                  <a16:creationId xmlns:a16="http://schemas.microsoft.com/office/drawing/2014/main" id="{BB00553B-7677-4662-A76E-B20950C688F9}"/>
                </a:ext>
              </a:extLst>
            </p:cNvPr>
            <p:cNvSpPr/>
            <p:nvPr/>
          </p:nvSpPr>
          <p:spPr>
            <a:xfrm>
              <a:off x="7964197" y="3810476"/>
              <a:ext cx="190500" cy="495300"/>
            </a:xfrm>
            <a:custGeom>
              <a:avLst/>
              <a:gdLst>
                <a:gd name="connsiteX0" fmla="*/ 17753 w 190500"/>
                <a:gd name="connsiteY0" fmla="*/ 263366 h 495300"/>
                <a:gd name="connsiteX1" fmla="*/ 34897 w 190500"/>
                <a:gd name="connsiteY1" fmla="*/ 77629 h 495300"/>
                <a:gd name="connsiteX2" fmla="*/ 73950 w 190500"/>
                <a:gd name="connsiteY2" fmla="*/ 76676 h 495300"/>
                <a:gd name="connsiteX3" fmla="*/ 64425 w 190500"/>
                <a:gd name="connsiteY3" fmla="*/ 220504 h 495300"/>
                <a:gd name="connsiteX4" fmla="*/ 110145 w 190500"/>
                <a:gd name="connsiteY4" fmla="*/ 221456 h 495300"/>
                <a:gd name="connsiteX5" fmla="*/ 123480 w 190500"/>
                <a:gd name="connsiteY5" fmla="*/ 48101 h 495300"/>
                <a:gd name="connsiteX6" fmla="*/ 11085 w 190500"/>
                <a:gd name="connsiteY6" fmla="*/ 48101 h 495300"/>
                <a:gd name="connsiteX7" fmla="*/ 8228 w 190500"/>
                <a:gd name="connsiteY7" fmla="*/ 7144 h 495300"/>
                <a:gd name="connsiteX8" fmla="*/ 168247 w 190500"/>
                <a:gd name="connsiteY8" fmla="*/ 7144 h 495300"/>
                <a:gd name="connsiteX9" fmla="*/ 153008 w 190500"/>
                <a:gd name="connsiteY9" fmla="*/ 219551 h 495300"/>
                <a:gd name="connsiteX10" fmla="*/ 180630 w 190500"/>
                <a:gd name="connsiteY10" fmla="*/ 224314 h 495300"/>
                <a:gd name="connsiteX11" fmla="*/ 183488 w 190500"/>
                <a:gd name="connsiteY11" fmla="*/ 237649 h 495300"/>
                <a:gd name="connsiteX12" fmla="*/ 176820 w 190500"/>
                <a:gd name="connsiteY12" fmla="*/ 417671 h 495300"/>
                <a:gd name="connsiteX13" fmla="*/ 172058 w 190500"/>
                <a:gd name="connsiteY13" fmla="*/ 444341 h 495300"/>
                <a:gd name="connsiteX14" fmla="*/ 113003 w 190500"/>
                <a:gd name="connsiteY14" fmla="*/ 491966 h 495300"/>
                <a:gd name="connsiteX15" fmla="*/ 41565 w 190500"/>
                <a:gd name="connsiteY15" fmla="*/ 491966 h 495300"/>
                <a:gd name="connsiteX16" fmla="*/ 32040 w 190500"/>
                <a:gd name="connsiteY16" fmla="*/ 446246 h 495300"/>
                <a:gd name="connsiteX17" fmla="*/ 72045 w 190500"/>
                <a:gd name="connsiteY17" fmla="*/ 447199 h 495300"/>
                <a:gd name="connsiteX18" fmla="*/ 99667 w 190500"/>
                <a:gd name="connsiteY18" fmla="*/ 448151 h 495300"/>
                <a:gd name="connsiteX19" fmla="*/ 133005 w 190500"/>
                <a:gd name="connsiteY19" fmla="*/ 419576 h 495300"/>
                <a:gd name="connsiteX20" fmla="*/ 139672 w 190500"/>
                <a:gd name="connsiteY20" fmla="*/ 263366 h 495300"/>
                <a:gd name="connsiteX21" fmla="*/ 17753 w 190500"/>
                <a:gd name="connsiteY21" fmla="*/ 263366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0500" h="495300">
                  <a:moveTo>
                    <a:pt x="17753" y="263366"/>
                  </a:moveTo>
                  <a:cubicBezTo>
                    <a:pt x="23467" y="199549"/>
                    <a:pt x="29183" y="138589"/>
                    <a:pt x="34897" y="77629"/>
                  </a:cubicBezTo>
                  <a:cubicBezTo>
                    <a:pt x="48233" y="74771"/>
                    <a:pt x="60615" y="75724"/>
                    <a:pt x="73950" y="76676"/>
                  </a:cubicBezTo>
                  <a:cubicBezTo>
                    <a:pt x="73950" y="124301"/>
                    <a:pt x="66330" y="171926"/>
                    <a:pt x="64425" y="220504"/>
                  </a:cubicBezTo>
                  <a:cubicBezTo>
                    <a:pt x="79665" y="223361"/>
                    <a:pt x="93000" y="222409"/>
                    <a:pt x="110145" y="221456"/>
                  </a:cubicBezTo>
                  <a:cubicBezTo>
                    <a:pt x="114908" y="163354"/>
                    <a:pt x="118717" y="107156"/>
                    <a:pt x="123480" y="48101"/>
                  </a:cubicBezTo>
                  <a:cubicBezTo>
                    <a:pt x="85380" y="48101"/>
                    <a:pt x="48233" y="48101"/>
                    <a:pt x="11085" y="48101"/>
                  </a:cubicBezTo>
                  <a:cubicBezTo>
                    <a:pt x="4417" y="33814"/>
                    <a:pt x="8228" y="21431"/>
                    <a:pt x="8228" y="7144"/>
                  </a:cubicBezTo>
                  <a:cubicBezTo>
                    <a:pt x="60615" y="7144"/>
                    <a:pt x="113003" y="7144"/>
                    <a:pt x="168247" y="7144"/>
                  </a:cubicBezTo>
                  <a:cubicBezTo>
                    <a:pt x="163485" y="78581"/>
                    <a:pt x="158722" y="149066"/>
                    <a:pt x="153008" y="219551"/>
                  </a:cubicBezTo>
                  <a:cubicBezTo>
                    <a:pt x="163485" y="225266"/>
                    <a:pt x="173010" y="220504"/>
                    <a:pt x="180630" y="224314"/>
                  </a:cubicBezTo>
                  <a:cubicBezTo>
                    <a:pt x="184440" y="229076"/>
                    <a:pt x="183488" y="233839"/>
                    <a:pt x="183488" y="237649"/>
                  </a:cubicBezTo>
                  <a:cubicBezTo>
                    <a:pt x="181583" y="297656"/>
                    <a:pt x="179678" y="357664"/>
                    <a:pt x="176820" y="417671"/>
                  </a:cubicBezTo>
                  <a:cubicBezTo>
                    <a:pt x="176820" y="426244"/>
                    <a:pt x="174915" y="435769"/>
                    <a:pt x="172058" y="444341"/>
                  </a:cubicBezTo>
                  <a:cubicBezTo>
                    <a:pt x="163485" y="474821"/>
                    <a:pt x="144435" y="491014"/>
                    <a:pt x="113003" y="491966"/>
                  </a:cubicBezTo>
                  <a:cubicBezTo>
                    <a:pt x="89190" y="492919"/>
                    <a:pt x="66330" y="491966"/>
                    <a:pt x="41565" y="491966"/>
                  </a:cubicBezTo>
                  <a:cubicBezTo>
                    <a:pt x="33945" y="476726"/>
                    <a:pt x="34897" y="461486"/>
                    <a:pt x="32040" y="446246"/>
                  </a:cubicBezTo>
                  <a:cubicBezTo>
                    <a:pt x="47280" y="444341"/>
                    <a:pt x="59663" y="447199"/>
                    <a:pt x="72045" y="447199"/>
                  </a:cubicBezTo>
                  <a:cubicBezTo>
                    <a:pt x="81570" y="447199"/>
                    <a:pt x="90142" y="449104"/>
                    <a:pt x="99667" y="448151"/>
                  </a:cubicBezTo>
                  <a:cubicBezTo>
                    <a:pt x="119670" y="447199"/>
                    <a:pt x="131100" y="439579"/>
                    <a:pt x="133005" y="419576"/>
                  </a:cubicBezTo>
                  <a:cubicBezTo>
                    <a:pt x="138720" y="368141"/>
                    <a:pt x="139672" y="316706"/>
                    <a:pt x="139672" y="263366"/>
                  </a:cubicBezTo>
                  <a:cubicBezTo>
                    <a:pt x="98715" y="263366"/>
                    <a:pt x="59663" y="263366"/>
                    <a:pt x="17753" y="263366"/>
                  </a:cubicBezTo>
                  <a:close/>
                </a:path>
              </a:pathLst>
            </a:custGeom>
            <a:solidFill>
              <a:srgbClr val="0761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6" name="任意多边形: 形状 735">
              <a:extLst>
                <a:ext uri="{FF2B5EF4-FFF2-40B4-BE49-F238E27FC236}">
                  <a16:creationId xmlns:a16="http://schemas.microsoft.com/office/drawing/2014/main" id="{DA1002CC-B194-47AE-BFD9-5B4B0472E306}"/>
                </a:ext>
              </a:extLst>
            </p:cNvPr>
            <p:cNvSpPr/>
            <p:nvPr/>
          </p:nvSpPr>
          <p:spPr>
            <a:xfrm>
              <a:off x="6045041" y="3887959"/>
              <a:ext cx="485775" cy="428625"/>
            </a:xfrm>
            <a:custGeom>
              <a:avLst/>
              <a:gdLst>
                <a:gd name="connsiteX0" fmla="*/ 486251 w 485775"/>
                <a:gd name="connsiteY0" fmla="*/ 380193 h 428625"/>
                <a:gd name="connsiteX1" fmla="*/ 455771 w 485775"/>
                <a:gd name="connsiteY1" fmla="*/ 424008 h 428625"/>
                <a:gd name="connsiteX2" fmla="*/ 351948 w 485775"/>
                <a:gd name="connsiteY2" fmla="*/ 356381 h 428625"/>
                <a:gd name="connsiteX3" fmla="*/ 248126 w 485775"/>
                <a:gd name="connsiteY3" fmla="*/ 294468 h 428625"/>
                <a:gd name="connsiteX4" fmla="*/ 32861 w 485775"/>
                <a:gd name="connsiteY4" fmla="*/ 428771 h 428625"/>
                <a:gd name="connsiteX5" fmla="*/ 27146 w 485775"/>
                <a:gd name="connsiteY5" fmla="*/ 422103 h 428625"/>
                <a:gd name="connsiteX6" fmla="*/ 7144 w 485775"/>
                <a:gd name="connsiteY6" fmla="*/ 386861 h 428625"/>
                <a:gd name="connsiteX7" fmla="*/ 25241 w 485775"/>
                <a:gd name="connsiteY7" fmla="*/ 376383 h 428625"/>
                <a:gd name="connsiteX8" fmla="*/ 142398 w 485775"/>
                <a:gd name="connsiteY8" fmla="*/ 324948 h 428625"/>
                <a:gd name="connsiteX9" fmla="*/ 227171 w 485775"/>
                <a:gd name="connsiteY9" fmla="*/ 182073 h 428625"/>
                <a:gd name="connsiteX10" fmla="*/ 229076 w 485775"/>
                <a:gd name="connsiteY10" fmla="*/ 31578 h 428625"/>
                <a:gd name="connsiteX11" fmla="*/ 231934 w 485775"/>
                <a:gd name="connsiteY11" fmla="*/ 8718 h 428625"/>
                <a:gd name="connsiteX12" fmla="*/ 277653 w 485775"/>
                <a:gd name="connsiteY12" fmla="*/ 7766 h 428625"/>
                <a:gd name="connsiteX13" fmla="*/ 276701 w 485775"/>
                <a:gd name="connsiteY13" fmla="*/ 129686 h 428625"/>
                <a:gd name="connsiteX14" fmla="*/ 267176 w 485775"/>
                <a:gd name="connsiteY14" fmla="*/ 249701 h 428625"/>
                <a:gd name="connsiteX15" fmla="*/ 486251 w 485775"/>
                <a:gd name="connsiteY15" fmla="*/ 380193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5775" h="428625">
                  <a:moveTo>
                    <a:pt x="486251" y="380193"/>
                  </a:moveTo>
                  <a:cubicBezTo>
                    <a:pt x="475773" y="395433"/>
                    <a:pt x="466248" y="408768"/>
                    <a:pt x="455771" y="424008"/>
                  </a:cubicBezTo>
                  <a:cubicBezTo>
                    <a:pt x="420528" y="401148"/>
                    <a:pt x="386239" y="378288"/>
                    <a:pt x="351948" y="356381"/>
                  </a:cubicBezTo>
                  <a:cubicBezTo>
                    <a:pt x="318611" y="334473"/>
                    <a:pt x="284321" y="313518"/>
                    <a:pt x="248126" y="294468"/>
                  </a:cubicBezTo>
                  <a:cubicBezTo>
                    <a:pt x="193834" y="368763"/>
                    <a:pt x="113823" y="400196"/>
                    <a:pt x="32861" y="428771"/>
                  </a:cubicBezTo>
                  <a:cubicBezTo>
                    <a:pt x="30003" y="425913"/>
                    <a:pt x="28098" y="424008"/>
                    <a:pt x="27146" y="422103"/>
                  </a:cubicBezTo>
                  <a:cubicBezTo>
                    <a:pt x="20478" y="410673"/>
                    <a:pt x="13811" y="398291"/>
                    <a:pt x="7144" y="386861"/>
                  </a:cubicBezTo>
                  <a:cubicBezTo>
                    <a:pt x="10953" y="378288"/>
                    <a:pt x="18573" y="379241"/>
                    <a:pt x="25241" y="376383"/>
                  </a:cubicBezTo>
                  <a:cubicBezTo>
                    <a:pt x="65246" y="362096"/>
                    <a:pt x="104298" y="345903"/>
                    <a:pt x="142398" y="324948"/>
                  </a:cubicBezTo>
                  <a:cubicBezTo>
                    <a:pt x="199548" y="293516"/>
                    <a:pt x="226219" y="245891"/>
                    <a:pt x="227171" y="182073"/>
                  </a:cubicBezTo>
                  <a:cubicBezTo>
                    <a:pt x="228123" y="131591"/>
                    <a:pt x="228123" y="82061"/>
                    <a:pt x="229076" y="31578"/>
                  </a:cubicBezTo>
                  <a:cubicBezTo>
                    <a:pt x="229076" y="23958"/>
                    <a:pt x="228123" y="16338"/>
                    <a:pt x="231934" y="8718"/>
                  </a:cubicBezTo>
                  <a:cubicBezTo>
                    <a:pt x="246221" y="5861"/>
                    <a:pt x="260509" y="7766"/>
                    <a:pt x="277653" y="7766"/>
                  </a:cubicBezTo>
                  <a:cubicBezTo>
                    <a:pt x="278606" y="49676"/>
                    <a:pt x="278606" y="89681"/>
                    <a:pt x="276701" y="129686"/>
                  </a:cubicBezTo>
                  <a:cubicBezTo>
                    <a:pt x="275748" y="168738"/>
                    <a:pt x="275748" y="208743"/>
                    <a:pt x="267176" y="249701"/>
                  </a:cubicBezTo>
                  <a:cubicBezTo>
                    <a:pt x="339566" y="290658"/>
                    <a:pt x="413861" y="332568"/>
                    <a:pt x="486251" y="380193"/>
                  </a:cubicBezTo>
                  <a:close/>
                </a:path>
              </a:pathLst>
            </a:custGeom>
            <a:solidFill>
              <a:srgbClr val="0861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7" name="任意多边形: 形状 736">
              <a:extLst>
                <a:ext uri="{FF2B5EF4-FFF2-40B4-BE49-F238E27FC236}">
                  <a16:creationId xmlns:a16="http://schemas.microsoft.com/office/drawing/2014/main" id="{3E528917-3BF5-45A9-BE14-F519EA4B70BB}"/>
                </a:ext>
              </a:extLst>
            </p:cNvPr>
            <p:cNvSpPr/>
            <p:nvPr/>
          </p:nvSpPr>
          <p:spPr>
            <a:xfrm>
              <a:off x="7014686" y="3774281"/>
              <a:ext cx="485775" cy="190500"/>
            </a:xfrm>
            <a:custGeom>
              <a:avLst/>
              <a:gdLst>
                <a:gd name="connsiteX0" fmla="*/ 50006 w 485775"/>
                <a:gd name="connsiteY0" fmla="*/ 183356 h 190500"/>
                <a:gd name="connsiteX1" fmla="*/ 7144 w 485775"/>
                <a:gd name="connsiteY1" fmla="*/ 185261 h 190500"/>
                <a:gd name="connsiteX2" fmla="*/ 7144 w 485775"/>
                <a:gd name="connsiteY2" fmla="*/ 84296 h 190500"/>
                <a:gd name="connsiteX3" fmla="*/ 235744 w 485775"/>
                <a:gd name="connsiteY3" fmla="*/ 84296 h 190500"/>
                <a:gd name="connsiteX4" fmla="*/ 207169 w 485775"/>
                <a:gd name="connsiteY4" fmla="*/ 30004 h 190500"/>
                <a:gd name="connsiteX5" fmla="*/ 245269 w 485775"/>
                <a:gd name="connsiteY5" fmla="*/ 7144 h 190500"/>
                <a:gd name="connsiteX6" fmla="*/ 289084 w 485775"/>
                <a:gd name="connsiteY6" fmla="*/ 68104 h 190500"/>
                <a:gd name="connsiteX7" fmla="*/ 279559 w 485775"/>
                <a:gd name="connsiteY7" fmla="*/ 84296 h 190500"/>
                <a:gd name="connsiteX8" fmla="*/ 480536 w 485775"/>
                <a:gd name="connsiteY8" fmla="*/ 84296 h 190500"/>
                <a:gd name="connsiteX9" fmla="*/ 480536 w 485775"/>
                <a:gd name="connsiteY9" fmla="*/ 184309 h 190500"/>
                <a:gd name="connsiteX10" fmla="*/ 434816 w 485775"/>
                <a:gd name="connsiteY10" fmla="*/ 185261 h 190500"/>
                <a:gd name="connsiteX11" fmla="*/ 434816 w 485775"/>
                <a:gd name="connsiteY11" fmla="*/ 135731 h 190500"/>
                <a:gd name="connsiteX12" fmla="*/ 53816 w 485775"/>
                <a:gd name="connsiteY12" fmla="*/ 132874 h 190500"/>
                <a:gd name="connsiteX13" fmla="*/ 50006 w 485775"/>
                <a:gd name="connsiteY13" fmla="*/ 18335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85775" h="190500">
                  <a:moveTo>
                    <a:pt x="50006" y="183356"/>
                  </a:moveTo>
                  <a:cubicBezTo>
                    <a:pt x="36671" y="187166"/>
                    <a:pt x="22384" y="184309"/>
                    <a:pt x="7144" y="185261"/>
                  </a:cubicBezTo>
                  <a:cubicBezTo>
                    <a:pt x="7144" y="150971"/>
                    <a:pt x="7144" y="118586"/>
                    <a:pt x="7144" y="84296"/>
                  </a:cubicBezTo>
                  <a:cubicBezTo>
                    <a:pt x="83344" y="84296"/>
                    <a:pt x="157639" y="84296"/>
                    <a:pt x="235744" y="84296"/>
                  </a:cubicBezTo>
                  <a:cubicBezTo>
                    <a:pt x="230028" y="63341"/>
                    <a:pt x="214789" y="49054"/>
                    <a:pt x="207169" y="30004"/>
                  </a:cubicBezTo>
                  <a:cubicBezTo>
                    <a:pt x="220503" y="22384"/>
                    <a:pt x="231934" y="14764"/>
                    <a:pt x="245269" y="7144"/>
                  </a:cubicBezTo>
                  <a:cubicBezTo>
                    <a:pt x="263366" y="26194"/>
                    <a:pt x="274796" y="49054"/>
                    <a:pt x="289084" y="68104"/>
                  </a:cubicBezTo>
                  <a:cubicBezTo>
                    <a:pt x="288131" y="76676"/>
                    <a:pt x="280511" y="76676"/>
                    <a:pt x="279559" y="84296"/>
                  </a:cubicBezTo>
                  <a:cubicBezTo>
                    <a:pt x="346234" y="84296"/>
                    <a:pt x="412909" y="84296"/>
                    <a:pt x="480536" y="84296"/>
                  </a:cubicBezTo>
                  <a:cubicBezTo>
                    <a:pt x="480536" y="118586"/>
                    <a:pt x="480536" y="150971"/>
                    <a:pt x="480536" y="184309"/>
                  </a:cubicBezTo>
                  <a:cubicBezTo>
                    <a:pt x="465296" y="187166"/>
                    <a:pt x="451961" y="186214"/>
                    <a:pt x="434816" y="185261"/>
                  </a:cubicBezTo>
                  <a:cubicBezTo>
                    <a:pt x="434816" y="168116"/>
                    <a:pt x="434816" y="150971"/>
                    <a:pt x="434816" y="135731"/>
                  </a:cubicBezTo>
                  <a:cubicBezTo>
                    <a:pt x="415766" y="130969"/>
                    <a:pt x="101441" y="129064"/>
                    <a:pt x="53816" y="132874"/>
                  </a:cubicBezTo>
                  <a:cubicBezTo>
                    <a:pt x="48101" y="148114"/>
                    <a:pt x="54769" y="166211"/>
                    <a:pt x="50006" y="183356"/>
                  </a:cubicBezTo>
                  <a:close/>
                </a:path>
              </a:pathLst>
            </a:custGeom>
            <a:solidFill>
              <a:srgbClr val="0660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8" name="任意多边形: 形状 737">
              <a:extLst>
                <a:ext uri="{FF2B5EF4-FFF2-40B4-BE49-F238E27FC236}">
                  <a16:creationId xmlns:a16="http://schemas.microsoft.com/office/drawing/2014/main" id="{18B877AB-1F43-4BCC-B9E6-E4EED4EEC623}"/>
                </a:ext>
              </a:extLst>
            </p:cNvPr>
            <p:cNvSpPr/>
            <p:nvPr/>
          </p:nvSpPr>
          <p:spPr>
            <a:xfrm>
              <a:off x="8123396" y="3779043"/>
              <a:ext cx="361950" cy="247650"/>
            </a:xfrm>
            <a:custGeom>
              <a:avLst/>
              <a:gdLst>
                <a:gd name="connsiteX0" fmla="*/ 78581 w 361950"/>
                <a:gd name="connsiteY0" fmla="*/ 243364 h 247650"/>
                <a:gd name="connsiteX1" fmla="*/ 72866 w 361950"/>
                <a:gd name="connsiteY1" fmla="*/ 210979 h 247650"/>
                <a:gd name="connsiteX2" fmla="*/ 35719 w 361950"/>
                <a:gd name="connsiteY2" fmla="*/ 240506 h 247650"/>
                <a:gd name="connsiteX3" fmla="*/ 7144 w 361950"/>
                <a:gd name="connsiteY3" fmla="*/ 204311 h 247650"/>
                <a:gd name="connsiteX4" fmla="*/ 70009 w 361950"/>
                <a:gd name="connsiteY4" fmla="*/ 148114 h 247650"/>
                <a:gd name="connsiteX5" fmla="*/ 124302 w 361950"/>
                <a:gd name="connsiteY5" fmla="*/ 80486 h 247650"/>
                <a:gd name="connsiteX6" fmla="*/ 165259 w 361950"/>
                <a:gd name="connsiteY6" fmla="*/ 7144 h 247650"/>
                <a:gd name="connsiteX7" fmla="*/ 214789 w 361950"/>
                <a:gd name="connsiteY7" fmla="*/ 7144 h 247650"/>
                <a:gd name="connsiteX8" fmla="*/ 221456 w 361950"/>
                <a:gd name="connsiteY8" fmla="*/ 52864 h 247650"/>
                <a:gd name="connsiteX9" fmla="*/ 350044 w 361950"/>
                <a:gd name="connsiteY9" fmla="*/ 187166 h 247650"/>
                <a:gd name="connsiteX10" fmla="*/ 358616 w 361950"/>
                <a:gd name="connsiteY10" fmla="*/ 197644 h 247650"/>
                <a:gd name="connsiteX11" fmla="*/ 331947 w 361950"/>
                <a:gd name="connsiteY11" fmla="*/ 231934 h 247650"/>
                <a:gd name="connsiteX12" fmla="*/ 294799 w 361950"/>
                <a:gd name="connsiteY12" fmla="*/ 208121 h 247650"/>
                <a:gd name="connsiteX13" fmla="*/ 290989 w 361950"/>
                <a:gd name="connsiteY13" fmla="*/ 243364 h 247650"/>
                <a:gd name="connsiteX14" fmla="*/ 78581 w 361950"/>
                <a:gd name="connsiteY14" fmla="*/ 243364 h 247650"/>
                <a:gd name="connsiteX15" fmla="*/ 289084 w 361950"/>
                <a:gd name="connsiteY15" fmla="*/ 201454 h 247650"/>
                <a:gd name="connsiteX16" fmla="*/ 249079 w 361950"/>
                <a:gd name="connsiteY16" fmla="*/ 159544 h 247650"/>
                <a:gd name="connsiteX17" fmla="*/ 212884 w 361950"/>
                <a:gd name="connsiteY17" fmla="*/ 115729 h 247650"/>
                <a:gd name="connsiteX18" fmla="*/ 180499 w 361950"/>
                <a:gd name="connsiteY18" fmla="*/ 71914 h 247650"/>
                <a:gd name="connsiteX19" fmla="*/ 80486 w 361950"/>
                <a:gd name="connsiteY19" fmla="*/ 201454 h 247650"/>
                <a:gd name="connsiteX20" fmla="*/ 289084 w 361950"/>
                <a:gd name="connsiteY20" fmla="*/ 201454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1950" h="247650">
                  <a:moveTo>
                    <a:pt x="78581" y="243364"/>
                  </a:moveTo>
                  <a:cubicBezTo>
                    <a:pt x="72866" y="232886"/>
                    <a:pt x="79534" y="221456"/>
                    <a:pt x="72866" y="210979"/>
                  </a:cubicBezTo>
                  <a:cubicBezTo>
                    <a:pt x="60484" y="220504"/>
                    <a:pt x="49054" y="230029"/>
                    <a:pt x="35719" y="240506"/>
                  </a:cubicBezTo>
                  <a:cubicBezTo>
                    <a:pt x="26194" y="228124"/>
                    <a:pt x="17622" y="216694"/>
                    <a:pt x="7144" y="204311"/>
                  </a:cubicBezTo>
                  <a:cubicBezTo>
                    <a:pt x="29052" y="186214"/>
                    <a:pt x="50959" y="169069"/>
                    <a:pt x="70009" y="148114"/>
                  </a:cubicBezTo>
                  <a:cubicBezTo>
                    <a:pt x="90011" y="127159"/>
                    <a:pt x="108109" y="104299"/>
                    <a:pt x="124302" y="80486"/>
                  </a:cubicBezTo>
                  <a:cubicBezTo>
                    <a:pt x="139541" y="56674"/>
                    <a:pt x="151924" y="31909"/>
                    <a:pt x="165259" y="7144"/>
                  </a:cubicBezTo>
                  <a:cubicBezTo>
                    <a:pt x="181452" y="7144"/>
                    <a:pt x="196691" y="7144"/>
                    <a:pt x="214789" y="7144"/>
                  </a:cubicBezTo>
                  <a:cubicBezTo>
                    <a:pt x="201454" y="26194"/>
                    <a:pt x="212884" y="39529"/>
                    <a:pt x="221456" y="52864"/>
                  </a:cubicBezTo>
                  <a:cubicBezTo>
                    <a:pt x="254794" y="107156"/>
                    <a:pt x="295752" y="152876"/>
                    <a:pt x="350044" y="187166"/>
                  </a:cubicBezTo>
                  <a:cubicBezTo>
                    <a:pt x="352902" y="189071"/>
                    <a:pt x="356711" y="190976"/>
                    <a:pt x="358616" y="197644"/>
                  </a:cubicBezTo>
                  <a:cubicBezTo>
                    <a:pt x="350997" y="208121"/>
                    <a:pt x="341472" y="219551"/>
                    <a:pt x="331947" y="231934"/>
                  </a:cubicBezTo>
                  <a:cubicBezTo>
                    <a:pt x="316706" y="228124"/>
                    <a:pt x="309086" y="213836"/>
                    <a:pt x="294799" y="208121"/>
                  </a:cubicBezTo>
                  <a:cubicBezTo>
                    <a:pt x="290036" y="219551"/>
                    <a:pt x="294799" y="230981"/>
                    <a:pt x="290989" y="243364"/>
                  </a:cubicBezTo>
                  <a:cubicBezTo>
                    <a:pt x="220504" y="243364"/>
                    <a:pt x="150972" y="243364"/>
                    <a:pt x="78581" y="243364"/>
                  </a:cubicBezTo>
                  <a:close/>
                  <a:moveTo>
                    <a:pt x="289084" y="201454"/>
                  </a:moveTo>
                  <a:cubicBezTo>
                    <a:pt x="273844" y="186214"/>
                    <a:pt x="261461" y="172879"/>
                    <a:pt x="249079" y="159544"/>
                  </a:cubicBezTo>
                  <a:cubicBezTo>
                    <a:pt x="236697" y="145256"/>
                    <a:pt x="225266" y="130016"/>
                    <a:pt x="212884" y="115729"/>
                  </a:cubicBezTo>
                  <a:cubicBezTo>
                    <a:pt x="201454" y="102394"/>
                    <a:pt x="194786" y="85249"/>
                    <a:pt x="180499" y="71914"/>
                  </a:cubicBezTo>
                  <a:cubicBezTo>
                    <a:pt x="153829" y="119539"/>
                    <a:pt x="120491" y="160496"/>
                    <a:pt x="80486" y="201454"/>
                  </a:cubicBezTo>
                  <a:cubicBezTo>
                    <a:pt x="151924" y="201454"/>
                    <a:pt x="217647" y="201454"/>
                    <a:pt x="289084" y="201454"/>
                  </a:cubicBezTo>
                  <a:close/>
                </a:path>
              </a:pathLst>
            </a:custGeom>
            <a:solidFill>
              <a:srgbClr val="0962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9" name="任意多边形: 形状 738">
              <a:extLst>
                <a:ext uri="{FF2B5EF4-FFF2-40B4-BE49-F238E27FC236}">
                  <a16:creationId xmlns:a16="http://schemas.microsoft.com/office/drawing/2014/main" id="{5449EF73-366B-4976-A565-ED139DEC0383}"/>
                </a:ext>
              </a:extLst>
            </p:cNvPr>
            <p:cNvSpPr/>
            <p:nvPr/>
          </p:nvSpPr>
          <p:spPr>
            <a:xfrm>
              <a:off x="8936944" y="3769518"/>
              <a:ext cx="485775" cy="190500"/>
            </a:xfrm>
            <a:custGeom>
              <a:avLst/>
              <a:gdLst>
                <a:gd name="connsiteX0" fmla="*/ 11794 w 485775"/>
                <a:gd name="connsiteY0" fmla="*/ 81439 h 190500"/>
                <a:gd name="connsiteX1" fmla="*/ 226107 w 485775"/>
                <a:gd name="connsiteY1" fmla="*/ 81439 h 190500"/>
                <a:gd name="connsiteX2" fmla="*/ 201342 w 485775"/>
                <a:gd name="connsiteY2" fmla="*/ 28099 h 190500"/>
                <a:gd name="connsiteX3" fmla="*/ 240394 w 485775"/>
                <a:gd name="connsiteY3" fmla="*/ 7144 h 190500"/>
                <a:gd name="connsiteX4" fmla="*/ 279446 w 485775"/>
                <a:gd name="connsiteY4" fmla="*/ 82391 h 190500"/>
                <a:gd name="connsiteX5" fmla="*/ 480424 w 485775"/>
                <a:gd name="connsiteY5" fmla="*/ 82391 h 190500"/>
                <a:gd name="connsiteX6" fmla="*/ 480424 w 485775"/>
                <a:gd name="connsiteY6" fmla="*/ 183356 h 190500"/>
                <a:gd name="connsiteX7" fmla="*/ 438514 w 485775"/>
                <a:gd name="connsiteY7" fmla="*/ 183356 h 190500"/>
                <a:gd name="connsiteX8" fmla="*/ 434704 w 485775"/>
                <a:gd name="connsiteY8" fmla="*/ 126206 h 190500"/>
                <a:gd name="connsiteX9" fmla="*/ 57514 w 485775"/>
                <a:gd name="connsiteY9" fmla="*/ 126206 h 190500"/>
                <a:gd name="connsiteX10" fmla="*/ 53704 w 485775"/>
                <a:gd name="connsiteY10" fmla="*/ 182404 h 190500"/>
                <a:gd name="connsiteX11" fmla="*/ 11794 w 485775"/>
                <a:gd name="connsiteY11" fmla="*/ 182404 h 190500"/>
                <a:gd name="connsiteX12" fmla="*/ 11794 w 485775"/>
                <a:gd name="connsiteY12" fmla="*/ 81439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5" h="190500">
                  <a:moveTo>
                    <a:pt x="11794" y="81439"/>
                  </a:moveTo>
                  <a:cubicBezTo>
                    <a:pt x="82279" y="81439"/>
                    <a:pt x="153717" y="81439"/>
                    <a:pt x="226107" y="81439"/>
                  </a:cubicBezTo>
                  <a:cubicBezTo>
                    <a:pt x="223249" y="60484"/>
                    <a:pt x="208009" y="46196"/>
                    <a:pt x="201342" y="28099"/>
                  </a:cubicBezTo>
                  <a:cubicBezTo>
                    <a:pt x="211819" y="18574"/>
                    <a:pt x="225154" y="13811"/>
                    <a:pt x="240394" y="7144"/>
                  </a:cubicBezTo>
                  <a:cubicBezTo>
                    <a:pt x="254682" y="30956"/>
                    <a:pt x="272779" y="52864"/>
                    <a:pt x="279446" y="82391"/>
                  </a:cubicBezTo>
                  <a:cubicBezTo>
                    <a:pt x="345169" y="82391"/>
                    <a:pt x="411844" y="82391"/>
                    <a:pt x="480424" y="82391"/>
                  </a:cubicBezTo>
                  <a:cubicBezTo>
                    <a:pt x="480424" y="116681"/>
                    <a:pt x="480424" y="150019"/>
                    <a:pt x="480424" y="183356"/>
                  </a:cubicBezTo>
                  <a:cubicBezTo>
                    <a:pt x="466137" y="185261"/>
                    <a:pt x="452801" y="185261"/>
                    <a:pt x="438514" y="183356"/>
                  </a:cubicBezTo>
                  <a:cubicBezTo>
                    <a:pt x="431846" y="165259"/>
                    <a:pt x="438514" y="145256"/>
                    <a:pt x="434704" y="126206"/>
                  </a:cubicBezTo>
                  <a:cubicBezTo>
                    <a:pt x="308974" y="126206"/>
                    <a:pt x="183244" y="126206"/>
                    <a:pt x="57514" y="126206"/>
                  </a:cubicBezTo>
                  <a:cubicBezTo>
                    <a:pt x="51799" y="144304"/>
                    <a:pt x="58467" y="163354"/>
                    <a:pt x="53704" y="182404"/>
                  </a:cubicBezTo>
                  <a:cubicBezTo>
                    <a:pt x="39417" y="185261"/>
                    <a:pt x="25129" y="184309"/>
                    <a:pt x="11794" y="182404"/>
                  </a:cubicBezTo>
                  <a:cubicBezTo>
                    <a:pt x="5126" y="157639"/>
                    <a:pt x="6079" y="98584"/>
                    <a:pt x="11794" y="81439"/>
                  </a:cubicBezTo>
                  <a:close/>
                </a:path>
              </a:pathLst>
            </a:custGeom>
            <a:solidFill>
              <a:srgbClr val="0760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0" name="任意多边形: 形状 739">
              <a:extLst>
                <a:ext uri="{FF2B5EF4-FFF2-40B4-BE49-F238E27FC236}">
                  <a16:creationId xmlns:a16="http://schemas.microsoft.com/office/drawing/2014/main" id="{E8317091-0BF1-4CFB-B3E1-B88512F88D5F}"/>
                </a:ext>
              </a:extLst>
            </p:cNvPr>
            <p:cNvSpPr/>
            <p:nvPr/>
          </p:nvSpPr>
          <p:spPr>
            <a:xfrm>
              <a:off x="8139350" y="4040028"/>
              <a:ext cx="333375" cy="247650"/>
            </a:xfrm>
            <a:custGeom>
              <a:avLst/>
              <a:gdLst>
                <a:gd name="connsiteX0" fmla="*/ 326469 w 333375"/>
                <a:gd name="connsiteY0" fmla="*/ 246221 h 247650"/>
                <a:gd name="connsiteX1" fmla="*/ 10239 w 333375"/>
                <a:gd name="connsiteY1" fmla="*/ 246221 h 247650"/>
                <a:gd name="connsiteX2" fmla="*/ 8335 w 333375"/>
                <a:gd name="connsiteY2" fmla="*/ 206216 h 247650"/>
                <a:gd name="connsiteX3" fmla="*/ 192167 w 333375"/>
                <a:gd name="connsiteY3" fmla="*/ 206216 h 247650"/>
                <a:gd name="connsiteX4" fmla="*/ 260747 w 333375"/>
                <a:gd name="connsiteY4" fmla="*/ 7144 h 247650"/>
                <a:gd name="connsiteX5" fmla="*/ 303610 w 333375"/>
                <a:gd name="connsiteY5" fmla="*/ 20479 h 247650"/>
                <a:gd name="connsiteX6" fmla="*/ 241697 w 333375"/>
                <a:gd name="connsiteY6" fmla="*/ 204311 h 247650"/>
                <a:gd name="connsiteX7" fmla="*/ 328375 w 333375"/>
                <a:gd name="connsiteY7" fmla="*/ 204311 h 247650"/>
                <a:gd name="connsiteX8" fmla="*/ 326469 w 333375"/>
                <a:gd name="connsiteY8" fmla="*/ 246221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375" h="247650">
                  <a:moveTo>
                    <a:pt x="326469" y="246221"/>
                  </a:moveTo>
                  <a:cubicBezTo>
                    <a:pt x="220742" y="246221"/>
                    <a:pt x="115967" y="246221"/>
                    <a:pt x="10239" y="246221"/>
                  </a:cubicBezTo>
                  <a:cubicBezTo>
                    <a:pt x="5477" y="232886"/>
                    <a:pt x="7382" y="220504"/>
                    <a:pt x="8335" y="206216"/>
                  </a:cubicBezTo>
                  <a:cubicBezTo>
                    <a:pt x="69294" y="206216"/>
                    <a:pt x="130255" y="206216"/>
                    <a:pt x="192167" y="206216"/>
                  </a:cubicBezTo>
                  <a:cubicBezTo>
                    <a:pt x="220742" y="140494"/>
                    <a:pt x="238839" y="73819"/>
                    <a:pt x="260747" y="7144"/>
                  </a:cubicBezTo>
                  <a:cubicBezTo>
                    <a:pt x="275987" y="10001"/>
                    <a:pt x="288369" y="14764"/>
                    <a:pt x="303610" y="20479"/>
                  </a:cubicBezTo>
                  <a:cubicBezTo>
                    <a:pt x="286464" y="81439"/>
                    <a:pt x="262652" y="140494"/>
                    <a:pt x="241697" y="204311"/>
                  </a:cubicBezTo>
                  <a:cubicBezTo>
                    <a:pt x="272177" y="204311"/>
                    <a:pt x="299800" y="204311"/>
                    <a:pt x="328375" y="204311"/>
                  </a:cubicBezTo>
                  <a:cubicBezTo>
                    <a:pt x="330280" y="219551"/>
                    <a:pt x="331232" y="232886"/>
                    <a:pt x="326469" y="246221"/>
                  </a:cubicBezTo>
                  <a:close/>
                </a:path>
              </a:pathLst>
            </a:custGeom>
            <a:solidFill>
              <a:srgbClr val="0962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1" name="任意多边形: 形状 740">
              <a:extLst>
                <a:ext uri="{FF2B5EF4-FFF2-40B4-BE49-F238E27FC236}">
                  <a16:creationId xmlns:a16="http://schemas.microsoft.com/office/drawing/2014/main" id="{E4A5A910-D5B0-4B81-8168-60B5B3417593}"/>
                </a:ext>
              </a:extLst>
            </p:cNvPr>
            <p:cNvSpPr/>
            <p:nvPr/>
          </p:nvSpPr>
          <p:spPr>
            <a:xfrm>
              <a:off x="5081111" y="4072413"/>
              <a:ext cx="123825" cy="238125"/>
            </a:xfrm>
            <a:custGeom>
              <a:avLst/>
              <a:gdLst>
                <a:gd name="connsiteX0" fmla="*/ 55721 w 123825"/>
                <a:gd name="connsiteY0" fmla="*/ 234791 h 238125"/>
                <a:gd name="connsiteX1" fmla="*/ 7144 w 123825"/>
                <a:gd name="connsiteY1" fmla="*/ 217646 h 238125"/>
                <a:gd name="connsiteX2" fmla="*/ 75724 w 123825"/>
                <a:gd name="connsiteY2" fmla="*/ 7144 h 238125"/>
                <a:gd name="connsiteX3" fmla="*/ 120491 w 123825"/>
                <a:gd name="connsiteY3" fmla="*/ 26194 h 238125"/>
                <a:gd name="connsiteX4" fmla="*/ 55721 w 123825"/>
                <a:gd name="connsiteY4" fmla="*/ 234791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238125">
                  <a:moveTo>
                    <a:pt x="55721" y="234791"/>
                  </a:moveTo>
                  <a:cubicBezTo>
                    <a:pt x="37624" y="230029"/>
                    <a:pt x="22384" y="225266"/>
                    <a:pt x="7144" y="217646"/>
                  </a:cubicBezTo>
                  <a:cubicBezTo>
                    <a:pt x="31909" y="148114"/>
                    <a:pt x="53816" y="79534"/>
                    <a:pt x="75724" y="7144"/>
                  </a:cubicBezTo>
                  <a:cubicBezTo>
                    <a:pt x="91916" y="13811"/>
                    <a:pt x="105251" y="19526"/>
                    <a:pt x="120491" y="26194"/>
                  </a:cubicBezTo>
                  <a:cubicBezTo>
                    <a:pt x="98584" y="95726"/>
                    <a:pt x="77629" y="164306"/>
                    <a:pt x="55721" y="234791"/>
                  </a:cubicBezTo>
                  <a:close/>
                </a:path>
              </a:pathLst>
            </a:custGeom>
            <a:solidFill>
              <a:srgbClr val="0962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2" name="任意多边形: 形状 741">
              <a:extLst>
                <a:ext uri="{FF2B5EF4-FFF2-40B4-BE49-F238E27FC236}">
                  <a16:creationId xmlns:a16="http://schemas.microsoft.com/office/drawing/2014/main" id="{98068757-D072-4CA0-A31D-403DD70AAC1F}"/>
                </a:ext>
              </a:extLst>
            </p:cNvPr>
            <p:cNvSpPr/>
            <p:nvPr/>
          </p:nvSpPr>
          <p:spPr>
            <a:xfrm>
              <a:off x="8253889" y="4032408"/>
              <a:ext cx="85725" cy="171450"/>
            </a:xfrm>
            <a:custGeom>
              <a:avLst/>
              <a:gdLst>
                <a:gd name="connsiteX0" fmla="*/ 85249 w 85725"/>
                <a:gd name="connsiteY0" fmla="*/ 151924 h 171450"/>
                <a:gd name="connsiteX1" fmla="*/ 43339 w 85725"/>
                <a:gd name="connsiteY1" fmla="*/ 164306 h 171450"/>
                <a:gd name="connsiteX2" fmla="*/ 7144 w 85725"/>
                <a:gd name="connsiteY2" fmla="*/ 19526 h 171450"/>
                <a:gd name="connsiteX3" fmla="*/ 48101 w 85725"/>
                <a:gd name="connsiteY3" fmla="*/ 7144 h 171450"/>
                <a:gd name="connsiteX4" fmla="*/ 85249 w 85725"/>
                <a:gd name="connsiteY4" fmla="*/ 15192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171450">
                  <a:moveTo>
                    <a:pt x="85249" y="151924"/>
                  </a:moveTo>
                  <a:cubicBezTo>
                    <a:pt x="70961" y="157639"/>
                    <a:pt x="58579" y="161449"/>
                    <a:pt x="43339" y="164306"/>
                  </a:cubicBezTo>
                  <a:cubicBezTo>
                    <a:pt x="30956" y="115729"/>
                    <a:pt x="21431" y="67151"/>
                    <a:pt x="7144" y="19526"/>
                  </a:cubicBezTo>
                  <a:cubicBezTo>
                    <a:pt x="20479" y="11906"/>
                    <a:pt x="32861" y="10001"/>
                    <a:pt x="48101" y="7144"/>
                  </a:cubicBezTo>
                  <a:cubicBezTo>
                    <a:pt x="63341" y="54769"/>
                    <a:pt x="72866" y="102394"/>
                    <a:pt x="85249" y="151924"/>
                  </a:cubicBezTo>
                  <a:close/>
                </a:path>
              </a:pathLst>
            </a:custGeom>
            <a:solidFill>
              <a:srgbClr val="0B63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3" name="任意多边形: 形状 742">
              <a:extLst>
                <a:ext uri="{FF2B5EF4-FFF2-40B4-BE49-F238E27FC236}">
                  <a16:creationId xmlns:a16="http://schemas.microsoft.com/office/drawing/2014/main" id="{AC040119-CA65-4C72-9D9E-DFC88DBA3948}"/>
                </a:ext>
              </a:extLst>
            </p:cNvPr>
            <p:cNvSpPr/>
            <p:nvPr/>
          </p:nvSpPr>
          <p:spPr>
            <a:xfrm>
              <a:off x="8166259" y="4055268"/>
              <a:ext cx="95250" cy="161925"/>
            </a:xfrm>
            <a:custGeom>
              <a:avLst/>
              <a:gdLst>
                <a:gd name="connsiteX0" fmla="*/ 90964 w 95250"/>
                <a:gd name="connsiteY0" fmla="*/ 145256 h 161925"/>
                <a:gd name="connsiteX1" fmla="*/ 48102 w 95250"/>
                <a:gd name="connsiteY1" fmla="*/ 159544 h 161925"/>
                <a:gd name="connsiteX2" fmla="*/ 7144 w 95250"/>
                <a:gd name="connsiteY2" fmla="*/ 23336 h 161925"/>
                <a:gd name="connsiteX3" fmla="*/ 46197 w 95250"/>
                <a:gd name="connsiteY3" fmla="*/ 7144 h 161925"/>
                <a:gd name="connsiteX4" fmla="*/ 90964 w 95250"/>
                <a:gd name="connsiteY4" fmla="*/ 145256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61925">
                  <a:moveTo>
                    <a:pt x="90964" y="145256"/>
                  </a:moveTo>
                  <a:cubicBezTo>
                    <a:pt x="76677" y="151924"/>
                    <a:pt x="64294" y="156686"/>
                    <a:pt x="48102" y="159544"/>
                  </a:cubicBezTo>
                  <a:cubicBezTo>
                    <a:pt x="34766" y="113824"/>
                    <a:pt x="22384" y="69056"/>
                    <a:pt x="7144" y="23336"/>
                  </a:cubicBezTo>
                  <a:cubicBezTo>
                    <a:pt x="18574" y="13811"/>
                    <a:pt x="32861" y="13811"/>
                    <a:pt x="46197" y="7144"/>
                  </a:cubicBezTo>
                  <a:cubicBezTo>
                    <a:pt x="63341" y="53816"/>
                    <a:pt x="76677" y="98584"/>
                    <a:pt x="90964" y="145256"/>
                  </a:cubicBezTo>
                  <a:close/>
                </a:path>
              </a:pathLst>
            </a:custGeom>
            <a:solidFill>
              <a:srgbClr val="0B63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4" name="任意多边形: 形状 743">
              <a:extLst>
                <a:ext uri="{FF2B5EF4-FFF2-40B4-BE49-F238E27FC236}">
                  <a16:creationId xmlns:a16="http://schemas.microsoft.com/office/drawing/2014/main" id="{9BFBD9FC-10D2-41CA-A0D8-7732528B6C84}"/>
                </a:ext>
              </a:extLst>
            </p:cNvPr>
            <p:cNvSpPr/>
            <p:nvPr/>
          </p:nvSpPr>
          <p:spPr>
            <a:xfrm>
              <a:off x="7058501" y="3995261"/>
              <a:ext cx="142875" cy="114300"/>
            </a:xfrm>
            <a:custGeom>
              <a:avLst/>
              <a:gdLst>
                <a:gd name="connsiteX0" fmla="*/ 27147 w 142875"/>
                <a:gd name="connsiteY0" fmla="*/ 7144 h 114300"/>
                <a:gd name="connsiteX1" fmla="*/ 141447 w 142875"/>
                <a:gd name="connsiteY1" fmla="*/ 68104 h 114300"/>
                <a:gd name="connsiteX2" fmla="*/ 117634 w 142875"/>
                <a:gd name="connsiteY2" fmla="*/ 109061 h 114300"/>
                <a:gd name="connsiteX3" fmla="*/ 7144 w 142875"/>
                <a:gd name="connsiteY3" fmla="*/ 46196 h 114300"/>
                <a:gd name="connsiteX4" fmla="*/ 27147 w 142875"/>
                <a:gd name="connsiteY4" fmla="*/ 714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14300">
                  <a:moveTo>
                    <a:pt x="27147" y="7144"/>
                  </a:moveTo>
                  <a:cubicBezTo>
                    <a:pt x="66199" y="25241"/>
                    <a:pt x="103347" y="46196"/>
                    <a:pt x="141447" y="68104"/>
                  </a:cubicBezTo>
                  <a:cubicBezTo>
                    <a:pt x="134779" y="83344"/>
                    <a:pt x="126206" y="94774"/>
                    <a:pt x="117634" y="109061"/>
                  </a:cubicBezTo>
                  <a:cubicBezTo>
                    <a:pt x="80486" y="87154"/>
                    <a:pt x="45244" y="65246"/>
                    <a:pt x="7144" y="46196"/>
                  </a:cubicBezTo>
                  <a:cubicBezTo>
                    <a:pt x="9049" y="30956"/>
                    <a:pt x="17622" y="20479"/>
                    <a:pt x="27147" y="7144"/>
                  </a:cubicBezTo>
                  <a:close/>
                </a:path>
              </a:pathLst>
            </a:custGeom>
            <a:solidFill>
              <a:srgbClr val="0B63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5" name="任意多边形: 形状 744">
              <a:extLst>
                <a:ext uri="{FF2B5EF4-FFF2-40B4-BE49-F238E27FC236}">
                  <a16:creationId xmlns:a16="http://schemas.microsoft.com/office/drawing/2014/main" id="{04D75BE7-6BDB-4DD1-BEC4-4796A8700D12}"/>
                </a:ext>
              </a:extLst>
            </p:cNvPr>
            <p:cNvSpPr/>
            <p:nvPr/>
          </p:nvSpPr>
          <p:spPr>
            <a:xfrm>
              <a:off x="5072539" y="3920013"/>
              <a:ext cx="133350" cy="123825"/>
            </a:xfrm>
            <a:custGeom>
              <a:avLst/>
              <a:gdLst>
                <a:gd name="connsiteX0" fmla="*/ 128111 w 133350"/>
                <a:gd name="connsiteY0" fmla="*/ 81439 h 123825"/>
                <a:gd name="connsiteX1" fmla="*/ 96679 w 133350"/>
                <a:gd name="connsiteY1" fmla="*/ 120491 h 123825"/>
                <a:gd name="connsiteX2" fmla="*/ 7144 w 133350"/>
                <a:gd name="connsiteY2" fmla="*/ 41434 h 123825"/>
                <a:gd name="connsiteX3" fmla="*/ 35719 w 133350"/>
                <a:gd name="connsiteY3" fmla="*/ 7144 h 123825"/>
                <a:gd name="connsiteX4" fmla="*/ 128111 w 133350"/>
                <a:gd name="connsiteY4" fmla="*/ 8143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23825">
                  <a:moveTo>
                    <a:pt x="128111" y="81439"/>
                  </a:moveTo>
                  <a:cubicBezTo>
                    <a:pt x="119539" y="96679"/>
                    <a:pt x="107156" y="107156"/>
                    <a:pt x="96679" y="120491"/>
                  </a:cubicBezTo>
                  <a:cubicBezTo>
                    <a:pt x="66199" y="92869"/>
                    <a:pt x="36671" y="67151"/>
                    <a:pt x="7144" y="41434"/>
                  </a:cubicBezTo>
                  <a:cubicBezTo>
                    <a:pt x="15716" y="28099"/>
                    <a:pt x="24289" y="17621"/>
                    <a:pt x="35719" y="7144"/>
                  </a:cubicBezTo>
                  <a:cubicBezTo>
                    <a:pt x="68104" y="30004"/>
                    <a:pt x="98584" y="55721"/>
                    <a:pt x="128111" y="81439"/>
                  </a:cubicBezTo>
                  <a:close/>
                </a:path>
              </a:pathLst>
            </a:custGeom>
            <a:solidFill>
              <a:srgbClr val="0B63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6" name="任意多边形: 形状 745">
              <a:extLst>
                <a:ext uri="{FF2B5EF4-FFF2-40B4-BE49-F238E27FC236}">
                  <a16:creationId xmlns:a16="http://schemas.microsoft.com/office/drawing/2014/main" id="{53FCE4F0-4EFD-476C-9768-122207F62536}"/>
                </a:ext>
              </a:extLst>
            </p:cNvPr>
            <p:cNvSpPr/>
            <p:nvPr/>
          </p:nvSpPr>
          <p:spPr>
            <a:xfrm>
              <a:off x="7951946" y="4109561"/>
              <a:ext cx="142875" cy="85725"/>
            </a:xfrm>
            <a:custGeom>
              <a:avLst/>
              <a:gdLst>
                <a:gd name="connsiteX0" fmla="*/ 14764 w 142875"/>
                <a:gd name="connsiteY0" fmla="*/ 81439 h 85725"/>
                <a:gd name="connsiteX1" fmla="*/ 7144 w 142875"/>
                <a:gd name="connsiteY1" fmla="*/ 35719 h 85725"/>
                <a:gd name="connsiteX2" fmla="*/ 138589 w 142875"/>
                <a:gd name="connsiteY2" fmla="*/ 7144 h 85725"/>
                <a:gd name="connsiteX3" fmla="*/ 142399 w 142875"/>
                <a:gd name="connsiteY3" fmla="*/ 47149 h 85725"/>
                <a:gd name="connsiteX4" fmla="*/ 14764 w 142875"/>
                <a:gd name="connsiteY4" fmla="*/ 814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85725">
                  <a:moveTo>
                    <a:pt x="14764" y="81439"/>
                  </a:moveTo>
                  <a:cubicBezTo>
                    <a:pt x="10954" y="65246"/>
                    <a:pt x="7144" y="51911"/>
                    <a:pt x="7144" y="35719"/>
                  </a:cubicBezTo>
                  <a:cubicBezTo>
                    <a:pt x="50959" y="26194"/>
                    <a:pt x="94774" y="16669"/>
                    <a:pt x="138589" y="7144"/>
                  </a:cubicBezTo>
                  <a:cubicBezTo>
                    <a:pt x="144304" y="20479"/>
                    <a:pt x="141447" y="33814"/>
                    <a:pt x="142399" y="47149"/>
                  </a:cubicBezTo>
                  <a:cubicBezTo>
                    <a:pt x="100489" y="58579"/>
                    <a:pt x="59531" y="69056"/>
                    <a:pt x="14764" y="81439"/>
                  </a:cubicBezTo>
                  <a:close/>
                </a:path>
              </a:pathLst>
            </a:custGeom>
            <a:solidFill>
              <a:srgbClr val="0D64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7" name="任意多边形: 形状 746">
              <a:extLst>
                <a:ext uri="{FF2B5EF4-FFF2-40B4-BE49-F238E27FC236}">
                  <a16:creationId xmlns:a16="http://schemas.microsoft.com/office/drawing/2014/main" id="{867B0C05-49EE-4CEB-AA32-3D176F48AD23}"/>
                </a:ext>
              </a:extLst>
            </p:cNvPr>
            <p:cNvSpPr/>
            <p:nvPr/>
          </p:nvSpPr>
          <p:spPr>
            <a:xfrm>
              <a:off x="7102316" y="3914298"/>
              <a:ext cx="142875" cy="114300"/>
            </a:xfrm>
            <a:custGeom>
              <a:avLst/>
              <a:gdLst>
                <a:gd name="connsiteX0" fmla="*/ 141446 w 142875"/>
                <a:gd name="connsiteY0" fmla="*/ 68104 h 114300"/>
                <a:gd name="connsiteX1" fmla="*/ 115728 w 142875"/>
                <a:gd name="connsiteY1" fmla="*/ 107156 h 114300"/>
                <a:gd name="connsiteX2" fmla="*/ 7144 w 142875"/>
                <a:gd name="connsiteY2" fmla="*/ 43339 h 114300"/>
                <a:gd name="connsiteX3" fmla="*/ 28098 w 142875"/>
                <a:gd name="connsiteY3" fmla="*/ 7144 h 114300"/>
                <a:gd name="connsiteX4" fmla="*/ 141446 w 142875"/>
                <a:gd name="connsiteY4" fmla="*/ 6810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14300">
                  <a:moveTo>
                    <a:pt x="141446" y="68104"/>
                  </a:moveTo>
                  <a:cubicBezTo>
                    <a:pt x="132873" y="81439"/>
                    <a:pt x="125253" y="93821"/>
                    <a:pt x="115728" y="107156"/>
                  </a:cubicBezTo>
                  <a:cubicBezTo>
                    <a:pt x="79534" y="85249"/>
                    <a:pt x="44291" y="64294"/>
                    <a:pt x="7144" y="43339"/>
                  </a:cubicBezTo>
                  <a:cubicBezTo>
                    <a:pt x="11906" y="30004"/>
                    <a:pt x="21431" y="19526"/>
                    <a:pt x="28098" y="7144"/>
                  </a:cubicBezTo>
                  <a:cubicBezTo>
                    <a:pt x="67151" y="26194"/>
                    <a:pt x="104298" y="45244"/>
                    <a:pt x="141446" y="68104"/>
                  </a:cubicBezTo>
                  <a:close/>
                </a:path>
              </a:pathLst>
            </a:custGeom>
            <a:solidFill>
              <a:srgbClr val="0B63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8" name="任意多边形: 形状 747">
              <a:extLst>
                <a:ext uri="{FF2B5EF4-FFF2-40B4-BE49-F238E27FC236}">
                  <a16:creationId xmlns:a16="http://schemas.microsoft.com/office/drawing/2014/main" id="{B1440449-E5AE-4795-A923-68E871567BA5}"/>
                </a:ext>
              </a:extLst>
            </p:cNvPr>
            <p:cNvSpPr/>
            <p:nvPr/>
          </p:nvSpPr>
          <p:spPr>
            <a:xfrm>
              <a:off x="5091589" y="3779996"/>
              <a:ext cx="133350" cy="133350"/>
            </a:xfrm>
            <a:custGeom>
              <a:avLst/>
              <a:gdLst>
                <a:gd name="connsiteX0" fmla="*/ 7144 w 133350"/>
                <a:gd name="connsiteY0" fmla="*/ 39529 h 133350"/>
                <a:gd name="connsiteX1" fmla="*/ 36671 w 133350"/>
                <a:gd name="connsiteY1" fmla="*/ 7144 h 133350"/>
                <a:gd name="connsiteX2" fmla="*/ 128111 w 133350"/>
                <a:gd name="connsiteY2" fmla="*/ 89059 h 133350"/>
                <a:gd name="connsiteX3" fmla="*/ 94774 w 133350"/>
                <a:gd name="connsiteY3" fmla="*/ 126206 h 133350"/>
                <a:gd name="connsiteX4" fmla="*/ 7144 w 133350"/>
                <a:gd name="connsiteY4" fmla="*/ 39529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7144" y="39529"/>
                  </a:moveTo>
                  <a:cubicBezTo>
                    <a:pt x="16669" y="29051"/>
                    <a:pt x="26194" y="18574"/>
                    <a:pt x="36671" y="7144"/>
                  </a:cubicBezTo>
                  <a:cubicBezTo>
                    <a:pt x="68104" y="32861"/>
                    <a:pt x="97631" y="59531"/>
                    <a:pt x="128111" y="89059"/>
                  </a:cubicBezTo>
                  <a:cubicBezTo>
                    <a:pt x="116681" y="101441"/>
                    <a:pt x="107156" y="112871"/>
                    <a:pt x="94774" y="126206"/>
                  </a:cubicBezTo>
                  <a:cubicBezTo>
                    <a:pt x="65246" y="96679"/>
                    <a:pt x="36671" y="69056"/>
                    <a:pt x="7144" y="39529"/>
                  </a:cubicBezTo>
                  <a:close/>
                </a:path>
              </a:pathLst>
            </a:custGeom>
            <a:solidFill>
              <a:srgbClr val="0A62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751" name="文本框 750">
            <a:extLst>
              <a:ext uri="{FF2B5EF4-FFF2-40B4-BE49-F238E27FC236}">
                <a16:creationId xmlns:a16="http://schemas.microsoft.com/office/drawing/2014/main" id="{3912E6A0-5939-4C39-BCC2-80B7EF5DAA7B}"/>
              </a:ext>
            </a:extLst>
          </p:cNvPr>
          <p:cNvSpPr txBox="1"/>
          <p:nvPr userDrawn="1"/>
        </p:nvSpPr>
        <p:spPr>
          <a:xfrm>
            <a:off x="645454" y="9029837"/>
            <a:ext cx="5545166" cy="424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rgbClr val="D3F1F0"/>
                </a:solidFill>
                <a:latin typeface="+mj-ea"/>
                <a:ea typeface="+mj-ea"/>
              </a:rPr>
              <a:t>FABLAB</a:t>
            </a:r>
            <a:r>
              <a:rPr lang="zh-CN" altLang="en-US" sz="1600" dirty="0">
                <a:solidFill>
                  <a:srgbClr val="D3F1F0"/>
                </a:solidFill>
                <a:latin typeface="+mj-ea"/>
                <a:ea typeface="+mj-ea"/>
              </a:rPr>
              <a:t>法贝实验室  </a:t>
            </a:r>
            <a:r>
              <a:rPr lang="en-US" altLang="zh-CN" sz="1600" dirty="0">
                <a:solidFill>
                  <a:srgbClr val="D3F1F0"/>
                </a:solidFill>
                <a:latin typeface="+mj-ea"/>
                <a:ea typeface="+mj-ea"/>
              </a:rPr>
              <a:t>— —  </a:t>
            </a:r>
            <a:r>
              <a:rPr lang="zh-CN" altLang="en-US" sz="1600" dirty="0">
                <a:solidFill>
                  <a:srgbClr val="D3F1F0"/>
                </a:solidFill>
                <a:latin typeface="+mj-ea"/>
                <a:ea typeface="+mj-ea"/>
              </a:rPr>
              <a:t>机械臂设计（</a:t>
            </a:r>
            <a:r>
              <a:rPr lang="en-US" altLang="zh-CN" sz="1600" dirty="0">
                <a:solidFill>
                  <a:srgbClr val="D3F1F0"/>
                </a:solidFill>
                <a:latin typeface="+mj-ea"/>
                <a:ea typeface="+mj-ea"/>
              </a:rPr>
              <a:t>1</a:t>
            </a:r>
            <a:r>
              <a:rPr lang="zh-CN" altLang="en-US" sz="1600" dirty="0">
                <a:solidFill>
                  <a:srgbClr val="D3F1F0"/>
                </a:solidFill>
                <a:latin typeface="+mj-ea"/>
                <a:ea typeface="+mj-ea"/>
              </a:rPr>
              <a:t>阶）课程</a:t>
            </a:r>
            <a:endParaRPr lang="en-US" altLang="zh-CN" sz="1600" dirty="0">
              <a:solidFill>
                <a:srgbClr val="D3F1F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4949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gradFill>
          <a:gsLst>
            <a:gs pos="0">
              <a:srgbClr val="184E5F"/>
            </a:gs>
            <a:gs pos="74000">
              <a:srgbClr val="213745"/>
            </a:gs>
            <a:gs pos="83000">
              <a:srgbClr val="1D2C3C"/>
            </a:gs>
            <a:gs pos="100000">
              <a:srgbClr val="0B202B"/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02158E4-F4BE-22BE-DBA5-34D9E0ABAF06}"/>
              </a:ext>
            </a:extLst>
          </p:cNvPr>
          <p:cNvSpPr/>
          <p:nvPr userDrawn="1"/>
        </p:nvSpPr>
        <p:spPr>
          <a:xfrm>
            <a:off x="303133" y="2048639"/>
            <a:ext cx="6251734" cy="5808721"/>
          </a:xfrm>
          <a:custGeom>
            <a:avLst/>
            <a:gdLst>
              <a:gd name="connsiteX0" fmla="*/ 3807697 w 6251734"/>
              <a:gd name="connsiteY0" fmla="*/ 5598000 h 5808721"/>
              <a:gd name="connsiteX1" fmla="*/ 3792649 w 6251734"/>
              <a:gd name="connsiteY1" fmla="*/ 5610966 h 5808721"/>
              <a:gd name="connsiteX2" fmla="*/ 3724407 w 6251734"/>
              <a:gd name="connsiteY2" fmla="*/ 5654281 h 5808721"/>
              <a:gd name="connsiteX3" fmla="*/ 3737518 w 6251734"/>
              <a:gd name="connsiteY3" fmla="*/ 5683584 h 5808721"/>
              <a:gd name="connsiteX4" fmla="*/ 3807904 w 6251734"/>
              <a:gd name="connsiteY4" fmla="*/ 5741855 h 5808721"/>
              <a:gd name="connsiteX5" fmla="*/ 3878291 w 6251734"/>
              <a:gd name="connsiteY5" fmla="*/ 5683584 h 5808721"/>
              <a:gd name="connsiteX6" fmla="*/ 3891370 w 6251734"/>
              <a:gd name="connsiteY6" fmla="*/ 5654352 h 5808721"/>
              <a:gd name="connsiteX7" fmla="*/ 3821929 w 6251734"/>
              <a:gd name="connsiteY7" fmla="*/ 5610228 h 5808721"/>
              <a:gd name="connsiteX8" fmla="*/ 3827101 w 6251734"/>
              <a:gd name="connsiteY8" fmla="*/ 5549255 h 5808721"/>
              <a:gd name="connsiteX9" fmla="*/ 3807904 w 6251734"/>
              <a:gd name="connsiteY9" fmla="*/ 5550689 h 5808721"/>
              <a:gd name="connsiteX10" fmla="*/ 3788212 w 6251734"/>
              <a:gd name="connsiteY10" fmla="*/ 5549599 h 5808721"/>
              <a:gd name="connsiteX11" fmla="*/ 3807470 w 6251734"/>
              <a:gd name="connsiteY11" fmla="*/ 5566172 h 5808721"/>
              <a:gd name="connsiteX12" fmla="*/ 3694058 w 6251734"/>
              <a:gd name="connsiteY12" fmla="*/ 5544387 h 5808721"/>
              <a:gd name="connsiteX13" fmla="*/ 3703452 w 6251734"/>
              <a:gd name="connsiteY13" fmla="*/ 5591293 h 5808721"/>
              <a:gd name="connsiteX14" fmla="*/ 3714172 w 6251734"/>
              <a:gd name="connsiteY14" fmla="*/ 5626491 h 5808721"/>
              <a:gd name="connsiteX15" fmla="*/ 3722717 w 6251734"/>
              <a:gd name="connsiteY15" fmla="*/ 5622628 h 5808721"/>
              <a:gd name="connsiteX16" fmla="*/ 3788068 w 6251734"/>
              <a:gd name="connsiteY16" fmla="*/ 5581136 h 5808721"/>
              <a:gd name="connsiteX17" fmla="*/ 3748826 w 6251734"/>
              <a:gd name="connsiteY17" fmla="*/ 5547419 h 5808721"/>
              <a:gd name="connsiteX18" fmla="*/ 3922198 w 6251734"/>
              <a:gd name="connsiteY18" fmla="*/ 5542152 h 5808721"/>
              <a:gd name="connsiteX19" fmla="*/ 3867799 w 6251734"/>
              <a:gd name="connsiteY19" fmla="*/ 5546215 h 5808721"/>
              <a:gd name="connsiteX20" fmla="*/ 3827145 w 6251734"/>
              <a:gd name="connsiteY20" fmla="*/ 5581244 h 5808721"/>
              <a:gd name="connsiteX21" fmla="*/ 3901775 w 6251734"/>
              <a:gd name="connsiteY21" fmla="*/ 5626039 h 5808721"/>
              <a:gd name="connsiteX22" fmla="*/ 3912357 w 6251734"/>
              <a:gd name="connsiteY22" fmla="*/ 5591293 h 5808721"/>
              <a:gd name="connsiteX23" fmla="*/ 3568695 w 6251734"/>
              <a:gd name="connsiteY23" fmla="*/ 5521810 h 5808721"/>
              <a:gd name="connsiteX24" fmla="*/ 3557706 w 6251734"/>
              <a:gd name="connsiteY24" fmla="*/ 5550648 h 5808721"/>
              <a:gd name="connsiteX25" fmla="*/ 3566160 w 6251734"/>
              <a:gd name="connsiteY25" fmla="*/ 5641559 h 5808721"/>
              <a:gd name="connsiteX26" fmla="*/ 3672538 w 6251734"/>
              <a:gd name="connsiteY26" fmla="*/ 5645312 h 5808721"/>
              <a:gd name="connsiteX27" fmla="*/ 3686711 w 6251734"/>
              <a:gd name="connsiteY27" fmla="*/ 5638905 h 5808721"/>
              <a:gd name="connsiteX28" fmla="*/ 3683653 w 6251734"/>
              <a:gd name="connsiteY28" fmla="*/ 5628857 h 5808721"/>
              <a:gd name="connsiteX29" fmla="*/ 3669753 w 6251734"/>
              <a:gd name="connsiteY29" fmla="*/ 5559542 h 5808721"/>
              <a:gd name="connsiteX30" fmla="*/ 3668350 w 6251734"/>
              <a:gd name="connsiteY30" fmla="*/ 5540767 h 5808721"/>
              <a:gd name="connsiteX31" fmla="*/ 3579717 w 6251734"/>
              <a:gd name="connsiteY31" fmla="*/ 5525147 h 5808721"/>
              <a:gd name="connsiteX32" fmla="*/ 4046585 w 6251734"/>
              <a:gd name="connsiteY32" fmla="*/ 5520939 h 5808721"/>
              <a:gd name="connsiteX33" fmla="*/ 3966777 w 6251734"/>
              <a:gd name="connsiteY33" fmla="*/ 5538822 h 5808721"/>
              <a:gd name="connsiteX34" fmla="*/ 3947602 w 6251734"/>
              <a:gd name="connsiteY34" fmla="*/ 5540254 h 5808721"/>
              <a:gd name="connsiteX35" fmla="*/ 3946176 w 6251734"/>
              <a:gd name="connsiteY35" fmla="*/ 5559542 h 5808721"/>
              <a:gd name="connsiteX36" fmla="*/ 3932381 w 6251734"/>
              <a:gd name="connsiteY36" fmla="*/ 5628857 h 5808721"/>
              <a:gd name="connsiteX37" fmla="*/ 3929132 w 6251734"/>
              <a:gd name="connsiteY37" fmla="*/ 5639587 h 5808721"/>
              <a:gd name="connsiteX38" fmla="*/ 3958740 w 6251734"/>
              <a:gd name="connsiteY38" fmla="*/ 5650869 h 5808721"/>
              <a:gd name="connsiteX39" fmla="*/ 4049650 w 6251734"/>
              <a:gd name="connsiteY39" fmla="*/ 5642415 h 5808721"/>
              <a:gd name="connsiteX40" fmla="*/ 4058104 w 6251734"/>
              <a:gd name="connsiteY40" fmla="*/ 5551128 h 5808721"/>
              <a:gd name="connsiteX41" fmla="*/ 3688846 w 6251734"/>
              <a:gd name="connsiteY41" fmla="*/ 5493292 h 5808721"/>
              <a:gd name="connsiteX42" fmla="*/ 3690677 w 6251734"/>
              <a:gd name="connsiteY42" fmla="*/ 5517905 h 5808721"/>
              <a:gd name="connsiteX43" fmla="*/ 3706306 w 6251734"/>
              <a:gd name="connsiteY43" fmla="*/ 5520689 h 5808721"/>
              <a:gd name="connsiteX44" fmla="*/ 3718556 w 6251734"/>
              <a:gd name="connsiteY44" fmla="*/ 5521412 h 5808721"/>
              <a:gd name="connsiteX45" fmla="*/ 3700748 w 6251734"/>
              <a:gd name="connsiteY45" fmla="*/ 5506112 h 5808721"/>
              <a:gd name="connsiteX46" fmla="*/ 3927084 w 6251734"/>
              <a:gd name="connsiteY46" fmla="*/ 5491676 h 5808721"/>
              <a:gd name="connsiteX47" fmla="*/ 3913348 w 6251734"/>
              <a:gd name="connsiteY47" fmla="*/ 5506970 h 5808721"/>
              <a:gd name="connsiteX48" fmla="*/ 3898270 w 6251734"/>
              <a:gd name="connsiteY48" fmla="*/ 5519961 h 5808721"/>
              <a:gd name="connsiteX49" fmla="*/ 3925127 w 6251734"/>
              <a:gd name="connsiteY49" fmla="*/ 5517962 h 5808721"/>
              <a:gd name="connsiteX50" fmla="*/ 2666906 w 6251734"/>
              <a:gd name="connsiteY50" fmla="*/ 5428104 h 5808721"/>
              <a:gd name="connsiteX51" fmla="*/ 2906936 w 6251734"/>
              <a:gd name="connsiteY51" fmla="*/ 5566121 h 5808721"/>
              <a:gd name="connsiteX52" fmla="*/ 2986661 w 6251734"/>
              <a:gd name="connsiteY52" fmla="*/ 5428961 h 5808721"/>
              <a:gd name="connsiteX53" fmla="*/ 2421698 w 6251734"/>
              <a:gd name="connsiteY53" fmla="*/ 5427947 h 5808721"/>
              <a:gd name="connsiteX54" fmla="*/ 2911499 w 6251734"/>
              <a:gd name="connsiteY54" fmla="*/ 5711122 h 5808721"/>
              <a:gd name="connsiteX55" fmla="*/ 2873313 w 6251734"/>
              <a:gd name="connsiteY55" fmla="*/ 5777171 h 5808721"/>
              <a:gd name="connsiteX56" fmla="*/ 2383512 w 6251734"/>
              <a:gd name="connsiteY56" fmla="*/ 5493996 h 5808721"/>
              <a:gd name="connsiteX57" fmla="*/ 3626020 w 6251734"/>
              <a:gd name="connsiteY57" fmla="*/ 5422235 h 5808721"/>
              <a:gd name="connsiteX58" fmla="*/ 3598818 w 6251734"/>
              <a:gd name="connsiteY58" fmla="*/ 5461243 h 5808721"/>
              <a:gd name="connsiteX59" fmla="*/ 3581388 w 6251734"/>
              <a:gd name="connsiteY59" fmla="*/ 5494011 h 5808721"/>
              <a:gd name="connsiteX60" fmla="*/ 3616801 w 6251734"/>
              <a:gd name="connsiteY60" fmla="*/ 5504746 h 5808721"/>
              <a:gd name="connsiteX61" fmla="*/ 3666318 w 6251734"/>
              <a:gd name="connsiteY61" fmla="*/ 5513566 h 5808721"/>
              <a:gd name="connsiteX62" fmla="*/ 3662700 w 6251734"/>
              <a:gd name="connsiteY62" fmla="*/ 5465131 h 5808721"/>
              <a:gd name="connsiteX63" fmla="*/ 3644732 w 6251734"/>
              <a:gd name="connsiteY63" fmla="*/ 5445778 h 5808721"/>
              <a:gd name="connsiteX64" fmla="*/ 3990100 w 6251734"/>
              <a:gd name="connsiteY64" fmla="*/ 5421513 h 5808721"/>
              <a:gd name="connsiteX65" fmla="*/ 3953357 w 6251734"/>
              <a:gd name="connsiteY65" fmla="*/ 5462423 h 5808721"/>
              <a:gd name="connsiteX66" fmla="*/ 3949475 w 6251734"/>
              <a:gd name="connsiteY66" fmla="*/ 5514925 h 5808721"/>
              <a:gd name="connsiteX67" fmla="*/ 4025703 w 6251734"/>
              <a:gd name="connsiteY67" fmla="*/ 5497859 h 5808721"/>
              <a:gd name="connsiteX68" fmla="*/ 4034309 w 6251734"/>
              <a:gd name="connsiteY68" fmla="*/ 5494362 h 5808721"/>
              <a:gd name="connsiteX69" fmla="*/ 4016993 w 6251734"/>
              <a:gd name="connsiteY69" fmla="*/ 5461874 h 5808721"/>
              <a:gd name="connsiteX70" fmla="*/ 3956426 w 6251734"/>
              <a:gd name="connsiteY70" fmla="*/ 5380419 h 5808721"/>
              <a:gd name="connsiteX71" fmla="*/ 3957923 w 6251734"/>
              <a:gd name="connsiteY71" fmla="*/ 5400670 h 5808721"/>
              <a:gd name="connsiteX72" fmla="*/ 3956295 w 6251734"/>
              <a:gd name="connsiteY72" fmla="*/ 5422687 h 5808721"/>
              <a:gd name="connsiteX73" fmla="*/ 3964989 w 6251734"/>
              <a:gd name="connsiteY73" fmla="*/ 5412959 h 5808721"/>
              <a:gd name="connsiteX74" fmla="*/ 3973699 w 6251734"/>
              <a:gd name="connsiteY74" fmla="*/ 5400468 h 5808721"/>
              <a:gd name="connsiteX75" fmla="*/ 3659650 w 6251734"/>
              <a:gd name="connsiteY75" fmla="*/ 5376790 h 5808721"/>
              <a:gd name="connsiteX76" fmla="*/ 3650822 w 6251734"/>
              <a:gd name="connsiteY76" fmla="*/ 5386669 h 5808721"/>
              <a:gd name="connsiteX77" fmla="*/ 3641492 w 6251734"/>
              <a:gd name="connsiteY77" fmla="*/ 5400048 h 5808721"/>
              <a:gd name="connsiteX78" fmla="*/ 3659392 w 6251734"/>
              <a:gd name="connsiteY78" fmla="*/ 5420848 h 5808721"/>
              <a:gd name="connsiteX79" fmla="*/ 3657885 w 6251734"/>
              <a:gd name="connsiteY79" fmla="*/ 5400670 h 5808721"/>
              <a:gd name="connsiteX80" fmla="*/ 2450878 w 6251734"/>
              <a:gd name="connsiteY80" fmla="*/ 5356093 h 5808721"/>
              <a:gd name="connsiteX81" fmla="*/ 3103247 w 6251734"/>
              <a:gd name="connsiteY81" fmla="*/ 5381811 h 5808721"/>
              <a:gd name="connsiteX82" fmla="*/ 2950656 w 6251734"/>
              <a:gd name="connsiteY82" fmla="*/ 5644988 h 5808721"/>
              <a:gd name="connsiteX83" fmla="*/ 3808763 w 6251734"/>
              <a:gd name="connsiteY83" fmla="*/ 5338091 h 5808721"/>
              <a:gd name="connsiteX84" fmla="*/ 3871342 w 6251734"/>
              <a:gd name="connsiteY84" fmla="*/ 5400671 h 5808721"/>
              <a:gd name="connsiteX85" fmla="*/ 3808763 w 6251734"/>
              <a:gd name="connsiteY85" fmla="*/ 5463250 h 5808721"/>
              <a:gd name="connsiteX86" fmla="*/ 3746183 w 6251734"/>
              <a:gd name="connsiteY86" fmla="*/ 5400671 h 5808721"/>
              <a:gd name="connsiteX87" fmla="*/ 3808763 w 6251734"/>
              <a:gd name="connsiteY87" fmla="*/ 5338091 h 5808721"/>
              <a:gd name="connsiteX88" fmla="*/ 3553198 w 6251734"/>
              <a:gd name="connsiteY88" fmla="*/ 5318476 h 5808721"/>
              <a:gd name="connsiteX89" fmla="*/ 3524133 w 6251734"/>
              <a:gd name="connsiteY89" fmla="*/ 5330284 h 5808721"/>
              <a:gd name="connsiteX90" fmla="*/ 3465862 w 6251734"/>
              <a:gd name="connsiteY90" fmla="*/ 5400670 h 5808721"/>
              <a:gd name="connsiteX91" fmla="*/ 3524359 w 6251734"/>
              <a:gd name="connsiteY91" fmla="*/ 5470831 h 5808721"/>
              <a:gd name="connsiteX92" fmla="*/ 3552494 w 6251734"/>
              <a:gd name="connsiteY92" fmla="*/ 5483326 h 5808721"/>
              <a:gd name="connsiteX93" fmla="*/ 3557534 w 6251734"/>
              <a:gd name="connsiteY93" fmla="*/ 5473887 h 5808721"/>
              <a:gd name="connsiteX94" fmla="*/ 3608797 w 6251734"/>
              <a:gd name="connsiteY94" fmla="*/ 5400567 h 5808721"/>
              <a:gd name="connsiteX95" fmla="*/ 3596753 w 6251734"/>
              <a:gd name="connsiteY95" fmla="*/ 5385414 h 5808721"/>
              <a:gd name="connsiteX96" fmla="*/ 3557534 w 6251734"/>
              <a:gd name="connsiteY96" fmla="*/ 5326597 h 5808721"/>
              <a:gd name="connsiteX97" fmla="*/ 4062445 w 6251734"/>
              <a:gd name="connsiteY97" fmla="*/ 5317336 h 5808721"/>
              <a:gd name="connsiteX98" fmla="*/ 4057165 w 6251734"/>
              <a:gd name="connsiteY98" fmla="*/ 5327229 h 5808721"/>
              <a:gd name="connsiteX99" fmla="*/ 4006091 w 6251734"/>
              <a:gd name="connsiteY99" fmla="*/ 5400156 h 5808721"/>
              <a:gd name="connsiteX100" fmla="*/ 4017343 w 6251734"/>
              <a:gd name="connsiteY100" fmla="*/ 5414333 h 5808721"/>
              <a:gd name="connsiteX101" fmla="*/ 4056562 w 6251734"/>
              <a:gd name="connsiteY101" fmla="*/ 5473256 h 5808721"/>
              <a:gd name="connsiteX102" fmla="*/ 4061849 w 6251734"/>
              <a:gd name="connsiteY102" fmla="*/ 5483174 h 5808721"/>
              <a:gd name="connsiteX103" fmla="*/ 4091676 w 6251734"/>
              <a:gd name="connsiteY103" fmla="*/ 5471057 h 5808721"/>
              <a:gd name="connsiteX104" fmla="*/ 4149947 w 6251734"/>
              <a:gd name="connsiteY104" fmla="*/ 5400670 h 5808721"/>
              <a:gd name="connsiteX105" fmla="*/ 4091450 w 6251734"/>
              <a:gd name="connsiteY105" fmla="*/ 5330284 h 5808721"/>
              <a:gd name="connsiteX106" fmla="*/ 3949551 w 6251734"/>
              <a:gd name="connsiteY106" fmla="*/ 5287441 h 5808721"/>
              <a:gd name="connsiteX107" fmla="*/ 3953173 w 6251734"/>
              <a:gd name="connsiteY107" fmla="*/ 5336435 h 5808721"/>
              <a:gd name="connsiteX108" fmla="*/ 3969364 w 6251734"/>
              <a:gd name="connsiteY108" fmla="*/ 5353884 h 5808721"/>
              <a:gd name="connsiteX109" fmla="*/ 3988964 w 6251734"/>
              <a:gd name="connsiteY109" fmla="*/ 5378578 h 5808721"/>
              <a:gd name="connsiteX110" fmla="*/ 4016993 w 6251734"/>
              <a:gd name="connsiteY110" fmla="*/ 5338385 h 5808721"/>
              <a:gd name="connsiteX111" fmla="*/ 4033793 w 6251734"/>
              <a:gd name="connsiteY111" fmla="*/ 5306800 h 5808721"/>
              <a:gd name="connsiteX112" fmla="*/ 3999007 w 6251734"/>
              <a:gd name="connsiteY112" fmla="*/ 5296218 h 5808721"/>
              <a:gd name="connsiteX113" fmla="*/ 3666333 w 6251734"/>
              <a:gd name="connsiteY113" fmla="*/ 5286416 h 5808721"/>
              <a:gd name="connsiteX114" fmla="*/ 3590106 w 6251734"/>
              <a:gd name="connsiteY114" fmla="*/ 5303482 h 5808721"/>
              <a:gd name="connsiteX115" fmla="*/ 3581629 w 6251734"/>
              <a:gd name="connsiteY115" fmla="*/ 5306926 h 5808721"/>
              <a:gd name="connsiteX116" fmla="*/ 3598818 w 6251734"/>
              <a:gd name="connsiteY116" fmla="*/ 5339241 h 5808721"/>
              <a:gd name="connsiteX117" fmla="*/ 3625164 w 6251734"/>
              <a:gd name="connsiteY117" fmla="*/ 5378866 h 5808721"/>
              <a:gd name="connsiteX118" fmla="*/ 3662590 w 6251734"/>
              <a:gd name="connsiteY118" fmla="*/ 5337028 h 5808721"/>
              <a:gd name="connsiteX119" fmla="*/ 1925384 w 6251734"/>
              <a:gd name="connsiteY119" fmla="*/ 5284084 h 5808721"/>
              <a:gd name="connsiteX120" fmla="*/ 1867091 w 6251734"/>
              <a:gd name="connsiteY120" fmla="*/ 5343235 h 5808721"/>
              <a:gd name="connsiteX121" fmla="*/ 1925384 w 6251734"/>
              <a:gd name="connsiteY121" fmla="*/ 5402385 h 5808721"/>
              <a:gd name="connsiteX122" fmla="*/ 1983677 w 6251734"/>
              <a:gd name="connsiteY122" fmla="*/ 5343235 h 5808721"/>
              <a:gd name="connsiteX123" fmla="*/ 1925384 w 6251734"/>
              <a:gd name="connsiteY123" fmla="*/ 5284084 h 5808721"/>
              <a:gd name="connsiteX124" fmla="*/ 3715682 w 6251734"/>
              <a:gd name="connsiteY124" fmla="*/ 5281518 h 5808721"/>
              <a:gd name="connsiteX125" fmla="*/ 3690553 w 6251734"/>
              <a:gd name="connsiteY125" fmla="*/ 5283388 h 5808721"/>
              <a:gd name="connsiteX126" fmla="*/ 3688737 w 6251734"/>
              <a:gd name="connsiteY126" fmla="*/ 5307799 h 5808721"/>
              <a:gd name="connsiteX127" fmla="*/ 3700748 w 6251734"/>
              <a:gd name="connsiteY127" fmla="*/ 5294372 h 5808721"/>
              <a:gd name="connsiteX128" fmla="*/ 3897255 w 6251734"/>
              <a:gd name="connsiteY128" fmla="*/ 5279649 h 5808721"/>
              <a:gd name="connsiteX129" fmla="*/ 3913348 w 6251734"/>
              <a:gd name="connsiteY129" fmla="*/ 5293515 h 5808721"/>
              <a:gd name="connsiteX130" fmla="*/ 3927113 w 6251734"/>
              <a:gd name="connsiteY130" fmla="*/ 5308350 h 5808721"/>
              <a:gd name="connsiteX131" fmla="*/ 3925236 w 6251734"/>
              <a:gd name="connsiteY131" fmla="*/ 5283126 h 5808721"/>
              <a:gd name="connsiteX132" fmla="*/ 3909502 w 6251734"/>
              <a:gd name="connsiteY132" fmla="*/ 5280333 h 5808721"/>
              <a:gd name="connsiteX133" fmla="*/ 3807904 w 6251734"/>
              <a:gd name="connsiteY133" fmla="*/ 5274654 h 5808721"/>
              <a:gd name="connsiteX134" fmla="*/ 3756063 w 6251734"/>
              <a:gd name="connsiteY134" fmla="*/ 5278512 h 5808721"/>
              <a:gd name="connsiteX135" fmla="*/ 3718751 w 6251734"/>
              <a:gd name="connsiteY135" fmla="*/ 5310660 h 5808721"/>
              <a:gd name="connsiteX136" fmla="*/ 3685778 w 6251734"/>
              <a:gd name="connsiteY136" fmla="*/ 5347555 h 5808721"/>
              <a:gd name="connsiteX137" fmla="*/ 3681889 w 6251734"/>
              <a:gd name="connsiteY137" fmla="*/ 5399812 h 5808721"/>
              <a:gd name="connsiteX138" fmla="*/ 3685732 w 6251734"/>
              <a:gd name="connsiteY138" fmla="*/ 5451455 h 5808721"/>
              <a:gd name="connsiteX139" fmla="*/ 3718751 w 6251734"/>
              <a:gd name="connsiteY139" fmla="*/ 5489824 h 5808721"/>
              <a:gd name="connsiteX140" fmla="*/ 3758175 w 6251734"/>
              <a:gd name="connsiteY140" fmla="*/ 5523751 h 5808721"/>
              <a:gd name="connsiteX141" fmla="*/ 3807904 w 6251734"/>
              <a:gd name="connsiteY141" fmla="*/ 5526686 h 5808721"/>
              <a:gd name="connsiteX142" fmla="*/ 3857581 w 6251734"/>
              <a:gd name="connsiteY142" fmla="*/ 5522989 h 5808721"/>
              <a:gd name="connsiteX143" fmla="*/ 3897060 w 6251734"/>
              <a:gd name="connsiteY143" fmla="*/ 5488968 h 5808721"/>
              <a:gd name="connsiteX144" fmla="*/ 3930031 w 6251734"/>
              <a:gd name="connsiteY144" fmla="*/ 5452075 h 5808721"/>
              <a:gd name="connsiteX145" fmla="*/ 3933920 w 6251734"/>
              <a:gd name="connsiteY145" fmla="*/ 5399812 h 5808721"/>
              <a:gd name="connsiteX146" fmla="*/ 3930213 w 6251734"/>
              <a:gd name="connsiteY146" fmla="*/ 5349995 h 5808721"/>
              <a:gd name="connsiteX147" fmla="*/ 3897060 w 6251734"/>
              <a:gd name="connsiteY147" fmla="*/ 5311517 h 5808721"/>
              <a:gd name="connsiteX148" fmla="*/ 3857442 w 6251734"/>
              <a:gd name="connsiteY148" fmla="*/ 5277423 h 5808721"/>
              <a:gd name="connsiteX149" fmla="*/ 3807355 w 6251734"/>
              <a:gd name="connsiteY149" fmla="*/ 5234320 h 5808721"/>
              <a:gd name="connsiteX150" fmla="*/ 3786569 w 6251734"/>
              <a:gd name="connsiteY150" fmla="*/ 5252229 h 5808721"/>
              <a:gd name="connsiteX151" fmla="*/ 3807904 w 6251734"/>
              <a:gd name="connsiteY151" fmla="*/ 5250651 h 5808721"/>
              <a:gd name="connsiteX152" fmla="*/ 3827599 w 6251734"/>
              <a:gd name="connsiteY152" fmla="*/ 5251741 h 5808721"/>
              <a:gd name="connsiteX153" fmla="*/ 1827657 w 6251734"/>
              <a:gd name="connsiteY153" fmla="*/ 5200074 h 5808721"/>
              <a:gd name="connsiteX154" fmla="*/ 1773650 w 6251734"/>
              <a:gd name="connsiteY154" fmla="*/ 5254938 h 5808721"/>
              <a:gd name="connsiteX155" fmla="*/ 1827657 w 6251734"/>
              <a:gd name="connsiteY155" fmla="*/ 5309802 h 5808721"/>
              <a:gd name="connsiteX156" fmla="*/ 1881664 w 6251734"/>
              <a:gd name="connsiteY156" fmla="*/ 5254938 h 5808721"/>
              <a:gd name="connsiteX157" fmla="*/ 1827657 w 6251734"/>
              <a:gd name="connsiteY157" fmla="*/ 5200074 h 5808721"/>
              <a:gd name="connsiteX158" fmla="*/ 3713592 w 6251734"/>
              <a:gd name="connsiteY158" fmla="*/ 5175036 h 5808721"/>
              <a:gd name="connsiteX159" fmla="*/ 3703452 w 6251734"/>
              <a:gd name="connsiteY159" fmla="*/ 5208333 h 5808721"/>
              <a:gd name="connsiteX160" fmla="*/ 3693280 w 6251734"/>
              <a:gd name="connsiteY160" fmla="*/ 5259127 h 5808721"/>
              <a:gd name="connsiteX161" fmla="*/ 3746245 w 6251734"/>
              <a:gd name="connsiteY161" fmla="*/ 5255210 h 5808721"/>
              <a:gd name="connsiteX162" fmla="*/ 3787708 w 6251734"/>
              <a:gd name="connsiteY162" fmla="*/ 5219522 h 5808721"/>
              <a:gd name="connsiteX163" fmla="*/ 3901951 w 6251734"/>
              <a:gd name="connsiteY163" fmla="*/ 5174164 h 5808721"/>
              <a:gd name="connsiteX164" fmla="*/ 3827088 w 6251734"/>
              <a:gd name="connsiteY164" fmla="*/ 5219192 h 5808721"/>
              <a:gd name="connsiteX165" fmla="*/ 3867424 w 6251734"/>
              <a:gd name="connsiteY165" fmla="*/ 5253946 h 5808721"/>
              <a:gd name="connsiteX166" fmla="*/ 3922098 w 6251734"/>
              <a:gd name="connsiteY166" fmla="*/ 5256973 h 5808721"/>
              <a:gd name="connsiteX167" fmla="*/ 3912357 w 6251734"/>
              <a:gd name="connsiteY167" fmla="*/ 5208333 h 5808721"/>
              <a:gd name="connsiteX168" fmla="*/ 4932831 w 6251734"/>
              <a:gd name="connsiteY168" fmla="*/ 5171785 h 5808721"/>
              <a:gd name="connsiteX169" fmla="*/ 4857179 w 6251734"/>
              <a:gd name="connsiteY169" fmla="*/ 5190645 h 5808721"/>
              <a:gd name="connsiteX170" fmla="*/ 4836605 w 6251734"/>
              <a:gd name="connsiteY170" fmla="*/ 5332091 h 5808721"/>
              <a:gd name="connsiteX171" fmla="*/ 4978051 w 6251734"/>
              <a:gd name="connsiteY171" fmla="*/ 5353523 h 5808721"/>
              <a:gd name="connsiteX172" fmla="*/ 4999483 w 6251734"/>
              <a:gd name="connsiteY172" fmla="*/ 5212076 h 5808721"/>
              <a:gd name="connsiteX173" fmla="*/ 4932831 w 6251734"/>
              <a:gd name="connsiteY173" fmla="*/ 5171785 h 5808721"/>
              <a:gd name="connsiteX174" fmla="*/ 3619671 w 6251734"/>
              <a:gd name="connsiteY174" fmla="*/ 5143348 h 5808721"/>
              <a:gd name="connsiteX175" fmla="*/ 3566160 w 6251734"/>
              <a:gd name="connsiteY175" fmla="*/ 5158925 h 5808721"/>
              <a:gd name="connsiteX176" fmla="*/ 3557706 w 6251734"/>
              <a:gd name="connsiteY176" fmla="*/ 5249836 h 5808721"/>
              <a:gd name="connsiteX177" fmla="*/ 3569257 w 6251734"/>
              <a:gd name="connsiteY177" fmla="*/ 5280149 h 5808721"/>
              <a:gd name="connsiteX178" fmla="*/ 3649032 w 6251734"/>
              <a:gd name="connsiteY178" fmla="*/ 5262398 h 5808721"/>
              <a:gd name="connsiteX179" fmla="*/ 3668214 w 6251734"/>
              <a:gd name="connsiteY179" fmla="*/ 5260980 h 5808721"/>
              <a:gd name="connsiteX180" fmla="*/ 3669632 w 6251734"/>
              <a:gd name="connsiteY180" fmla="*/ 5241797 h 5808721"/>
              <a:gd name="connsiteX181" fmla="*/ 3683427 w 6251734"/>
              <a:gd name="connsiteY181" fmla="*/ 5172482 h 5808721"/>
              <a:gd name="connsiteX182" fmla="*/ 3686676 w 6251734"/>
              <a:gd name="connsiteY182" fmla="*/ 5161753 h 5808721"/>
              <a:gd name="connsiteX183" fmla="*/ 3657070 w 6251734"/>
              <a:gd name="connsiteY183" fmla="*/ 5150472 h 5808721"/>
              <a:gd name="connsiteX184" fmla="*/ 3619671 w 6251734"/>
              <a:gd name="connsiteY184" fmla="*/ 5143348 h 5808721"/>
              <a:gd name="connsiteX185" fmla="*/ 3995778 w 6251734"/>
              <a:gd name="connsiteY185" fmla="*/ 5142491 h 5808721"/>
              <a:gd name="connsiteX186" fmla="*/ 3958364 w 6251734"/>
              <a:gd name="connsiteY186" fmla="*/ 5149615 h 5808721"/>
              <a:gd name="connsiteX187" fmla="*/ 3928865 w 6251734"/>
              <a:gd name="connsiteY187" fmla="*/ 5160870 h 5808721"/>
              <a:gd name="connsiteX188" fmla="*/ 3932381 w 6251734"/>
              <a:gd name="connsiteY188" fmla="*/ 5172482 h 5808721"/>
              <a:gd name="connsiteX189" fmla="*/ 3946176 w 6251734"/>
              <a:gd name="connsiteY189" fmla="*/ 5241797 h 5808721"/>
              <a:gd name="connsiteX190" fmla="*/ 3947566 w 6251734"/>
              <a:gd name="connsiteY190" fmla="*/ 5260592 h 5808721"/>
              <a:gd name="connsiteX191" fmla="*/ 4036092 w 6251734"/>
              <a:gd name="connsiteY191" fmla="*/ 5276193 h 5808721"/>
              <a:gd name="connsiteX192" fmla="*/ 4046530 w 6251734"/>
              <a:gd name="connsiteY192" fmla="*/ 5279354 h 5808721"/>
              <a:gd name="connsiteX193" fmla="*/ 4058104 w 6251734"/>
              <a:gd name="connsiteY193" fmla="*/ 5248980 h 5808721"/>
              <a:gd name="connsiteX194" fmla="*/ 4049650 w 6251734"/>
              <a:gd name="connsiteY194" fmla="*/ 5158069 h 5808721"/>
              <a:gd name="connsiteX195" fmla="*/ 3995778 w 6251734"/>
              <a:gd name="connsiteY195" fmla="*/ 5142491 h 5808721"/>
              <a:gd name="connsiteX196" fmla="*/ 1795082 w 6251734"/>
              <a:gd name="connsiteY196" fmla="*/ 5089489 h 5808721"/>
              <a:gd name="connsiteX197" fmla="*/ 1747933 w 6251734"/>
              <a:gd name="connsiteY197" fmla="*/ 5137495 h 5808721"/>
              <a:gd name="connsiteX198" fmla="*/ 1795082 w 6251734"/>
              <a:gd name="connsiteY198" fmla="*/ 5185501 h 5808721"/>
              <a:gd name="connsiteX199" fmla="*/ 1813298 w 6251734"/>
              <a:gd name="connsiteY199" fmla="*/ 5181737 h 5808721"/>
              <a:gd name="connsiteX200" fmla="*/ 1824372 w 6251734"/>
              <a:gd name="connsiteY200" fmla="*/ 5174153 h 5808721"/>
              <a:gd name="connsiteX201" fmla="*/ 1839840 w 6251734"/>
              <a:gd name="connsiteY201" fmla="*/ 5131531 h 5808721"/>
              <a:gd name="connsiteX202" fmla="*/ 1828621 w 6251734"/>
              <a:gd name="connsiteY202" fmla="*/ 5103526 h 5808721"/>
              <a:gd name="connsiteX203" fmla="*/ 1795082 w 6251734"/>
              <a:gd name="connsiteY203" fmla="*/ 5089489 h 5808721"/>
              <a:gd name="connsiteX204" fmla="*/ 3807904 w 6251734"/>
              <a:gd name="connsiteY204" fmla="*/ 5057770 h 5808721"/>
              <a:gd name="connsiteX205" fmla="*/ 3737518 w 6251734"/>
              <a:gd name="connsiteY205" fmla="*/ 5116041 h 5808721"/>
              <a:gd name="connsiteX206" fmla="*/ 3724435 w 6251734"/>
              <a:gd name="connsiteY206" fmla="*/ 5145282 h 5808721"/>
              <a:gd name="connsiteX207" fmla="*/ 3733832 w 6251734"/>
              <a:gd name="connsiteY207" fmla="*/ 5150300 h 5808721"/>
              <a:gd name="connsiteX208" fmla="*/ 3792649 w 6251734"/>
              <a:gd name="connsiteY208" fmla="*/ 5189519 h 5808721"/>
              <a:gd name="connsiteX209" fmla="*/ 3807599 w 6251734"/>
              <a:gd name="connsiteY209" fmla="*/ 5202400 h 5808721"/>
              <a:gd name="connsiteX210" fmla="*/ 3821568 w 6251734"/>
              <a:gd name="connsiteY210" fmla="*/ 5190377 h 5808721"/>
              <a:gd name="connsiteX211" fmla="*/ 3880491 w 6251734"/>
              <a:gd name="connsiteY211" fmla="*/ 5151158 h 5808721"/>
              <a:gd name="connsiteX212" fmla="*/ 3891401 w 6251734"/>
              <a:gd name="connsiteY212" fmla="*/ 5145342 h 5808721"/>
              <a:gd name="connsiteX213" fmla="*/ 3878291 w 6251734"/>
              <a:gd name="connsiteY213" fmla="*/ 5116041 h 5808721"/>
              <a:gd name="connsiteX214" fmla="*/ 3807904 w 6251734"/>
              <a:gd name="connsiteY214" fmla="*/ 5057770 h 5808721"/>
              <a:gd name="connsiteX215" fmla="*/ 1830229 w 6251734"/>
              <a:gd name="connsiteY215" fmla="*/ 4995190 h 5808721"/>
              <a:gd name="connsiteX216" fmla="*/ 1795082 w 6251734"/>
              <a:gd name="connsiteY216" fmla="*/ 5031195 h 5808721"/>
              <a:gd name="connsiteX217" fmla="*/ 1830229 w 6251734"/>
              <a:gd name="connsiteY217" fmla="*/ 5067200 h 5808721"/>
              <a:gd name="connsiteX218" fmla="*/ 1865376 w 6251734"/>
              <a:gd name="connsiteY218" fmla="*/ 5031195 h 5808721"/>
              <a:gd name="connsiteX219" fmla="*/ 1830229 w 6251734"/>
              <a:gd name="connsiteY219" fmla="*/ 4995190 h 5808721"/>
              <a:gd name="connsiteX220" fmla="*/ 3807904 w 6251734"/>
              <a:gd name="connsiteY220" fmla="*/ 4992618 h 5808721"/>
              <a:gd name="connsiteX221" fmla="*/ 3914096 w 6251734"/>
              <a:gd name="connsiteY221" fmla="*/ 5112098 h 5808721"/>
              <a:gd name="connsiteX222" fmla="*/ 3919610 w 6251734"/>
              <a:gd name="connsiteY222" fmla="*/ 5130307 h 5808721"/>
              <a:gd name="connsiteX223" fmla="*/ 3936279 w 6251734"/>
              <a:gd name="connsiteY223" fmla="*/ 5121422 h 5808721"/>
              <a:gd name="connsiteX224" fmla="*/ 4032023 w 6251734"/>
              <a:gd name="connsiteY224" fmla="*/ 5093293 h 5808721"/>
              <a:gd name="connsiteX225" fmla="*/ 4095942 w 6251734"/>
              <a:gd name="connsiteY225" fmla="*/ 5111777 h 5808721"/>
              <a:gd name="connsiteX226" fmla="*/ 4086941 w 6251734"/>
              <a:gd name="connsiteY226" fmla="*/ 5271440 h 5808721"/>
              <a:gd name="connsiteX227" fmla="*/ 4077682 w 6251734"/>
              <a:gd name="connsiteY227" fmla="*/ 5288787 h 5808721"/>
              <a:gd name="connsiteX228" fmla="*/ 4096476 w 6251734"/>
              <a:gd name="connsiteY228" fmla="*/ 5294478 h 5808721"/>
              <a:gd name="connsiteX229" fmla="*/ 4215956 w 6251734"/>
              <a:gd name="connsiteY229" fmla="*/ 5400670 h 5808721"/>
              <a:gd name="connsiteX230" fmla="*/ 4146292 w 6251734"/>
              <a:gd name="connsiteY230" fmla="*/ 5484302 h 5808721"/>
              <a:gd name="connsiteX231" fmla="*/ 4077351 w 6251734"/>
              <a:gd name="connsiteY231" fmla="*/ 5512259 h 5808721"/>
              <a:gd name="connsiteX232" fmla="*/ 4086298 w 6251734"/>
              <a:gd name="connsiteY232" fmla="*/ 5529044 h 5808721"/>
              <a:gd name="connsiteX233" fmla="*/ 4095942 w 6251734"/>
              <a:gd name="connsiteY233" fmla="*/ 5688707 h 5808721"/>
              <a:gd name="connsiteX234" fmla="*/ 3987551 w 6251734"/>
              <a:gd name="connsiteY234" fmla="*/ 5698969 h 5808721"/>
              <a:gd name="connsiteX235" fmla="*/ 3919857 w 6251734"/>
              <a:gd name="connsiteY235" fmla="*/ 5670215 h 5808721"/>
              <a:gd name="connsiteX236" fmla="*/ 3914096 w 6251734"/>
              <a:gd name="connsiteY236" fmla="*/ 5689242 h 5808721"/>
              <a:gd name="connsiteX237" fmla="*/ 3807904 w 6251734"/>
              <a:gd name="connsiteY237" fmla="*/ 5808721 h 5808721"/>
              <a:gd name="connsiteX238" fmla="*/ 3702033 w 6251734"/>
              <a:gd name="connsiteY238" fmla="*/ 5689242 h 5808721"/>
              <a:gd name="connsiteX239" fmla="*/ 3696238 w 6251734"/>
              <a:gd name="connsiteY239" fmla="*/ 5670203 h 5808721"/>
              <a:gd name="connsiteX240" fmla="*/ 3627147 w 6251734"/>
              <a:gd name="connsiteY240" fmla="*/ 5699451 h 5808721"/>
              <a:gd name="connsiteX241" fmla="*/ 3518154 w 6251734"/>
              <a:gd name="connsiteY241" fmla="*/ 5689565 h 5808721"/>
              <a:gd name="connsiteX242" fmla="*/ 3527798 w 6251734"/>
              <a:gd name="connsiteY242" fmla="*/ 5529580 h 5808721"/>
              <a:gd name="connsiteX243" fmla="*/ 3537061 w 6251734"/>
              <a:gd name="connsiteY243" fmla="*/ 5512231 h 5808721"/>
              <a:gd name="connsiteX244" fmla="*/ 3519332 w 6251734"/>
              <a:gd name="connsiteY244" fmla="*/ 5506862 h 5808721"/>
              <a:gd name="connsiteX245" fmla="*/ 3399853 w 6251734"/>
              <a:gd name="connsiteY245" fmla="*/ 5400670 h 5808721"/>
              <a:gd name="connsiteX246" fmla="*/ 3469516 w 6251734"/>
              <a:gd name="connsiteY246" fmla="*/ 5316662 h 5808721"/>
              <a:gd name="connsiteX247" fmla="*/ 3537546 w 6251734"/>
              <a:gd name="connsiteY247" fmla="*/ 5289161 h 5808721"/>
              <a:gd name="connsiteX248" fmla="*/ 3527798 w 6251734"/>
              <a:gd name="connsiteY248" fmla="*/ 5270904 h 5808721"/>
              <a:gd name="connsiteX249" fmla="*/ 3518154 w 6251734"/>
              <a:gd name="connsiteY249" fmla="*/ 5110919 h 5808721"/>
              <a:gd name="connsiteX250" fmla="*/ 3582435 w 6251734"/>
              <a:gd name="connsiteY250" fmla="*/ 5092435 h 5808721"/>
              <a:gd name="connsiteX251" fmla="*/ 3678139 w 6251734"/>
              <a:gd name="connsiteY251" fmla="*/ 5120564 h 5808721"/>
              <a:gd name="connsiteX252" fmla="*/ 3696224 w 6251734"/>
              <a:gd name="connsiteY252" fmla="*/ 5130220 h 5808721"/>
              <a:gd name="connsiteX253" fmla="*/ 3701712 w 6251734"/>
              <a:gd name="connsiteY253" fmla="*/ 5112098 h 5808721"/>
              <a:gd name="connsiteX254" fmla="*/ 3807904 w 6251734"/>
              <a:gd name="connsiteY254" fmla="*/ 4992618 h 5808721"/>
              <a:gd name="connsiteX255" fmla="*/ 2165414 w 6251734"/>
              <a:gd name="connsiteY255" fmla="*/ 4987475 h 5808721"/>
              <a:gd name="connsiteX256" fmla="*/ 2099834 w 6251734"/>
              <a:gd name="connsiteY256" fmla="*/ 5030874 h 5808721"/>
              <a:gd name="connsiteX257" fmla="*/ 2095529 w 6251734"/>
              <a:gd name="connsiteY257" fmla="*/ 5052318 h 5808721"/>
              <a:gd name="connsiteX258" fmla="*/ 2115842 w 6251734"/>
              <a:gd name="connsiteY258" fmla="*/ 5109524 h 5808721"/>
              <a:gd name="connsiteX259" fmla="*/ 2137660 w 6251734"/>
              <a:gd name="connsiteY259" fmla="*/ 5124207 h 5808721"/>
              <a:gd name="connsiteX260" fmla="*/ 2165414 w 6251734"/>
              <a:gd name="connsiteY260" fmla="*/ 5129779 h 5808721"/>
              <a:gd name="connsiteX261" fmla="*/ 2236565 w 6251734"/>
              <a:gd name="connsiteY261" fmla="*/ 5058628 h 5808721"/>
              <a:gd name="connsiteX262" fmla="*/ 2165414 w 6251734"/>
              <a:gd name="connsiteY262" fmla="*/ 4987475 h 5808721"/>
              <a:gd name="connsiteX263" fmla="*/ 5334024 w 6251734"/>
              <a:gd name="connsiteY263" fmla="*/ 4966796 h 5808721"/>
              <a:gd name="connsiteX264" fmla="*/ 5296091 w 6251734"/>
              <a:gd name="connsiteY264" fmla="*/ 4976333 h 5808721"/>
              <a:gd name="connsiteX265" fmla="*/ 5285804 w 6251734"/>
              <a:gd name="connsiteY265" fmla="*/ 5048341 h 5808721"/>
              <a:gd name="connsiteX266" fmla="*/ 5356956 w 6251734"/>
              <a:gd name="connsiteY266" fmla="*/ 5059486 h 5808721"/>
              <a:gd name="connsiteX267" fmla="*/ 5368100 w 6251734"/>
              <a:gd name="connsiteY267" fmla="*/ 4987477 h 5808721"/>
              <a:gd name="connsiteX268" fmla="*/ 5334024 w 6251734"/>
              <a:gd name="connsiteY268" fmla="*/ 4966796 h 5808721"/>
              <a:gd name="connsiteX269" fmla="*/ 1939100 w 6251734"/>
              <a:gd name="connsiteY269" fmla="*/ 4858031 h 5808721"/>
              <a:gd name="connsiteX270" fmla="*/ 2026539 w 6251734"/>
              <a:gd name="connsiteY270" fmla="*/ 4858031 h 5808721"/>
              <a:gd name="connsiteX271" fmla="*/ 2042850 w 6251734"/>
              <a:gd name="connsiteY271" fmla="*/ 4903966 h 5808721"/>
              <a:gd name="connsiteX272" fmla="*/ 2112264 w 6251734"/>
              <a:gd name="connsiteY272" fmla="*/ 4899178 h 5808721"/>
              <a:gd name="connsiteX273" fmla="*/ 2286286 w 6251734"/>
              <a:gd name="connsiteY273" fmla="*/ 5018336 h 5808721"/>
              <a:gd name="connsiteX274" fmla="*/ 2136267 w 6251734"/>
              <a:gd name="connsiteY274" fmla="*/ 5212076 h 5808721"/>
              <a:gd name="connsiteX275" fmla="*/ 1901381 w 6251734"/>
              <a:gd name="connsiteY275" fmla="*/ 5428960 h 5808721"/>
              <a:gd name="connsiteX276" fmla="*/ 1852317 w 6251734"/>
              <a:gd name="connsiteY276" fmla="*/ 4950224 h 5808721"/>
              <a:gd name="connsiteX277" fmla="*/ 1914216 w 6251734"/>
              <a:gd name="connsiteY277" fmla="*/ 4926595 h 5808721"/>
              <a:gd name="connsiteX278" fmla="*/ 5285697 w 6251734"/>
              <a:gd name="connsiteY278" fmla="*/ 4798238 h 5808721"/>
              <a:gd name="connsiteX279" fmla="*/ 5235226 w 6251734"/>
              <a:gd name="connsiteY279" fmla="*/ 4810882 h 5808721"/>
              <a:gd name="connsiteX280" fmla="*/ 5221511 w 6251734"/>
              <a:gd name="connsiteY280" fmla="*/ 4906038 h 5808721"/>
              <a:gd name="connsiteX281" fmla="*/ 5316665 w 6251734"/>
              <a:gd name="connsiteY281" fmla="*/ 4920611 h 5808721"/>
              <a:gd name="connsiteX282" fmla="*/ 5330381 w 6251734"/>
              <a:gd name="connsiteY282" fmla="*/ 4825456 h 5808721"/>
              <a:gd name="connsiteX283" fmla="*/ 5285697 w 6251734"/>
              <a:gd name="connsiteY283" fmla="*/ 4798238 h 5808721"/>
              <a:gd name="connsiteX284" fmla="*/ 5149716 w 6251734"/>
              <a:gd name="connsiteY284" fmla="*/ 4681759 h 5808721"/>
              <a:gd name="connsiteX285" fmla="*/ 5092066 w 6251734"/>
              <a:gd name="connsiteY285" fmla="*/ 4696011 h 5808721"/>
              <a:gd name="connsiteX286" fmla="*/ 5076635 w 6251734"/>
              <a:gd name="connsiteY286" fmla="*/ 4804881 h 5808721"/>
              <a:gd name="connsiteX287" fmla="*/ 5185506 w 6251734"/>
              <a:gd name="connsiteY287" fmla="*/ 4822027 h 5808721"/>
              <a:gd name="connsiteX288" fmla="*/ 5200936 w 6251734"/>
              <a:gd name="connsiteY288" fmla="*/ 4713156 h 5808721"/>
              <a:gd name="connsiteX289" fmla="*/ 5149716 w 6251734"/>
              <a:gd name="connsiteY289" fmla="*/ 4681759 h 5808721"/>
              <a:gd name="connsiteX290" fmla="*/ 4961978 w 6251734"/>
              <a:gd name="connsiteY290" fmla="*/ 4656899 h 5808721"/>
              <a:gd name="connsiteX291" fmla="*/ 4900042 w 6251734"/>
              <a:gd name="connsiteY291" fmla="*/ 4672008 h 5808721"/>
              <a:gd name="connsiteX292" fmla="*/ 4882897 w 6251734"/>
              <a:gd name="connsiteY292" fmla="*/ 4789451 h 5808721"/>
              <a:gd name="connsiteX293" fmla="*/ 5000340 w 6251734"/>
              <a:gd name="connsiteY293" fmla="*/ 4807453 h 5808721"/>
              <a:gd name="connsiteX294" fmla="*/ 5017485 w 6251734"/>
              <a:gd name="connsiteY294" fmla="*/ 4690010 h 5808721"/>
              <a:gd name="connsiteX295" fmla="*/ 4961978 w 6251734"/>
              <a:gd name="connsiteY295" fmla="*/ 4656899 h 5808721"/>
              <a:gd name="connsiteX296" fmla="*/ 4998395 w 6251734"/>
              <a:gd name="connsiteY296" fmla="*/ 4598030 h 5808721"/>
              <a:gd name="connsiteX297" fmla="*/ 5114354 w 6251734"/>
              <a:gd name="connsiteY297" fmla="*/ 5410101 h 5808721"/>
              <a:gd name="connsiteX298" fmla="*/ 4811745 w 6251734"/>
              <a:gd name="connsiteY298" fmla="*/ 5421245 h 5808721"/>
              <a:gd name="connsiteX299" fmla="*/ 4821175 w 6251734"/>
              <a:gd name="connsiteY299" fmla="*/ 5069772 h 5808721"/>
              <a:gd name="connsiteX300" fmla="*/ 4906043 w 6251734"/>
              <a:gd name="connsiteY300" fmla="*/ 4620573 h 5808721"/>
              <a:gd name="connsiteX301" fmla="*/ 4998395 w 6251734"/>
              <a:gd name="connsiteY301" fmla="*/ 4598030 h 5808721"/>
              <a:gd name="connsiteX302" fmla="*/ 4274249 w 6251734"/>
              <a:gd name="connsiteY302" fmla="*/ 4584568 h 5808721"/>
              <a:gd name="connsiteX303" fmla="*/ 4374548 w 6251734"/>
              <a:gd name="connsiteY303" fmla="*/ 4755161 h 5808721"/>
              <a:gd name="connsiteX304" fmla="*/ 4257961 w 6251734"/>
              <a:gd name="connsiteY304" fmla="*/ 4835742 h 5808721"/>
              <a:gd name="connsiteX305" fmla="*/ 4411409 w 6251734"/>
              <a:gd name="connsiteY305" fmla="*/ 4762876 h 5808721"/>
              <a:gd name="connsiteX306" fmla="*/ 4274249 w 6251734"/>
              <a:gd name="connsiteY306" fmla="*/ 4584568 h 5808721"/>
              <a:gd name="connsiteX307" fmla="*/ 3351982 w 6251734"/>
              <a:gd name="connsiteY307" fmla="*/ 4540192 h 5808721"/>
              <a:gd name="connsiteX308" fmla="*/ 3423000 w 6251734"/>
              <a:gd name="connsiteY308" fmla="*/ 4575995 h 5808721"/>
              <a:gd name="connsiteX309" fmla="*/ 3655315 w 6251734"/>
              <a:gd name="connsiteY309" fmla="*/ 4575995 h 5808721"/>
              <a:gd name="connsiteX310" fmla="*/ 3655315 w 6251734"/>
              <a:gd name="connsiteY310" fmla="*/ 4916325 h 5808721"/>
              <a:gd name="connsiteX311" fmla="*/ 3417856 w 6251734"/>
              <a:gd name="connsiteY311" fmla="*/ 4918039 h 5808721"/>
              <a:gd name="connsiteX312" fmla="*/ 3190684 w 6251734"/>
              <a:gd name="connsiteY312" fmla="*/ 4914610 h 5808721"/>
              <a:gd name="connsiteX313" fmla="*/ 3190684 w 6251734"/>
              <a:gd name="connsiteY313" fmla="*/ 4575995 h 5808721"/>
              <a:gd name="connsiteX314" fmla="*/ 3351982 w 6251734"/>
              <a:gd name="connsiteY314" fmla="*/ 4540192 h 5808721"/>
              <a:gd name="connsiteX315" fmla="*/ 2448416 w 6251734"/>
              <a:gd name="connsiteY315" fmla="*/ 4421371 h 5808721"/>
              <a:gd name="connsiteX316" fmla="*/ 2457738 w 6251734"/>
              <a:gd name="connsiteY316" fmla="*/ 4427692 h 5808721"/>
              <a:gd name="connsiteX317" fmla="*/ 2484119 w 6251734"/>
              <a:gd name="connsiteY317" fmla="*/ 4467601 h 5808721"/>
              <a:gd name="connsiteX318" fmla="*/ 2494346 w 6251734"/>
              <a:gd name="connsiteY318" fmla="*/ 4463537 h 5808721"/>
              <a:gd name="connsiteX319" fmla="*/ 2578610 w 6251734"/>
              <a:gd name="connsiteY319" fmla="*/ 4499701 h 5808721"/>
              <a:gd name="connsiteX320" fmla="*/ 2590397 w 6251734"/>
              <a:gd name="connsiteY320" fmla="*/ 4561960 h 5808721"/>
              <a:gd name="connsiteX321" fmla="*/ 2583304 w 6251734"/>
              <a:gd name="connsiteY321" fmla="*/ 4578864 h 5808721"/>
              <a:gd name="connsiteX322" fmla="*/ 2600248 w 6251734"/>
              <a:gd name="connsiteY322" fmla="*/ 4591301 h 5808721"/>
              <a:gd name="connsiteX323" fmla="*/ 3017521 w 6251734"/>
              <a:gd name="connsiteY323" fmla="*/ 4906038 h 5808721"/>
              <a:gd name="connsiteX324" fmla="*/ 2910365 w 6251734"/>
              <a:gd name="connsiteY324" fmla="*/ 4886321 h 5808721"/>
              <a:gd name="connsiteX325" fmla="*/ 2580176 w 6251734"/>
              <a:gd name="connsiteY325" fmla="*/ 4648353 h 5808721"/>
              <a:gd name="connsiteX326" fmla="*/ 2571469 w 6251734"/>
              <a:gd name="connsiteY326" fmla="*/ 4642020 h 5808721"/>
              <a:gd name="connsiteX327" fmla="*/ 2632617 w 6251734"/>
              <a:gd name="connsiteY327" fmla="*/ 5059485 h 5808721"/>
              <a:gd name="connsiteX328" fmla="*/ 2611186 w 6251734"/>
              <a:gd name="connsiteY328" fmla="*/ 5161498 h 5808721"/>
              <a:gd name="connsiteX329" fmla="*/ 2574324 w 6251734"/>
              <a:gd name="connsiteY329" fmla="*/ 5065486 h 5808721"/>
              <a:gd name="connsiteX330" fmla="*/ 2504337 w 6251734"/>
              <a:gd name="connsiteY330" fmla="*/ 4626262 h 5808721"/>
              <a:gd name="connsiteX331" fmla="*/ 2492028 w 6251734"/>
              <a:gd name="connsiteY331" fmla="*/ 4626039 h 5808721"/>
              <a:gd name="connsiteX332" fmla="*/ 2439736 w 6251734"/>
              <a:gd name="connsiteY332" fmla="*/ 4590570 h 5808721"/>
              <a:gd name="connsiteX333" fmla="*/ 2440218 w 6251734"/>
              <a:gd name="connsiteY333" fmla="*/ 4499073 h 5808721"/>
              <a:gd name="connsiteX334" fmla="*/ 2457768 w 6251734"/>
              <a:gd name="connsiteY334" fmla="*/ 4481633 h 5808721"/>
              <a:gd name="connsiteX335" fmla="*/ 2432878 w 6251734"/>
              <a:gd name="connsiteY335" fmla="*/ 4443980 h 5808721"/>
              <a:gd name="connsiteX336" fmla="*/ 2437164 w 6251734"/>
              <a:gd name="connsiteY336" fmla="*/ 4423406 h 5808721"/>
              <a:gd name="connsiteX337" fmla="*/ 2448416 w 6251734"/>
              <a:gd name="connsiteY337" fmla="*/ 4421371 h 5808721"/>
              <a:gd name="connsiteX338" fmla="*/ 1177862 w 6251734"/>
              <a:gd name="connsiteY338" fmla="*/ 4374542 h 5808721"/>
              <a:gd name="connsiteX339" fmla="*/ 1272159 w 6251734"/>
              <a:gd name="connsiteY339" fmla="*/ 4609429 h 5808721"/>
              <a:gd name="connsiteX340" fmla="*/ 1177862 w 6251734"/>
              <a:gd name="connsiteY340" fmla="*/ 4374542 h 5808721"/>
              <a:gd name="connsiteX341" fmla="*/ 1102424 w 6251734"/>
              <a:gd name="connsiteY341" fmla="*/ 4309391 h 5808721"/>
              <a:gd name="connsiteX342" fmla="*/ 1108424 w 6251734"/>
              <a:gd name="connsiteY342" fmla="*/ 4309391 h 5808721"/>
              <a:gd name="connsiteX343" fmla="*/ 1109281 w 6251734"/>
              <a:gd name="connsiteY343" fmla="*/ 4309391 h 5808721"/>
              <a:gd name="connsiteX344" fmla="*/ 1115282 w 6251734"/>
              <a:gd name="connsiteY344" fmla="*/ 4309391 h 5808721"/>
              <a:gd name="connsiteX345" fmla="*/ 1276445 w 6251734"/>
              <a:gd name="connsiteY345" fmla="*/ 4720014 h 5808721"/>
              <a:gd name="connsiteX346" fmla="*/ 1193292 w 6251734"/>
              <a:gd name="connsiteY346" fmla="*/ 4900894 h 5808721"/>
              <a:gd name="connsiteX347" fmla="*/ 1121283 w 6251734"/>
              <a:gd name="connsiteY347" fmla="*/ 4900894 h 5808721"/>
              <a:gd name="connsiteX348" fmla="*/ 1108424 w 6251734"/>
              <a:gd name="connsiteY348" fmla="*/ 4900894 h 5808721"/>
              <a:gd name="connsiteX349" fmla="*/ 1030415 w 6251734"/>
              <a:gd name="connsiteY349" fmla="*/ 4900894 h 5808721"/>
              <a:gd name="connsiteX350" fmla="*/ 944690 w 6251734"/>
              <a:gd name="connsiteY350" fmla="*/ 4720014 h 5808721"/>
              <a:gd name="connsiteX351" fmla="*/ 1102424 w 6251734"/>
              <a:gd name="connsiteY351" fmla="*/ 4309391 h 5808721"/>
              <a:gd name="connsiteX352" fmla="*/ 4160235 w 6251734"/>
              <a:gd name="connsiteY352" fmla="*/ 4161086 h 5808721"/>
              <a:gd name="connsiteX353" fmla="*/ 4264820 w 6251734"/>
              <a:gd name="connsiteY353" fmla="*/ 4201377 h 5808721"/>
              <a:gd name="connsiteX354" fmla="*/ 4264820 w 6251734"/>
              <a:gd name="connsiteY354" fmla="*/ 4203949 h 5808721"/>
              <a:gd name="connsiteX355" fmla="*/ 4269106 w 6251734"/>
              <a:gd name="connsiteY355" fmla="*/ 4203949 h 5808721"/>
              <a:gd name="connsiteX356" fmla="*/ 4269106 w 6251734"/>
              <a:gd name="connsiteY356" fmla="*/ 4279387 h 5808721"/>
              <a:gd name="connsiteX357" fmla="*/ 4264820 w 6251734"/>
              <a:gd name="connsiteY357" fmla="*/ 4279387 h 5808721"/>
              <a:gd name="connsiteX358" fmla="*/ 4247675 w 6251734"/>
              <a:gd name="connsiteY358" fmla="*/ 4301676 h 5808721"/>
              <a:gd name="connsiteX359" fmla="*/ 4247675 w 6251734"/>
              <a:gd name="connsiteY359" fmla="*/ 4473126 h 5808721"/>
              <a:gd name="connsiteX360" fmla="*/ 4263962 w 6251734"/>
              <a:gd name="connsiteY360" fmla="*/ 4515131 h 5808721"/>
              <a:gd name="connsiteX361" fmla="*/ 4425983 w 6251734"/>
              <a:gd name="connsiteY361" fmla="*/ 4833171 h 5808721"/>
              <a:gd name="connsiteX362" fmla="*/ 4161091 w 6251734"/>
              <a:gd name="connsiteY362" fmla="*/ 4891464 h 5808721"/>
              <a:gd name="connsiteX363" fmla="*/ 3896201 w 6251734"/>
              <a:gd name="connsiteY363" fmla="*/ 4833171 h 5808721"/>
              <a:gd name="connsiteX364" fmla="*/ 4062507 w 6251734"/>
              <a:gd name="connsiteY364" fmla="*/ 4515131 h 5808721"/>
              <a:gd name="connsiteX365" fmla="*/ 4085653 w 6251734"/>
              <a:gd name="connsiteY365" fmla="*/ 4473126 h 5808721"/>
              <a:gd name="connsiteX366" fmla="*/ 4085653 w 6251734"/>
              <a:gd name="connsiteY366" fmla="*/ 4302533 h 5808721"/>
              <a:gd name="connsiteX367" fmla="*/ 4055650 w 6251734"/>
              <a:gd name="connsiteY367" fmla="*/ 4279387 h 5808721"/>
              <a:gd name="connsiteX368" fmla="*/ 4053935 w 6251734"/>
              <a:gd name="connsiteY368" fmla="*/ 4279387 h 5808721"/>
              <a:gd name="connsiteX369" fmla="*/ 4053935 w 6251734"/>
              <a:gd name="connsiteY369" fmla="*/ 4203949 h 5808721"/>
              <a:gd name="connsiteX370" fmla="*/ 4055650 w 6251734"/>
              <a:gd name="connsiteY370" fmla="*/ 4203949 h 5808721"/>
              <a:gd name="connsiteX371" fmla="*/ 4055650 w 6251734"/>
              <a:gd name="connsiteY371" fmla="*/ 4201377 h 5808721"/>
              <a:gd name="connsiteX372" fmla="*/ 4160235 w 6251734"/>
              <a:gd name="connsiteY372" fmla="*/ 4161086 h 5808721"/>
              <a:gd name="connsiteX373" fmla="*/ 1690622 w 6251734"/>
              <a:gd name="connsiteY373" fmla="*/ 3905928 h 5808721"/>
              <a:gd name="connsiteX374" fmla="*/ 1557624 w 6251734"/>
              <a:gd name="connsiteY374" fmla="*/ 3959633 h 5808721"/>
              <a:gd name="connsiteX375" fmla="*/ 1521619 w 6251734"/>
              <a:gd name="connsiteY375" fmla="*/ 4304248 h 5808721"/>
              <a:gd name="connsiteX376" fmla="*/ 1866235 w 6251734"/>
              <a:gd name="connsiteY376" fmla="*/ 4340253 h 5808721"/>
              <a:gd name="connsiteX377" fmla="*/ 1902239 w 6251734"/>
              <a:gd name="connsiteY377" fmla="*/ 3995637 h 5808721"/>
              <a:gd name="connsiteX378" fmla="*/ 1690622 w 6251734"/>
              <a:gd name="connsiteY378" fmla="*/ 3905928 h 5808721"/>
              <a:gd name="connsiteX379" fmla="*/ 1684921 w 6251734"/>
              <a:gd name="connsiteY379" fmla="*/ 3849926 h 5808721"/>
              <a:gd name="connsiteX380" fmla="*/ 1945102 w 6251734"/>
              <a:gd name="connsiteY380" fmla="*/ 3960490 h 5808721"/>
              <a:gd name="connsiteX381" fmla="*/ 1944751 w 6251734"/>
              <a:gd name="connsiteY381" fmla="*/ 4341023 h 5808721"/>
              <a:gd name="connsiteX382" fmla="*/ 1930222 w 6251734"/>
              <a:gd name="connsiteY382" fmla="*/ 4355411 h 5808721"/>
              <a:gd name="connsiteX383" fmla="*/ 1980119 w 6251734"/>
              <a:gd name="connsiteY383" fmla="*/ 4416919 h 5808721"/>
              <a:gd name="connsiteX384" fmla="*/ 1986891 w 6251734"/>
              <a:gd name="connsiteY384" fmla="*/ 4416333 h 5808721"/>
              <a:gd name="connsiteX385" fmla="*/ 2030826 w 6251734"/>
              <a:gd name="connsiteY385" fmla="*/ 4439693 h 5808721"/>
              <a:gd name="connsiteX386" fmla="*/ 2204848 w 6251734"/>
              <a:gd name="connsiteY386" fmla="*/ 4654864 h 5808721"/>
              <a:gd name="connsiteX387" fmla="*/ 2195418 w 6251734"/>
              <a:gd name="connsiteY387" fmla="*/ 4746590 h 5808721"/>
              <a:gd name="connsiteX388" fmla="*/ 2103692 w 6251734"/>
              <a:gd name="connsiteY388" fmla="*/ 4737160 h 5808721"/>
              <a:gd name="connsiteX389" fmla="*/ 1929670 w 6251734"/>
              <a:gd name="connsiteY389" fmla="*/ 4521990 h 5808721"/>
              <a:gd name="connsiteX390" fmla="*/ 1915740 w 6251734"/>
              <a:gd name="connsiteY390" fmla="*/ 4474198 h 5808721"/>
              <a:gd name="connsiteX391" fmla="*/ 1917360 w 6251734"/>
              <a:gd name="connsiteY391" fmla="*/ 4468826 h 5808721"/>
              <a:gd name="connsiteX392" fmla="*/ 1866912 w 6251734"/>
              <a:gd name="connsiteY392" fmla="*/ 4406639 h 5808721"/>
              <a:gd name="connsiteX393" fmla="*/ 1850557 w 6251734"/>
              <a:gd name="connsiteY393" fmla="*/ 4417393 h 5808721"/>
              <a:gd name="connsiteX394" fmla="*/ 1477899 w 6251734"/>
              <a:gd name="connsiteY394" fmla="*/ 4339396 h 5808721"/>
              <a:gd name="connsiteX395" fmla="*/ 1521619 w 6251734"/>
              <a:gd name="connsiteY395" fmla="*/ 3915913 h 5808721"/>
              <a:gd name="connsiteX396" fmla="*/ 1684921 w 6251734"/>
              <a:gd name="connsiteY396" fmla="*/ 3849926 h 5808721"/>
              <a:gd name="connsiteX397" fmla="*/ 812246 w 6251734"/>
              <a:gd name="connsiteY397" fmla="*/ 3781539 h 5808721"/>
              <a:gd name="connsiteX398" fmla="*/ 822961 w 6251734"/>
              <a:gd name="connsiteY398" fmla="*/ 3785611 h 5808721"/>
              <a:gd name="connsiteX399" fmla="*/ 823818 w 6251734"/>
              <a:gd name="connsiteY399" fmla="*/ 3807042 h 5808721"/>
              <a:gd name="connsiteX400" fmla="*/ 792194 w 6251734"/>
              <a:gd name="connsiteY400" fmla="*/ 3842032 h 5808721"/>
              <a:gd name="connsiteX401" fmla="*/ 798502 w 6251734"/>
              <a:gd name="connsiteY401" fmla="*/ 3850722 h 5808721"/>
              <a:gd name="connsiteX402" fmla="*/ 785241 w 6251734"/>
              <a:gd name="connsiteY402" fmla="*/ 3940773 h 5808721"/>
              <a:gd name="connsiteX403" fmla="*/ 727912 w 6251734"/>
              <a:gd name="connsiteY403" fmla="*/ 3967562 h 5808721"/>
              <a:gd name="connsiteX404" fmla="*/ 709923 w 6251734"/>
              <a:gd name="connsiteY404" fmla="*/ 3965051 h 5808721"/>
              <a:gd name="connsiteX405" fmla="*/ 701209 w 6251734"/>
              <a:gd name="connsiteY405" fmla="*/ 3986914 h 5808721"/>
              <a:gd name="connsiteX406" fmla="*/ 501492 w 6251734"/>
              <a:gd name="connsiteY406" fmla="*/ 4469697 h 5808721"/>
              <a:gd name="connsiteX407" fmla="*/ 493776 w 6251734"/>
              <a:gd name="connsiteY407" fmla="*/ 4360826 h 5808721"/>
              <a:gd name="connsiteX408" fmla="*/ 640969 w 6251734"/>
              <a:gd name="connsiteY408" fmla="*/ 3980729 h 5808721"/>
              <a:gd name="connsiteX409" fmla="*/ 644840 w 6251734"/>
              <a:gd name="connsiteY409" fmla="*/ 3970847 h 5808721"/>
              <a:gd name="connsiteX410" fmla="*/ 257175 w 6251734"/>
              <a:gd name="connsiteY410" fmla="*/ 4134512 h 5808721"/>
              <a:gd name="connsiteX411" fmla="*/ 152590 w 6251734"/>
              <a:gd name="connsiteY411" fmla="*/ 4139655 h 5808721"/>
              <a:gd name="connsiteX412" fmla="*/ 236601 w 6251734"/>
              <a:gd name="connsiteY412" fmla="*/ 4079647 h 5808721"/>
              <a:gd name="connsiteX413" fmla="*/ 644257 w 6251734"/>
              <a:gd name="connsiteY413" fmla="*/ 3901600 h 5808721"/>
              <a:gd name="connsiteX414" fmla="*/ 641223 w 6251734"/>
              <a:gd name="connsiteY414" fmla="*/ 3889445 h 5808721"/>
              <a:gd name="connsiteX415" fmla="*/ 662654 w 6251734"/>
              <a:gd name="connsiteY415" fmla="*/ 3830188 h 5808721"/>
              <a:gd name="connsiteX416" fmla="*/ 719983 w 6251734"/>
              <a:gd name="connsiteY416" fmla="*/ 3802756 h 5808721"/>
              <a:gd name="connsiteX417" fmla="*/ 751260 w 6251734"/>
              <a:gd name="connsiteY417" fmla="*/ 3807283 h 5808721"/>
              <a:gd name="connsiteX418" fmla="*/ 771606 w 6251734"/>
              <a:gd name="connsiteY418" fmla="*/ 3819575 h 5808721"/>
              <a:gd name="connsiteX419" fmla="*/ 801530 w 6251734"/>
              <a:gd name="connsiteY419" fmla="*/ 3786468 h 5808721"/>
              <a:gd name="connsiteX420" fmla="*/ 812246 w 6251734"/>
              <a:gd name="connsiteY420" fmla="*/ 3781539 h 5808721"/>
              <a:gd name="connsiteX421" fmla="*/ 5496913 w 6251734"/>
              <a:gd name="connsiteY421" fmla="*/ 3702672 h 5808721"/>
              <a:gd name="connsiteX422" fmla="*/ 5456397 w 6251734"/>
              <a:gd name="connsiteY422" fmla="*/ 3737606 h 5808721"/>
              <a:gd name="connsiteX423" fmla="*/ 5490901 w 6251734"/>
              <a:gd name="connsiteY423" fmla="*/ 3706745 h 5808721"/>
              <a:gd name="connsiteX424" fmla="*/ 5797583 w 6251734"/>
              <a:gd name="connsiteY424" fmla="*/ 3639879 h 5808721"/>
              <a:gd name="connsiteX425" fmla="*/ 5805112 w 6251734"/>
              <a:gd name="connsiteY425" fmla="*/ 3642965 h 5808721"/>
              <a:gd name="connsiteX426" fmla="*/ 5820840 w 6251734"/>
              <a:gd name="connsiteY426" fmla="*/ 3650383 h 5808721"/>
              <a:gd name="connsiteX427" fmla="*/ 5699857 w 6251734"/>
              <a:gd name="connsiteY427" fmla="*/ 3627877 h 5808721"/>
              <a:gd name="connsiteX428" fmla="*/ 5704143 w 6251734"/>
              <a:gd name="connsiteY428" fmla="*/ 3631306 h 5808721"/>
              <a:gd name="connsiteX429" fmla="*/ 5699857 w 6251734"/>
              <a:gd name="connsiteY429" fmla="*/ 3638164 h 5808721"/>
              <a:gd name="connsiteX430" fmla="*/ 5703285 w 6251734"/>
              <a:gd name="connsiteY430" fmla="*/ 3639022 h 5808721"/>
              <a:gd name="connsiteX431" fmla="*/ 5717002 w 6251734"/>
              <a:gd name="connsiteY431" fmla="*/ 3648451 h 5808721"/>
              <a:gd name="connsiteX432" fmla="*/ 5698999 w 6251734"/>
              <a:gd name="connsiteY432" fmla="*/ 3652738 h 5808721"/>
              <a:gd name="connsiteX433" fmla="*/ 5677567 w 6251734"/>
              <a:gd name="connsiteY433" fmla="*/ 3646737 h 5808721"/>
              <a:gd name="connsiteX434" fmla="*/ 5656993 w 6251734"/>
              <a:gd name="connsiteY434" fmla="*/ 3664739 h 5808721"/>
              <a:gd name="connsiteX435" fmla="*/ 5645849 w 6251734"/>
              <a:gd name="connsiteY435" fmla="*/ 3681027 h 5808721"/>
              <a:gd name="connsiteX436" fmla="*/ 5656136 w 6251734"/>
              <a:gd name="connsiteY436" fmla="*/ 3687028 h 5808721"/>
              <a:gd name="connsiteX437" fmla="*/ 5665566 w 6251734"/>
              <a:gd name="connsiteY437" fmla="*/ 3687885 h 5808721"/>
              <a:gd name="connsiteX438" fmla="*/ 5689569 w 6251734"/>
              <a:gd name="connsiteY438" fmla="*/ 3683599 h 5808721"/>
              <a:gd name="connsiteX439" fmla="*/ 5695569 w 6251734"/>
              <a:gd name="connsiteY439" fmla="*/ 3698172 h 5808721"/>
              <a:gd name="connsiteX440" fmla="*/ 5717859 w 6251734"/>
              <a:gd name="connsiteY440" fmla="*/ 3709316 h 5808721"/>
              <a:gd name="connsiteX441" fmla="*/ 5730718 w 6251734"/>
              <a:gd name="connsiteY441" fmla="*/ 3723889 h 5808721"/>
              <a:gd name="connsiteX442" fmla="*/ 5715287 w 6251734"/>
              <a:gd name="connsiteY442" fmla="*/ 3734176 h 5808721"/>
              <a:gd name="connsiteX443" fmla="*/ 5699857 w 6251734"/>
              <a:gd name="connsiteY443" fmla="*/ 3744463 h 5808721"/>
              <a:gd name="connsiteX444" fmla="*/ 5705857 w 6251734"/>
              <a:gd name="connsiteY444" fmla="*/ 3753893 h 5808721"/>
              <a:gd name="connsiteX445" fmla="*/ 5722145 w 6251734"/>
              <a:gd name="connsiteY445" fmla="*/ 3750464 h 5808721"/>
              <a:gd name="connsiteX446" fmla="*/ 5729003 w 6251734"/>
              <a:gd name="connsiteY446" fmla="*/ 3748750 h 5808721"/>
              <a:gd name="connsiteX447" fmla="*/ 5747863 w 6251734"/>
              <a:gd name="connsiteY447" fmla="*/ 3745321 h 5808721"/>
              <a:gd name="connsiteX448" fmla="*/ 5750435 w 6251734"/>
              <a:gd name="connsiteY448" fmla="*/ 3742749 h 5808721"/>
              <a:gd name="connsiteX449" fmla="*/ 5760722 w 6251734"/>
              <a:gd name="connsiteY449" fmla="*/ 3738463 h 5808721"/>
              <a:gd name="connsiteX450" fmla="*/ 5794154 w 6251734"/>
              <a:gd name="connsiteY450" fmla="*/ 3741892 h 5808721"/>
              <a:gd name="connsiteX451" fmla="*/ 5806156 w 6251734"/>
              <a:gd name="connsiteY451" fmla="*/ 3753036 h 5808721"/>
              <a:gd name="connsiteX452" fmla="*/ 5810442 w 6251734"/>
              <a:gd name="connsiteY452" fmla="*/ 3749607 h 5808721"/>
              <a:gd name="connsiteX453" fmla="*/ 5814728 w 6251734"/>
              <a:gd name="connsiteY453" fmla="*/ 3733319 h 5808721"/>
              <a:gd name="connsiteX454" fmla="*/ 5825015 w 6251734"/>
              <a:gd name="connsiteY454" fmla="*/ 3737606 h 5808721"/>
              <a:gd name="connsiteX455" fmla="*/ 5849018 w 6251734"/>
              <a:gd name="connsiteY455" fmla="*/ 3723032 h 5808721"/>
              <a:gd name="connsiteX456" fmla="*/ 5861877 w 6251734"/>
              <a:gd name="connsiteY456" fmla="*/ 3731605 h 5808721"/>
              <a:gd name="connsiteX457" fmla="*/ 5856733 w 6251734"/>
              <a:gd name="connsiteY457" fmla="*/ 3746178 h 5808721"/>
              <a:gd name="connsiteX458" fmla="*/ 5844732 w 6251734"/>
              <a:gd name="connsiteY458" fmla="*/ 3741034 h 5808721"/>
              <a:gd name="connsiteX459" fmla="*/ 5828444 w 6251734"/>
              <a:gd name="connsiteY459" fmla="*/ 3754751 h 5808721"/>
              <a:gd name="connsiteX460" fmla="*/ 5831016 w 6251734"/>
              <a:gd name="connsiteY460" fmla="*/ 3761608 h 5808721"/>
              <a:gd name="connsiteX461" fmla="*/ 5847304 w 6251734"/>
              <a:gd name="connsiteY461" fmla="*/ 3761608 h 5808721"/>
              <a:gd name="connsiteX462" fmla="*/ 5861877 w 6251734"/>
              <a:gd name="connsiteY462" fmla="*/ 3765895 h 5808721"/>
              <a:gd name="connsiteX463" fmla="*/ 5863592 w 6251734"/>
              <a:gd name="connsiteY463" fmla="*/ 3771896 h 5808721"/>
              <a:gd name="connsiteX464" fmla="*/ 5877308 w 6251734"/>
              <a:gd name="connsiteY464" fmla="*/ 3777039 h 5808721"/>
              <a:gd name="connsiteX465" fmla="*/ 5877308 w 6251734"/>
              <a:gd name="connsiteY465" fmla="*/ 3786469 h 5808721"/>
              <a:gd name="connsiteX466" fmla="*/ 5871307 w 6251734"/>
              <a:gd name="connsiteY466" fmla="*/ 3784754 h 5808721"/>
              <a:gd name="connsiteX467" fmla="*/ 5859305 w 6251734"/>
              <a:gd name="connsiteY467" fmla="*/ 3787326 h 5808721"/>
              <a:gd name="connsiteX468" fmla="*/ 5847304 w 6251734"/>
              <a:gd name="connsiteY468" fmla="*/ 3789898 h 5808721"/>
              <a:gd name="connsiteX469" fmla="*/ 5824158 w 6251734"/>
              <a:gd name="connsiteY469" fmla="*/ 3786469 h 5808721"/>
              <a:gd name="connsiteX470" fmla="*/ 5813871 w 6251734"/>
              <a:gd name="connsiteY470" fmla="*/ 3796756 h 5808721"/>
              <a:gd name="connsiteX471" fmla="*/ 5807013 w 6251734"/>
              <a:gd name="connsiteY471" fmla="*/ 3796756 h 5808721"/>
              <a:gd name="connsiteX472" fmla="*/ 5793297 w 6251734"/>
              <a:gd name="connsiteY472" fmla="*/ 3791612 h 5808721"/>
              <a:gd name="connsiteX473" fmla="*/ 5781295 w 6251734"/>
              <a:gd name="connsiteY473" fmla="*/ 3787326 h 5808721"/>
              <a:gd name="connsiteX474" fmla="*/ 5771866 w 6251734"/>
              <a:gd name="connsiteY474" fmla="*/ 3786469 h 5808721"/>
              <a:gd name="connsiteX475" fmla="*/ 5767580 w 6251734"/>
              <a:gd name="connsiteY475" fmla="*/ 3768466 h 5808721"/>
              <a:gd name="connsiteX476" fmla="*/ 5762436 w 6251734"/>
              <a:gd name="connsiteY476" fmla="*/ 3767609 h 5808721"/>
              <a:gd name="connsiteX477" fmla="*/ 5755578 w 6251734"/>
              <a:gd name="connsiteY477" fmla="*/ 3765895 h 5808721"/>
              <a:gd name="connsiteX478" fmla="*/ 5742719 w 6251734"/>
              <a:gd name="connsiteY478" fmla="*/ 3768466 h 5808721"/>
              <a:gd name="connsiteX479" fmla="*/ 5734147 w 6251734"/>
              <a:gd name="connsiteY479" fmla="*/ 3769324 h 5808721"/>
              <a:gd name="connsiteX480" fmla="*/ 5721288 w 6251734"/>
              <a:gd name="connsiteY480" fmla="*/ 3771896 h 5808721"/>
              <a:gd name="connsiteX481" fmla="*/ 5712715 w 6251734"/>
              <a:gd name="connsiteY481" fmla="*/ 3772753 h 5808721"/>
              <a:gd name="connsiteX482" fmla="*/ 5698999 w 6251734"/>
              <a:gd name="connsiteY482" fmla="*/ 3784754 h 5808721"/>
              <a:gd name="connsiteX483" fmla="*/ 5679282 w 6251734"/>
              <a:gd name="connsiteY483" fmla="*/ 3791612 h 5808721"/>
              <a:gd name="connsiteX484" fmla="*/ 5671567 w 6251734"/>
              <a:gd name="connsiteY484" fmla="*/ 3795898 h 5808721"/>
              <a:gd name="connsiteX485" fmla="*/ 5663851 w 6251734"/>
              <a:gd name="connsiteY485" fmla="*/ 3808757 h 5808721"/>
              <a:gd name="connsiteX486" fmla="*/ 5644134 w 6251734"/>
              <a:gd name="connsiteY486" fmla="*/ 3830188 h 5808721"/>
              <a:gd name="connsiteX487" fmla="*/ 5646706 w 6251734"/>
              <a:gd name="connsiteY487" fmla="*/ 3858478 h 5808721"/>
              <a:gd name="connsiteX488" fmla="*/ 5641563 w 6251734"/>
              <a:gd name="connsiteY488" fmla="*/ 3873051 h 5808721"/>
              <a:gd name="connsiteX489" fmla="*/ 5636419 w 6251734"/>
              <a:gd name="connsiteY489" fmla="*/ 3885052 h 5808721"/>
              <a:gd name="connsiteX490" fmla="*/ 5644992 w 6251734"/>
              <a:gd name="connsiteY490" fmla="*/ 3894482 h 5808721"/>
              <a:gd name="connsiteX491" fmla="*/ 5650135 w 6251734"/>
              <a:gd name="connsiteY491" fmla="*/ 3900483 h 5808721"/>
              <a:gd name="connsiteX492" fmla="*/ 5652707 w 6251734"/>
              <a:gd name="connsiteY492" fmla="*/ 3912484 h 5808721"/>
              <a:gd name="connsiteX493" fmla="*/ 5662137 w 6251734"/>
              <a:gd name="connsiteY493" fmla="*/ 3920200 h 5808721"/>
              <a:gd name="connsiteX494" fmla="*/ 5668995 w 6251734"/>
              <a:gd name="connsiteY494" fmla="*/ 3931344 h 5808721"/>
              <a:gd name="connsiteX495" fmla="*/ 5680139 w 6251734"/>
              <a:gd name="connsiteY495" fmla="*/ 3937345 h 5808721"/>
              <a:gd name="connsiteX496" fmla="*/ 5707571 w 6251734"/>
              <a:gd name="connsiteY496" fmla="*/ 3938202 h 5808721"/>
              <a:gd name="connsiteX497" fmla="*/ 5726432 w 6251734"/>
              <a:gd name="connsiteY497" fmla="*/ 3935630 h 5808721"/>
              <a:gd name="connsiteX498" fmla="*/ 5746148 w 6251734"/>
              <a:gd name="connsiteY498" fmla="*/ 3929629 h 5808721"/>
              <a:gd name="connsiteX499" fmla="*/ 5757293 w 6251734"/>
              <a:gd name="connsiteY499" fmla="*/ 3928772 h 5808721"/>
              <a:gd name="connsiteX500" fmla="*/ 5765008 w 6251734"/>
              <a:gd name="connsiteY500" fmla="*/ 3939916 h 5808721"/>
              <a:gd name="connsiteX501" fmla="*/ 5776152 w 6251734"/>
              <a:gd name="connsiteY501" fmla="*/ 3937345 h 5808721"/>
              <a:gd name="connsiteX502" fmla="*/ 5792440 w 6251734"/>
              <a:gd name="connsiteY502" fmla="*/ 3944203 h 5808721"/>
              <a:gd name="connsiteX503" fmla="*/ 5789011 w 6251734"/>
              <a:gd name="connsiteY503" fmla="*/ 3960491 h 5808721"/>
              <a:gd name="connsiteX504" fmla="*/ 5789011 w 6251734"/>
              <a:gd name="connsiteY504" fmla="*/ 3966491 h 5808721"/>
              <a:gd name="connsiteX505" fmla="*/ 5790725 w 6251734"/>
              <a:gd name="connsiteY505" fmla="*/ 3988780 h 5808721"/>
              <a:gd name="connsiteX506" fmla="*/ 5798440 w 6251734"/>
              <a:gd name="connsiteY506" fmla="*/ 3999924 h 5808721"/>
              <a:gd name="connsiteX507" fmla="*/ 5803584 w 6251734"/>
              <a:gd name="connsiteY507" fmla="*/ 4007639 h 5808721"/>
              <a:gd name="connsiteX508" fmla="*/ 5812157 w 6251734"/>
              <a:gd name="connsiteY508" fmla="*/ 4020498 h 5808721"/>
              <a:gd name="connsiteX509" fmla="*/ 5814728 w 6251734"/>
              <a:gd name="connsiteY509" fmla="*/ 4032499 h 5808721"/>
              <a:gd name="connsiteX510" fmla="*/ 5803584 w 6251734"/>
              <a:gd name="connsiteY510" fmla="*/ 4044501 h 5808721"/>
              <a:gd name="connsiteX511" fmla="*/ 5798440 w 6251734"/>
              <a:gd name="connsiteY511" fmla="*/ 4060789 h 5808721"/>
              <a:gd name="connsiteX512" fmla="*/ 5794154 w 6251734"/>
              <a:gd name="connsiteY512" fmla="*/ 4071075 h 5808721"/>
              <a:gd name="connsiteX513" fmla="*/ 5801012 w 6251734"/>
              <a:gd name="connsiteY513" fmla="*/ 4081363 h 5808721"/>
              <a:gd name="connsiteX514" fmla="*/ 5811299 w 6251734"/>
              <a:gd name="connsiteY514" fmla="*/ 4094221 h 5808721"/>
              <a:gd name="connsiteX515" fmla="*/ 5813871 w 6251734"/>
              <a:gd name="connsiteY515" fmla="*/ 4106223 h 5808721"/>
              <a:gd name="connsiteX516" fmla="*/ 5813871 w 6251734"/>
              <a:gd name="connsiteY516" fmla="*/ 4115653 h 5808721"/>
              <a:gd name="connsiteX517" fmla="*/ 5819015 w 6251734"/>
              <a:gd name="connsiteY517" fmla="*/ 4127654 h 5808721"/>
              <a:gd name="connsiteX518" fmla="*/ 5825873 w 6251734"/>
              <a:gd name="connsiteY518" fmla="*/ 4143942 h 5808721"/>
              <a:gd name="connsiteX519" fmla="*/ 5830159 w 6251734"/>
              <a:gd name="connsiteY519" fmla="*/ 4143942 h 5808721"/>
              <a:gd name="connsiteX520" fmla="*/ 5848161 w 6251734"/>
              <a:gd name="connsiteY520" fmla="*/ 4136227 h 5808721"/>
              <a:gd name="connsiteX521" fmla="*/ 5870450 w 6251734"/>
              <a:gd name="connsiteY521" fmla="*/ 4126797 h 5808721"/>
              <a:gd name="connsiteX522" fmla="*/ 5873878 w 6251734"/>
              <a:gd name="connsiteY522" fmla="*/ 4117367 h 5808721"/>
              <a:gd name="connsiteX523" fmla="*/ 5888452 w 6251734"/>
              <a:gd name="connsiteY523" fmla="*/ 4105365 h 5808721"/>
              <a:gd name="connsiteX524" fmla="*/ 5900453 w 6251734"/>
              <a:gd name="connsiteY524" fmla="*/ 4087363 h 5808721"/>
              <a:gd name="connsiteX525" fmla="*/ 5900453 w 6251734"/>
              <a:gd name="connsiteY525" fmla="*/ 4075362 h 5808721"/>
              <a:gd name="connsiteX526" fmla="*/ 5911598 w 6251734"/>
              <a:gd name="connsiteY526" fmla="*/ 4071933 h 5808721"/>
              <a:gd name="connsiteX527" fmla="*/ 5915884 w 6251734"/>
              <a:gd name="connsiteY527" fmla="*/ 4064218 h 5808721"/>
              <a:gd name="connsiteX528" fmla="*/ 5929600 w 6251734"/>
              <a:gd name="connsiteY528" fmla="*/ 4051359 h 5808721"/>
              <a:gd name="connsiteX529" fmla="*/ 5924456 w 6251734"/>
              <a:gd name="connsiteY529" fmla="*/ 4039358 h 5808721"/>
              <a:gd name="connsiteX530" fmla="*/ 5934743 w 6251734"/>
              <a:gd name="connsiteY530" fmla="*/ 4027356 h 5808721"/>
              <a:gd name="connsiteX531" fmla="*/ 5933886 w 6251734"/>
              <a:gd name="connsiteY531" fmla="*/ 4005925 h 5808721"/>
              <a:gd name="connsiteX532" fmla="*/ 5933886 w 6251734"/>
              <a:gd name="connsiteY532" fmla="*/ 3991351 h 5808721"/>
              <a:gd name="connsiteX533" fmla="*/ 5940744 w 6251734"/>
              <a:gd name="connsiteY533" fmla="*/ 3982779 h 5808721"/>
              <a:gd name="connsiteX534" fmla="*/ 5944173 w 6251734"/>
              <a:gd name="connsiteY534" fmla="*/ 3965634 h 5808721"/>
              <a:gd name="connsiteX535" fmla="*/ 5955317 w 6251734"/>
              <a:gd name="connsiteY535" fmla="*/ 3953632 h 5808721"/>
              <a:gd name="connsiteX536" fmla="*/ 5958746 w 6251734"/>
              <a:gd name="connsiteY536" fmla="*/ 3930487 h 5808721"/>
              <a:gd name="connsiteX537" fmla="*/ 5965604 w 6251734"/>
              <a:gd name="connsiteY537" fmla="*/ 3917628 h 5808721"/>
              <a:gd name="connsiteX538" fmla="*/ 5968176 w 6251734"/>
              <a:gd name="connsiteY538" fmla="*/ 3902197 h 5808721"/>
              <a:gd name="connsiteX539" fmla="*/ 5961318 w 6251734"/>
              <a:gd name="connsiteY539" fmla="*/ 3894482 h 5808721"/>
              <a:gd name="connsiteX540" fmla="*/ 5949317 w 6251734"/>
              <a:gd name="connsiteY540" fmla="*/ 3897054 h 5808721"/>
              <a:gd name="connsiteX541" fmla="*/ 5942458 w 6251734"/>
              <a:gd name="connsiteY541" fmla="*/ 3898768 h 5808721"/>
              <a:gd name="connsiteX542" fmla="*/ 5933029 w 6251734"/>
              <a:gd name="connsiteY542" fmla="*/ 3895339 h 5808721"/>
              <a:gd name="connsiteX543" fmla="*/ 5933029 w 6251734"/>
              <a:gd name="connsiteY543" fmla="*/ 3884195 h 5808721"/>
              <a:gd name="connsiteX544" fmla="*/ 5921885 w 6251734"/>
              <a:gd name="connsiteY544" fmla="*/ 3879909 h 5808721"/>
              <a:gd name="connsiteX545" fmla="*/ 5915884 w 6251734"/>
              <a:gd name="connsiteY545" fmla="*/ 3867050 h 5808721"/>
              <a:gd name="connsiteX546" fmla="*/ 5909883 w 6251734"/>
              <a:gd name="connsiteY546" fmla="*/ 3855049 h 5808721"/>
              <a:gd name="connsiteX547" fmla="*/ 5900453 w 6251734"/>
              <a:gd name="connsiteY547" fmla="*/ 3850762 h 5808721"/>
              <a:gd name="connsiteX548" fmla="*/ 5897024 w 6251734"/>
              <a:gd name="connsiteY548" fmla="*/ 3833617 h 5808721"/>
              <a:gd name="connsiteX549" fmla="*/ 5906454 w 6251734"/>
              <a:gd name="connsiteY549" fmla="*/ 3830188 h 5808721"/>
              <a:gd name="connsiteX550" fmla="*/ 5912455 w 6251734"/>
              <a:gd name="connsiteY550" fmla="*/ 3835332 h 5808721"/>
              <a:gd name="connsiteX551" fmla="*/ 5918455 w 6251734"/>
              <a:gd name="connsiteY551" fmla="*/ 3845619 h 5808721"/>
              <a:gd name="connsiteX552" fmla="*/ 5921027 w 6251734"/>
              <a:gd name="connsiteY552" fmla="*/ 3858478 h 5808721"/>
              <a:gd name="connsiteX553" fmla="*/ 5935600 w 6251734"/>
              <a:gd name="connsiteY553" fmla="*/ 3867907 h 5808721"/>
              <a:gd name="connsiteX554" fmla="*/ 5944173 w 6251734"/>
              <a:gd name="connsiteY554" fmla="*/ 3879052 h 5808721"/>
              <a:gd name="connsiteX555" fmla="*/ 5964747 w 6251734"/>
              <a:gd name="connsiteY555" fmla="*/ 3874766 h 5808721"/>
              <a:gd name="connsiteX556" fmla="*/ 5969033 w 6251734"/>
              <a:gd name="connsiteY556" fmla="*/ 3863621 h 5808721"/>
              <a:gd name="connsiteX557" fmla="*/ 5972462 w 6251734"/>
              <a:gd name="connsiteY557" fmla="*/ 3851620 h 5808721"/>
              <a:gd name="connsiteX558" fmla="*/ 5968176 w 6251734"/>
              <a:gd name="connsiteY558" fmla="*/ 3837046 h 5808721"/>
              <a:gd name="connsiteX559" fmla="*/ 5968176 w 6251734"/>
              <a:gd name="connsiteY559" fmla="*/ 3825045 h 5808721"/>
              <a:gd name="connsiteX560" fmla="*/ 5963890 w 6251734"/>
              <a:gd name="connsiteY560" fmla="*/ 3814758 h 5808721"/>
              <a:gd name="connsiteX561" fmla="*/ 5967319 w 6251734"/>
              <a:gd name="connsiteY561" fmla="*/ 3815615 h 5808721"/>
              <a:gd name="connsiteX562" fmla="*/ 5979320 w 6251734"/>
              <a:gd name="connsiteY562" fmla="*/ 3819901 h 5808721"/>
              <a:gd name="connsiteX563" fmla="*/ 5987893 w 6251734"/>
              <a:gd name="connsiteY563" fmla="*/ 3836189 h 5808721"/>
              <a:gd name="connsiteX564" fmla="*/ 5995608 w 6251734"/>
              <a:gd name="connsiteY564" fmla="*/ 3843904 h 5808721"/>
              <a:gd name="connsiteX565" fmla="*/ 6001609 w 6251734"/>
              <a:gd name="connsiteY565" fmla="*/ 3850762 h 5808721"/>
              <a:gd name="connsiteX566" fmla="*/ 6005895 w 6251734"/>
              <a:gd name="connsiteY566" fmla="*/ 3862764 h 5808721"/>
              <a:gd name="connsiteX567" fmla="*/ 6014468 w 6251734"/>
              <a:gd name="connsiteY567" fmla="*/ 3873051 h 5808721"/>
              <a:gd name="connsiteX568" fmla="*/ 6016182 w 6251734"/>
              <a:gd name="connsiteY568" fmla="*/ 3869622 h 5808721"/>
              <a:gd name="connsiteX569" fmla="*/ 5825350 w 6251734"/>
              <a:gd name="connsiteY569" fmla="*/ 3652510 h 5808721"/>
              <a:gd name="connsiteX570" fmla="*/ 5820840 w 6251734"/>
              <a:gd name="connsiteY570" fmla="*/ 3650383 h 5808721"/>
              <a:gd name="connsiteX571" fmla="*/ 5876805 w 6251734"/>
              <a:gd name="connsiteY571" fmla="*/ 3675659 h 5808721"/>
              <a:gd name="connsiteX572" fmla="*/ 5998180 w 6251734"/>
              <a:gd name="connsiteY572" fmla="*/ 4119082 h 5808721"/>
              <a:gd name="connsiteX573" fmla="*/ 5717002 w 6251734"/>
              <a:gd name="connsiteY573" fmla="*/ 4286246 h 5808721"/>
              <a:gd name="connsiteX574" fmla="*/ 5835302 w 6251734"/>
              <a:gd name="connsiteY574" fmla="*/ 4250241 h 5808721"/>
              <a:gd name="connsiteX575" fmla="*/ 5819015 w 6251734"/>
              <a:gd name="connsiteY575" fmla="*/ 4251098 h 5808721"/>
              <a:gd name="connsiteX576" fmla="*/ 5802727 w 6251734"/>
              <a:gd name="connsiteY576" fmla="*/ 4244240 h 5808721"/>
              <a:gd name="connsiteX577" fmla="*/ 5793297 w 6251734"/>
              <a:gd name="connsiteY577" fmla="*/ 4242525 h 5808721"/>
              <a:gd name="connsiteX578" fmla="*/ 5777867 w 6251734"/>
              <a:gd name="connsiteY578" fmla="*/ 4245098 h 5808721"/>
              <a:gd name="connsiteX579" fmla="*/ 5765865 w 6251734"/>
              <a:gd name="connsiteY579" fmla="*/ 4251098 h 5808721"/>
              <a:gd name="connsiteX580" fmla="*/ 5755578 w 6251734"/>
              <a:gd name="connsiteY580" fmla="*/ 4250241 h 5808721"/>
              <a:gd name="connsiteX581" fmla="*/ 5742719 w 6251734"/>
              <a:gd name="connsiteY581" fmla="*/ 4251098 h 5808721"/>
              <a:gd name="connsiteX582" fmla="*/ 5747005 w 6251734"/>
              <a:gd name="connsiteY582" fmla="*/ 4240811 h 5808721"/>
              <a:gd name="connsiteX583" fmla="*/ 5735861 w 6251734"/>
              <a:gd name="connsiteY583" fmla="*/ 4239097 h 5808721"/>
              <a:gd name="connsiteX584" fmla="*/ 5729003 w 6251734"/>
              <a:gd name="connsiteY584" fmla="*/ 4247669 h 5808721"/>
              <a:gd name="connsiteX585" fmla="*/ 5723003 w 6251734"/>
              <a:gd name="connsiteY585" fmla="*/ 4258813 h 5808721"/>
              <a:gd name="connsiteX586" fmla="*/ 5701571 w 6251734"/>
              <a:gd name="connsiteY586" fmla="*/ 4254527 h 5808721"/>
              <a:gd name="connsiteX587" fmla="*/ 5689569 w 6251734"/>
              <a:gd name="connsiteY587" fmla="*/ 4251956 h 5808721"/>
              <a:gd name="connsiteX588" fmla="*/ 5690426 w 6251734"/>
              <a:gd name="connsiteY588" fmla="*/ 4247669 h 5808721"/>
              <a:gd name="connsiteX589" fmla="*/ 5702427 w 6251734"/>
              <a:gd name="connsiteY589" fmla="*/ 4239097 h 5808721"/>
              <a:gd name="connsiteX590" fmla="*/ 5714430 w 6251734"/>
              <a:gd name="connsiteY590" fmla="*/ 4232239 h 5808721"/>
              <a:gd name="connsiteX591" fmla="*/ 5708429 w 6251734"/>
              <a:gd name="connsiteY591" fmla="*/ 4225380 h 5808721"/>
              <a:gd name="connsiteX592" fmla="*/ 5702427 w 6251734"/>
              <a:gd name="connsiteY592" fmla="*/ 4230524 h 5808721"/>
              <a:gd name="connsiteX593" fmla="*/ 5677567 w 6251734"/>
              <a:gd name="connsiteY593" fmla="*/ 4231381 h 5808721"/>
              <a:gd name="connsiteX594" fmla="*/ 5656993 w 6251734"/>
              <a:gd name="connsiteY594" fmla="*/ 4233096 h 5808721"/>
              <a:gd name="connsiteX595" fmla="*/ 5653564 w 6251734"/>
              <a:gd name="connsiteY595" fmla="*/ 4226238 h 5808721"/>
              <a:gd name="connsiteX596" fmla="*/ 5638991 w 6251734"/>
              <a:gd name="connsiteY596" fmla="*/ 4233096 h 5808721"/>
              <a:gd name="connsiteX597" fmla="*/ 5618417 w 6251734"/>
              <a:gd name="connsiteY597" fmla="*/ 4236525 h 5808721"/>
              <a:gd name="connsiteX598" fmla="*/ 5608130 w 6251734"/>
              <a:gd name="connsiteY598" fmla="*/ 4238239 h 5808721"/>
              <a:gd name="connsiteX599" fmla="*/ 5607273 w 6251734"/>
              <a:gd name="connsiteY599" fmla="*/ 4232239 h 5808721"/>
              <a:gd name="connsiteX600" fmla="*/ 5596986 w 6251734"/>
              <a:gd name="connsiteY600" fmla="*/ 4240811 h 5808721"/>
              <a:gd name="connsiteX601" fmla="*/ 5584984 w 6251734"/>
              <a:gd name="connsiteY601" fmla="*/ 4242525 h 5808721"/>
              <a:gd name="connsiteX602" fmla="*/ 5583270 w 6251734"/>
              <a:gd name="connsiteY602" fmla="*/ 4256242 h 5808721"/>
              <a:gd name="connsiteX603" fmla="*/ 5664709 w 6251734"/>
              <a:gd name="connsiteY603" fmla="*/ 4287103 h 5808721"/>
              <a:gd name="connsiteX604" fmla="*/ 5372386 w 6251734"/>
              <a:gd name="connsiteY604" fmla="*/ 3912484 h 5808721"/>
              <a:gd name="connsiteX605" fmla="*/ 5375815 w 6251734"/>
              <a:gd name="connsiteY605" fmla="*/ 3909913 h 5808721"/>
              <a:gd name="connsiteX606" fmla="*/ 5378387 w 6251734"/>
              <a:gd name="connsiteY606" fmla="*/ 3921057 h 5808721"/>
              <a:gd name="connsiteX607" fmla="*/ 5384388 w 6251734"/>
              <a:gd name="connsiteY607" fmla="*/ 3929629 h 5808721"/>
              <a:gd name="connsiteX608" fmla="*/ 5391246 w 6251734"/>
              <a:gd name="connsiteY608" fmla="*/ 3939059 h 5808721"/>
              <a:gd name="connsiteX609" fmla="*/ 5386959 w 6251734"/>
              <a:gd name="connsiteY609" fmla="*/ 3953632 h 5808721"/>
              <a:gd name="connsiteX610" fmla="*/ 5395532 w 6251734"/>
              <a:gd name="connsiteY610" fmla="*/ 3977636 h 5808721"/>
              <a:gd name="connsiteX611" fmla="*/ 5394675 w 6251734"/>
              <a:gd name="connsiteY611" fmla="*/ 4006782 h 5808721"/>
              <a:gd name="connsiteX612" fmla="*/ 5413534 w 6251734"/>
              <a:gd name="connsiteY612" fmla="*/ 4051359 h 5808721"/>
              <a:gd name="connsiteX613" fmla="*/ 5420392 w 6251734"/>
              <a:gd name="connsiteY613" fmla="*/ 4065932 h 5808721"/>
              <a:gd name="connsiteX614" fmla="*/ 5432394 w 6251734"/>
              <a:gd name="connsiteY614" fmla="*/ 4075362 h 5808721"/>
              <a:gd name="connsiteX615" fmla="*/ 5438394 w 6251734"/>
              <a:gd name="connsiteY615" fmla="*/ 4101079 h 5808721"/>
              <a:gd name="connsiteX616" fmla="*/ 5446110 w 6251734"/>
              <a:gd name="connsiteY616" fmla="*/ 4123368 h 5808721"/>
              <a:gd name="connsiteX617" fmla="*/ 5455539 w 6251734"/>
              <a:gd name="connsiteY617" fmla="*/ 4135369 h 5808721"/>
              <a:gd name="connsiteX618" fmla="*/ 5462397 w 6251734"/>
              <a:gd name="connsiteY618" fmla="*/ 4148228 h 5808721"/>
              <a:gd name="connsiteX619" fmla="*/ 5470113 w 6251734"/>
              <a:gd name="connsiteY619" fmla="*/ 4160230 h 5808721"/>
              <a:gd name="connsiteX620" fmla="*/ 5484686 w 6251734"/>
              <a:gd name="connsiteY620" fmla="*/ 4188519 h 5808721"/>
              <a:gd name="connsiteX621" fmla="*/ 5491544 w 6251734"/>
              <a:gd name="connsiteY621" fmla="*/ 4198806 h 5808721"/>
              <a:gd name="connsiteX622" fmla="*/ 5511261 w 6251734"/>
              <a:gd name="connsiteY622" fmla="*/ 4210808 h 5808721"/>
              <a:gd name="connsiteX623" fmla="*/ 5524119 w 6251734"/>
              <a:gd name="connsiteY623" fmla="*/ 4221094 h 5808721"/>
              <a:gd name="connsiteX624" fmla="*/ 5525834 w 6251734"/>
              <a:gd name="connsiteY624" fmla="*/ 4215094 h 5808721"/>
              <a:gd name="connsiteX625" fmla="*/ 5518119 w 6251734"/>
              <a:gd name="connsiteY625" fmla="*/ 4206521 h 5808721"/>
              <a:gd name="connsiteX626" fmla="*/ 5509546 w 6251734"/>
              <a:gd name="connsiteY626" fmla="*/ 4195377 h 5808721"/>
              <a:gd name="connsiteX627" fmla="*/ 5505260 w 6251734"/>
              <a:gd name="connsiteY627" fmla="*/ 4185947 h 5808721"/>
              <a:gd name="connsiteX628" fmla="*/ 5495830 w 6251734"/>
              <a:gd name="connsiteY628" fmla="*/ 4173088 h 5808721"/>
              <a:gd name="connsiteX629" fmla="*/ 5500117 w 6251734"/>
              <a:gd name="connsiteY629" fmla="*/ 4165373 h 5808721"/>
              <a:gd name="connsiteX630" fmla="*/ 5503546 w 6251734"/>
              <a:gd name="connsiteY630" fmla="*/ 4160230 h 5808721"/>
              <a:gd name="connsiteX631" fmla="*/ 5500117 w 6251734"/>
              <a:gd name="connsiteY631" fmla="*/ 4147371 h 5808721"/>
              <a:gd name="connsiteX632" fmla="*/ 5508689 w 6251734"/>
              <a:gd name="connsiteY632" fmla="*/ 4119082 h 5808721"/>
              <a:gd name="connsiteX633" fmla="*/ 5508689 w 6251734"/>
              <a:gd name="connsiteY633" fmla="*/ 4103651 h 5808721"/>
              <a:gd name="connsiteX634" fmla="*/ 5518119 w 6251734"/>
              <a:gd name="connsiteY634" fmla="*/ 4096793 h 5808721"/>
              <a:gd name="connsiteX635" fmla="*/ 5531835 w 6251734"/>
              <a:gd name="connsiteY635" fmla="*/ 4087363 h 5808721"/>
              <a:gd name="connsiteX636" fmla="*/ 5530120 w 6251734"/>
              <a:gd name="connsiteY636" fmla="*/ 4078791 h 5808721"/>
              <a:gd name="connsiteX637" fmla="*/ 5534407 w 6251734"/>
              <a:gd name="connsiteY637" fmla="*/ 4070218 h 5808721"/>
              <a:gd name="connsiteX638" fmla="*/ 5535264 w 6251734"/>
              <a:gd name="connsiteY638" fmla="*/ 4056503 h 5808721"/>
              <a:gd name="connsiteX639" fmla="*/ 5530977 w 6251734"/>
              <a:gd name="connsiteY639" fmla="*/ 4045358 h 5808721"/>
              <a:gd name="connsiteX640" fmla="*/ 5532692 w 6251734"/>
              <a:gd name="connsiteY640" fmla="*/ 4034214 h 5808721"/>
              <a:gd name="connsiteX641" fmla="*/ 5542122 w 6251734"/>
              <a:gd name="connsiteY641" fmla="*/ 4020498 h 5808721"/>
              <a:gd name="connsiteX642" fmla="*/ 5547265 w 6251734"/>
              <a:gd name="connsiteY642" fmla="*/ 4007639 h 5808721"/>
              <a:gd name="connsiteX643" fmla="*/ 5542122 w 6251734"/>
              <a:gd name="connsiteY643" fmla="*/ 4000781 h 5808721"/>
              <a:gd name="connsiteX644" fmla="*/ 5529263 w 6251734"/>
              <a:gd name="connsiteY644" fmla="*/ 3993923 h 5808721"/>
              <a:gd name="connsiteX645" fmla="*/ 5520691 w 6251734"/>
              <a:gd name="connsiteY645" fmla="*/ 3982779 h 5808721"/>
              <a:gd name="connsiteX646" fmla="*/ 5504403 w 6251734"/>
              <a:gd name="connsiteY646" fmla="*/ 3981922 h 5808721"/>
              <a:gd name="connsiteX647" fmla="*/ 5500974 w 6251734"/>
              <a:gd name="connsiteY647" fmla="*/ 3976778 h 5808721"/>
              <a:gd name="connsiteX648" fmla="*/ 5488115 w 6251734"/>
              <a:gd name="connsiteY648" fmla="*/ 3971635 h 5808721"/>
              <a:gd name="connsiteX649" fmla="*/ 5486401 w 6251734"/>
              <a:gd name="connsiteY649" fmla="*/ 3964777 h 5808721"/>
              <a:gd name="connsiteX650" fmla="*/ 5476971 w 6251734"/>
              <a:gd name="connsiteY650" fmla="*/ 3963062 h 5808721"/>
              <a:gd name="connsiteX651" fmla="*/ 5475256 w 6251734"/>
              <a:gd name="connsiteY651" fmla="*/ 3957061 h 5808721"/>
              <a:gd name="connsiteX652" fmla="*/ 5474399 w 6251734"/>
              <a:gd name="connsiteY652" fmla="*/ 3947632 h 5808721"/>
              <a:gd name="connsiteX653" fmla="*/ 5469256 w 6251734"/>
              <a:gd name="connsiteY653" fmla="*/ 3938202 h 5808721"/>
              <a:gd name="connsiteX654" fmla="*/ 5464969 w 6251734"/>
              <a:gd name="connsiteY654" fmla="*/ 3932201 h 5808721"/>
              <a:gd name="connsiteX655" fmla="*/ 5453825 w 6251734"/>
              <a:gd name="connsiteY655" fmla="*/ 3930487 h 5808721"/>
              <a:gd name="connsiteX656" fmla="*/ 5444395 w 6251734"/>
              <a:gd name="connsiteY656" fmla="*/ 3925343 h 5808721"/>
              <a:gd name="connsiteX657" fmla="*/ 5441824 w 6251734"/>
              <a:gd name="connsiteY657" fmla="*/ 3916771 h 5808721"/>
              <a:gd name="connsiteX658" fmla="*/ 5437537 w 6251734"/>
              <a:gd name="connsiteY658" fmla="*/ 3907341 h 5808721"/>
              <a:gd name="connsiteX659" fmla="*/ 5431536 w 6251734"/>
              <a:gd name="connsiteY659" fmla="*/ 3903055 h 5808721"/>
              <a:gd name="connsiteX660" fmla="*/ 5419535 w 6251734"/>
              <a:gd name="connsiteY660" fmla="*/ 3905626 h 5808721"/>
              <a:gd name="connsiteX661" fmla="*/ 5418678 w 6251734"/>
              <a:gd name="connsiteY661" fmla="*/ 3897911 h 5808721"/>
              <a:gd name="connsiteX662" fmla="*/ 5411820 w 6251734"/>
              <a:gd name="connsiteY662" fmla="*/ 3896197 h 5808721"/>
              <a:gd name="connsiteX663" fmla="*/ 5406676 w 6251734"/>
              <a:gd name="connsiteY663" fmla="*/ 3899626 h 5808721"/>
              <a:gd name="connsiteX664" fmla="*/ 5404104 w 6251734"/>
              <a:gd name="connsiteY664" fmla="*/ 3903055 h 5808721"/>
              <a:gd name="connsiteX665" fmla="*/ 5398104 w 6251734"/>
              <a:gd name="connsiteY665" fmla="*/ 3911627 h 5808721"/>
              <a:gd name="connsiteX666" fmla="*/ 5396389 w 6251734"/>
              <a:gd name="connsiteY666" fmla="*/ 3909913 h 5808721"/>
              <a:gd name="connsiteX667" fmla="*/ 5393817 w 6251734"/>
              <a:gd name="connsiteY667" fmla="*/ 3906484 h 5808721"/>
              <a:gd name="connsiteX668" fmla="*/ 5390389 w 6251734"/>
              <a:gd name="connsiteY668" fmla="*/ 3893625 h 5808721"/>
              <a:gd name="connsiteX669" fmla="*/ 5393817 w 6251734"/>
              <a:gd name="connsiteY669" fmla="*/ 3884195 h 5808721"/>
              <a:gd name="connsiteX670" fmla="*/ 5392960 w 6251734"/>
              <a:gd name="connsiteY670" fmla="*/ 3871336 h 5808721"/>
              <a:gd name="connsiteX671" fmla="*/ 5393817 w 6251734"/>
              <a:gd name="connsiteY671" fmla="*/ 3861049 h 5808721"/>
              <a:gd name="connsiteX672" fmla="*/ 5392960 w 6251734"/>
              <a:gd name="connsiteY672" fmla="*/ 3853334 h 5808721"/>
              <a:gd name="connsiteX673" fmla="*/ 5388674 w 6251734"/>
              <a:gd name="connsiteY673" fmla="*/ 3851620 h 5808721"/>
              <a:gd name="connsiteX674" fmla="*/ 5402390 w 6251734"/>
              <a:gd name="connsiteY674" fmla="*/ 3815615 h 5808721"/>
              <a:gd name="connsiteX675" fmla="*/ 5400676 w 6251734"/>
              <a:gd name="connsiteY675" fmla="*/ 3826759 h 5808721"/>
              <a:gd name="connsiteX676" fmla="*/ 5399818 w 6251734"/>
              <a:gd name="connsiteY676" fmla="*/ 3833617 h 5808721"/>
              <a:gd name="connsiteX677" fmla="*/ 5398961 w 6251734"/>
              <a:gd name="connsiteY677" fmla="*/ 3841333 h 5808721"/>
              <a:gd name="connsiteX678" fmla="*/ 5401533 w 6251734"/>
              <a:gd name="connsiteY678" fmla="*/ 3842190 h 5808721"/>
              <a:gd name="connsiteX679" fmla="*/ 5406676 w 6251734"/>
              <a:gd name="connsiteY679" fmla="*/ 3845619 h 5808721"/>
              <a:gd name="connsiteX680" fmla="*/ 5408391 w 6251734"/>
              <a:gd name="connsiteY680" fmla="*/ 3845619 h 5808721"/>
              <a:gd name="connsiteX681" fmla="*/ 5412677 w 6251734"/>
              <a:gd name="connsiteY681" fmla="*/ 3850762 h 5808721"/>
              <a:gd name="connsiteX682" fmla="*/ 5411820 w 6251734"/>
              <a:gd name="connsiteY682" fmla="*/ 3857621 h 5808721"/>
              <a:gd name="connsiteX683" fmla="*/ 5413534 w 6251734"/>
              <a:gd name="connsiteY683" fmla="*/ 3859335 h 5808721"/>
              <a:gd name="connsiteX684" fmla="*/ 5418678 w 6251734"/>
              <a:gd name="connsiteY684" fmla="*/ 3861907 h 5808721"/>
              <a:gd name="connsiteX685" fmla="*/ 5425536 w 6251734"/>
              <a:gd name="connsiteY685" fmla="*/ 3861049 h 5808721"/>
              <a:gd name="connsiteX686" fmla="*/ 5428965 w 6251734"/>
              <a:gd name="connsiteY686" fmla="*/ 3865336 h 5808721"/>
              <a:gd name="connsiteX687" fmla="*/ 5430679 w 6251734"/>
              <a:gd name="connsiteY687" fmla="*/ 3868765 h 5808721"/>
              <a:gd name="connsiteX688" fmla="*/ 5434108 w 6251734"/>
              <a:gd name="connsiteY688" fmla="*/ 3865336 h 5808721"/>
              <a:gd name="connsiteX689" fmla="*/ 5435823 w 6251734"/>
              <a:gd name="connsiteY689" fmla="*/ 3861049 h 5808721"/>
              <a:gd name="connsiteX690" fmla="*/ 5432394 w 6251734"/>
              <a:gd name="connsiteY690" fmla="*/ 3858478 h 5808721"/>
              <a:gd name="connsiteX691" fmla="*/ 5427250 w 6251734"/>
              <a:gd name="connsiteY691" fmla="*/ 3855049 h 5808721"/>
              <a:gd name="connsiteX692" fmla="*/ 5421249 w 6251734"/>
              <a:gd name="connsiteY692" fmla="*/ 3853334 h 5808721"/>
              <a:gd name="connsiteX693" fmla="*/ 5415249 w 6251734"/>
              <a:gd name="connsiteY693" fmla="*/ 3852477 h 5808721"/>
              <a:gd name="connsiteX694" fmla="*/ 5415249 w 6251734"/>
              <a:gd name="connsiteY694" fmla="*/ 3845619 h 5808721"/>
              <a:gd name="connsiteX695" fmla="*/ 5415249 w 6251734"/>
              <a:gd name="connsiteY695" fmla="*/ 3837904 h 5808721"/>
              <a:gd name="connsiteX696" fmla="*/ 5410962 w 6251734"/>
              <a:gd name="connsiteY696" fmla="*/ 3837046 h 5808721"/>
              <a:gd name="connsiteX697" fmla="*/ 5406676 w 6251734"/>
              <a:gd name="connsiteY697" fmla="*/ 3833617 h 5808721"/>
              <a:gd name="connsiteX698" fmla="*/ 5410105 w 6251734"/>
              <a:gd name="connsiteY698" fmla="*/ 3826759 h 5808721"/>
              <a:gd name="connsiteX699" fmla="*/ 5420392 w 6251734"/>
              <a:gd name="connsiteY699" fmla="*/ 3822473 h 5808721"/>
              <a:gd name="connsiteX700" fmla="*/ 5425536 w 6251734"/>
              <a:gd name="connsiteY700" fmla="*/ 3818187 h 5808721"/>
              <a:gd name="connsiteX701" fmla="*/ 5428965 w 6251734"/>
              <a:gd name="connsiteY701" fmla="*/ 3810472 h 5808721"/>
              <a:gd name="connsiteX702" fmla="*/ 5432394 w 6251734"/>
              <a:gd name="connsiteY702" fmla="*/ 3801899 h 5808721"/>
              <a:gd name="connsiteX703" fmla="*/ 5434108 w 6251734"/>
              <a:gd name="connsiteY703" fmla="*/ 3792469 h 5808721"/>
              <a:gd name="connsiteX704" fmla="*/ 5439252 w 6251734"/>
              <a:gd name="connsiteY704" fmla="*/ 3785611 h 5808721"/>
              <a:gd name="connsiteX705" fmla="*/ 5451253 w 6251734"/>
              <a:gd name="connsiteY705" fmla="*/ 3776182 h 5808721"/>
              <a:gd name="connsiteX706" fmla="*/ 5458111 w 6251734"/>
              <a:gd name="connsiteY706" fmla="*/ 3770181 h 5808721"/>
              <a:gd name="connsiteX707" fmla="*/ 5460683 w 6251734"/>
              <a:gd name="connsiteY707" fmla="*/ 3764180 h 5808721"/>
              <a:gd name="connsiteX708" fmla="*/ 5466684 w 6251734"/>
              <a:gd name="connsiteY708" fmla="*/ 3761608 h 5808721"/>
              <a:gd name="connsiteX709" fmla="*/ 5474399 w 6251734"/>
              <a:gd name="connsiteY709" fmla="*/ 3757322 h 5808721"/>
              <a:gd name="connsiteX710" fmla="*/ 5476971 w 6251734"/>
              <a:gd name="connsiteY710" fmla="*/ 3749607 h 5808721"/>
              <a:gd name="connsiteX711" fmla="*/ 5479542 w 6251734"/>
              <a:gd name="connsiteY711" fmla="*/ 3747035 h 5808721"/>
              <a:gd name="connsiteX712" fmla="*/ 5488115 w 6251734"/>
              <a:gd name="connsiteY712" fmla="*/ 3741034 h 5808721"/>
              <a:gd name="connsiteX713" fmla="*/ 5491544 w 6251734"/>
              <a:gd name="connsiteY713" fmla="*/ 3738463 h 5808721"/>
              <a:gd name="connsiteX714" fmla="*/ 5498402 w 6251734"/>
              <a:gd name="connsiteY714" fmla="*/ 3739320 h 5808721"/>
              <a:gd name="connsiteX715" fmla="*/ 5507832 w 6251734"/>
              <a:gd name="connsiteY715" fmla="*/ 3741892 h 5808721"/>
              <a:gd name="connsiteX716" fmla="*/ 5512975 w 6251734"/>
              <a:gd name="connsiteY716" fmla="*/ 3741034 h 5808721"/>
              <a:gd name="connsiteX717" fmla="*/ 5514690 w 6251734"/>
              <a:gd name="connsiteY717" fmla="*/ 3735034 h 5808721"/>
              <a:gd name="connsiteX718" fmla="*/ 5513832 w 6251734"/>
              <a:gd name="connsiteY718" fmla="*/ 3731605 h 5808721"/>
              <a:gd name="connsiteX719" fmla="*/ 5509546 w 6251734"/>
              <a:gd name="connsiteY719" fmla="*/ 3729890 h 5808721"/>
              <a:gd name="connsiteX720" fmla="*/ 5511261 w 6251734"/>
              <a:gd name="connsiteY720" fmla="*/ 3723032 h 5808721"/>
              <a:gd name="connsiteX721" fmla="*/ 5517262 w 6251734"/>
              <a:gd name="connsiteY721" fmla="*/ 3718746 h 5808721"/>
              <a:gd name="connsiteX722" fmla="*/ 5525834 w 6251734"/>
              <a:gd name="connsiteY722" fmla="*/ 3713602 h 5808721"/>
              <a:gd name="connsiteX723" fmla="*/ 5530977 w 6251734"/>
              <a:gd name="connsiteY723" fmla="*/ 3717889 h 5808721"/>
              <a:gd name="connsiteX724" fmla="*/ 5531835 w 6251734"/>
              <a:gd name="connsiteY724" fmla="*/ 3720461 h 5808721"/>
              <a:gd name="connsiteX725" fmla="*/ 5524977 w 6251734"/>
              <a:gd name="connsiteY725" fmla="*/ 3724747 h 5808721"/>
              <a:gd name="connsiteX726" fmla="*/ 5528406 w 6251734"/>
              <a:gd name="connsiteY726" fmla="*/ 3730747 h 5808721"/>
              <a:gd name="connsiteX727" fmla="*/ 5536978 w 6251734"/>
              <a:gd name="connsiteY727" fmla="*/ 3730747 h 5808721"/>
              <a:gd name="connsiteX728" fmla="*/ 5542122 w 6251734"/>
              <a:gd name="connsiteY728" fmla="*/ 3727318 h 5808721"/>
              <a:gd name="connsiteX729" fmla="*/ 5543836 w 6251734"/>
              <a:gd name="connsiteY729" fmla="*/ 3723032 h 5808721"/>
              <a:gd name="connsiteX730" fmla="*/ 5543836 w 6251734"/>
              <a:gd name="connsiteY730" fmla="*/ 3716174 h 5808721"/>
              <a:gd name="connsiteX731" fmla="*/ 5542979 w 6251734"/>
              <a:gd name="connsiteY731" fmla="*/ 3710173 h 5808721"/>
              <a:gd name="connsiteX732" fmla="*/ 5545551 w 6251734"/>
              <a:gd name="connsiteY732" fmla="*/ 3705887 h 5808721"/>
              <a:gd name="connsiteX733" fmla="*/ 5548980 w 6251734"/>
              <a:gd name="connsiteY733" fmla="*/ 3703316 h 5808721"/>
              <a:gd name="connsiteX734" fmla="*/ 5551552 w 6251734"/>
              <a:gd name="connsiteY734" fmla="*/ 3699029 h 5808721"/>
              <a:gd name="connsiteX735" fmla="*/ 5551552 w 6251734"/>
              <a:gd name="connsiteY735" fmla="*/ 3692171 h 5808721"/>
              <a:gd name="connsiteX736" fmla="*/ 5557552 w 6251734"/>
              <a:gd name="connsiteY736" fmla="*/ 3683599 h 5808721"/>
              <a:gd name="connsiteX737" fmla="*/ 5560124 w 6251734"/>
              <a:gd name="connsiteY737" fmla="*/ 3679312 h 5808721"/>
              <a:gd name="connsiteX738" fmla="*/ 5552409 w 6251734"/>
              <a:gd name="connsiteY738" fmla="*/ 3675883 h 5808721"/>
              <a:gd name="connsiteX739" fmla="*/ 5522218 w 6251734"/>
              <a:gd name="connsiteY739" fmla="*/ 3685527 h 5808721"/>
              <a:gd name="connsiteX740" fmla="*/ 5496913 w 6251734"/>
              <a:gd name="connsiteY740" fmla="*/ 3702672 h 5808721"/>
              <a:gd name="connsiteX741" fmla="*/ 5518815 w 6251734"/>
              <a:gd name="connsiteY741" fmla="*/ 3683786 h 5808721"/>
              <a:gd name="connsiteX742" fmla="*/ 5647564 w 6251734"/>
              <a:gd name="connsiteY742" fmla="*/ 3633878 h 5808721"/>
              <a:gd name="connsiteX743" fmla="*/ 5699857 w 6251734"/>
              <a:gd name="connsiteY743" fmla="*/ 3627877 h 5808721"/>
              <a:gd name="connsiteX744" fmla="*/ 4861612 w 6251734"/>
              <a:gd name="connsiteY744" fmla="*/ 3580313 h 5808721"/>
              <a:gd name="connsiteX745" fmla="*/ 4631722 w 6251734"/>
              <a:gd name="connsiteY745" fmla="*/ 3723889 h 5808721"/>
              <a:gd name="connsiteX746" fmla="*/ 4753451 w 6251734"/>
              <a:gd name="connsiteY746" fmla="*/ 4048788 h 5808721"/>
              <a:gd name="connsiteX747" fmla="*/ 5078350 w 6251734"/>
              <a:gd name="connsiteY747" fmla="*/ 3927058 h 5808721"/>
              <a:gd name="connsiteX748" fmla="*/ 4956620 w 6251734"/>
              <a:gd name="connsiteY748" fmla="*/ 3602159 h 5808721"/>
              <a:gd name="connsiteX749" fmla="*/ 4861612 w 6251734"/>
              <a:gd name="connsiteY749" fmla="*/ 3580313 h 5808721"/>
              <a:gd name="connsiteX750" fmla="*/ 4863113 w 6251734"/>
              <a:gd name="connsiteY750" fmla="*/ 3524739 h 5808721"/>
              <a:gd name="connsiteX751" fmla="*/ 4979766 w 6251734"/>
              <a:gd name="connsiteY751" fmla="*/ 3551582 h 5808721"/>
              <a:gd name="connsiteX752" fmla="*/ 5128928 w 6251734"/>
              <a:gd name="connsiteY752" fmla="*/ 3950204 h 5808721"/>
              <a:gd name="connsiteX753" fmla="*/ 4788185 w 6251734"/>
              <a:gd name="connsiteY753" fmla="*/ 4118835 h 5808721"/>
              <a:gd name="connsiteX754" fmla="*/ 4769854 w 6251734"/>
              <a:gd name="connsiteY754" fmla="*/ 4112669 h 5808721"/>
              <a:gd name="connsiteX755" fmla="*/ 4736576 w 6251734"/>
              <a:gd name="connsiteY755" fmla="*/ 4185841 h 5808721"/>
              <a:gd name="connsiteX756" fmla="*/ 4739414 w 6251734"/>
              <a:gd name="connsiteY756" fmla="*/ 4190448 h 5808721"/>
              <a:gd name="connsiteX757" fmla="*/ 4738021 w 6251734"/>
              <a:gd name="connsiteY757" fmla="*/ 4240811 h 5808721"/>
              <a:gd name="connsiteX758" fmla="*/ 4623149 w 6251734"/>
              <a:gd name="connsiteY758" fmla="*/ 4492842 h 5808721"/>
              <a:gd name="connsiteX759" fmla="*/ 4536567 w 6251734"/>
              <a:gd name="connsiteY759" fmla="*/ 4525418 h 5808721"/>
              <a:gd name="connsiteX760" fmla="*/ 4503991 w 6251734"/>
              <a:gd name="connsiteY760" fmla="*/ 4438835 h 5808721"/>
              <a:gd name="connsiteX761" fmla="*/ 4618863 w 6251734"/>
              <a:gd name="connsiteY761" fmla="*/ 4186804 h 5808721"/>
              <a:gd name="connsiteX762" fmla="*/ 4643847 w 6251734"/>
              <a:gd name="connsiteY762" fmla="*/ 4158339 h 5808721"/>
              <a:gd name="connsiteX763" fmla="*/ 4661831 w 6251734"/>
              <a:gd name="connsiteY763" fmla="*/ 4153470 h 5808721"/>
              <a:gd name="connsiteX764" fmla="*/ 4695622 w 6251734"/>
              <a:gd name="connsiteY764" fmla="*/ 4079170 h 5808721"/>
              <a:gd name="connsiteX765" fmla="*/ 4677765 w 6251734"/>
              <a:gd name="connsiteY765" fmla="*/ 4068771 h 5808721"/>
              <a:gd name="connsiteX766" fmla="*/ 4581144 w 6251734"/>
              <a:gd name="connsiteY766" fmla="*/ 3700743 h 5808721"/>
              <a:gd name="connsiteX767" fmla="*/ 4863113 w 6251734"/>
              <a:gd name="connsiteY767" fmla="*/ 3524739 h 5808721"/>
              <a:gd name="connsiteX768" fmla="*/ 1544765 w 6251734"/>
              <a:gd name="connsiteY768" fmla="*/ 3428138 h 5808721"/>
              <a:gd name="connsiteX769" fmla="*/ 1620204 w 6251734"/>
              <a:gd name="connsiteY769" fmla="*/ 3555010 h 5808721"/>
              <a:gd name="connsiteX770" fmla="*/ 1532764 w 6251734"/>
              <a:gd name="connsiteY770" fmla="*/ 3615018 h 5808721"/>
              <a:gd name="connsiteX771" fmla="*/ 1646779 w 6251734"/>
              <a:gd name="connsiteY771" fmla="*/ 3561011 h 5808721"/>
              <a:gd name="connsiteX772" fmla="*/ 1544765 w 6251734"/>
              <a:gd name="connsiteY772" fmla="*/ 3428138 h 5808721"/>
              <a:gd name="connsiteX773" fmla="*/ 408910 w 6251734"/>
              <a:gd name="connsiteY773" fmla="*/ 3284263 h 5808721"/>
              <a:gd name="connsiteX774" fmla="*/ 393653 w 6251734"/>
              <a:gd name="connsiteY774" fmla="*/ 3296390 h 5808721"/>
              <a:gd name="connsiteX775" fmla="*/ 334836 w 6251734"/>
              <a:gd name="connsiteY775" fmla="*/ 3335610 h 5808721"/>
              <a:gd name="connsiteX776" fmla="*/ 325136 w 6251734"/>
              <a:gd name="connsiteY776" fmla="*/ 3340789 h 5808721"/>
              <a:gd name="connsiteX777" fmla="*/ 330318 w 6251734"/>
              <a:gd name="connsiteY777" fmla="*/ 3354497 h 5808721"/>
              <a:gd name="connsiteX778" fmla="*/ 408051 w 6251734"/>
              <a:gd name="connsiteY778" fmla="*/ 3427281 h 5808721"/>
              <a:gd name="connsiteX779" fmla="*/ 478438 w 6251734"/>
              <a:gd name="connsiteY779" fmla="*/ 3369010 h 5808721"/>
              <a:gd name="connsiteX780" fmla="*/ 491268 w 6251734"/>
              <a:gd name="connsiteY780" fmla="*/ 3340334 h 5808721"/>
              <a:gd name="connsiteX781" fmla="*/ 481268 w 6251734"/>
              <a:gd name="connsiteY781" fmla="*/ 3334978 h 5808721"/>
              <a:gd name="connsiteX782" fmla="*/ 385103 w 6251734"/>
              <a:gd name="connsiteY782" fmla="*/ 3234417 h 5808721"/>
              <a:gd name="connsiteX783" fmla="*/ 394907 w 6251734"/>
              <a:gd name="connsiteY783" fmla="*/ 3243179 h 5808721"/>
              <a:gd name="connsiteX784" fmla="*/ 407331 w 6251734"/>
              <a:gd name="connsiteY784" fmla="*/ 3251843 h 5808721"/>
              <a:gd name="connsiteX785" fmla="*/ 427247 w 6251734"/>
              <a:gd name="connsiteY785" fmla="*/ 3234680 h 5808721"/>
              <a:gd name="connsiteX786" fmla="*/ 408051 w 6251734"/>
              <a:gd name="connsiteY786" fmla="*/ 3236114 h 5808721"/>
              <a:gd name="connsiteX787" fmla="*/ 293992 w 6251734"/>
              <a:gd name="connsiteY787" fmla="*/ 3227681 h 5808721"/>
              <a:gd name="connsiteX788" fmla="*/ 310863 w 6251734"/>
              <a:gd name="connsiteY788" fmla="*/ 3303036 h 5808721"/>
              <a:gd name="connsiteX789" fmla="*/ 314200 w 6251734"/>
              <a:gd name="connsiteY789" fmla="*/ 3311864 h 5808721"/>
              <a:gd name="connsiteX790" fmla="*/ 346623 w 6251734"/>
              <a:gd name="connsiteY790" fmla="*/ 3294552 h 5808721"/>
              <a:gd name="connsiteX791" fmla="*/ 386844 w 6251734"/>
              <a:gd name="connsiteY791" fmla="*/ 3267724 h 5808721"/>
              <a:gd name="connsiteX792" fmla="*/ 346453 w 6251734"/>
              <a:gd name="connsiteY792" fmla="*/ 3231560 h 5808721"/>
              <a:gd name="connsiteX793" fmla="*/ 521204 w 6251734"/>
              <a:gd name="connsiteY793" fmla="*/ 3227662 h 5808721"/>
              <a:gd name="connsiteX794" fmla="*/ 472442 w 6251734"/>
              <a:gd name="connsiteY794" fmla="*/ 3231304 h 5808721"/>
              <a:gd name="connsiteX795" fmla="*/ 454017 w 6251734"/>
              <a:gd name="connsiteY795" fmla="*/ 3248411 h 5808721"/>
              <a:gd name="connsiteX796" fmla="*/ 429899 w 6251734"/>
              <a:gd name="connsiteY796" fmla="*/ 3267581 h 5808721"/>
              <a:gd name="connsiteX797" fmla="*/ 469481 w 6251734"/>
              <a:gd name="connsiteY797" fmla="*/ 3295183 h 5808721"/>
              <a:gd name="connsiteX798" fmla="*/ 501667 w 6251734"/>
              <a:gd name="connsiteY798" fmla="*/ 3312302 h 5808721"/>
              <a:gd name="connsiteX799" fmla="*/ 512504 w 6251734"/>
              <a:gd name="connsiteY799" fmla="*/ 3276718 h 5808721"/>
              <a:gd name="connsiteX800" fmla="*/ 645944 w 6251734"/>
              <a:gd name="connsiteY800" fmla="*/ 3207392 h 5808721"/>
              <a:gd name="connsiteX801" fmla="*/ 636239 w 6251734"/>
              <a:gd name="connsiteY801" fmla="*/ 3210346 h 5808721"/>
              <a:gd name="connsiteX802" fmla="*/ 566924 w 6251734"/>
              <a:gd name="connsiteY802" fmla="*/ 3224247 h 5808721"/>
              <a:gd name="connsiteX803" fmla="*/ 548148 w 6251734"/>
              <a:gd name="connsiteY803" fmla="*/ 3225649 h 5808721"/>
              <a:gd name="connsiteX804" fmla="*/ 532529 w 6251734"/>
              <a:gd name="connsiteY804" fmla="*/ 3314283 h 5808721"/>
              <a:gd name="connsiteX805" fmla="*/ 529280 w 6251734"/>
              <a:gd name="connsiteY805" fmla="*/ 3325012 h 5808721"/>
              <a:gd name="connsiteX806" fmla="*/ 558887 w 6251734"/>
              <a:gd name="connsiteY806" fmla="*/ 3336294 h 5808721"/>
              <a:gd name="connsiteX807" fmla="*/ 649797 w 6251734"/>
              <a:gd name="connsiteY807" fmla="*/ 3327840 h 5808721"/>
              <a:gd name="connsiteX808" fmla="*/ 658251 w 6251734"/>
              <a:gd name="connsiteY808" fmla="*/ 3236553 h 5808721"/>
              <a:gd name="connsiteX809" fmla="*/ 169104 w 6251734"/>
              <a:gd name="connsiteY809" fmla="*/ 3206549 h 5808721"/>
              <a:gd name="connsiteX810" fmla="*/ 157854 w 6251734"/>
              <a:gd name="connsiteY810" fmla="*/ 3236073 h 5808721"/>
              <a:gd name="connsiteX811" fmla="*/ 166307 w 6251734"/>
              <a:gd name="connsiteY811" fmla="*/ 3326984 h 5808721"/>
              <a:gd name="connsiteX812" fmla="*/ 257218 w 6251734"/>
              <a:gd name="connsiteY812" fmla="*/ 3335814 h 5808721"/>
              <a:gd name="connsiteX813" fmla="*/ 287649 w 6251734"/>
              <a:gd name="connsiteY813" fmla="*/ 3324179 h 5808721"/>
              <a:gd name="connsiteX814" fmla="*/ 269900 w 6251734"/>
              <a:gd name="connsiteY814" fmla="*/ 3244968 h 5808721"/>
              <a:gd name="connsiteX815" fmla="*/ 268468 w 6251734"/>
              <a:gd name="connsiteY815" fmla="*/ 3225793 h 5808721"/>
              <a:gd name="connsiteX816" fmla="*/ 249179 w 6251734"/>
              <a:gd name="connsiteY816" fmla="*/ 3224367 h 5808721"/>
              <a:gd name="connsiteX817" fmla="*/ 288917 w 6251734"/>
              <a:gd name="connsiteY817" fmla="*/ 3177713 h 5808721"/>
              <a:gd name="connsiteX818" fmla="*/ 290802 w 6251734"/>
              <a:gd name="connsiteY818" fmla="*/ 3203043 h 5808721"/>
              <a:gd name="connsiteX819" fmla="*/ 316853 w 6251734"/>
              <a:gd name="connsiteY819" fmla="*/ 3205057 h 5808721"/>
              <a:gd name="connsiteX820" fmla="*/ 301752 w 6251734"/>
              <a:gd name="connsiteY820" fmla="*/ 3191537 h 5808721"/>
              <a:gd name="connsiteX821" fmla="*/ 528974 w 6251734"/>
              <a:gd name="connsiteY821" fmla="*/ 3176635 h 5808721"/>
              <a:gd name="connsiteX822" fmla="*/ 514351 w 6251734"/>
              <a:gd name="connsiteY822" fmla="*/ 3192395 h 5808721"/>
              <a:gd name="connsiteX823" fmla="*/ 500527 w 6251734"/>
              <a:gd name="connsiteY823" fmla="*/ 3205229 h 5808721"/>
              <a:gd name="connsiteX824" fmla="*/ 525512 w 6251734"/>
              <a:gd name="connsiteY824" fmla="*/ 3203370 h 5808721"/>
              <a:gd name="connsiteX825" fmla="*/ 528388 w 6251734"/>
              <a:gd name="connsiteY825" fmla="*/ 3187154 h 5808721"/>
              <a:gd name="connsiteX826" fmla="*/ 1459898 w 6251734"/>
              <a:gd name="connsiteY826" fmla="*/ 3111812 h 5808721"/>
              <a:gd name="connsiteX827" fmla="*/ 1537907 w 6251734"/>
              <a:gd name="connsiteY827" fmla="*/ 3141816 h 5808721"/>
              <a:gd name="connsiteX828" fmla="*/ 1537907 w 6251734"/>
              <a:gd name="connsiteY828" fmla="*/ 3143530 h 5808721"/>
              <a:gd name="connsiteX829" fmla="*/ 1540479 w 6251734"/>
              <a:gd name="connsiteY829" fmla="*/ 3143530 h 5808721"/>
              <a:gd name="connsiteX830" fmla="*/ 1540479 w 6251734"/>
              <a:gd name="connsiteY830" fmla="*/ 3199252 h 5808721"/>
              <a:gd name="connsiteX831" fmla="*/ 1537907 w 6251734"/>
              <a:gd name="connsiteY831" fmla="*/ 3199252 h 5808721"/>
              <a:gd name="connsiteX832" fmla="*/ 1525048 w 6251734"/>
              <a:gd name="connsiteY832" fmla="*/ 3216397 h 5808721"/>
              <a:gd name="connsiteX833" fmla="*/ 1525048 w 6251734"/>
              <a:gd name="connsiteY833" fmla="*/ 3344127 h 5808721"/>
              <a:gd name="connsiteX834" fmla="*/ 1537050 w 6251734"/>
              <a:gd name="connsiteY834" fmla="*/ 3375845 h 5808721"/>
              <a:gd name="connsiteX835" fmla="*/ 1658780 w 6251734"/>
              <a:gd name="connsiteY835" fmla="*/ 3612446 h 5808721"/>
              <a:gd name="connsiteX836" fmla="*/ 1461612 w 6251734"/>
              <a:gd name="connsiteY836" fmla="*/ 3655309 h 5808721"/>
              <a:gd name="connsiteX837" fmla="*/ 1263587 w 6251734"/>
              <a:gd name="connsiteY837" fmla="*/ 3612446 h 5808721"/>
              <a:gd name="connsiteX838" fmla="*/ 1387888 w 6251734"/>
              <a:gd name="connsiteY838" fmla="*/ 3374988 h 5808721"/>
              <a:gd name="connsiteX839" fmla="*/ 1405033 w 6251734"/>
              <a:gd name="connsiteY839" fmla="*/ 3343270 h 5808721"/>
              <a:gd name="connsiteX840" fmla="*/ 1405033 w 6251734"/>
              <a:gd name="connsiteY840" fmla="*/ 3216397 h 5808721"/>
              <a:gd name="connsiteX841" fmla="*/ 1382745 w 6251734"/>
              <a:gd name="connsiteY841" fmla="*/ 3199252 h 5808721"/>
              <a:gd name="connsiteX842" fmla="*/ 1381030 w 6251734"/>
              <a:gd name="connsiteY842" fmla="*/ 3199252 h 5808721"/>
              <a:gd name="connsiteX843" fmla="*/ 1381030 w 6251734"/>
              <a:gd name="connsiteY843" fmla="*/ 3143530 h 5808721"/>
              <a:gd name="connsiteX844" fmla="*/ 1381888 w 6251734"/>
              <a:gd name="connsiteY844" fmla="*/ 3143530 h 5808721"/>
              <a:gd name="connsiteX845" fmla="*/ 1381888 w 6251734"/>
              <a:gd name="connsiteY845" fmla="*/ 3141816 h 5808721"/>
              <a:gd name="connsiteX846" fmla="*/ 1459898 w 6251734"/>
              <a:gd name="connsiteY846" fmla="*/ 3111812 h 5808721"/>
              <a:gd name="connsiteX847" fmla="*/ 590102 w 6251734"/>
              <a:gd name="connsiteY847" fmla="*/ 3107161 h 5808721"/>
              <a:gd name="connsiteX848" fmla="*/ 570367 w 6251734"/>
              <a:gd name="connsiteY848" fmla="*/ 3132026 h 5808721"/>
              <a:gd name="connsiteX849" fmla="*/ 554587 w 6251734"/>
              <a:gd name="connsiteY849" fmla="*/ 3149033 h 5808721"/>
              <a:gd name="connsiteX850" fmla="*/ 551759 w 6251734"/>
              <a:gd name="connsiteY850" fmla="*/ 3200115 h 5808721"/>
              <a:gd name="connsiteX851" fmla="*/ 599532 w 6251734"/>
              <a:gd name="connsiteY851" fmla="*/ 3190547 h 5808721"/>
              <a:gd name="connsiteX852" fmla="*/ 634360 w 6251734"/>
              <a:gd name="connsiteY852" fmla="*/ 3179941 h 5808721"/>
              <a:gd name="connsiteX853" fmla="*/ 630590 w 6251734"/>
              <a:gd name="connsiteY853" fmla="*/ 3171008 h 5808721"/>
              <a:gd name="connsiteX854" fmla="*/ 226426 w 6251734"/>
              <a:gd name="connsiteY854" fmla="*/ 3105365 h 5808721"/>
              <a:gd name="connsiteX855" fmla="*/ 198965 w 6251734"/>
              <a:gd name="connsiteY855" fmla="*/ 3146668 h 5808721"/>
              <a:gd name="connsiteX856" fmla="*/ 181775 w 6251734"/>
              <a:gd name="connsiteY856" fmla="*/ 3178985 h 5808721"/>
              <a:gd name="connsiteX857" fmla="*/ 216948 w 6251734"/>
              <a:gd name="connsiteY857" fmla="*/ 3190170 h 5808721"/>
              <a:gd name="connsiteX858" fmla="*/ 266550 w 6251734"/>
              <a:gd name="connsiteY858" fmla="*/ 3200120 h 5808721"/>
              <a:gd name="connsiteX859" fmla="*/ 262773 w 6251734"/>
              <a:gd name="connsiteY859" fmla="*/ 3149552 h 5808721"/>
              <a:gd name="connsiteX860" fmla="*/ 245737 w 6251734"/>
              <a:gd name="connsiteY860" fmla="*/ 3131203 h 5808721"/>
              <a:gd name="connsiteX861" fmla="*/ 556573 w 6251734"/>
              <a:gd name="connsiteY861" fmla="*/ 3065846 h 5808721"/>
              <a:gd name="connsiteX862" fmla="*/ 558070 w 6251734"/>
              <a:gd name="connsiteY862" fmla="*/ 3086095 h 5808721"/>
              <a:gd name="connsiteX863" fmla="*/ 557031 w 6251734"/>
              <a:gd name="connsiteY863" fmla="*/ 3104875 h 5808721"/>
              <a:gd name="connsiteX864" fmla="*/ 573606 w 6251734"/>
              <a:gd name="connsiteY864" fmla="*/ 3085614 h 5808721"/>
              <a:gd name="connsiteX865" fmla="*/ 259173 w 6251734"/>
              <a:gd name="connsiteY865" fmla="*/ 3065486 h 5808721"/>
              <a:gd name="connsiteX866" fmla="*/ 241966 w 6251734"/>
              <a:gd name="connsiteY866" fmla="*/ 3085481 h 5808721"/>
              <a:gd name="connsiteX867" fmla="*/ 259516 w 6251734"/>
              <a:gd name="connsiteY867" fmla="*/ 3105960 h 5808721"/>
              <a:gd name="connsiteX868" fmla="*/ 258032 w 6251734"/>
              <a:gd name="connsiteY868" fmla="*/ 3086095 h 5808721"/>
              <a:gd name="connsiteX869" fmla="*/ 408909 w 6251734"/>
              <a:gd name="connsiteY869" fmla="*/ 3023515 h 5808721"/>
              <a:gd name="connsiteX870" fmla="*/ 471488 w 6251734"/>
              <a:gd name="connsiteY870" fmla="*/ 3086095 h 5808721"/>
              <a:gd name="connsiteX871" fmla="*/ 408909 w 6251734"/>
              <a:gd name="connsiteY871" fmla="*/ 3148674 h 5808721"/>
              <a:gd name="connsiteX872" fmla="*/ 346329 w 6251734"/>
              <a:gd name="connsiteY872" fmla="*/ 3086095 h 5808721"/>
              <a:gd name="connsiteX873" fmla="*/ 408909 w 6251734"/>
              <a:gd name="connsiteY873" fmla="*/ 3023515 h 5808721"/>
              <a:gd name="connsiteX874" fmla="*/ 153678 w 6251734"/>
              <a:gd name="connsiteY874" fmla="*/ 3002555 h 5808721"/>
              <a:gd name="connsiteX875" fmla="*/ 124280 w 6251734"/>
              <a:gd name="connsiteY875" fmla="*/ 3015709 h 5808721"/>
              <a:gd name="connsiteX876" fmla="*/ 66009 w 6251734"/>
              <a:gd name="connsiteY876" fmla="*/ 3086095 h 5808721"/>
              <a:gd name="connsiteX877" fmla="*/ 107354 w 6251734"/>
              <a:gd name="connsiteY877" fmla="*/ 3145918 h 5808721"/>
              <a:gd name="connsiteX878" fmla="*/ 153101 w 6251734"/>
              <a:gd name="connsiteY878" fmla="*/ 3169496 h 5808721"/>
              <a:gd name="connsiteX879" fmla="*/ 158538 w 6251734"/>
              <a:gd name="connsiteY879" fmla="*/ 3159312 h 5808721"/>
              <a:gd name="connsiteX880" fmla="*/ 197758 w 6251734"/>
              <a:gd name="connsiteY880" fmla="*/ 3100495 h 5808721"/>
              <a:gd name="connsiteX881" fmla="*/ 210657 w 6251734"/>
              <a:gd name="connsiteY881" fmla="*/ 3084265 h 5808721"/>
              <a:gd name="connsiteX882" fmla="*/ 167482 w 6251734"/>
              <a:gd name="connsiteY882" fmla="*/ 3026495 h 5808721"/>
              <a:gd name="connsiteX883" fmla="*/ 663026 w 6251734"/>
              <a:gd name="connsiteY883" fmla="*/ 3002411 h 5808721"/>
              <a:gd name="connsiteX884" fmla="*/ 657566 w 6251734"/>
              <a:gd name="connsiteY884" fmla="*/ 3012654 h 5808721"/>
              <a:gd name="connsiteX885" fmla="*/ 618347 w 6251734"/>
              <a:gd name="connsiteY885" fmla="*/ 3071576 h 5808721"/>
              <a:gd name="connsiteX886" fmla="*/ 606027 w 6251734"/>
              <a:gd name="connsiteY886" fmla="*/ 3087098 h 5808721"/>
              <a:gd name="connsiteX887" fmla="*/ 648622 w 6251734"/>
              <a:gd name="connsiteY887" fmla="*/ 3144181 h 5808721"/>
              <a:gd name="connsiteX888" fmla="*/ 663100 w 6251734"/>
              <a:gd name="connsiteY888" fmla="*/ 3169333 h 5808721"/>
              <a:gd name="connsiteX889" fmla="*/ 691823 w 6251734"/>
              <a:gd name="connsiteY889" fmla="*/ 3156482 h 5808721"/>
              <a:gd name="connsiteX890" fmla="*/ 750094 w 6251734"/>
              <a:gd name="connsiteY890" fmla="*/ 3086095 h 5808721"/>
              <a:gd name="connsiteX891" fmla="*/ 708749 w 6251734"/>
              <a:gd name="connsiteY891" fmla="*/ 3026099 h 5808721"/>
              <a:gd name="connsiteX892" fmla="*/ 264344 w 6251734"/>
              <a:gd name="connsiteY892" fmla="*/ 2972075 h 5808721"/>
              <a:gd name="connsiteX893" fmla="*/ 216572 w 6251734"/>
              <a:gd name="connsiteY893" fmla="*/ 2981643 h 5808721"/>
              <a:gd name="connsiteX894" fmla="*/ 182153 w 6251734"/>
              <a:gd name="connsiteY894" fmla="*/ 2992125 h 5808721"/>
              <a:gd name="connsiteX895" fmla="*/ 185871 w 6251734"/>
              <a:gd name="connsiteY895" fmla="*/ 3000908 h 5808721"/>
              <a:gd name="connsiteX896" fmla="*/ 226227 w 6251734"/>
              <a:gd name="connsiteY896" fmla="*/ 3064676 h 5808721"/>
              <a:gd name="connsiteX897" fmla="*/ 245737 w 6251734"/>
              <a:gd name="connsiteY897" fmla="*/ 3040131 h 5808721"/>
              <a:gd name="connsiteX898" fmla="*/ 261518 w 6251734"/>
              <a:gd name="connsiteY898" fmla="*/ 3023133 h 5808721"/>
              <a:gd name="connsiteX899" fmla="*/ 549613 w 6251734"/>
              <a:gd name="connsiteY899" fmla="*/ 2971718 h 5808721"/>
              <a:gd name="connsiteX900" fmla="*/ 553247 w 6251734"/>
              <a:gd name="connsiteY900" fmla="*/ 3020858 h 5808721"/>
              <a:gd name="connsiteX901" fmla="*/ 570367 w 6251734"/>
              <a:gd name="connsiteY901" fmla="*/ 3039308 h 5808721"/>
              <a:gd name="connsiteX902" fmla="*/ 589651 w 6251734"/>
              <a:gd name="connsiteY902" fmla="*/ 3065152 h 5808721"/>
              <a:gd name="connsiteX903" fmla="*/ 617139 w 6251734"/>
              <a:gd name="connsiteY903" fmla="*/ 3023810 h 5808721"/>
              <a:gd name="connsiteX904" fmla="*/ 633701 w 6251734"/>
              <a:gd name="connsiteY904" fmla="*/ 2992672 h 5808721"/>
              <a:gd name="connsiteX905" fmla="*/ 599155 w 6251734"/>
              <a:gd name="connsiteY905" fmla="*/ 2981643 h 5808721"/>
              <a:gd name="connsiteX906" fmla="*/ 501023 w 6251734"/>
              <a:gd name="connsiteY906" fmla="*/ 2967017 h 5808721"/>
              <a:gd name="connsiteX907" fmla="*/ 514350 w 6251734"/>
              <a:gd name="connsiteY907" fmla="*/ 2978939 h 5808721"/>
              <a:gd name="connsiteX908" fmla="*/ 527186 w 6251734"/>
              <a:gd name="connsiteY908" fmla="*/ 2992772 h 5808721"/>
              <a:gd name="connsiteX909" fmla="*/ 525405 w 6251734"/>
              <a:gd name="connsiteY909" fmla="*/ 2968836 h 5808721"/>
              <a:gd name="connsiteX910" fmla="*/ 315586 w 6251734"/>
              <a:gd name="connsiteY910" fmla="*/ 2966960 h 5808721"/>
              <a:gd name="connsiteX911" fmla="*/ 290341 w 6251734"/>
              <a:gd name="connsiteY911" fmla="*/ 2968839 h 5808721"/>
              <a:gd name="connsiteX912" fmla="*/ 287715 w 6251734"/>
              <a:gd name="connsiteY912" fmla="*/ 2983640 h 5808721"/>
              <a:gd name="connsiteX913" fmla="*/ 287044 w 6251734"/>
              <a:gd name="connsiteY913" fmla="*/ 2995639 h 5808721"/>
              <a:gd name="connsiteX914" fmla="*/ 301753 w 6251734"/>
              <a:gd name="connsiteY914" fmla="*/ 2979796 h 5808721"/>
              <a:gd name="connsiteX915" fmla="*/ 408051 w 6251734"/>
              <a:gd name="connsiteY915" fmla="*/ 2960079 h 5808721"/>
              <a:gd name="connsiteX916" fmla="*/ 356209 w 6251734"/>
              <a:gd name="connsiteY916" fmla="*/ 2963937 h 5808721"/>
              <a:gd name="connsiteX917" fmla="*/ 318898 w 6251734"/>
              <a:gd name="connsiteY917" fmla="*/ 2996084 h 5808721"/>
              <a:gd name="connsiteX918" fmla="*/ 284805 w 6251734"/>
              <a:gd name="connsiteY918" fmla="*/ 3035702 h 5808721"/>
              <a:gd name="connsiteX919" fmla="*/ 282035 w 6251734"/>
              <a:gd name="connsiteY919" fmla="*/ 3085238 h 5808721"/>
              <a:gd name="connsiteX920" fmla="*/ 285866 w 6251734"/>
              <a:gd name="connsiteY920" fmla="*/ 3136706 h 5808721"/>
              <a:gd name="connsiteX921" fmla="*/ 318897 w 6251734"/>
              <a:gd name="connsiteY921" fmla="*/ 3175250 h 5808721"/>
              <a:gd name="connsiteX922" fmla="*/ 355604 w 6251734"/>
              <a:gd name="connsiteY922" fmla="*/ 3208055 h 5808721"/>
              <a:gd name="connsiteX923" fmla="*/ 408051 w 6251734"/>
              <a:gd name="connsiteY923" fmla="*/ 3212111 h 5808721"/>
              <a:gd name="connsiteX924" fmla="*/ 457727 w 6251734"/>
              <a:gd name="connsiteY924" fmla="*/ 3208414 h 5808721"/>
              <a:gd name="connsiteX925" fmla="*/ 497206 w 6251734"/>
              <a:gd name="connsiteY925" fmla="*/ 3174393 h 5808721"/>
              <a:gd name="connsiteX926" fmla="*/ 531308 w 6251734"/>
              <a:gd name="connsiteY926" fmla="*/ 3134766 h 5808721"/>
              <a:gd name="connsiteX927" fmla="*/ 534067 w 6251734"/>
              <a:gd name="connsiteY927" fmla="*/ 3085238 h 5808721"/>
              <a:gd name="connsiteX928" fmla="*/ 530360 w 6251734"/>
              <a:gd name="connsiteY928" fmla="*/ 3035422 h 5808721"/>
              <a:gd name="connsiteX929" fmla="*/ 497205 w 6251734"/>
              <a:gd name="connsiteY929" fmla="*/ 2996941 h 5808721"/>
              <a:gd name="connsiteX930" fmla="*/ 460323 w 6251734"/>
              <a:gd name="connsiteY930" fmla="*/ 2963980 h 5808721"/>
              <a:gd name="connsiteX931" fmla="*/ 407682 w 6251734"/>
              <a:gd name="connsiteY931" fmla="*/ 2919589 h 5808721"/>
              <a:gd name="connsiteX932" fmla="*/ 386715 w 6251734"/>
              <a:gd name="connsiteY932" fmla="*/ 2937654 h 5808721"/>
              <a:gd name="connsiteX933" fmla="*/ 408051 w 6251734"/>
              <a:gd name="connsiteY933" fmla="*/ 2936076 h 5808721"/>
              <a:gd name="connsiteX934" fmla="*/ 430998 w 6251734"/>
              <a:gd name="connsiteY934" fmla="*/ 2937773 h 5808721"/>
              <a:gd name="connsiteX935" fmla="*/ 421196 w 6251734"/>
              <a:gd name="connsiteY935" fmla="*/ 2929013 h 5808721"/>
              <a:gd name="connsiteX936" fmla="*/ 313772 w 6251734"/>
              <a:gd name="connsiteY936" fmla="*/ 2860695 h 5808721"/>
              <a:gd name="connsiteX937" fmla="*/ 303599 w 6251734"/>
              <a:gd name="connsiteY937" fmla="*/ 2894135 h 5808721"/>
              <a:gd name="connsiteX938" fmla="*/ 294668 w 6251734"/>
              <a:gd name="connsiteY938" fmla="*/ 2944460 h 5808721"/>
              <a:gd name="connsiteX939" fmla="*/ 343747 w 6251734"/>
              <a:gd name="connsiteY939" fmla="*/ 2940831 h 5808721"/>
              <a:gd name="connsiteX940" fmla="*/ 362122 w 6251734"/>
              <a:gd name="connsiteY940" fmla="*/ 2923781 h 5808721"/>
              <a:gd name="connsiteX941" fmla="*/ 386241 w 6251734"/>
              <a:gd name="connsiteY941" fmla="*/ 2904637 h 5808721"/>
              <a:gd name="connsiteX942" fmla="*/ 346622 w 6251734"/>
              <a:gd name="connsiteY942" fmla="*/ 2877008 h 5808721"/>
              <a:gd name="connsiteX943" fmla="*/ 501946 w 6251734"/>
              <a:gd name="connsiteY943" fmla="*/ 2858728 h 5808721"/>
              <a:gd name="connsiteX944" fmla="*/ 469255 w 6251734"/>
              <a:gd name="connsiteY944" fmla="*/ 2876151 h 5808721"/>
              <a:gd name="connsiteX945" fmla="*/ 429247 w 6251734"/>
              <a:gd name="connsiteY945" fmla="*/ 2902810 h 5808721"/>
              <a:gd name="connsiteX946" fmla="*/ 471695 w 6251734"/>
              <a:gd name="connsiteY946" fmla="*/ 2940782 h 5808721"/>
              <a:gd name="connsiteX947" fmla="*/ 522501 w 6251734"/>
              <a:gd name="connsiteY947" fmla="*/ 2944539 h 5808721"/>
              <a:gd name="connsiteX948" fmla="*/ 505240 w 6251734"/>
              <a:gd name="connsiteY948" fmla="*/ 2867440 h 5808721"/>
              <a:gd name="connsiteX949" fmla="*/ 219818 w 6251734"/>
              <a:gd name="connsiteY949" fmla="*/ 2828773 h 5808721"/>
              <a:gd name="connsiteX950" fmla="*/ 166307 w 6251734"/>
              <a:gd name="connsiteY950" fmla="*/ 2844350 h 5808721"/>
              <a:gd name="connsiteX951" fmla="*/ 158080 w 6251734"/>
              <a:gd name="connsiteY951" fmla="*/ 2935262 h 5808721"/>
              <a:gd name="connsiteX952" fmla="*/ 170445 w 6251734"/>
              <a:gd name="connsiteY952" fmla="*/ 2964470 h 5808721"/>
              <a:gd name="connsiteX953" fmla="*/ 179864 w 6251734"/>
              <a:gd name="connsiteY953" fmla="*/ 2961618 h 5808721"/>
              <a:gd name="connsiteX954" fmla="*/ 249179 w 6251734"/>
              <a:gd name="connsiteY954" fmla="*/ 2947823 h 5808721"/>
              <a:gd name="connsiteX955" fmla="*/ 267973 w 6251734"/>
              <a:gd name="connsiteY955" fmla="*/ 2946434 h 5808721"/>
              <a:gd name="connsiteX956" fmla="*/ 283574 w 6251734"/>
              <a:gd name="connsiteY956" fmla="*/ 2857908 h 5808721"/>
              <a:gd name="connsiteX957" fmla="*/ 286788 w 6251734"/>
              <a:gd name="connsiteY957" fmla="*/ 2847295 h 5808721"/>
              <a:gd name="connsiteX958" fmla="*/ 277993 w 6251734"/>
              <a:gd name="connsiteY958" fmla="*/ 2842929 h 5808721"/>
              <a:gd name="connsiteX959" fmla="*/ 219818 w 6251734"/>
              <a:gd name="connsiteY959" fmla="*/ 2828773 h 5808721"/>
              <a:gd name="connsiteX960" fmla="*/ 595924 w 6251734"/>
              <a:gd name="connsiteY960" fmla="*/ 2827916 h 5808721"/>
              <a:gd name="connsiteX961" fmla="*/ 558510 w 6251734"/>
              <a:gd name="connsiteY961" fmla="*/ 2835040 h 5808721"/>
              <a:gd name="connsiteX962" fmla="*/ 528370 w 6251734"/>
              <a:gd name="connsiteY962" fmla="*/ 2846540 h 5808721"/>
              <a:gd name="connsiteX963" fmla="*/ 546323 w 6251734"/>
              <a:gd name="connsiteY963" fmla="*/ 2927223 h 5808721"/>
              <a:gd name="connsiteX964" fmla="*/ 547742 w 6251734"/>
              <a:gd name="connsiteY964" fmla="*/ 2946405 h 5808721"/>
              <a:gd name="connsiteX965" fmla="*/ 566924 w 6251734"/>
              <a:gd name="connsiteY965" fmla="*/ 2947823 h 5808721"/>
              <a:gd name="connsiteX966" fmla="*/ 646399 w 6251734"/>
              <a:gd name="connsiteY966" fmla="*/ 2965508 h 5808721"/>
              <a:gd name="connsiteX967" fmla="*/ 658251 w 6251734"/>
              <a:gd name="connsiteY967" fmla="*/ 2934405 h 5808721"/>
              <a:gd name="connsiteX968" fmla="*/ 649797 w 6251734"/>
              <a:gd name="connsiteY968" fmla="*/ 2843494 h 5808721"/>
              <a:gd name="connsiteX969" fmla="*/ 595924 w 6251734"/>
              <a:gd name="connsiteY969" fmla="*/ 2827916 h 5808721"/>
              <a:gd name="connsiteX970" fmla="*/ 408051 w 6251734"/>
              <a:gd name="connsiteY970" fmla="*/ 2743195 h 5808721"/>
              <a:gd name="connsiteX971" fmla="*/ 337665 w 6251734"/>
              <a:gd name="connsiteY971" fmla="*/ 2801693 h 5808721"/>
              <a:gd name="connsiteX972" fmla="*/ 324723 w 6251734"/>
              <a:gd name="connsiteY972" fmla="*/ 2830683 h 5808721"/>
              <a:gd name="connsiteX973" fmla="*/ 334835 w 6251734"/>
              <a:gd name="connsiteY973" fmla="*/ 2835724 h 5808721"/>
              <a:gd name="connsiteX974" fmla="*/ 408327 w 6251734"/>
              <a:gd name="connsiteY974" fmla="*/ 2887107 h 5808721"/>
              <a:gd name="connsiteX975" fmla="*/ 422572 w 6251734"/>
              <a:gd name="connsiteY975" fmla="*/ 2875801 h 5808721"/>
              <a:gd name="connsiteX976" fmla="*/ 481495 w 6251734"/>
              <a:gd name="connsiteY976" fmla="*/ 2836582 h 5808721"/>
              <a:gd name="connsiteX977" fmla="*/ 491548 w 6251734"/>
              <a:gd name="connsiteY977" fmla="*/ 2831224 h 5808721"/>
              <a:gd name="connsiteX978" fmla="*/ 485785 w 6251734"/>
              <a:gd name="connsiteY978" fmla="*/ 2815980 h 5808721"/>
              <a:gd name="connsiteX979" fmla="*/ 408051 w 6251734"/>
              <a:gd name="connsiteY979" fmla="*/ 2743195 h 5808721"/>
              <a:gd name="connsiteX980" fmla="*/ 6236067 w 6251734"/>
              <a:gd name="connsiteY980" fmla="*/ 2687689 h 5808721"/>
              <a:gd name="connsiteX981" fmla="*/ 6246782 w 6251734"/>
              <a:gd name="connsiteY981" fmla="*/ 2691760 h 5808721"/>
              <a:gd name="connsiteX982" fmla="*/ 6247640 w 6251734"/>
              <a:gd name="connsiteY982" fmla="*/ 2713192 h 5808721"/>
              <a:gd name="connsiteX983" fmla="*/ 6216014 w 6251734"/>
              <a:gd name="connsiteY983" fmla="*/ 2748180 h 5808721"/>
              <a:gd name="connsiteX984" fmla="*/ 6222322 w 6251734"/>
              <a:gd name="connsiteY984" fmla="*/ 2756871 h 5808721"/>
              <a:gd name="connsiteX985" fmla="*/ 6209062 w 6251734"/>
              <a:gd name="connsiteY985" fmla="*/ 2846922 h 5808721"/>
              <a:gd name="connsiteX986" fmla="*/ 6151734 w 6251734"/>
              <a:gd name="connsiteY986" fmla="*/ 2873711 h 5808721"/>
              <a:gd name="connsiteX987" fmla="*/ 6133744 w 6251734"/>
              <a:gd name="connsiteY987" fmla="*/ 2871200 h 5808721"/>
              <a:gd name="connsiteX988" fmla="*/ 6125031 w 6251734"/>
              <a:gd name="connsiteY988" fmla="*/ 2893063 h 5808721"/>
              <a:gd name="connsiteX989" fmla="*/ 5925312 w 6251734"/>
              <a:gd name="connsiteY989" fmla="*/ 3375846 h 5808721"/>
              <a:gd name="connsiteX990" fmla="*/ 5917597 w 6251734"/>
              <a:gd name="connsiteY990" fmla="*/ 3266975 h 5808721"/>
              <a:gd name="connsiteX991" fmla="*/ 6056644 w 6251734"/>
              <a:gd name="connsiteY991" fmla="*/ 2907754 h 5808721"/>
              <a:gd name="connsiteX992" fmla="*/ 6068648 w 6251734"/>
              <a:gd name="connsiteY992" fmla="*/ 2877062 h 5808721"/>
              <a:gd name="connsiteX993" fmla="*/ 5680138 w 6251734"/>
              <a:gd name="connsiteY993" fmla="*/ 3041518 h 5808721"/>
              <a:gd name="connsiteX994" fmla="*/ 5576411 w 6251734"/>
              <a:gd name="connsiteY994" fmla="*/ 3046661 h 5808721"/>
              <a:gd name="connsiteX995" fmla="*/ 5660422 w 6251734"/>
              <a:gd name="connsiteY995" fmla="*/ 2986654 h 5808721"/>
              <a:gd name="connsiteX996" fmla="*/ 6069879 w 6251734"/>
              <a:gd name="connsiteY996" fmla="*/ 2807820 h 5808721"/>
              <a:gd name="connsiteX997" fmla="*/ 6065771 w 6251734"/>
              <a:gd name="connsiteY997" fmla="*/ 2780383 h 5808721"/>
              <a:gd name="connsiteX998" fmla="*/ 6086476 w 6251734"/>
              <a:gd name="connsiteY998" fmla="*/ 2736337 h 5808721"/>
              <a:gd name="connsiteX999" fmla="*/ 6143804 w 6251734"/>
              <a:gd name="connsiteY999" fmla="*/ 2709228 h 5808721"/>
              <a:gd name="connsiteX1000" fmla="*/ 6175080 w 6251734"/>
              <a:gd name="connsiteY1000" fmla="*/ 2713794 h 5808721"/>
              <a:gd name="connsiteX1001" fmla="*/ 6195368 w 6251734"/>
              <a:gd name="connsiteY1001" fmla="*/ 2725788 h 5808721"/>
              <a:gd name="connsiteX1002" fmla="*/ 6225351 w 6251734"/>
              <a:gd name="connsiteY1002" fmla="*/ 2692617 h 5808721"/>
              <a:gd name="connsiteX1003" fmla="*/ 6236067 w 6251734"/>
              <a:gd name="connsiteY1003" fmla="*/ 2687689 h 5808721"/>
              <a:gd name="connsiteX1004" fmla="*/ 408051 w 6251734"/>
              <a:gd name="connsiteY1004" fmla="*/ 2678044 h 5808721"/>
              <a:gd name="connsiteX1005" fmla="*/ 492060 w 6251734"/>
              <a:gd name="connsiteY1005" fmla="*/ 2747708 h 5808721"/>
              <a:gd name="connsiteX1006" fmla="*/ 519745 w 6251734"/>
              <a:gd name="connsiteY1006" fmla="*/ 2816195 h 5808721"/>
              <a:gd name="connsiteX1007" fmla="*/ 537283 w 6251734"/>
              <a:gd name="connsiteY1007" fmla="*/ 2806846 h 5808721"/>
              <a:gd name="connsiteX1008" fmla="*/ 696946 w 6251734"/>
              <a:gd name="connsiteY1008" fmla="*/ 2797202 h 5808721"/>
              <a:gd name="connsiteX1009" fmla="*/ 687302 w 6251734"/>
              <a:gd name="connsiteY1009" fmla="*/ 2956865 h 5808721"/>
              <a:gd name="connsiteX1010" fmla="*/ 677955 w 6251734"/>
              <a:gd name="connsiteY1010" fmla="*/ 2974402 h 5808721"/>
              <a:gd name="connsiteX1011" fmla="*/ 746440 w 6251734"/>
              <a:gd name="connsiteY1011" fmla="*/ 3002086 h 5808721"/>
              <a:gd name="connsiteX1012" fmla="*/ 816103 w 6251734"/>
              <a:gd name="connsiteY1012" fmla="*/ 3086095 h 5808721"/>
              <a:gd name="connsiteX1013" fmla="*/ 696624 w 6251734"/>
              <a:gd name="connsiteY1013" fmla="*/ 3191966 h 5808721"/>
              <a:gd name="connsiteX1014" fmla="*/ 678828 w 6251734"/>
              <a:gd name="connsiteY1014" fmla="*/ 3197383 h 5808721"/>
              <a:gd name="connsiteX1015" fmla="*/ 698388 w 6251734"/>
              <a:gd name="connsiteY1015" fmla="*/ 3240686 h 5808721"/>
              <a:gd name="connsiteX1016" fmla="*/ 696946 w 6251734"/>
              <a:gd name="connsiteY1016" fmla="*/ 3374132 h 5808721"/>
              <a:gd name="connsiteX1017" fmla="*/ 536961 w 6251734"/>
              <a:gd name="connsiteY1017" fmla="*/ 3364809 h 5808721"/>
              <a:gd name="connsiteX1018" fmla="*/ 519982 w 6251734"/>
              <a:gd name="connsiteY1018" fmla="*/ 3355715 h 5808721"/>
              <a:gd name="connsiteX1019" fmla="*/ 514243 w 6251734"/>
              <a:gd name="connsiteY1019" fmla="*/ 3374667 h 5808721"/>
              <a:gd name="connsiteX1020" fmla="*/ 408051 w 6251734"/>
              <a:gd name="connsiteY1020" fmla="*/ 3494146 h 5808721"/>
              <a:gd name="connsiteX1021" fmla="*/ 324419 w 6251734"/>
              <a:gd name="connsiteY1021" fmla="*/ 3424483 h 5808721"/>
              <a:gd name="connsiteX1022" fmla="*/ 296648 w 6251734"/>
              <a:gd name="connsiteY1022" fmla="*/ 3355999 h 5808721"/>
              <a:gd name="connsiteX1023" fmla="*/ 279143 w 6251734"/>
              <a:gd name="connsiteY1023" fmla="*/ 3365346 h 5808721"/>
              <a:gd name="connsiteX1024" fmla="*/ 119158 w 6251734"/>
              <a:gd name="connsiteY1024" fmla="*/ 3374990 h 5808721"/>
              <a:gd name="connsiteX1025" fmla="*/ 128803 w 6251734"/>
              <a:gd name="connsiteY1025" fmla="*/ 3215005 h 5808721"/>
              <a:gd name="connsiteX1026" fmla="*/ 138022 w 6251734"/>
              <a:gd name="connsiteY1026" fmla="*/ 3197737 h 5808721"/>
              <a:gd name="connsiteX1027" fmla="*/ 69663 w 6251734"/>
              <a:gd name="connsiteY1027" fmla="*/ 3170104 h 5808721"/>
              <a:gd name="connsiteX1028" fmla="*/ 0 w 6251734"/>
              <a:gd name="connsiteY1028" fmla="*/ 3086095 h 5808721"/>
              <a:gd name="connsiteX1029" fmla="*/ 119480 w 6251734"/>
              <a:gd name="connsiteY1029" fmla="*/ 2979903 h 5808721"/>
              <a:gd name="connsiteX1030" fmla="*/ 137725 w 6251734"/>
              <a:gd name="connsiteY1030" fmla="*/ 2974378 h 5808721"/>
              <a:gd name="connsiteX1031" fmla="*/ 117717 w 6251734"/>
              <a:gd name="connsiteY1031" fmla="*/ 2930147 h 5808721"/>
              <a:gd name="connsiteX1032" fmla="*/ 119158 w 6251734"/>
              <a:gd name="connsiteY1032" fmla="*/ 2796344 h 5808721"/>
              <a:gd name="connsiteX1033" fmla="*/ 183438 w 6251734"/>
              <a:gd name="connsiteY1033" fmla="*/ 2777860 h 5808721"/>
              <a:gd name="connsiteX1034" fmla="*/ 252960 w 6251734"/>
              <a:gd name="connsiteY1034" fmla="*/ 2794903 h 5808721"/>
              <a:gd name="connsiteX1035" fmla="*/ 296135 w 6251734"/>
              <a:gd name="connsiteY1035" fmla="*/ 2816430 h 5808721"/>
              <a:gd name="connsiteX1036" fmla="*/ 301859 w 6251734"/>
              <a:gd name="connsiteY1036" fmla="*/ 2797524 h 5808721"/>
              <a:gd name="connsiteX1037" fmla="*/ 408051 w 6251734"/>
              <a:gd name="connsiteY1037" fmla="*/ 2678044 h 5808721"/>
              <a:gd name="connsiteX1038" fmla="*/ 5013199 w 6251734"/>
              <a:gd name="connsiteY1038" fmla="*/ 2674617 h 5808721"/>
              <a:gd name="connsiteX1039" fmla="*/ 5013199 w 6251734"/>
              <a:gd name="connsiteY1039" fmla="*/ 3173535 h 5808721"/>
              <a:gd name="connsiteX1040" fmla="*/ 5299521 w 6251734"/>
              <a:gd name="connsiteY1040" fmla="*/ 3173535 h 5808721"/>
              <a:gd name="connsiteX1041" fmla="*/ 1456470 w 6251734"/>
              <a:gd name="connsiteY1041" fmla="*/ 2362577 h 5808721"/>
              <a:gd name="connsiteX1042" fmla="*/ 1669068 w 6251734"/>
              <a:gd name="connsiteY1042" fmla="*/ 2628325 h 5808721"/>
              <a:gd name="connsiteX1043" fmla="*/ 1485616 w 6251734"/>
              <a:gd name="connsiteY1043" fmla="*/ 2776629 h 5808721"/>
              <a:gd name="connsiteX1044" fmla="*/ 1306451 w 6251734"/>
              <a:gd name="connsiteY1044" fmla="*/ 2916361 h 5808721"/>
              <a:gd name="connsiteX1045" fmla="*/ 1094710 w 6251734"/>
              <a:gd name="connsiteY1045" fmla="*/ 2652328 h 5808721"/>
              <a:gd name="connsiteX1046" fmla="*/ 1275590 w 6251734"/>
              <a:gd name="connsiteY1046" fmla="*/ 2507453 h 5808721"/>
              <a:gd name="connsiteX1047" fmla="*/ 4655725 w 6251734"/>
              <a:gd name="connsiteY1047" fmla="*/ 2293138 h 5808721"/>
              <a:gd name="connsiteX1048" fmla="*/ 4792886 w 6251734"/>
              <a:gd name="connsiteY1048" fmla="*/ 2293138 h 5808721"/>
              <a:gd name="connsiteX1049" fmla="*/ 4792886 w 6251734"/>
              <a:gd name="connsiteY1049" fmla="*/ 3310694 h 5808721"/>
              <a:gd name="connsiteX1050" fmla="*/ 4655725 w 6251734"/>
              <a:gd name="connsiteY1050" fmla="*/ 3310694 h 5808721"/>
              <a:gd name="connsiteX1051" fmla="*/ 409649 w 6251734"/>
              <a:gd name="connsiteY1051" fmla="*/ 2273959 h 5808721"/>
              <a:gd name="connsiteX1052" fmla="*/ 459486 w 6251734"/>
              <a:gd name="connsiteY1052" fmla="*/ 2287996 h 5808721"/>
              <a:gd name="connsiteX1053" fmla="*/ 421017 w 6251734"/>
              <a:gd name="connsiteY1053" fmla="*/ 2278031 h 5808721"/>
              <a:gd name="connsiteX1054" fmla="*/ 4930045 w 6251734"/>
              <a:gd name="connsiteY1054" fmla="*/ 2273422 h 5808721"/>
              <a:gd name="connsiteX1055" fmla="*/ 5477829 w 6251734"/>
              <a:gd name="connsiteY1055" fmla="*/ 3311552 h 5808721"/>
              <a:gd name="connsiteX1056" fmla="*/ 4930045 w 6251734"/>
              <a:gd name="connsiteY1056" fmla="*/ 3311552 h 5808721"/>
              <a:gd name="connsiteX1057" fmla="*/ 5782627 w 6251734"/>
              <a:gd name="connsiteY1057" fmla="*/ 2202717 h 5808721"/>
              <a:gd name="connsiteX1058" fmla="*/ 5767752 w 6251734"/>
              <a:gd name="connsiteY1058" fmla="*/ 2214541 h 5808721"/>
              <a:gd name="connsiteX1059" fmla="*/ 5708935 w 6251734"/>
              <a:gd name="connsiteY1059" fmla="*/ 2253760 h 5808721"/>
              <a:gd name="connsiteX1060" fmla="*/ 5698749 w 6251734"/>
              <a:gd name="connsiteY1060" fmla="*/ 2259199 h 5808721"/>
              <a:gd name="connsiteX1061" fmla="*/ 5722156 w 6251734"/>
              <a:gd name="connsiteY1061" fmla="*/ 2304260 h 5808721"/>
              <a:gd name="connsiteX1062" fmla="*/ 5782152 w 6251734"/>
              <a:gd name="connsiteY1062" fmla="*/ 2345431 h 5808721"/>
              <a:gd name="connsiteX1063" fmla="*/ 5842148 w 6251734"/>
              <a:gd name="connsiteY1063" fmla="*/ 2304260 h 5808721"/>
              <a:gd name="connsiteX1064" fmla="*/ 5865804 w 6251734"/>
              <a:gd name="connsiteY1064" fmla="*/ 2258720 h 5808721"/>
              <a:gd name="connsiteX1065" fmla="*/ 5855368 w 6251734"/>
              <a:gd name="connsiteY1065" fmla="*/ 2253129 h 5808721"/>
              <a:gd name="connsiteX1066" fmla="*/ 5796551 w 6251734"/>
              <a:gd name="connsiteY1066" fmla="*/ 2213804 h 5808721"/>
              <a:gd name="connsiteX1067" fmla="*/ 5760901 w 6251734"/>
              <a:gd name="connsiteY1067" fmla="*/ 2151836 h 5808721"/>
              <a:gd name="connsiteX1068" fmla="*/ 5781715 w 6251734"/>
              <a:gd name="connsiteY1068" fmla="*/ 2169748 h 5808721"/>
              <a:gd name="connsiteX1069" fmla="*/ 5802358 w 6251734"/>
              <a:gd name="connsiteY1069" fmla="*/ 2151959 h 5808721"/>
              <a:gd name="connsiteX1070" fmla="*/ 5782152 w 6251734"/>
              <a:gd name="connsiteY1070" fmla="*/ 2153407 h 5808721"/>
              <a:gd name="connsiteX1071" fmla="*/ 5896549 w 6251734"/>
              <a:gd name="connsiteY1071" fmla="*/ 2145209 h 5808721"/>
              <a:gd name="connsiteX1072" fmla="*/ 5847314 w 6251734"/>
              <a:gd name="connsiteY1072" fmla="*/ 2148737 h 5808721"/>
              <a:gd name="connsiteX1073" fmla="*/ 5828117 w 6251734"/>
              <a:gd name="connsiteY1073" fmla="*/ 2166561 h 5808721"/>
              <a:gd name="connsiteX1074" fmla="*/ 5803118 w 6251734"/>
              <a:gd name="connsiteY1074" fmla="*/ 2186431 h 5808721"/>
              <a:gd name="connsiteX1075" fmla="*/ 5843581 w 6251734"/>
              <a:gd name="connsiteY1075" fmla="*/ 2213334 h 5808721"/>
              <a:gd name="connsiteX1076" fmla="*/ 5875307 w 6251734"/>
              <a:gd name="connsiteY1076" fmla="*/ 2230209 h 5808721"/>
              <a:gd name="connsiteX1077" fmla="*/ 5886604 w 6251734"/>
              <a:gd name="connsiteY1077" fmla="*/ 2194868 h 5808721"/>
              <a:gd name="connsiteX1078" fmla="*/ 5667701 w 6251734"/>
              <a:gd name="connsiteY1078" fmla="*/ 2144945 h 5808721"/>
              <a:gd name="connsiteX1079" fmla="*/ 5677700 w 6251734"/>
              <a:gd name="connsiteY1079" fmla="*/ 2194868 h 5808721"/>
              <a:gd name="connsiteX1080" fmla="*/ 5688842 w 6251734"/>
              <a:gd name="connsiteY1080" fmla="*/ 2229724 h 5808721"/>
              <a:gd name="connsiteX1081" fmla="*/ 5720722 w 6251734"/>
              <a:gd name="connsiteY1081" fmla="*/ 2212702 h 5808721"/>
              <a:gd name="connsiteX1082" fmla="*/ 5761232 w 6251734"/>
              <a:gd name="connsiteY1082" fmla="*/ 2185681 h 5808721"/>
              <a:gd name="connsiteX1083" fmla="*/ 5736186 w 6251734"/>
              <a:gd name="connsiteY1083" fmla="*/ 2165739 h 5808721"/>
              <a:gd name="connsiteX1084" fmla="*/ 5717789 w 6251734"/>
              <a:gd name="connsiteY1084" fmla="*/ 2148648 h 5808721"/>
              <a:gd name="connsiteX1085" fmla="*/ 6020742 w 6251734"/>
              <a:gd name="connsiteY1085" fmla="*/ 2124279 h 5808721"/>
              <a:gd name="connsiteX1086" fmla="*/ 5941024 w 6251734"/>
              <a:gd name="connsiteY1086" fmla="*/ 2142022 h 5808721"/>
              <a:gd name="connsiteX1087" fmla="*/ 5921776 w 6251734"/>
              <a:gd name="connsiteY1087" fmla="*/ 2143401 h 5808721"/>
              <a:gd name="connsiteX1088" fmla="*/ 5920303 w 6251734"/>
              <a:gd name="connsiteY1088" fmla="*/ 2163118 h 5808721"/>
              <a:gd name="connsiteX1089" fmla="*/ 5902447 w 6251734"/>
              <a:gd name="connsiteY1089" fmla="*/ 2242808 h 5808721"/>
              <a:gd name="connsiteX1090" fmla="*/ 5932987 w 6251734"/>
              <a:gd name="connsiteY1090" fmla="*/ 2254446 h 5808721"/>
              <a:gd name="connsiteX1091" fmla="*/ 6023897 w 6251734"/>
              <a:gd name="connsiteY1091" fmla="*/ 2245992 h 5808721"/>
              <a:gd name="connsiteX1092" fmla="*/ 6032350 w 6251734"/>
              <a:gd name="connsiteY1092" fmla="*/ 2154704 h 5808721"/>
              <a:gd name="connsiteX1093" fmla="*/ 5543504 w 6251734"/>
              <a:gd name="connsiteY1093" fmla="*/ 2123909 h 5808721"/>
              <a:gd name="connsiteX1094" fmla="*/ 5531953 w 6251734"/>
              <a:gd name="connsiteY1094" fmla="*/ 2154223 h 5808721"/>
              <a:gd name="connsiteX1095" fmla="*/ 5540407 w 6251734"/>
              <a:gd name="connsiteY1095" fmla="*/ 2245135 h 5808721"/>
              <a:gd name="connsiteX1096" fmla="*/ 5631317 w 6251734"/>
              <a:gd name="connsiteY1096" fmla="*/ 2253964 h 5808721"/>
              <a:gd name="connsiteX1097" fmla="*/ 5661749 w 6251734"/>
              <a:gd name="connsiteY1097" fmla="*/ 2242328 h 5808721"/>
              <a:gd name="connsiteX1098" fmla="*/ 5644001 w 6251734"/>
              <a:gd name="connsiteY1098" fmla="*/ 2163118 h 5808721"/>
              <a:gd name="connsiteX1099" fmla="*/ 5642504 w 6251734"/>
              <a:gd name="connsiteY1099" fmla="*/ 2143082 h 5808721"/>
              <a:gd name="connsiteX1100" fmla="*/ 5623279 w 6251734"/>
              <a:gd name="connsiteY1100" fmla="*/ 2141660 h 5808721"/>
              <a:gd name="connsiteX1101" fmla="*/ 5901217 w 6251734"/>
              <a:gd name="connsiteY1101" fmla="*/ 2096788 h 5808721"/>
              <a:gd name="connsiteX1102" fmla="*/ 5888451 w 6251734"/>
              <a:gd name="connsiteY1102" fmla="*/ 2110545 h 5808721"/>
              <a:gd name="connsiteX1103" fmla="*/ 5875630 w 6251734"/>
              <a:gd name="connsiteY1103" fmla="*/ 2122448 h 5808721"/>
              <a:gd name="connsiteX1104" fmla="*/ 5899439 w 6251734"/>
              <a:gd name="connsiteY1104" fmla="*/ 2120676 h 5808721"/>
              <a:gd name="connsiteX1105" fmla="*/ 5663018 w 6251734"/>
              <a:gd name="connsiteY1105" fmla="*/ 2095865 h 5808721"/>
              <a:gd name="connsiteX1106" fmla="*/ 5664871 w 6251734"/>
              <a:gd name="connsiteY1106" fmla="*/ 2120759 h 5808721"/>
              <a:gd name="connsiteX1107" fmla="*/ 5689742 w 6251734"/>
              <a:gd name="connsiteY1107" fmla="*/ 2122592 h 5808721"/>
              <a:gd name="connsiteX1108" fmla="*/ 5675852 w 6251734"/>
              <a:gd name="connsiteY1108" fmla="*/ 2109688 h 5808721"/>
              <a:gd name="connsiteX1109" fmla="*/ 5964361 w 6251734"/>
              <a:gd name="connsiteY1109" fmla="*/ 2025112 h 5808721"/>
              <a:gd name="connsiteX1110" fmla="*/ 5944467 w 6251734"/>
              <a:gd name="connsiteY1110" fmla="*/ 2050176 h 5808721"/>
              <a:gd name="connsiteX1111" fmla="*/ 5927363 w 6251734"/>
              <a:gd name="connsiteY1111" fmla="*/ 2068609 h 5808721"/>
              <a:gd name="connsiteX1112" fmla="*/ 5923685 w 6251734"/>
              <a:gd name="connsiteY1112" fmla="*/ 2117844 h 5808721"/>
              <a:gd name="connsiteX1113" fmla="*/ 5973632 w 6251734"/>
              <a:gd name="connsiteY1113" fmla="*/ 2107841 h 5808721"/>
              <a:gd name="connsiteX1114" fmla="*/ 6007981 w 6251734"/>
              <a:gd name="connsiteY1114" fmla="*/ 2096861 h 5808721"/>
              <a:gd name="connsiteX1115" fmla="*/ 5991239 w 6251734"/>
              <a:gd name="connsiteY1115" fmla="*/ 2065450 h 5808721"/>
              <a:gd name="connsiteX1116" fmla="*/ 5599967 w 6251734"/>
              <a:gd name="connsiteY1116" fmla="*/ 2024356 h 5808721"/>
              <a:gd name="connsiteX1117" fmla="*/ 5573064 w 6251734"/>
              <a:gd name="connsiteY1117" fmla="*/ 2064817 h 5808721"/>
              <a:gd name="connsiteX1118" fmla="*/ 5555981 w 6251734"/>
              <a:gd name="connsiteY1118" fmla="*/ 2096936 h 5808721"/>
              <a:gd name="connsiteX1119" fmla="*/ 5591049 w 6251734"/>
              <a:gd name="connsiteY1119" fmla="*/ 2108067 h 5808721"/>
              <a:gd name="connsiteX1120" fmla="*/ 5640623 w 6251734"/>
              <a:gd name="connsiteY1120" fmla="*/ 2117908 h 5808721"/>
              <a:gd name="connsiteX1121" fmla="*/ 5636873 w 6251734"/>
              <a:gd name="connsiteY1121" fmla="*/ 2067704 h 5808721"/>
              <a:gd name="connsiteX1122" fmla="*/ 5619836 w 6251734"/>
              <a:gd name="connsiteY1122" fmla="*/ 2049354 h 5808721"/>
              <a:gd name="connsiteX1123" fmla="*/ 5930674 w 6251734"/>
              <a:gd name="connsiteY1123" fmla="*/ 1983998 h 5808721"/>
              <a:gd name="connsiteX1124" fmla="*/ 5932171 w 6251734"/>
              <a:gd name="connsiteY1124" fmla="*/ 2004246 h 5808721"/>
              <a:gd name="connsiteX1125" fmla="*/ 5930734 w 6251734"/>
              <a:gd name="connsiteY1125" fmla="*/ 2023487 h 5808721"/>
              <a:gd name="connsiteX1126" fmla="*/ 5947705 w 6251734"/>
              <a:gd name="connsiteY1126" fmla="*/ 2003765 h 5808721"/>
              <a:gd name="connsiteX1127" fmla="*/ 5633693 w 6251734"/>
              <a:gd name="connsiteY1127" fmla="*/ 1983147 h 5808721"/>
              <a:gd name="connsiteX1128" fmla="*/ 5615905 w 6251734"/>
              <a:gd name="connsiteY1128" fmla="*/ 2003818 h 5808721"/>
              <a:gd name="connsiteX1129" fmla="*/ 5633640 w 6251734"/>
              <a:gd name="connsiteY1129" fmla="*/ 2024428 h 5808721"/>
              <a:gd name="connsiteX1130" fmla="*/ 5632133 w 6251734"/>
              <a:gd name="connsiteY1130" fmla="*/ 2004246 h 5808721"/>
              <a:gd name="connsiteX1131" fmla="*/ 5783009 w 6251734"/>
              <a:gd name="connsiteY1131" fmla="*/ 1940810 h 5808721"/>
              <a:gd name="connsiteX1132" fmla="*/ 5845588 w 6251734"/>
              <a:gd name="connsiteY1132" fmla="*/ 2003389 h 5808721"/>
              <a:gd name="connsiteX1133" fmla="*/ 5783009 w 6251734"/>
              <a:gd name="connsiteY1133" fmla="*/ 2065968 h 5808721"/>
              <a:gd name="connsiteX1134" fmla="*/ 5720429 w 6251734"/>
              <a:gd name="connsiteY1134" fmla="*/ 2003389 h 5808721"/>
              <a:gd name="connsiteX1135" fmla="*/ 5783009 w 6251734"/>
              <a:gd name="connsiteY1135" fmla="*/ 1940810 h 5808721"/>
              <a:gd name="connsiteX1136" fmla="*/ 6037483 w 6251734"/>
              <a:gd name="connsiteY1136" fmla="*/ 1919889 h 5808721"/>
              <a:gd name="connsiteX1137" fmla="*/ 6031666 w 6251734"/>
              <a:gd name="connsiteY1137" fmla="*/ 1930805 h 5808721"/>
              <a:gd name="connsiteX1138" fmla="*/ 5992446 w 6251734"/>
              <a:gd name="connsiteY1138" fmla="*/ 1989726 h 5808721"/>
              <a:gd name="connsiteX1139" fmla="*/ 5981262 w 6251734"/>
              <a:gd name="connsiteY1139" fmla="*/ 2003818 h 5808721"/>
              <a:gd name="connsiteX1140" fmla="*/ 5992446 w 6251734"/>
              <a:gd name="connsiteY1140" fmla="*/ 2017909 h 5808721"/>
              <a:gd name="connsiteX1141" fmla="*/ 6031666 w 6251734"/>
              <a:gd name="connsiteY1141" fmla="*/ 2076831 h 5808721"/>
              <a:gd name="connsiteX1142" fmla="*/ 6037189 w 6251734"/>
              <a:gd name="connsiteY1142" fmla="*/ 2087193 h 5808721"/>
              <a:gd name="connsiteX1143" fmla="*/ 6083022 w 6251734"/>
              <a:gd name="connsiteY1143" fmla="*/ 2063384 h 5808721"/>
              <a:gd name="connsiteX1144" fmla="*/ 6124194 w 6251734"/>
              <a:gd name="connsiteY1144" fmla="*/ 2003388 h 5808721"/>
              <a:gd name="connsiteX1145" fmla="*/ 6082849 w 6251734"/>
              <a:gd name="connsiteY1145" fmla="*/ 1943392 h 5808721"/>
              <a:gd name="connsiteX1146" fmla="*/ 5527012 w 6251734"/>
              <a:gd name="connsiteY1146" fmla="*/ 1919637 h 5808721"/>
              <a:gd name="connsiteX1147" fmla="*/ 5481281 w 6251734"/>
              <a:gd name="connsiteY1147" fmla="*/ 1943393 h 5808721"/>
              <a:gd name="connsiteX1148" fmla="*/ 5440109 w 6251734"/>
              <a:gd name="connsiteY1148" fmla="*/ 2003388 h 5808721"/>
              <a:gd name="connsiteX1149" fmla="*/ 5481454 w 6251734"/>
              <a:gd name="connsiteY1149" fmla="*/ 2063765 h 5808721"/>
              <a:gd name="connsiteX1150" fmla="*/ 5527292 w 6251734"/>
              <a:gd name="connsiteY1150" fmla="*/ 2087474 h 5808721"/>
              <a:gd name="connsiteX1151" fmla="*/ 5532638 w 6251734"/>
              <a:gd name="connsiteY1151" fmla="*/ 2077462 h 5808721"/>
              <a:gd name="connsiteX1152" fmla="*/ 5571857 w 6251734"/>
              <a:gd name="connsiteY1152" fmla="*/ 2018645 h 5808721"/>
              <a:gd name="connsiteX1153" fmla="*/ 5583642 w 6251734"/>
              <a:gd name="connsiteY1153" fmla="*/ 2003818 h 5808721"/>
              <a:gd name="connsiteX1154" fmla="*/ 5571857 w 6251734"/>
              <a:gd name="connsiteY1154" fmla="*/ 1988990 h 5808721"/>
              <a:gd name="connsiteX1155" fmla="*/ 5532638 w 6251734"/>
              <a:gd name="connsiteY1155" fmla="*/ 1930175 h 5808721"/>
              <a:gd name="connsiteX1156" fmla="*/ 5923650 w 6251734"/>
              <a:gd name="connsiteY1156" fmla="*/ 1888999 h 5808721"/>
              <a:gd name="connsiteX1157" fmla="*/ 5927348 w 6251734"/>
              <a:gd name="connsiteY1157" fmla="*/ 1939009 h 5808721"/>
              <a:gd name="connsiteX1158" fmla="*/ 5944467 w 6251734"/>
              <a:gd name="connsiteY1158" fmla="*/ 1957460 h 5808721"/>
              <a:gd name="connsiteX1159" fmla="*/ 5964311 w 6251734"/>
              <a:gd name="connsiteY1159" fmla="*/ 1982460 h 5808721"/>
              <a:gd name="connsiteX1160" fmla="*/ 5991239 w 6251734"/>
              <a:gd name="connsiteY1160" fmla="*/ 1941959 h 5808721"/>
              <a:gd name="connsiteX1161" fmla="*/ 6008190 w 6251734"/>
              <a:gd name="connsiteY1161" fmla="*/ 1910091 h 5808721"/>
              <a:gd name="connsiteX1162" fmla="*/ 5973255 w 6251734"/>
              <a:gd name="connsiteY1162" fmla="*/ 1898937 h 5808721"/>
              <a:gd name="connsiteX1163" fmla="*/ 5640660 w 6251734"/>
              <a:gd name="connsiteY1163" fmla="*/ 1888926 h 5808721"/>
              <a:gd name="connsiteX1164" fmla="*/ 5590672 w 6251734"/>
              <a:gd name="connsiteY1164" fmla="*/ 1898937 h 5808721"/>
              <a:gd name="connsiteX1165" fmla="*/ 5555674 w 6251734"/>
              <a:gd name="connsiteY1165" fmla="*/ 1910123 h 5808721"/>
              <a:gd name="connsiteX1166" fmla="*/ 5573064 w 6251734"/>
              <a:gd name="connsiteY1166" fmla="*/ 1942817 h 5808721"/>
              <a:gd name="connsiteX1167" fmla="*/ 5599967 w 6251734"/>
              <a:gd name="connsiteY1167" fmla="*/ 1983279 h 5808721"/>
              <a:gd name="connsiteX1168" fmla="*/ 5619836 w 6251734"/>
              <a:gd name="connsiteY1168" fmla="*/ 1958282 h 5808721"/>
              <a:gd name="connsiteX1169" fmla="*/ 5636890 w 6251734"/>
              <a:gd name="connsiteY1169" fmla="*/ 1939913 h 5808721"/>
              <a:gd name="connsiteX1170" fmla="*/ 5874649 w 6251734"/>
              <a:gd name="connsiteY1170" fmla="*/ 1884276 h 5808721"/>
              <a:gd name="connsiteX1171" fmla="*/ 5888451 w 6251734"/>
              <a:gd name="connsiteY1171" fmla="*/ 1897089 h 5808721"/>
              <a:gd name="connsiteX1172" fmla="*/ 5901285 w 6251734"/>
              <a:gd name="connsiteY1172" fmla="*/ 1910921 h 5808721"/>
              <a:gd name="connsiteX1173" fmla="*/ 5899440 w 6251734"/>
              <a:gd name="connsiteY1173" fmla="*/ 1886125 h 5808721"/>
              <a:gd name="connsiteX1174" fmla="*/ 5691290 w 6251734"/>
              <a:gd name="connsiteY1174" fmla="*/ 1884137 h 5808721"/>
              <a:gd name="connsiteX1175" fmla="*/ 5664888 w 6251734"/>
              <a:gd name="connsiteY1175" fmla="*/ 1886102 h 5808721"/>
              <a:gd name="connsiteX1176" fmla="*/ 5662969 w 6251734"/>
              <a:gd name="connsiteY1176" fmla="*/ 1911824 h 5808721"/>
              <a:gd name="connsiteX1177" fmla="*/ 5675852 w 6251734"/>
              <a:gd name="connsiteY1177" fmla="*/ 1897947 h 5808721"/>
              <a:gd name="connsiteX1178" fmla="*/ 5782152 w 6251734"/>
              <a:gd name="connsiteY1178" fmla="*/ 1877374 h 5808721"/>
              <a:gd name="connsiteX1179" fmla="*/ 5729852 w 6251734"/>
              <a:gd name="connsiteY1179" fmla="*/ 1881266 h 5808721"/>
              <a:gd name="connsiteX1180" fmla="*/ 5692997 w 6251734"/>
              <a:gd name="connsiteY1180" fmla="*/ 1914234 h 5808721"/>
              <a:gd name="connsiteX1181" fmla="*/ 5659921 w 6251734"/>
              <a:gd name="connsiteY1181" fmla="*/ 1952671 h 5808721"/>
              <a:gd name="connsiteX1182" fmla="*/ 5656136 w 6251734"/>
              <a:gd name="connsiteY1182" fmla="*/ 2003388 h 5808721"/>
              <a:gd name="connsiteX1183" fmla="*/ 5659980 w 6251734"/>
              <a:gd name="connsiteY1183" fmla="*/ 2055033 h 5808721"/>
              <a:gd name="connsiteX1184" fmla="*/ 5692997 w 6251734"/>
              <a:gd name="connsiteY1184" fmla="*/ 2093401 h 5808721"/>
              <a:gd name="connsiteX1185" fmla="*/ 5730401 w 6251734"/>
              <a:gd name="connsiteY1185" fmla="*/ 2125589 h 5808721"/>
              <a:gd name="connsiteX1186" fmla="*/ 5782152 w 6251734"/>
              <a:gd name="connsiteY1186" fmla="*/ 2129404 h 5808721"/>
              <a:gd name="connsiteX1187" fmla="*/ 5832915 w 6251734"/>
              <a:gd name="connsiteY1187" fmla="*/ 2125626 h 5808721"/>
              <a:gd name="connsiteX1188" fmla="*/ 5871306 w 6251734"/>
              <a:gd name="connsiteY1188" fmla="*/ 2092543 h 5808721"/>
              <a:gd name="connsiteX1189" fmla="*/ 5904394 w 6251734"/>
              <a:gd name="connsiteY1189" fmla="*/ 2054095 h 5808721"/>
              <a:gd name="connsiteX1190" fmla="*/ 5908167 w 6251734"/>
              <a:gd name="connsiteY1190" fmla="*/ 2003388 h 5808721"/>
              <a:gd name="connsiteX1191" fmla="*/ 5904460 w 6251734"/>
              <a:gd name="connsiteY1191" fmla="*/ 1953572 h 5808721"/>
              <a:gd name="connsiteX1192" fmla="*/ 5871306 w 6251734"/>
              <a:gd name="connsiteY1192" fmla="*/ 1915093 h 5808721"/>
              <a:gd name="connsiteX1193" fmla="*/ 5831778 w 6251734"/>
              <a:gd name="connsiteY1193" fmla="*/ 1881078 h 5808721"/>
              <a:gd name="connsiteX1194" fmla="*/ 5781317 w 6251734"/>
              <a:gd name="connsiteY1194" fmla="*/ 1837652 h 5808721"/>
              <a:gd name="connsiteX1195" fmla="*/ 5768933 w 6251734"/>
              <a:gd name="connsiteY1195" fmla="*/ 1846306 h 5808721"/>
              <a:gd name="connsiteX1196" fmla="*/ 5759134 w 6251734"/>
              <a:gd name="connsiteY1196" fmla="*/ 1855072 h 5808721"/>
              <a:gd name="connsiteX1197" fmla="*/ 5782152 w 6251734"/>
              <a:gd name="connsiteY1197" fmla="*/ 1853370 h 5808721"/>
              <a:gd name="connsiteX1198" fmla="*/ 5801220 w 6251734"/>
              <a:gd name="connsiteY1198" fmla="*/ 1854779 h 5808721"/>
              <a:gd name="connsiteX1199" fmla="*/ 5875814 w 6251734"/>
              <a:gd name="connsiteY1199" fmla="*/ 1778152 h 5808721"/>
              <a:gd name="connsiteX1200" fmla="*/ 5843355 w 6251734"/>
              <a:gd name="connsiteY1200" fmla="*/ 1794301 h 5808721"/>
              <a:gd name="connsiteX1201" fmla="*/ 5803931 w 6251734"/>
              <a:gd name="connsiteY1201" fmla="*/ 1821851 h 5808721"/>
              <a:gd name="connsiteX1202" fmla="*/ 5828117 w 6251734"/>
              <a:gd name="connsiteY1202" fmla="*/ 1841074 h 5808721"/>
              <a:gd name="connsiteX1203" fmla="*/ 5846484 w 6251734"/>
              <a:gd name="connsiteY1203" fmla="*/ 1858127 h 5808721"/>
              <a:gd name="connsiteX1204" fmla="*/ 5896602 w 6251734"/>
              <a:gd name="connsiteY1204" fmla="*/ 1861833 h 5808721"/>
              <a:gd name="connsiteX1205" fmla="*/ 5886604 w 6251734"/>
              <a:gd name="connsiteY1205" fmla="*/ 1811909 h 5808721"/>
              <a:gd name="connsiteX1206" fmla="*/ 5688619 w 6251734"/>
              <a:gd name="connsiteY1206" fmla="*/ 1778083 h 5808721"/>
              <a:gd name="connsiteX1207" fmla="*/ 5677700 w 6251734"/>
              <a:gd name="connsiteY1207" fmla="*/ 1812285 h 5808721"/>
              <a:gd name="connsiteX1208" fmla="*/ 5667775 w 6251734"/>
              <a:gd name="connsiteY1208" fmla="*/ 1861826 h 5808721"/>
              <a:gd name="connsiteX1209" fmla="*/ 5720592 w 6251734"/>
              <a:gd name="connsiteY1209" fmla="*/ 1857921 h 5808721"/>
              <a:gd name="connsiteX1210" fmla="*/ 5760892 w 6251734"/>
              <a:gd name="connsiteY1210" fmla="*/ 1821868 h 5808721"/>
              <a:gd name="connsiteX1211" fmla="*/ 5720722 w 6251734"/>
              <a:gd name="connsiteY1211" fmla="*/ 1795160 h 5808721"/>
              <a:gd name="connsiteX1212" fmla="*/ 1448754 w 6251734"/>
              <a:gd name="connsiteY1212" fmla="*/ 1765931 h 5808721"/>
              <a:gd name="connsiteX1213" fmla="*/ 1666496 w 6251734"/>
              <a:gd name="connsiteY1213" fmla="*/ 1868802 h 5808721"/>
              <a:gd name="connsiteX1214" fmla="*/ 1884238 w 6251734"/>
              <a:gd name="connsiteY1214" fmla="*/ 1765931 h 5808721"/>
              <a:gd name="connsiteX1215" fmla="*/ 1884238 w 6251734"/>
              <a:gd name="connsiteY1215" fmla="*/ 2016249 h 5808721"/>
              <a:gd name="connsiteX1216" fmla="*/ 1672497 w 6251734"/>
              <a:gd name="connsiteY1216" fmla="*/ 2089973 h 5808721"/>
              <a:gd name="connsiteX1217" fmla="*/ 1666496 w 6251734"/>
              <a:gd name="connsiteY1217" fmla="*/ 2089973 h 5808721"/>
              <a:gd name="connsiteX1218" fmla="*/ 1660495 w 6251734"/>
              <a:gd name="connsiteY1218" fmla="*/ 2089973 h 5808721"/>
              <a:gd name="connsiteX1219" fmla="*/ 1448754 w 6251734"/>
              <a:gd name="connsiteY1219" fmla="*/ 2016249 h 5808721"/>
              <a:gd name="connsiteX1220" fmla="*/ 5593918 w 6251734"/>
              <a:gd name="connsiteY1220" fmla="*/ 1746924 h 5808721"/>
              <a:gd name="connsiteX1221" fmla="*/ 5540407 w 6251734"/>
              <a:gd name="connsiteY1221" fmla="*/ 1762502 h 5808721"/>
              <a:gd name="connsiteX1222" fmla="*/ 5531953 w 6251734"/>
              <a:gd name="connsiteY1222" fmla="*/ 1853413 h 5808721"/>
              <a:gd name="connsiteX1223" fmla="*/ 5543203 w 6251734"/>
              <a:gd name="connsiteY1223" fmla="*/ 1882935 h 5808721"/>
              <a:gd name="connsiteX1224" fmla="*/ 5623279 w 6251734"/>
              <a:gd name="connsiteY1224" fmla="*/ 1865117 h 5808721"/>
              <a:gd name="connsiteX1225" fmla="*/ 5642525 w 6251734"/>
              <a:gd name="connsiteY1225" fmla="*/ 1863694 h 5808721"/>
              <a:gd name="connsiteX1226" fmla="*/ 5643880 w 6251734"/>
              <a:gd name="connsiteY1226" fmla="*/ 1845375 h 5808721"/>
              <a:gd name="connsiteX1227" fmla="*/ 5661631 w 6251734"/>
              <a:gd name="connsiteY1227" fmla="*/ 1765599 h 5808721"/>
              <a:gd name="connsiteX1228" fmla="*/ 5631317 w 6251734"/>
              <a:gd name="connsiteY1228" fmla="*/ 1754048 h 5808721"/>
              <a:gd name="connsiteX1229" fmla="*/ 5593918 w 6251734"/>
              <a:gd name="connsiteY1229" fmla="*/ 1746924 h 5808721"/>
              <a:gd name="connsiteX1230" fmla="*/ 5970024 w 6251734"/>
              <a:gd name="connsiteY1230" fmla="*/ 1746066 h 5808721"/>
              <a:gd name="connsiteX1231" fmla="*/ 5911854 w 6251734"/>
              <a:gd name="connsiteY1231" fmla="*/ 1760221 h 5808721"/>
              <a:gd name="connsiteX1232" fmla="*/ 5902511 w 6251734"/>
              <a:gd name="connsiteY1232" fmla="*/ 1764870 h 5808721"/>
              <a:gd name="connsiteX1233" fmla="*/ 5920424 w 6251734"/>
              <a:gd name="connsiteY1233" fmla="*/ 1845375 h 5808721"/>
              <a:gd name="connsiteX1234" fmla="*/ 5921779 w 6251734"/>
              <a:gd name="connsiteY1234" fmla="*/ 1863694 h 5808721"/>
              <a:gd name="connsiteX1235" fmla="*/ 5941024 w 6251734"/>
              <a:gd name="connsiteY1235" fmla="*/ 1865117 h 5808721"/>
              <a:gd name="connsiteX1236" fmla="*/ 6020799 w 6251734"/>
              <a:gd name="connsiteY1236" fmla="*/ 1882868 h 5808721"/>
              <a:gd name="connsiteX1237" fmla="*/ 6032350 w 6251734"/>
              <a:gd name="connsiteY1237" fmla="*/ 1852555 h 5808721"/>
              <a:gd name="connsiteX1238" fmla="*/ 6023897 w 6251734"/>
              <a:gd name="connsiteY1238" fmla="*/ 1761646 h 5808721"/>
              <a:gd name="connsiteX1239" fmla="*/ 5970024 w 6251734"/>
              <a:gd name="connsiteY1239" fmla="*/ 1746066 h 5808721"/>
              <a:gd name="connsiteX1240" fmla="*/ 289975 w 6251734"/>
              <a:gd name="connsiteY1240" fmla="*/ 1703570 h 5808721"/>
              <a:gd name="connsiteX1241" fmla="*/ 249460 w 6251734"/>
              <a:gd name="connsiteY1241" fmla="*/ 1738503 h 5808721"/>
              <a:gd name="connsiteX1242" fmla="*/ 283964 w 6251734"/>
              <a:gd name="connsiteY1242" fmla="*/ 1707642 h 5808721"/>
              <a:gd name="connsiteX1243" fmla="*/ 4368605 w 6251734"/>
              <a:gd name="connsiteY1243" fmla="*/ 1696916 h 5808721"/>
              <a:gd name="connsiteX1244" fmla="*/ 4478277 w 6251734"/>
              <a:gd name="connsiteY1244" fmla="*/ 1734211 h 5808721"/>
              <a:gd name="connsiteX1245" fmla="*/ 4710592 w 6251734"/>
              <a:gd name="connsiteY1245" fmla="*/ 1734211 h 5808721"/>
              <a:gd name="connsiteX1246" fmla="*/ 4710592 w 6251734"/>
              <a:gd name="connsiteY1246" fmla="*/ 2074541 h 5808721"/>
              <a:gd name="connsiteX1247" fmla="*/ 4473133 w 6251734"/>
              <a:gd name="connsiteY1247" fmla="*/ 2076255 h 5808721"/>
              <a:gd name="connsiteX1248" fmla="*/ 4245961 w 6251734"/>
              <a:gd name="connsiteY1248" fmla="*/ 2072826 h 5808721"/>
              <a:gd name="connsiteX1249" fmla="*/ 4245961 w 6251734"/>
              <a:gd name="connsiteY1249" fmla="*/ 1734211 h 5808721"/>
              <a:gd name="connsiteX1250" fmla="*/ 4368605 w 6251734"/>
              <a:gd name="connsiteY1250" fmla="*/ 1696916 h 5808721"/>
              <a:gd name="connsiteX1251" fmla="*/ 5782152 w 6251734"/>
              <a:gd name="connsiteY1251" fmla="*/ 1661348 h 5808721"/>
              <a:gd name="connsiteX1252" fmla="*/ 5722156 w 6251734"/>
              <a:gd name="connsiteY1252" fmla="*/ 1702693 h 5808721"/>
              <a:gd name="connsiteX1253" fmla="*/ 5698519 w 6251734"/>
              <a:gd name="connsiteY1253" fmla="*/ 1748314 h 5808721"/>
              <a:gd name="connsiteX1254" fmla="*/ 5708935 w 6251734"/>
              <a:gd name="connsiteY1254" fmla="*/ 1753875 h 5808721"/>
              <a:gd name="connsiteX1255" fmla="*/ 5767753 w 6251734"/>
              <a:gd name="connsiteY1255" fmla="*/ 1793094 h 5808721"/>
              <a:gd name="connsiteX1256" fmla="*/ 5783057 w 6251734"/>
              <a:gd name="connsiteY1256" fmla="*/ 1805259 h 5808721"/>
              <a:gd name="connsiteX1257" fmla="*/ 5855594 w 6251734"/>
              <a:gd name="connsiteY1257" fmla="*/ 1754507 h 5808721"/>
              <a:gd name="connsiteX1258" fmla="*/ 5866361 w 6251734"/>
              <a:gd name="connsiteY1258" fmla="*/ 1749129 h 5808721"/>
              <a:gd name="connsiteX1259" fmla="*/ 5842148 w 6251734"/>
              <a:gd name="connsiteY1259" fmla="*/ 1702521 h 5808721"/>
              <a:gd name="connsiteX1260" fmla="*/ 5782152 w 6251734"/>
              <a:gd name="connsiteY1260" fmla="*/ 1661348 h 5808721"/>
              <a:gd name="connsiteX1261" fmla="*/ 592360 w 6251734"/>
              <a:gd name="connsiteY1261" fmla="*/ 1640776 h 5808721"/>
              <a:gd name="connsiteX1262" fmla="*/ 599890 w 6251734"/>
              <a:gd name="connsiteY1262" fmla="*/ 1643860 h 5808721"/>
              <a:gd name="connsiteX1263" fmla="*/ 615617 w 6251734"/>
              <a:gd name="connsiteY1263" fmla="*/ 1651278 h 5808721"/>
              <a:gd name="connsiteX1264" fmla="*/ 493776 w 6251734"/>
              <a:gd name="connsiteY1264" fmla="*/ 1630488 h 5808721"/>
              <a:gd name="connsiteX1265" fmla="*/ 498063 w 6251734"/>
              <a:gd name="connsiteY1265" fmla="*/ 1633917 h 5808721"/>
              <a:gd name="connsiteX1266" fmla="*/ 493776 w 6251734"/>
              <a:gd name="connsiteY1266" fmla="*/ 1640776 h 5808721"/>
              <a:gd name="connsiteX1267" fmla="*/ 497205 w 6251734"/>
              <a:gd name="connsiteY1267" fmla="*/ 1641634 h 5808721"/>
              <a:gd name="connsiteX1268" fmla="*/ 510921 w 6251734"/>
              <a:gd name="connsiteY1268" fmla="*/ 1651062 h 5808721"/>
              <a:gd name="connsiteX1269" fmla="*/ 492919 w 6251734"/>
              <a:gd name="connsiteY1269" fmla="*/ 1655350 h 5808721"/>
              <a:gd name="connsiteX1270" fmla="*/ 471488 w 6251734"/>
              <a:gd name="connsiteY1270" fmla="*/ 1649348 h 5808721"/>
              <a:gd name="connsiteX1271" fmla="*/ 451771 w 6251734"/>
              <a:gd name="connsiteY1271" fmla="*/ 1667351 h 5808721"/>
              <a:gd name="connsiteX1272" fmla="*/ 440627 w 6251734"/>
              <a:gd name="connsiteY1272" fmla="*/ 1683638 h 5808721"/>
              <a:gd name="connsiteX1273" fmla="*/ 450914 w 6251734"/>
              <a:gd name="connsiteY1273" fmla="*/ 1689640 h 5808721"/>
              <a:gd name="connsiteX1274" fmla="*/ 460344 w 6251734"/>
              <a:gd name="connsiteY1274" fmla="*/ 1690497 h 5808721"/>
              <a:gd name="connsiteX1275" fmla="*/ 484347 w 6251734"/>
              <a:gd name="connsiteY1275" fmla="*/ 1686210 h 5808721"/>
              <a:gd name="connsiteX1276" fmla="*/ 490347 w 6251734"/>
              <a:gd name="connsiteY1276" fmla="*/ 1700784 h 5808721"/>
              <a:gd name="connsiteX1277" fmla="*/ 512636 w 6251734"/>
              <a:gd name="connsiteY1277" fmla="*/ 1711927 h 5808721"/>
              <a:gd name="connsiteX1278" fmla="*/ 525495 w 6251734"/>
              <a:gd name="connsiteY1278" fmla="*/ 1726501 h 5808721"/>
              <a:gd name="connsiteX1279" fmla="*/ 510064 w 6251734"/>
              <a:gd name="connsiteY1279" fmla="*/ 1736787 h 5808721"/>
              <a:gd name="connsiteX1280" fmla="*/ 494634 w 6251734"/>
              <a:gd name="connsiteY1280" fmla="*/ 1747070 h 5808721"/>
              <a:gd name="connsiteX1281" fmla="*/ 500634 w 6251734"/>
              <a:gd name="connsiteY1281" fmla="*/ 1756500 h 5808721"/>
              <a:gd name="connsiteX1282" fmla="*/ 516922 w 6251734"/>
              <a:gd name="connsiteY1282" fmla="*/ 1753071 h 5808721"/>
              <a:gd name="connsiteX1283" fmla="*/ 523780 w 6251734"/>
              <a:gd name="connsiteY1283" fmla="*/ 1751357 h 5808721"/>
              <a:gd name="connsiteX1284" fmla="*/ 542640 w 6251734"/>
              <a:gd name="connsiteY1284" fmla="*/ 1747928 h 5808721"/>
              <a:gd name="connsiteX1285" fmla="*/ 545211 w 6251734"/>
              <a:gd name="connsiteY1285" fmla="*/ 1745356 h 5808721"/>
              <a:gd name="connsiteX1286" fmla="*/ 555498 w 6251734"/>
              <a:gd name="connsiteY1286" fmla="*/ 1741075 h 5808721"/>
              <a:gd name="connsiteX1287" fmla="*/ 588931 w 6251734"/>
              <a:gd name="connsiteY1287" fmla="*/ 1744499 h 5808721"/>
              <a:gd name="connsiteX1288" fmla="*/ 600933 w 6251734"/>
              <a:gd name="connsiteY1288" fmla="*/ 1755643 h 5808721"/>
              <a:gd name="connsiteX1289" fmla="*/ 605219 w 6251734"/>
              <a:gd name="connsiteY1289" fmla="*/ 1752214 h 5808721"/>
              <a:gd name="connsiteX1290" fmla="*/ 609505 w 6251734"/>
              <a:gd name="connsiteY1290" fmla="*/ 1735930 h 5808721"/>
              <a:gd name="connsiteX1291" fmla="*/ 619792 w 6251734"/>
              <a:gd name="connsiteY1291" fmla="*/ 1739360 h 5808721"/>
              <a:gd name="connsiteX1292" fmla="*/ 643795 w 6251734"/>
              <a:gd name="connsiteY1292" fmla="*/ 1724786 h 5808721"/>
              <a:gd name="connsiteX1293" fmla="*/ 656654 w 6251734"/>
              <a:gd name="connsiteY1293" fmla="*/ 1733358 h 5808721"/>
              <a:gd name="connsiteX1294" fmla="*/ 651510 w 6251734"/>
              <a:gd name="connsiteY1294" fmla="*/ 1747928 h 5808721"/>
              <a:gd name="connsiteX1295" fmla="*/ 639509 w 6251734"/>
              <a:gd name="connsiteY1295" fmla="*/ 1742789 h 5808721"/>
              <a:gd name="connsiteX1296" fmla="*/ 623221 w 6251734"/>
              <a:gd name="connsiteY1296" fmla="*/ 1756500 h 5808721"/>
              <a:gd name="connsiteX1297" fmla="*/ 625793 w 6251734"/>
              <a:gd name="connsiteY1297" fmla="*/ 1763359 h 5808721"/>
              <a:gd name="connsiteX1298" fmla="*/ 642081 w 6251734"/>
              <a:gd name="connsiteY1298" fmla="*/ 1763359 h 5808721"/>
              <a:gd name="connsiteX1299" fmla="*/ 656654 w 6251734"/>
              <a:gd name="connsiteY1299" fmla="*/ 1767644 h 5808721"/>
              <a:gd name="connsiteX1300" fmla="*/ 658369 w 6251734"/>
              <a:gd name="connsiteY1300" fmla="*/ 1773647 h 5808721"/>
              <a:gd name="connsiteX1301" fmla="*/ 672085 w 6251734"/>
              <a:gd name="connsiteY1301" fmla="*/ 1778790 h 5808721"/>
              <a:gd name="connsiteX1302" fmla="*/ 672085 w 6251734"/>
              <a:gd name="connsiteY1302" fmla="*/ 1788218 h 5808721"/>
              <a:gd name="connsiteX1303" fmla="*/ 666085 w 6251734"/>
              <a:gd name="connsiteY1303" fmla="*/ 1786504 h 5808721"/>
              <a:gd name="connsiteX1304" fmla="*/ 654082 w 6251734"/>
              <a:gd name="connsiteY1304" fmla="*/ 1789076 h 5808721"/>
              <a:gd name="connsiteX1305" fmla="*/ 642081 w 6251734"/>
              <a:gd name="connsiteY1305" fmla="*/ 1791647 h 5808721"/>
              <a:gd name="connsiteX1306" fmla="*/ 618935 w 6251734"/>
              <a:gd name="connsiteY1306" fmla="*/ 1788218 h 5808721"/>
              <a:gd name="connsiteX1307" fmla="*/ 608648 w 6251734"/>
              <a:gd name="connsiteY1307" fmla="*/ 1798505 h 5808721"/>
              <a:gd name="connsiteX1308" fmla="*/ 601790 w 6251734"/>
              <a:gd name="connsiteY1308" fmla="*/ 1798505 h 5808721"/>
              <a:gd name="connsiteX1309" fmla="*/ 588074 w 6251734"/>
              <a:gd name="connsiteY1309" fmla="*/ 1793363 h 5808721"/>
              <a:gd name="connsiteX1310" fmla="*/ 576072 w 6251734"/>
              <a:gd name="connsiteY1310" fmla="*/ 1789076 h 5808721"/>
              <a:gd name="connsiteX1311" fmla="*/ 566643 w 6251734"/>
              <a:gd name="connsiteY1311" fmla="*/ 1788218 h 5808721"/>
              <a:gd name="connsiteX1312" fmla="*/ 562356 w 6251734"/>
              <a:gd name="connsiteY1312" fmla="*/ 1770216 h 5808721"/>
              <a:gd name="connsiteX1313" fmla="*/ 557213 w 6251734"/>
              <a:gd name="connsiteY1313" fmla="*/ 1769359 h 5808721"/>
              <a:gd name="connsiteX1314" fmla="*/ 550355 w 6251734"/>
              <a:gd name="connsiteY1314" fmla="*/ 1767644 h 5808721"/>
              <a:gd name="connsiteX1315" fmla="*/ 537496 w 6251734"/>
              <a:gd name="connsiteY1315" fmla="*/ 1770216 h 5808721"/>
              <a:gd name="connsiteX1316" fmla="*/ 528924 w 6251734"/>
              <a:gd name="connsiteY1316" fmla="*/ 1771073 h 5808721"/>
              <a:gd name="connsiteX1317" fmla="*/ 516065 w 6251734"/>
              <a:gd name="connsiteY1317" fmla="*/ 1773647 h 5808721"/>
              <a:gd name="connsiteX1318" fmla="*/ 507492 w 6251734"/>
              <a:gd name="connsiteY1318" fmla="*/ 1774503 h 5808721"/>
              <a:gd name="connsiteX1319" fmla="*/ 493776 w 6251734"/>
              <a:gd name="connsiteY1319" fmla="*/ 1786504 h 5808721"/>
              <a:gd name="connsiteX1320" fmla="*/ 474060 w 6251734"/>
              <a:gd name="connsiteY1320" fmla="*/ 1793363 h 5808721"/>
              <a:gd name="connsiteX1321" fmla="*/ 466344 w 6251734"/>
              <a:gd name="connsiteY1321" fmla="*/ 1797648 h 5808721"/>
              <a:gd name="connsiteX1322" fmla="*/ 458629 w 6251734"/>
              <a:gd name="connsiteY1322" fmla="*/ 1810508 h 5808721"/>
              <a:gd name="connsiteX1323" fmla="*/ 438912 w 6251734"/>
              <a:gd name="connsiteY1323" fmla="*/ 1831938 h 5808721"/>
              <a:gd name="connsiteX1324" fmla="*/ 441484 w 6251734"/>
              <a:gd name="connsiteY1324" fmla="*/ 1860230 h 5808721"/>
              <a:gd name="connsiteX1325" fmla="*/ 436341 w 6251734"/>
              <a:gd name="connsiteY1325" fmla="*/ 1874802 h 5808721"/>
              <a:gd name="connsiteX1326" fmla="*/ 431197 w 6251734"/>
              <a:gd name="connsiteY1326" fmla="*/ 1886803 h 5808721"/>
              <a:gd name="connsiteX1327" fmla="*/ 439770 w 6251734"/>
              <a:gd name="connsiteY1327" fmla="*/ 1896233 h 5808721"/>
              <a:gd name="connsiteX1328" fmla="*/ 444913 w 6251734"/>
              <a:gd name="connsiteY1328" fmla="*/ 1902233 h 5808721"/>
              <a:gd name="connsiteX1329" fmla="*/ 447485 w 6251734"/>
              <a:gd name="connsiteY1329" fmla="*/ 1914235 h 5808721"/>
              <a:gd name="connsiteX1330" fmla="*/ 456915 w 6251734"/>
              <a:gd name="connsiteY1330" fmla="*/ 1921951 h 5808721"/>
              <a:gd name="connsiteX1331" fmla="*/ 463773 w 6251734"/>
              <a:gd name="connsiteY1331" fmla="*/ 1933095 h 5808721"/>
              <a:gd name="connsiteX1332" fmla="*/ 474917 w 6251734"/>
              <a:gd name="connsiteY1332" fmla="*/ 1939095 h 5808721"/>
              <a:gd name="connsiteX1333" fmla="*/ 502349 w 6251734"/>
              <a:gd name="connsiteY1333" fmla="*/ 1939953 h 5808721"/>
              <a:gd name="connsiteX1334" fmla="*/ 521208 w 6251734"/>
              <a:gd name="connsiteY1334" fmla="*/ 1937380 h 5808721"/>
              <a:gd name="connsiteX1335" fmla="*/ 540925 w 6251734"/>
              <a:gd name="connsiteY1335" fmla="*/ 1931380 h 5808721"/>
              <a:gd name="connsiteX1336" fmla="*/ 552069 w 6251734"/>
              <a:gd name="connsiteY1336" fmla="*/ 1930522 h 5808721"/>
              <a:gd name="connsiteX1337" fmla="*/ 559785 w 6251734"/>
              <a:gd name="connsiteY1337" fmla="*/ 1941666 h 5808721"/>
              <a:gd name="connsiteX1338" fmla="*/ 570929 w 6251734"/>
              <a:gd name="connsiteY1338" fmla="*/ 1939095 h 5808721"/>
              <a:gd name="connsiteX1339" fmla="*/ 587217 w 6251734"/>
              <a:gd name="connsiteY1339" fmla="*/ 1945953 h 5808721"/>
              <a:gd name="connsiteX1340" fmla="*/ 583788 w 6251734"/>
              <a:gd name="connsiteY1340" fmla="*/ 1962240 h 5808721"/>
              <a:gd name="connsiteX1341" fmla="*/ 583788 w 6251734"/>
              <a:gd name="connsiteY1341" fmla="*/ 1968242 h 5808721"/>
              <a:gd name="connsiteX1342" fmla="*/ 585502 w 6251734"/>
              <a:gd name="connsiteY1342" fmla="*/ 1990529 h 5808721"/>
              <a:gd name="connsiteX1343" fmla="*/ 593217 w 6251734"/>
              <a:gd name="connsiteY1343" fmla="*/ 2001674 h 5808721"/>
              <a:gd name="connsiteX1344" fmla="*/ 598361 w 6251734"/>
              <a:gd name="connsiteY1344" fmla="*/ 2009389 h 5808721"/>
              <a:gd name="connsiteX1345" fmla="*/ 606933 w 6251734"/>
              <a:gd name="connsiteY1345" fmla="*/ 2021391 h 5808721"/>
              <a:gd name="connsiteX1346" fmla="*/ 609505 w 6251734"/>
              <a:gd name="connsiteY1346" fmla="*/ 2033392 h 5808721"/>
              <a:gd name="connsiteX1347" fmla="*/ 598361 w 6251734"/>
              <a:gd name="connsiteY1347" fmla="*/ 2045393 h 5808721"/>
              <a:gd name="connsiteX1348" fmla="*/ 593217 w 6251734"/>
              <a:gd name="connsiteY1348" fmla="*/ 2061682 h 5808721"/>
              <a:gd name="connsiteX1349" fmla="*/ 588931 w 6251734"/>
              <a:gd name="connsiteY1349" fmla="*/ 2071968 h 5808721"/>
              <a:gd name="connsiteX1350" fmla="*/ 595789 w 6251734"/>
              <a:gd name="connsiteY1350" fmla="*/ 2082255 h 5808721"/>
              <a:gd name="connsiteX1351" fmla="*/ 606076 w 6251734"/>
              <a:gd name="connsiteY1351" fmla="*/ 2095114 h 5808721"/>
              <a:gd name="connsiteX1352" fmla="*/ 608648 w 6251734"/>
              <a:gd name="connsiteY1352" fmla="*/ 2107115 h 5808721"/>
              <a:gd name="connsiteX1353" fmla="*/ 608648 w 6251734"/>
              <a:gd name="connsiteY1353" fmla="*/ 2116545 h 5808721"/>
              <a:gd name="connsiteX1354" fmla="*/ 613791 w 6251734"/>
              <a:gd name="connsiteY1354" fmla="*/ 2128547 h 5808721"/>
              <a:gd name="connsiteX1355" fmla="*/ 620649 w 6251734"/>
              <a:gd name="connsiteY1355" fmla="*/ 2144834 h 5808721"/>
              <a:gd name="connsiteX1356" fmla="*/ 624936 w 6251734"/>
              <a:gd name="connsiteY1356" fmla="*/ 2144834 h 5808721"/>
              <a:gd name="connsiteX1357" fmla="*/ 642938 w 6251734"/>
              <a:gd name="connsiteY1357" fmla="*/ 2137119 h 5808721"/>
              <a:gd name="connsiteX1358" fmla="*/ 665227 w 6251734"/>
              <a:gd name="connsiteY1358" fmla="*/ 2127690 h 5808721"/>
              <a:gd name="connsiteX1359" fmla="*/ 668656 w 6251734"/>
              <a:gd name="connsiteY1359" fmla="*/ 2118260 h 5808721"/>
              <a:gd name="connsiteX1360" fmla="*/ 683230 w 6251734"/>
              <a:gd name="connsiteY1360" fmla="*/ 2106258 h 5808721"/>
              <a:gd name="connsiteX1361" fmla="*/ 695231 w 6251734"/>
              <a:gd name="connsiteY1361" fmla="*/ 2088256 h 5808721"/>
              <a:gd name="connsiteX1362" fmla="*/ 695231 w 6251734"/>
              <a:gd name="connsiteY1362" fmla="*/ 2076254 h 5808721"/>
              <a:gd name="connsiteX1363" fmla="*/ 706375 w 6251734"/>
              <a:gd name="connsiteY1363" fmla="*/ 2072825 h 5808721"/>
              <a:gd name="connsiteX1364" fmla="*/ 710662 w 6251734"/>
              <a:gd name="connsiteY1364" fmla="*/ 2065110 h 5808721"/>
              <a:gd name="connsiteX1365" fmla="*/ 724378 w 6251734"/>
              <a:gd name="connsiteY1365" fmla="*/ 2052252 h 5808721"/>
              <a:gd name="connsiteX1366" fmla="*/ 719234 w 6251734"/>
              <a:gd name="connsiteY1366" fmla="*/ 2040250 h 5808721"/>
              <a:gd name="connsiteX1367" fmla="*/ 729521 w 6251734"/>
              <a:gd name="connsiteY1367" fmla="*/ 2028248 h 5808721"/>
              <a:gd name="connsiteX1368" fmla="*/ 728664 w 6251734"/>
              <a:gd name="connsiteY1368" fmla="*/ 2006817 h 5808721"/>
              <a:gd name="connsiteX1369" fmla="*/ 728664 w 6251734"/>
              <a:gd name="connsiteY1369" fmla="*/ 1992244 h 5808721"/>
              <a:gd name="connsiteX1370" fmla="*/ 735522 w 6251734"/>
              <a:gd name="connsiteY1370" fmla="*/ 1983671 h 5808721"/>
              <a:gd name="connsiteX1371" fmla="*/ 738951 w 6251734"/>
              <a:gd name="connsiteY1371" fmla="*/ 1966526 h 5808721"/>
              <a:gd name="connsiteX1372" fmla="*/ 750095 w 6251734"/>
              <a:gd name="connsiteY1372" fmla="*/ 1954526 h 5808721"/>
              <a:gd name="connsiteX1373" fmla="*/ 753524 w 6251734"/>
              <a:gd name="connsiteY1373" fmla="*/ 1931380 h 5808721"/>
              <a:gd name="connsiteX1374" fmla="*/ 760382 w 6251734"/>
              <a:gd name="connsiteY1374" fmla="*/ 1918520 h 5808721"/>
              <a:gd name="connsiteX1375" fmla="*/ 762954 w 6251734"/>
              <a:gd name="connsiteY1375" fmla="*/ 1903090 h 5808721"/>
              <a:gd name="connsiteX1376" fmla="*/ 756096 w 6251734"/>
              <a:gd name="connsiteY1376" fmla="*/ 1895375 h 5808721"/>
              <a:gd name="connsiteX1377" fmla="*/ 744094 w 6251734"/>
              <a:gd name="connsiteY1377" fmla="*/ 1897947 h 5808721"/>
              <a:gd name="connsiteX1378" fmla="*/ 737236 w 6251734"/>
              <a:gd name="connsiteY1378" fmla="*/ 1899662 h 5808721"/>
              <a:gd name="connsiteX1379" fmla="*/ 727807 w 6251734"/>
              <a:gd name="connsiteY1379" fmla="*/ 1896233 h 5808721"/>
              <a:gd name="connsiteX1380" fmla="*/ 727807 w 6251734"/>
              <a:gd name="connsiteY1380" fmla="*/ 1885088 h 5808721"/>
              <a:gd name="connsiteX1381" fmla="*/ 716662 w 6251734"/>
              <a:gd name="connsiteY1381" fmla="*/ 1880803 h 5808721"/>
              <a:gd name="connsiteX1382" fmla="*/ 710662 w 6251734"/>
              <a:gd name="connsiteY1382" fmla="*/ 1867944 h 5808721"/>
              <a:gd name="connsiteX1383" fmla="*/ 704661 w 6251734"/>
              <a:gd name="connsiteY1383" fmla="*/ 1855941 h 5808721"/>
              <a:gd name="connsiteX1384" fmla="*/ 695231 w 6251734"/>
              <a:gd name="connsiteY1384" fmla="*/ 1851655 h 5808721"/>
              <a:gd name="connsiteX1385" fmla="*/ 691802 w 6251734"/>
              <a:gd name="connsiteY1385" fmla="*/ 1834510 h 5808721"/>
              <a:gd name="connsiteX1386" fmla="*/ 701232 w 6251734"/>
              <a:gd name="connsiteY1386" fmla="*/ 1831082 h 5808721"/>
              <a:gd name="connsiteX1387" fmla="*/ 707233 w 6251734"/>
              <a:gd name="connsiteY1387" fmla="*/ 1836225 h 5808721"/>
              <a:gd name="connsiteX1388" fmla="*/ 713233 w 6251734"/>
              <a:gd name="connsiteY1388" fmla="*/ 1846511 h 5808721"/>
              <a:gd name="connsiteX1389" fmla="*/ 715805 w 6251734"/>
              <a:gd name="connsiteY1389" fmla="*/ 1859371 h 5808721"/>
              <a:gd name="connsiteX1390" fmla="*/ 730378 w 6251734"/>
              <a:gd name="connsiteY1390" fmla="*/ 1868802 h 5808721"/>
              <a:gd name="connsiteX1391" fmla="*/ 738951 w 6251734"/>
              <a:gd name="connsiteY1391" fmla="*/ 1879945 h 5808721"/>
              <a:gd name="connsiteX1392" fmla="*/ 759525 w 6251734"/>
              <a:gd name="connsiteY1392" fmla="*/ 1875660 h 5808721"/>
              <a:gd name="connsiteX1393" fmla="*/ 763811 w 6251734"/>
              <a:gd name="connsiteY1393" fmla="*/ 1864514 h 5808721"/>
              <a:gd name="connsiteX1394" fmla="*/ 767240 w 6251734"/>
              <a:gd name="connsiteY1394" fmla="*/ 1852513 h 5808721"/>
              <a:gd name="connsiteX1395" fmla="*/ 762954 w 6251734"/>
              <a:gd name="connsiteY1395" fmla="*/ 1837940 h 5808721"/>
              <a:gd name="connsiteX1396" fmla="*/ 762954 w 6251734"/>
              <a:gd name="connsiteY1396" fmla="*/ 1825938 h 5808721"/>
              <a:gd name="connsiteX1397" fmla="*/ 758668 w 6251734"/>
              <a:gd name="connsiteY1397" fmla="*/ 1815651 h 5808721"/>
              <a:gd name="connsiteX1398" fmla="*/ 762097 w 6251734"/>
              <a:gd name="connsiteY1398" fmla="*/ 1816508 h 5808721"/>
              <a:gd name="connsiteX1399" fmla="*/ 774098 w 6251734"/>
              <a:gd name="connsiteY1399" fmla="*/ 1820794 h 5808721"/>
              <a:gd name="connsiteX1400" fmla="*/ 782671 w 6251734"/>
              <a:gd name="connsiteY1400" fmla="*/ 1837084 h 5808721"/>
              <a:gd name="connsiteX1401" fmla="*/ 790386 w 6251734"/>
              <a:gd name="connsiteY1401" fmla="*/ 1844797 h 5808721"/>
              <a:gd name="connsiteX1402" fmla="*/ 796387 w 6251734"/>
              <a:gd name="connsiteY1402" fmla="*/ 1851655 h 5808721"/>
              <a:gd name="connsiteX1403" fmla="*/ 800673 w 6251734"/>
              <a:gd name="connsiteY1403" fmla="*/ 1863658 h 5808721"/>
              <a:gd name="connsiteX1404" fmla="*/ 809245 w 6251734"/>
              <a:gd name="connsiteY1404" fmla="*/ 1873945 h 5808721"/>
              <a:gd name="connsiteX1405" fmla="*/ 810960 w 6251734"/>
              <a:gd name="connsiteY1405" fmla="*/ 1870514 h 5808721"/>
              <a:gd name="connsiteX1406" fmla="*/ 620127 w 6251734"/>
              <a:gd name="connsiteY1406" fmla="*/ 1653407 h 5808721"/>
              <a:gd name="connsiteX1407" fmla="*/ 615617 w 6251734"/>
              <a:gd name="connsiteY1407" fmla="*/ 1651278 h 5808721"/>
              <a:gd name="connsiteX1408" fmla="*/ 671583 w 6251734"/>
              <a:gd name="connsiteY1408" fmla="*/ 1676556 h 5808721"/>
              <a:gd name="connsiteX1409" fmla="*/ 792958 w 6251734"/>
              <a:gd name="connsiteY1409" fmla="*/ 2119974 h 5808721"/>
              <a:gd name="connsiteX1410" fmla="*/ 511779 w 6251734"/>
              <a:gd name="connsiteY1410" fmla="*/ 2287139 h 5808721"/>
              <a:gd name="connsiteX1411" fmla="*/ 630079 w 6251734"/>
              <a:gd name="connsiteY1411" fmla="*/ 2251133 h 5808721"/>
              <a:gd name="connsiteX1412" fmla="*/ 613791 w 6251734"/>
              <a:gd name="connsiteY1412" fmla="*/ 2251993 h 5808721"/>
              <a:gd name="connsiteX1413" fmla="*/ 597504 w 6251734"/>
              <a:gd name="connsiteY1413" fmla="*/ 2245133 h 5808721"/>
              <a:gd name="connsiteX1414" fmla="*/ 588074 w 6251734"/>
              <a:gd name="connsiteY1414" fmla="*/ 2243418 h 5808721"/>
              <a:gd name="connsiteX1415" fmla="*/ 572643 w 6251734"/>
              <a:gd name="connsiteY1415" fmla="*/ 2245990 h 5808721"/>
              <a:gd name="connsiteX1416" fmla="*/ 560642 w 6251734"/>
              <a:gd name="connsiteY1416" fmla="*/ 2251993 h 5808721"/>
              <a:gd name="connsiteX1417" fmla="*/ 550355 w 6251734"/>
              <a:gd name="connsiteY1417" fmla="*/ 2251133 h 5808721"/>
              <a:gd name="connsiteX1418" fmla="*/ 537496 w 6251734"/>
              <a:gd name="connsiteY1418" fmla="*/ 2251993 h 5808721"/>
              <a:gd name="connsiteX1419" fmla="*/ 541782 w 6251734"/>
              <a:gd name="connsiteY1419" fmla="*/ 2241705 h 5808721"/>
              <a:gd name="connsiteX1420" fmla="*/ 530638 w 6251734"/>
              <a:gd name="connsiteY1420" fmla="*/ 2239989 h 5808721"/>
              <a:gd name="connsiteX1421" fmla="*/ 523780 w 6251734"/>
              <a:gd name="connsiteY1421" fmla="*/ 2248563 h 5808721"/>
              <a:gd name="connsiteX1422" fmla="*/ 517779 w 6251734"/>
              <a:gd name="connsiteY1422" fmla="*/ 2259708 h 5808721"/>
              <a:gd name="connsiteX1423" fmla="*/ 496348 w 6251734"/>
              <a:gd name="connsiteY1423" fmla="*/ 2255421 h 5808721"/>
              <a:gd name="connsiteX1424" fmla="*/ 484347 w 6251734"/>
              <a:gd name="connsiteY1424" fmla="*/ 2252849 h 5808721"/>
              <a:gd name="connsiteX1425" fmla="*/ 485204 w 6251734"/>
              <a:gd name="connsiteY1425" fmla="*/ 2248563 h 5808721"/>
              <a:gd name="connsiteX1426" fmla="*/ 497205 w 6251734"/>
              <a:gd name="connsiteY1426" fmla="*/ 2239989 h 5808721"/>
              <a:gd name="connsiteX1427" fmla="*/ 509207 w 6251734"/>
              <a:gd name="connsiteY1427" fmla="*/ 2233132 h 5808721"/>
              <a:gd name="connsiteX1428" fmla="*/ 503206 w 6251734"/>
              <a:gd name="connsiteY1428" fmla="*/ 2226275 h 5808721"/>
              <a:gd name="connsiteX1429" fmla="*/ 497205 w 6251734"/>
              <a:gd name="connsiteY1429" fmla="*/ 2231417 h 5808721"/>
              <a:gd name="connsiteX1430" fmla="*/ 472345 w 6251734"/>
              <a:gd name="connsiteY1430" fmla="*/ 2232275 h 5808721"/>
              <a:gd name="connsiteX1431" fmla="*/ 451771 w 6251734"/>
              <a:gd name="connsiteY1431" fmla="*/ 2233989 h 5808721"/>
              <a:gd name="connsiteX1432" fmla="*/ 448342 w 6251734"/>
              <a:gd name="connsiteY1432" fmla="*/ 2227131 h 5808721"/>
              <a:gd name="connsiteX1433" fmla="*/ 433769 w 6251734"/>
              <a:gd name="connsiteY1433" fmla="*/ 2233989 h 5808721"/>
              <a:gd name="connsiteX1434" fmla="*/ 413195 w 6251734"/>
              <a:gd name="connsiteY1434" fmla="*/ 2237419 h 5808721"/>
              <a:gd name="connsiteX1435" fmla="*/ 402908 w 6251734"/>
              <a:gd name="connsiteY1435" fmla="*/ 2239132 h 5808721"/>
              <a:gd name="connsiteX1436" fmla="*/ 402051 w 6251734"/>
              <a:gd name="connsiteY1436" fmla="*/ 2233132 h 5808721"/>
              <a:gd name="connsiteX1437" fmla="*/ 391764 w 6251734"/>
              <a:gd name="connsiteY1437" fmla="*/ 2241705 h 5808721"/>
              <a:gd name="connsiteX1438" fmla="*/ 379762 w 6251734"/>
              <a:gd name="connsiteY1438" fmla="*/ 2243418 h 5808721"/>
              <a:gd name="connsiteX1439" fmla="*/ 378048 w 6251734"/>
              <a:gd name="connsiteY1439" fmla="*/ 2257136 h 5808721"/>
              <a:gd name="connsiteX1440" fmla="*/ 393304 w 6251734"/>
              <a:gd name="connsiteY1440" fmla="*/ 2268105 h 5808721"/>
              <a:gd name="connsiteX1441" fmla="*/ 409649 w 6251734"/>
              <a:gd name="connsiteY1441" fmla="*/ 2273959 h 5808721"/>
              <a:gd name="connsiteX1442" fmla="*/ 353398 w 6251734"/>
              <a:gd name="connsiteY1442" fmla="*/ 2258117 h 5808721"/>
              <a:gd name="connsiteX1443" fmla="*/ 167164 w 6251734"/>
              <a:gd name="connsiteY1443" fmla="*/ 1913378 h 5808721"/>
              <a:gd name="connsiteX1444" fmla="*/ 170593 w 6251734"/>
              <a:gd name="connsiteY1444" fmla="*/ 1910806 h 5808721"/>
              <a:gd name="connsiteX1445" fmla="*/ 173165 w 6251734"/>
              <a:gd name="connsiteY1445" fmla="*/ 1921951 h 5808721"/>
              <a:gd name="connsiteX1446" fmla="*/ 179166 w 6251734"/>
              <a:gd name="connsiteY1446" fmla="*/ 1930522 h 5808721"/>
              <a:gd name="connsiteX1447" fmla="*/ 186024 w 6251734"/>
              <a:gd name="connsiteY1447" fmla="*/ 1939953 h 5808721"/>
              <a:gd name="connsiteX1448" fmla="*/ 181737 w 6251734"/>
              <a:gd name="connsiteY1448" fmla="*/ 1954526 h 5808721"/>
              <a:gd name="connsiteX1449" fmla="*/ 190310 w 6251734"/>
              <a:gd name="connsiteY1449" fmla="*/ 1978528 h 5808721"/>
              <a:gd name="connsiteX1450" fmla="*/ 189453 w 6251734"/>
              <a:gd name="connsiteY1450" fmla="*/ 2007674 h 5808721"/>
              <a:gd name="connsiteX1451" fmla="*/ 208312 w 6251734"/>
              <a:gd name="connsiteY1451" fmla="*/ 2052252 h 5808721"/>
              <a:gd name="connsiteX1452" fmla="*/ 215170 w 6251734"/>
              <a:gd name="connsiteY1452" fmla="*/ 2066825 h 5808721"/>
              <a:gd name="connsiteX1453" fmla="*/ 227172 w 6251734"/>
              <a:gd name="connsiteY1453" fmla="*/ 2076254 h 5808721"/>
              <a:gd name="connsiteX1454" fmla="*/ 233172 w 6251734"/>
              <a:gd name="connsiteY1454" fmla="*/ 2101972 h 5808721"/>
              <a:gd name="connsiteX1455" fmla="*/ 240888 w 6251734"/>
              <a:gd name="connsiteY1455" fmla="*/ 2124260 h 5808721"/>
              <a:gd name="connsiteX1456" fmla="*/ 250317 w 6251734"/>
              <a:gd name="connsiteY1456" fmla="*/ 2136262 h 5808721"/>
              <a:gd name="connsiteX1457" fmla="*/ 257175 w 6251734"/>
              <a:gd name="connsiteY1457" fmla="*/ 2149122 h 5808721"/>
              <a:gd name="connsiteX1458" fmla="*/ 264891 w 6251734"/>
              <a:gd name="connsiteY1458" fmla="*/ 2161123 h 5808721"/>
              <a:gd name="connsiteX1459" fmla="*/ 279464 w 6251734"/>
              <a:gd name="connsiteY1459" fmla="*/ 2189412 h 5808721"/>
              <a:gd name="connsiteX1460" fmla="*/ 286322 w 6251734"/>
              <a:gd name="connsiteY1460" fmla="*/ 2199699 h 5808721"/>
              <a:gd name="connsiteX1461" fmla="*/ 306039 w 6251734"/>
              <a:gd name="connsiteY1461" fmla="*/ 2211701 h 5808721"/>
              <a:gd name="connsiteX1462" fmla="*/ 318897 w 6251734"/>
              <a:gd name="connsiteY1462" fmla="*/ 2221987 h 5808721"/>
              <a:gd name="connsiteX1463" fmla="*/ 320612 w 6251734"/>
              <a:gd name="connsiteY1463" fmla="*/ 2215986 h 5808721"/>
              <a:gd name="connsiteX1464" fmla="*/ 312897 w 6251734"/>
              <a:gd name="connsiteY1464" fmla="*/ 2207414 h 5808721"/>
              <a:gd name="connsiteX1465" fmla="*/ 304324 w 6251734"/>
              <a:gd name="connsiteY1465" fmla="*/ 2196269 h 5808721"/>
              <a:gd name="connsiteX1466" fmla="*/ 300038 w 6251734"/>
              <a:gd name="connsiteY1466" fmla="*/ 2186840 h 5808721"/>
              <a:gd name="connsiteX1467" fmla="*/ 290608 w 6251734"/>
              <a:gd name="connsiteY1467" fmla="*/ 2173981 h 5808721"/>
              <a:gd name="connsiteX1468" fmla="*/ 294894 w 6251734"/>
              <a:gd name="connsiteY1468" fmla="*/ 2166267 h 5808721"/>
              <a:gd name="connsiteX1469" fmla="*/ 298323 w 6251734"/>
              <a:gd name="connsiteY1469" fmla="*/ 2161123 h 5808721"/>
              <a:gd name="connsiteX1470" fmla="*/ 294894 w 6251734"/>
              <a:gd name="connsiteY1470" fmla="*/ 2148263 h 5808721"/>
              <a:gd name="connsiteX1471" fmla="*/ 303467 w 6251734"/>
              <a:gd name="connsiteY1471" fmla="*/ 2119974 h 5808721"/>
              <a:gd name="connsiteX1472" fmla="*/ 303467 w 6251734"/>
              <a:gd name="connsiteY1472" fmla="*/ 2104544 h 5808721"/>
              <a:gd name="connsiteX1473" fmla="*/ 312897 w 6251734"/>
              <a:gd name="connsiteY1473" fmla="*/ 2097686 h 5808721"/>
              <a:gd name="connsiteX1474" fmla="*/ 326613 w 6251734"/>
              <a:gd name="connsiteY1474" fmla="*/ 2088256 h 5808721"/>
              <a:gd name="connsiteX1475" fmla="*/ 324898 w 6251734"/>
              <a:gd name="connsiteY1475" fmla="*/ 2079683 h 5808721"/>
              <a:gd name="connsiteX1476" fmla="*/ 329184 w 6251734"/>
              <a:gd name="connsiteY1476" fmla="*/ 2071111 h 5808721"/>
              <a:gd name="connsiteX1477" fmla="*/ 330042 w 6251734"/>
              <a:gd name="connsiteY1477" fmla="*/ 2057396 h 5808721"/>
              <a:gd name="connsiteX1478" fmla="*/ 325755 w 6251734"/>
              <a:gd name="connsiteY1478" fmla="*/ 2046251 h 5808721"/>
              <a:gd name="connsiteX1479" fmla="*/ 327470 w 6251734"/>
              <a:gd name="connsiteY1479" fmla="*/ 2035106 h 5808721"/>
              <a:gd name="connsiteX1480" fmla="*/ 336900 w 6251734"/>
              <a:gd name="connsiteY1480" fmla="*/ 2021391 h 5808721"/>
              <a:gd name="connsiteX1481" fmla="*/ 342043 w 6251734"/>
              <a:gd name="connsiteY1481" fmla="*/ 2008532 h 5808721"/>
              <a:gd name="connsiteX1482" fmla="*/ 336900 w 6251734"/>
              <a:gd name="connsiteY1482" fmla="*/ 2001674 h 5808721"/>
              <a:gd name="connsiteX1483" fmla="*/ 324041 w 6251734"/>
              <a:gd name="connsiteY1483" fmla="*/ 1994816 h 5808721"/>
              <a:gd name="connsiteX1484" fmla="*/ 315468 w 6251734"/>
              <a:gd name="connsiteY1484" fmla="*/ 1983671 h 5808721"/>
              <a:gd name="connsiteX1485" fmla="*/ 299181 w 6251734"/>
              <a:gd name="connsiteY1485" fmla="*/ 1982814 h 5808721"/>
              <a:gd name="connsiteX1486" fmla="*/ 295752 w 6251734"/>
              <a:gd name="connsiteY1486" fmla="*/ 1977671 h 5808721"/>
              <a:gd name="connsiteX1487" fmla="*/ 282893 w 6251734"/>
              <a:gd name="connsiteY1487" fmla="*/ 1972528 h 5808721"/>
              <a:gd name="connsiteX1488" fmla="*/ 281178 w 6251734"/>
              <a:gd name="connsiteY1488" fmla="*/ 1965669 h 5808721"/>
              <a:gd name="connsiteX1489" fmla="*/ 271749 w 6251734"/>
              <a:gd name="connsiteY1489" fmla="*/ 1963955 h 5808721"/>
              <a:gd name="connsiteX1490" fmla="*/ 270034 w 6251734"/>
              <a:gd name="connsiteY1490" fmla="*/ 1957954 h 5808721"/>
              <a:gd name="connsiteX1491" fmla="*/ 269177 w 6251734"/>
              <a:gd name="connsiteY1491" fmla="*/ 1948525 h 5808721"/>
              <a:gd name="connsiteX1492" fmla="*/ 264033 w 6251734"/>
              <a:gd name="connsiteY1492" fmla="*/ 1939095 h 5808721"/>
              <a:gd name="connsiteX1493" fmla="*/ 259747 w 6251734"/>
              <a:gd name="connsiteY1493" fmla="*/ 1933095 h 5808721"/>
              <a:gd name="connsiteX1494" fmla="*/ 248603 w 6251734"/>
              <a:gd name="connsiteY1494" fmla="*/ 1931380 h 5808721"/>
              <a:gd name="connsiteX1495" fmla="*/ 239173 w 6251734"/>
              <a:gd name="connsiteY1495" fmla="*/ 1926236 h 5808721"/>
              <a:gd name="connsiteX1496" fmla="*/ 236601 w 6251734"/>
              <a:gd name="connsiteY1496" fmla="*/ 1917664 h 5808721"/>
              <a:gd name="connsiteX1497" fmla="*/ 232315 w 6251734"/>
              <a:gd name="connsiteY1497" fmla="*/ 1908233 h 5808721"/>
              <a:gd name="connsiteX1498" fmla="*/ 226314 w 6251734"/>
              <a:gd name="connsiteY1498" fmla="*/ 1903948 h 5808721"/>
              <a:gd name="connsiteX1499" fmla="*/ 214313 w 6251734"/>
              <a:gd name="connsiteY1499" fmla="*/ 1906521 h 5808721"/>
              <a:gd name="connsiteX1500" fmla="*/ 213456 w 6251734"/>
              <a:gd name="connsiteY1500" fmla="*/ 1898805 h 5808721"/>
              <a:gd name="connsiteX1501" fmla="*/ 206598 w 6251734"/>
              <a:gd name="connsiteY1501" fmla="*/ 1897090 h 5808721"/>
              <a:gd name="connsiteX1502" fmla="*/ 201454 w 6251734"/>
              <a:gd name="connsiteY1502" fmla="*/ 1900518 h 5808721"/>
              <a:gd name="connsiteX1503" fmla="*/ 198882 w 6251734"/>
              <a:gd name="connsiteY1503" fmla="*/ 1903948 h 5808721"/>
              <a:gd name="connsiteX1504" fmla="*/ 192882 w 6251734"/>
              <a:gd name="connsiteY1504" fmla="*/ 1912520 h 5808721"/>
              <a:gd name="connsiteX1505" fmla="*/ 191167 w 6251734"/>
              <a:gd name="connsiteY1505" fmla="*/ 1910806 h 5808721"/>
              <a:gd name="connsiteX1506" fmla="*/ 188595 w 6251734"/>
              <a:gd name="connsiteY1506" fmla="*/ 1907378 h 5808721"/>
              <a:gd name="connsiteX1507" fmla="*/ 185166 w 6251734"/>
              <a:gd name="connsiteY1507" fmla="*/ 1895375 h 5808721"/>
              <a:gd name="connsiteX1508" fmla="*/ 188595 w 6251734"/>
              <a:gd name="connsiteY1508" fmla="*/ 1885946 h 5808721"/>
              <a:gd name="connsiteX1509" fmla="*/ 187738 w 6251734"/>
              <a:gd name="connsiteY1509" fmla="*/ 1873087 h 5808721"/>
              <a:gd name="connsiteX1510" fmla="*/ 188595 w 6251734"/>
              <a:gd name="connsiteY1510" fmla="*/ 1862801 h 5808721"/>
              <a:gd name="connsiteX1511" fmla="*/ 187738 w 6251734"/>
              <a:gd name="connsiteY1511" fmla="*/ 1855084 h 5808721"/>
              <a:gd name="connsiteX1512" fmla="*/ 183452 w 6251734"/>
              <a:gd name="connsiteY1512" fmla="*/ 1853370 h 5808721"/>
              <a:gd name="connsiteX1513" fmla="*/ 197168 w 6251734"/>
              <a:gd name="connsiteY1513" fmla="*/ 1817366 h 5808721"/>
              <a:gd name="connsiteX1514" fmla="*/ 195453 w 6251734"/>
              <a:gd name="connsiteY1514" fmla="*/ 1828509 h 5808721"/>
              <a:gd name="connsiteX1515" fmla="*/ 194596 w 6251734"/>
              <a:gd name="connsiteY1515" fmla="*/ 1835368 h 5808721"/>
              <a:gd name="connsiteX1516" fmla="*/ 193739 w 6251734"/>
              <a:gd name="connsiteY1516" fmla="*/ 1843085 h 5808721"/>
              <a:gd name="connsiteX1517" fmla="*/ 196311 w 6251734"/>
              <a:gd name="connsiteY1517" fmla="*/ 1843941 h 5808721"/>
              <a:gd name="connsiteX1518" fmla="*/ 201454 w 6251734"/>
              <a:gd name="connsiteY1518" fmla="*/ 1847369 h 5808721"/>
              <a:gd name="connsiteX1519" fmla="*/ 203169 w 6251734"/>
              <a:gd name="connsiteY1519" fmla="*/ 1847369 h 5808721"/>
              <a:gd name="connsiteX1520" fmla="*/ 207455 w 6251734"/>
              <a:gd name="connsiteY1520" fmla="*/ 1852513 h 5808721"/>
              <a:gd name="connsiteX1521" fmla="*/ 206598 w 6251734"/>
              <a:gd name="connsiteY1521" fmla="*/ 1859371 h 5808721"/>
              <a:gd name="connsiteX1522" fmla="*/ 208312 w 6251734"/>
              <a:gd name="connsiteY1522" fmla="*/ 1861087 h 5808721"/>
              <a:gd name="connsiteX1523" fmla="*/ 213456 w 6251734"/>
              <a:gd name="connsiteY1523" fmla="*/ 1863658 h 5808721"/>
              <a:gd name="connsiteX1524" fmla="*/ 220314 w 6251734"/>
              <a:gd name="connsiteY1524" fmla="*/ 1862801 h 5808721"/>
              <a:gd name="connsiteX1525" fmla="*/ 223743 w 6251734"/>
              <a:gd name="connsiteY1525" fmla="*/ 1867085 h 5808721"/>
              <a:gd name="connsiteX1526" fmla="*/ 225457 w 6251734"/>
              <a:gd name="connsiteY1526" fmla="*/ 1870514 h 5808721"/>
              <a:gd name="connsiteX1527" fmla="*/ 228886 w 6251734"/>
              <a:gd name="connsiteY1527" fmla="*/ 1867085 h 5808721"/>
              <a:gd name="connsiteX1528" fmla="*/ 230601 w 6251734"/>
              <a:gd name="connsiteY1528" fmla="*/ 1862801 h 5808721"/>
              <a:gd name="connsiteX1529" fmla="*/ 227172 w 6251734"/>
              <a:gd name="connsiteY1529" fmla="*/ 1860230 h 5808721"/>
              <a:gd name="connsiteX1530" fmla="*/ 222028 w 6251734"/>
              <a:gd name="connsiteY1530" fmla="*/ 1856798 h 5808721"/>
              <a:gd name="connsiteX1531" fmla="*/ 216027 w 6251734"/>
              <a:gd name="connsiteY1531" fmla="*/ 1855084 h 5808721"/>
              <a:gd name="connsiteX1532" fmla="*/ 210027 w 6251734"/>
              <a:gd name="connsiteY1532" fmla="*/ 1854227 h 5808721"/>
              <a:gd name="connsiteX1533" fmla="*/ 210027 w 6251734"/>
              <a:gd name="connsiteY1533" fmla="*/ 1847369 h 5808721"/>
              <a:gd name="connsiteX1534" fmla="*/ 210027 w 6251734"/>
              <a:gd name="connsiteY1534" fmla="*/ 1839654 h 5808721"/>
              <a:gd name="connsiteX1535" fmla="*/ 205740 w 6251734"/>
              <a:gd name="connsiteY1535" fmla="*/ 1838796 h 5808721"/>
              <a:gd name="connsiteX1536" fmla="*/ 201454 w 6251734"/>
              <a:gd name="connsiteY1536" fmla="*/ 1834510 h 5808721"/>
              <a:gd name="connsiteX1537" fmla="*/ 204883 w 6251734"/>
              <a:gd name="connsiteY1537" fmla="*/ 1827653 h 5808721"/>
              <a:gd name="connsiteX1538" fmla="*/ 215170 w 6251734"/>
              <a:gd name="connsiteY1538" fmla="*/ 1823367 h 5808721"/>
              <a:gd name="connsiteX1539" fmla="*/ 220314 w 6251734"/>
              <a:gd name="connsiteY1539" fmla="*/ 1819081 h 5808721"/>
              <a:gd name="connsiteX1540" fmla="*/ 223743 w 6251734"/>
              <a:gd name="connsiteY1540" fmla="*/ 1811365 h 5808721"/>
              <a:gd name="connsiteX1541" fmla="*/ 227172 w 6251734"/>
              <a:gd name="connsiteY1541" fmla="*/ 1802793 h 5808721"/>
              <a:gd name="connsiteX1542" fmla="*/ 228886 w 6251734"/>
              <a:gd name="connsiteY1542" fmla="*/ 1793363 h 5808721"/>
              <a:gd name="connsiteX1543" fmla="*/ 234030 w 6251734"/>
              <a:gd name="connsiteY1543" fmla="*/ 1786504 h 5808721"/>
              <a:gd name="connsiteX1544" fmla="*/ 246031 w 6251734"/>
              <a:gd name="connsiteY1544" fmla="*/ 1777076 h 5808721"/>
              <a:gd name="connsiteX1545" fmla="*/ 252889 w 6251734"/>
              <a:gd name="connsiteY1545" fmla="*/ 1771073 h 5808721"/>
              <a:gd name="connsiteX1546" fmla="*/ 255461 w 6251734"/>
              <a:gd name="connsiteY1546" fmla="*/ 1765075 h 5808721"/>
              <a:gd name="connsiteX1547" fmla="*/ 261462 w 6251734"/>
              <a:gd name="connsiteY1547" fmla="*/ 1762502 h 5808721"/>
              <a:gd name="connsiteX1548" fmla="*/ 269177 w 6251734"/>
              <a:gd name="connsiteY1548" fmla="*/ 1758215 h 5808721"/>
              <a:gd name="connsiteX1549" fmla="*/ 271749 w 6251734"/>
              <a:gd name="connsiteY1549" fmla="*/ 1750501 h 5808721"/>
              <a:gd name="connsiteX1550" fmla="*/ 274320 w 6251734"/>
              <a:gd name="connsiteY1550" fmla="*/ 1747928 h 5808721"/>
              <a:gd name="connsiteX1551" fmla="*/ 282893 w 6251734"/>
              <a:gd name="connsiteY1551" fmla="*/ 1741932 h 5808721"/>
              <a:gd name="connsiteX1552" fmla="*/ 286322 w 6251734"/>
              <a:gd name="connsiteY1552" fmla="*/ 1739360 h 5808721"/>
              <a:gd name="connsiteX1553" fmla="*/ 293180 w 6251734"/>
              <a:gd name="connsiteY1553" fmla="*/ 1740217 h 5808721"/>
              <a:gd name="connsiteX1554" fmla="*/ 302610 w 6251734"/>
              <a:gd name="connsiteY1554" fmla="*/ 1742789 h 5808721"/>
              <a:gd name="connsiteX1555" fmla="*/ 307753 w 6251734"/>
              <a:gd name="connsiteY1555" fmla="*/ 1741932 h 5808721"/>
              <a:gd name="connsiteX1556" fmla="*/ 309468 w 6251734"/>
              <a:gd name="connsiteY1556" fmla="*/ 1735930 h 5808721"/>
              <a:gd name="connsiteX1557" fmla="*/ 308610 w 6251734"/>
              <a:gd name="connsiteY1557" fmla="*/ 1732501 h 5808721"/>
              <a:gd name="connsiteX1558" fmla="*/ 304324 w 6251734"/>
              <a:gd name="connsiteY1558" fmla="*/ 1730788 h 5808721"/>
              <a:gd name="connsiteX1559" fmla="*/ 306039 w 6251734"/>
              <a:gd name="connsiteY1559" fmla="*/ 1723929 h 5808721"/>
              <a:gd name="connsiteX1560" fmla="*/ 312039 w 6251734"/>
              <a:gd name="connsiteY1560" fmla="*/ 1719643 h 5808721"/>
              <a:gd name="connsiteX1561" fmla="*/ 320612 w 6251734"/>
              <a:gd name="connsiteY1561" fmla="*/ 1714500 h 5808721"/>
              <a:gd name="connsiteX1562" fmla="*/ 325755 w 6251734"/>
              <a:gd name="connsiteY1562" fmla="*/ 1718786 h 5808721"/>
              <a:gd name="connsiteX1563" fmla="*/ 326613 w 6251734"/>
              <a:gd name="connsiteY1563" fmla="*/ 1721357 h 5808721"/>
              <a:gd name="connsiteX1564" fmla="*/ 319755 w 6251734"/>
              <a:gd name="connsiteY1564" fmla="*/ 1725643 h 5808721"/>
              <a:gd name="connsiteX1565" fmla="*/ 323184 w 6251734"/>
              <a:gd name="connsiteY1565" fmla="*/ 1731644 h 5808721"/>
              <a:gd name="connsiteX1566" fmla="*/ 330899 w 6251734"/>
              <a:gd name="connsiteY1566" fmla="*/ 1731644 h 5808721"/>
              <a:gd name="connsiteX1567" fmla="*/ 336042 w 6251734"/>
              <a:gd name="connsiteY1567" fmla="*/ 1728216 h 5808721"/>
              <a:gd name="connsiteX1568" fmla="*/ 337757 w 6251734"/>
              <a:gd name="connsiteY1568" fmla="*/ 1723929 h 5808721"/>
              <a:gd name="connsiteX1569" fmla="*/ 337757 w 6251734"/>
              <a:gd name="connsiteY1569" fmla="*/ 1717072 h 5808721"/>
              <a:gd name="connsiteX1570" fmla="*/ 336900 w 6251734"/>
              <a:gd name="connsiteY1570" fmla="*/ 1711070 h 5808721"/>
              <a:gd name="connsiteX1571" fmla="*/ 339471 w 6251734"/>
              <a:gd name="connsiteY1571" fmla="*/ 1706785 h 5808721"/>
              <a:gd name="connsiteX1572" fmla="*/ 342900 w 6251734"/>
              <a:gd name="connsiteY1572" fmla="*/ 1704213 h 5808721"/>
              <a:gd name="connsiteX1573" fmla="*/ 345472 w 6251734"/>
              <a:gd name="connsiteY1573" fmla="*/ 1699927 h 5808721"/>
              <a:gd name="connsiteX1574" fmla="*/ 345472 w 6251734"/>
              <a:gd name="connsiteY1574" fmla="*/ 1693069 h 5808721"/>
              <a:gd name="connsiteX1575" fmla="*/ 351473 w 6251734"/>
              <a:gd name="connsiteY1575" fmla="*/ 1684495 h 5808721"/>
              <a:gd name="connsiteX1576" fmla="*/ 354045 w 6251734"/>
              <a:gd name="connsiteY1576" fmla="*/ 1680211 h 5808721"/>
              <a:gd name="connsiteX1577" fmla="*/ 345472 w 6251734"/>
              <a:gd name="connsiteY1577" fmla="*/ 1676780 h 5808721"/>
              <a:gd name="connsiteX1578" fmla="*/ 315281 w 6251734"/>
              <a:gd name="connsiteY1578" fmla="*/ 1686424 h 5808721"/>
              <a:gd name="connsiteX1579" fmla="*/ 289975 w 6251734"/>
              <a:gd name="connsiteY1579" fmla="*/ 1703570 h 5808721"/>
              <a:gd name="connsiteX1580" fmla="*/ 311879 w 6251734"/>
              <a:gd name="connsiteY1580" fmla="*/ 1684683 h 5808721"/>
              <a:gd name="connsiteX1581" fmla="*/ 440627 w 6251734"/>
              <a:gd name="connsiteY1581" fmla="*/ 1634775 h 5808721"/>
              <a:gd name="connsiteX1582" fmla="*/ 493776 w 6251734"/>
              <a:gd name="connsiteY1582" fmla="*/ 1630488 h 5808721"/>
              <a:gd name="connsiteX1583" fmla="*/ 5782152 w 6251734"/>
              <a:gd name="connsiteY1583" fmla="*/ 1596198 h 5808721"/>
              <a:gd name="connsiteX1584" fmla="*/ 5866161 w 6251734"/>
              <a:gd name="connsiteY1584" fmla="*/ 1665861 h 5808721"/>
              <a:gd name="connsiteX1585" fmla="*/ 5894202 w 6251734"/>
              <a:gd name="connsiteY1585" fmla="*/ 1735228 h 5808721"/>
              <a:gd name="connsiteX1586" fmla="*/ 5937599 w 6251734"/>
              <a:gd name="connsiteY1586" fmla="*/ 1713557 h 5808721"/>
              <a:gd name="connsiteX1587" fmla="*/ 6007126 w 6251734"/>
              <a:gd name="connsiteY1587" fmla="*/ 1696509 h 5808721"/>
              <a:gd name="connsiteX1588" fmla="*/ 6071045 w 6251734"/>
              <a:gd name="connsiteY1588" fmla="*/ 1715354 h 5808721"/>
              <a:gd name="connsiteX1589" fmla="*/ 6061402 w 6251734"/>
              <a:gd name="connsiteY1589" fmla="*/ 1875016 h 5808721"/>
              <a:gd name="connsiteX1590" fmla="*/ 6052430 w 6251734"/>
              <a:gd name="connsiteY1590" fmla="*/ 1891847 h 5808721"/>
              <a:gd name="connsiteX1591" fmla="*/ 6120539 w 6251734"/>
              <a:gd name="connsiteY1591" fmla="*/ 1919379 h 5808721"/>
              <a:gd name="connsiteX1592" fmla="*/ 6190203 w 6251734"/>
              <a:gd name="connsiteY1592" fmla="*/ 2003388 h 5808721"/>
              <a:gd name="connsiteX1593" fmla="*/ 6120539 w 6251734"/>
              <a:gd name="connsiteY1593" fmla="*/ 2087623 h 5808721"/>
              <a:gd name="connsiteX1594" fmla="*/ 6052202 w 6251734"/>
              <a:gd name="connsiteY1594" fmla="*/ 2115361 h 5808721"/>
              <a:gd name="connsiteX1595" fmla="*/ 6061402 w 6251734"/>
              <a:gd name="connsiteY1595" fmla="*/ 2132621 h 5808721"/>
              <a:gd name="connsiteX1596" fmla="*/ 6071045 w 6251734"/>
              <a:gd name="connsiteY1596" fmla="*/ 2292283 h 5808721"/>
              <a:gd name="connsiteX1597" fmla="*/ 5911061 w 6251734"/>
              <a:gd name="connsiteY1597" fmla="*/ 2282960 h 5808721"/>
              <a:gd name="connsiteX1598" fmla="*/ 5893744 w 6251734"/>
              <a:gd name="connsiteY1598" fmla="*/ 2273685 h 5808721"/>
              <a:gd name="connsiteX1599" fmla="*/ 5865784 w 6251734"/>
              <a:gd name="connsiteY1599" fmla="*/ 2342634 h 5808721"/>
              <a:gd name="connsiteX1600" fmla="*/ 5782152 w 6251734"/>
              <a:gd name="connsiteY1600" fmla="*/ 2412297 h 5808721"/>
              <a:gd name="connsiteX1601" fmla="*/ 5698520 w 6251734"/>
              <a:gd name="connsiteY1601" fmla="*/ 2342634 h 5808721"/>
              <a:gd name="connsiteX1602" fmla="*/ 5670749 w 6251734"/>
              <a:gd name="connsiteY1602" fmla="*/ 2274150 h 5808721"/>
              <a:gd name="connsiteX1603" fmla="*/ 5653242 w 6251734"/>
              <a:gd name="connsiteY1603" fmla="*/ 2283496 h 5808721"/>
              <a:gd name="connsiteX1604" fmla="*/ 5493258 w 6251734"/>
              <a:gd name="connsiteY1604" fmla="*/ 2293141 h 5808721"/>
              <a:gd name="connsiteX1605" fmla="*/ 5502902 w 6251734"/>
              <a:gd name="connsiteY1605" fmla="*/ 2133155 h 5808721"/>
              <a:gd name="connsiteX1606" fmla="*/ 5512498 w 6251734"/>
              <a:gd name="connsiteY1606" fmla="*/ 2115182 h 5808721"/>
              <a:gd name="connsiteX1607" fmla="*/ 5443764 w 6251734"/>
              <a:gd name="connsiteY1607" fmla="*/ 2087397 h 5808721"/>
              <a:gd name="connsiteX1608" fmla="*/ 5374100 w 6251734"/>
              <a:gd name="connsiteY1608" fmla="*/ 2003388 h 5808721"/>
              <a:gd name="connsiteX1609" fmla="*/ 5443764 w 6251734"/>
              <a:gd name="connsiteY1609" fmla="*/ 1919379 h 5808721"/>
              <a:gd name="connsiteX1610" fmla="*/ 5512121 w 6251734"/>
              <a:gd name="connsiteY1610" fmla="*/ 1891747 h 5808721"/>
              <a:gd name="connsiteX1611" fmla="*/ 5502902 w 6251734"/>
              <a:gd name="connsiteY1611" fmla="*/ 1874480 h 5808721"/>
              <a:gd name="connsiteX1612" fmla="*/ 5493258 w 6251734"/>
              <a:gd name="connsiteY1612" fmla="*/ 1714497 h 5808721"/>
              <a:gd name="connsiteX1613" fmla="*/ 5653242 w 6251734"/>
              <a:gd name="connsiteY1613" fmla="*/ 1724143 h 5808721"/>
              <a:gd name="connsiteX1614" fmla="*/ 5670795 w 6251734"/>
              <a:gd name="connsiteY1614" fmla="*/ 1733514 h 5808721"/>
              <a:gd name="connsiteX1615" fmla="*/ 5698143 w 6251734"/>
              <a:gd name="connsiteY1615" fmla="*/ 1665860 h 5808721"/>
              <a:gd name="connsiteX1616" fmla="*/ 5782152 w 6251734"/>
              <a:gd name="connsiteY1616" fmla="*/ 1596198 h 5808721"/>
              <a:gd name="connsiteX1617" fmla="*/ 3595306 w 6251734"/>
              <a:gd name="connsiteY1617" fmla="*/ 1531906 h 5808721"/>
              <a:gd name="connsiteX1618" fmla="*/ 3477006 w 6251734"/>
              <a:gd name="connsiteY1618" fmla="*/ 1651922 h 5808721"/>
              <a:gd name="connsiteX1619" fmla="*/ 3595306 w 6251734"/>
              <a:gd name="connsiteY1619" fmla="*/ 1771933 h 5808721"/>
              <a:gd name="connsiteX1620" fmla="*/ 3713607 w 6251734"/>
              <a:gd name="connsiteY1620" fmla="*/ 1651922 h 5808721"/>
              <a:gd name="connsiteX1621" fmla="*/ 3595306 w 6251734"/>
              <a:gd name="connsiteY1621" fmla="*/ 1531906 h 5808721"/>
              <a:gd name="connsiteX1622" fmla="*/ 1682785 w 6251734"/>
              <a:gd name="connsiteY1622" fmla="*/ 1496755 h 5808721"/>
              <a:gd name="connsiteX1623" fmla="*/ 2037137 w 6251734"/>
              <a:gd name="connsiteY1623" fmla="*/ 1655346 h 5808721"/>
              <a:gd name="connsiteX1624" fmla="*/ 2042829 w 6251734"/>
              <a:gd name="connsiteY1624" fmla="*/ 1655346 h 5808721"/>
              <a:gd name="connsiteX1625" fmla="*/ 2042829 w 6251734"/>
              <a:gd name="connsiteY1625" fmla="*/ 1657894 h 5808721"/>
              <a:gd name="connsiteX1626" fmla="*/ 2050545 w 6251734"/>
              <a:gd name="connsiteY1626" fmla="*/ 1661347 h 5808721"/>
              <a:gd name="connsiteX1627" fmla="*/ 2042829 w 6251734"/>
              <a:gd name="connsiteY1627" fmla="*/ 1664864 h 5808721"/>
              <a:gd name="connsiteX1628" fmla="*/ 2042829 w 6251734"/>
              <a:gd name="connsiteY1628" fmla="*/ 1878511 h 5808721"/>
              <a:gd name="connsiteX1629" fmla="*/ 2057832 w 6251734"/>
              <a:gd name="connsiteY1629" fmla="*/ 1884660 h 5808721"/>
              <a:gd name="connsiteX1630" fmla="*/ 2068547 w 6251734"/>
              <a:gd name="connsiteY1630" fmla="*/ 1910806 h 5808721"/>
              <a:gd name="connsiteX1631" fmla="*/ 2057832 w 6251734"/>
              <a:gd name="connsiteY1631" fmla="*/ 1937274 h 5808721"/>
              <a:gd name="connsiteX1632" fmla="*/ 2057578 w 6251734"/>
              <a:gd name="connsiteY1632" fmla="*/ 1937375 h 5808721"/>
              <a:gd name="connsiteX1633" fmla="*/ 2065332 w 6251734"/>
              <a:gd name="connsiteY1633" fmla="*/ 1965456 h 5808721"/>
              <a:gd name="connsiteX1634" fmla="*/ 2069404 w 6251734"/>
              <a:gd name="connsiteY1634" fmla="*/ 2078827 h 5808721"/>
              <a:gd name="connsiteX1635" fmla="*/ 2038543 w 6251734"/>
              <a:gd name="connsiteY1635" fmla="*/ 2078827 h 5808721"/>
              <a:gd name="connsiteX1636" fmla="*/ 2027398 w 6251734"/>
              <a:gd name="connsiteY1636" fmla="*/ 2078827 h 5808721"/>
              <a:gd name="connsiteX1637" fmla="*/ 1996538 w 6251734"/>
              <a:gd name="connsiteY1637" fmla="*/ 2078827 h 5808721"/>
              <a:gd name="connsiteX1638" fmla="*/ 2001360 w 6251734"/>
              <a:gd name="connsiteY1638" fmla="*/ 1965456 h 5808721"/>
              <a:gd name="connsiteX1639" fmla="*/ 2008928 w 6251734"/>
              <a:gd name="connsiteY1639" fmla="*/ 1938341 h 5808721"/>
              <a:gd name="connsiteX1640" fmla="*/ 2005539 w 6251734"/>
              <a:gd name="connsiteY1640" fmla="*/ 1936952 h 5808721"/>
              <a:gd name="connsiteX1641" fmla="*/ 1994823 w 6251734"/>
              <a:gd name="connsiteY1641" fmla="*/ 1910806 h 5808721"/>
              <a:gd name="connsiteX1642" fmla="*/ 2005539 w 6251734"/>
              <a:gd name="connsiteY1642" fmla="*/ 1884660 h 5808721"/>
              <a:gd name="connsiteX1643" fmla="*/ 2019683 w 6251734"/>
              <a:gd name="connsiteY1643" fmla="*/ 1878863 h 5808721"/>
              <a:gd name="connsiteX1644" fmla="*/ 2019683 w 6251734"/>
              <a:gd name="connsiteY1644" fmla="*/ 1675413 h 5808721"/>
              <a:gd name="connsiteX1645" fmla="*/ 1672498 w 6251734"/>
              <a:gd name="connsiteY1645" fmla="*/ 1833654 h 5808721"/>
              <a:gd name="connsiteX1646" fmla="*/ 1300450 w 6251734"/>
              <a:gd name="connsiteY1646" fmla="*/ 1665634 h 5808721"/>
              <a:gd name="connsiteX1647" fmla="*/ 5080921 w 6251734"/>
              <a:gd name="connsiteY1647" fmla="*/ 1438462 h 5808721"/>
              <a:gd name="connsiteX1648" fmla="*/ 5143500 w 6251734"/>
              <a:gd name="connsiteY1648" fmla="*/ 1438462 h 5808721"/>
              <a:gd name="connsiteX1649" fmla="*/ 5158931 w 6251734"/>
              <a:gd name="connsiteY1649" fmla="*/ 1457322 h 5808721"/>
              <a:gd name="connsiteX1650" fmla="*/ 5143500 w 6251734"/>
              <a:gd name="connsiteY1650" fmla="*/ 1476181 h 5808721"/>
              <a:gd name="connsiteX1651" fmla="*/ 5080921 w 6251734"/>
              <a:gd name="connsiteY1651" fmla="*/ 1476181 h 5808721"/>
              <a:gd name="connsiteX1652" fmla="*/ 5065490 w 6251734"/>
              <a:gd name="connsiteY1652" fmla="*/ 1457322 h 5808721"/>
              <a:gd name="connsiteX1653" fmla="*/ 5080921 w 6251734"/>
              <a:gd name="connsiteY1653" fmla="*/ 1438462 h 5808721"/>
              <a:gd name="connsiteX1654" fmla="*/ 2660050 w 6251734"/>
              <a:gd name="connsiteY1654" fmla="*/ 1421316 h 5808721"/>
              <a:gd name="connsiteX1655" fmla="*/ 2760348 w 6251734"/>
              <a:gd name="connsiteY1655" fmla="*/ 1591909 h 5808721"/>
              <a:gd name="connsiteX1656" fmla="*/ 2643762 w 6251734"/>
              <a:gd name="connsiteY1656" fmla="*/ 1672490 h 5808721"/>
              <a:gd name="connsiteX1657" fmla="*/ 2797210 w 6251734"/>
              <a:gd name="connsiteY1657" fmla="*/ 1599624 h 5808721"/>
              <a:gd name="connsiteX1658" fmla="*/ 2660050 w 6251734"/>
              <a:gd name="connsiteY1658" fmla="*/ 1421316 h 5808721"/>
              <a:gd name="connsiteX1659" fmla="*/ 5060347 w 6251734"/>
              <a:gd name="connsiteY1659" fmla="*/ 1398171 h 5808721"/>
              <a:gd name="connsiteX1660" fmla="*/ 5164075 w 6251734"/>
              <a:gd name="connsiteY1660" fmla="*/ 1398171 h 5808721"/>
              <a:gd name="connsiteX1661" fmla="*/ 5189792 w 6251734"/>
              <a:gd name="connsiteY1661" fmla="*/ 1417031 h 5808721"/>
              <a:gd name="connsiteX1662" fmla="*/ 5164075 w 6251734"/>
              <a:gd name="connsiteY1662" fmla="*/ 1435890 h 5808721"/>
              <a:gd name="connsiteX1663" fmla="*/ 5060347 w 6251734"/>
              <a:gd name="connsiteY1663" fmla="*/ 1435890 h 5808721"/>
              <a:gd name="connsiteX1664" fmla="*/ 5034629 w 6251734"/>
              <a:gd name="connsiteY1664" fmla="*/ 1417031 h 5808721"/>
              <a:gd name="connsiteX1665" fmla="*/ 5060347 w 6251734"/>
              <a:gd name="connsiteY1665" fmla="*/ 1398171 h 5808721"/>
              <a:gd name="connsiteX1666" fmla="*/ 3397282 w 6251734"/>
              <a:gd name="connsiteY1666" fmla="*/ 1360456 h 5808721"/>
              <a:gd name="connsiteX1667" fmla="*/ 3287554 w 6251734"/>
              <a:gd name="connsiteY1667" fmla="*/ 1471897 h 5808721"/>
              <a:gd name="connsiteX1668" fmla="*/ 3397282 w 6251734"/>
              <a:gd name="connsiteY1668" fmla="*/ 1582484 h 5808721"/>
              <a:gd name="connsiteX1669" fmla="*/ 3507010 w 6251734"/>
              <a:gd name="connsiteY1669" fmla="*/ 1471897 h 5808721"/>
              <a:gd name="connsiteX1670" fmla="*/ 3397282 w 6251734"/>
              <a:gd name="connsiteY1670" fmla="*/ 1360456 h 5808721"/>
              <a:gd name="connsiteX1671" fmla="*/ 5060347 w 6251734"/>
              <a:gd name="connsiteY1671" fmla="*/ 1358738 h 5808721"/>
              <a:gd name="connsiteX1672" fmla="*/ 5164075 w 6251734"/>
              <a:gd name="connsiteY1672" fmla="*/ 1358738 h 5808721"/>
              <a:gd name="connsiteX1673" fmla="*/ 5189792 w 6251734"/>
              <a:gd name="connsiteY1673" fmla="*/ 1377598 h 5808721"/>
              <a:gd name="connsiteX1674" fmla="*/ 5164075 w 6251734"/>
              <a:gd name="connsiteY1674" fmla="*/ 1396458 h 5808721"/>
              <a:gd name="connsiteX1675" fmla="*/ 5060347 w 6251734"/>
              <a:gd name="connsiteY1675" fmla="*/ 1396458 h 5808721"/>
              <a:gd name="connsiteX1676" fmla="*/ 5034629 w 6251734"/>
              <a:gd name="connsiteY1676" fmla="*/ 1377598 h 5808721"/>
              <a:gd name="connsiteX1677" fmla="*/ 5060347 w 6251734"/>
              <a:gd name="connsiteY1677" fmla="*/ 1358738 h 5808721"/>
              <a:gd name="connsiteX1678" fmla="*/ 3329559 w 6251734"/>
              <a:gd name="connsiteY1678" fmla="*/ 1134999 h 5808721"/>
              <a:gd name="connsiteX1679" fmla="*/ 3233547 w 6251734"/>
              <a:gd name="connsiteY1679" fmla="*/ 1232725 h 5808721"/>
              <a:gd name="connsiteX1680" fmla="*/ 3329559 w 6251734"/>
              <a:gd name="connsiteY1680" fmla="*/ 1330451 h 5808721"/>
              <a:gd name="connsiteX1681" fmla="*/ 3425571 w 6251734"/>
              <a:gd name="connsiteY1681" fmla="*/ 1232725 h 5808721"/>
              <a:gd name="connsiteX1682" fmla="*/ 3329559 w 6251734"/>
              <a:gd name="connsiteY1682" fmla="*/ 1134999 h 5808721"/>
              <a:gd name="connsiteX1683" fmla="*/ 2545178 w 6251734"/>
              <a:gd name="connsiteY1683" fmla="*/ 997834 h 5808721"/>
              <a:gd name="connsiteX1684" fmla="*/ 2649763 w 6251734"/>
              <a:gd name="connsiteY1684" fmla="*/ 1038125 h 5808721"/>
              <a:gd name="connsiteX1685" fmla="*/ 2649763 w 6251734"/>
              <a:gd name="connsiteY1685" fmla="*/ 1040697 h 5808721"/>
              <a:gd name="connsiteX1686" fmla="*/ 2654049 w 6251734"/>
              <a:gd name="connsiteY1686" fmla="*/ 1040697 h 5808721"/>
              <a:gd name="connsiteX1687" fmla="*/ 2654049 w 6251734"/>
              <a:gd name="connsiteY1687" fmla="*/ 1116135 h 5808721"/>
              <a:gd name="connsiteX1688" fmla="*/ 2649763 w 6251734"/>
              <a:gd name="connsiteY1688" fmla="*/ 1116135 h 5808721"/>
              <a:gd name="connsiteX1689" fmla="*/ 2632618 w 6251734"/>
              <a:gd name="connsiteY1689" fmla="*/ 1138423 h 5808721"/>
              <a:gd name="connsiteX1690" fmla="*/ 2632618 w 6251734"/>
              <a:gd name="connsiteY1690" fmla="*/ 1309873 h 5808721"/>
              <a:gd name="connsiteX1691" fmla="*/ 2648905 w 6251734"/>
              <a:gd name="connsiteY1691" fmla="*/ 1351879 h 5808721"/>
              <a:gd name="connsiteX1692" fmla="*/ 2810926 w 6251734"/>
              <a:gd name="connsiteY1692" fmla="*/ 1669918 h 5808721"/>
              <a:gd name="connsiteX1693" fmla="*/ 2546035 w 6251734"/>
              <a:gd name="connsiteY1693" fmla="*/ 1728211 h 5808721"/>
              <a:gd name="connsiteX1694" fmla="*/ 2281144 w 6251734"/>
              <a:gd name="connsiteY1694" fmla="*/ 1669918 h 5808721"/>
              <a:gd name="connsiteX1695" fmla="*/ 2447452 w 6251734"/>
              <a:gd name="connsiteY1695" fmla="*/ 1351879 h 5808721"/>
              <a:gd name="connsiteX1696" fmla="*/ 2470597 w 6251734"/>
              <a:gd name="connsiteY1696" fmla="*/ 1309873 h 5808721"/>
              <a:gd name="connsiteX1697" fmla="*/ 2470597 w 6251734"/>
              <a:gd name="connsiteY1697" fmla="*/ 1139281 h 5808721"/>
              <a:gd name="connsiteX1698" fmla="*/ 2440594 w 6251734"/>
              <a:gd name="connsiteY1698" fmla="*/ 1116135 h 5808721"/>
              <a:gd name="connsiteX1699" fmla="*/ 2438022 w 6251734"/>
              <a:gd name="connsiteY1699" fmla="*/ 1116135 h 5808721"/>
              <a:gd name="connsiteX1700" fmla="*/ 2438022 w 6251734"/>
              <a:gd name="connsiteY1700" fmla="*/ 1040697 h 5808721"/>
              <a:gd name="connsiteX1701" fmla="*/ 2440594 w 6251734"/>
              <a:gd name="connsiteY1701" fmla="*/ 1040697 h 5808721"/>
              <a:gd name="connsiteX1702" fmla="*/ 2440594 w 6251734"/>
              <a:gd name="connsiteY1702" fmla="*/ 1038125 h 5808721"/>
              <a:gd name="connsiteX1703" fmla="*/ 2545178 w 6251734"/>
              <a:gd name="connsiteY1703" fmla="*/ 997834 h 5808721"/>
              <a:gd name="connsiteX1704" fmla="*/ 1963962 w 6251734"/>
              <a:gd name="connsiteY1704" fmla="*/ 956688 h 5808721"/>
              <a:gd name="connsiteX1705" fmla="*/ 2026541 w 6251734"/>
              <a:gd name="connsiteY1705" fmla="*/ 956688 h 5808721"/>
              <a:gd name="connsiteX1706" fmla="*/ 2042829 w 6251734"/>
              <a:gd name="connsiteY1706" fmla="*/ 975549 h 5808721"/>
              <a:gd name="connsiteX1707" fmla="*/ 2027398 w 6251734"/>
              <a:gd name="connsiteY1707" fmla="*/ 994408 h 5808721"/>
              <a:gd name="connsiteX1708" fmla="*/ 1963962 w 6251734"/>
              <a:gd name="connsiteY1708" fmla="*/ 994408 h 5808721"/>
              <a:gd name="connsiteX1709" fmla="*/ 1948531 w 6251734"/>
              <a:gd name="connsiteY1709" fmla="*/ 975549 h 5808721"/>
              <a:gd name="connsiteX1710" fmla="*/ 1963962 w 6251734"/>
              <a:gd name="connsiteY1710" fmla="*/ 956688 h 5808721"/>
              <a:gd name="connsiteX1711" fmla="*/ 3402425 w 6251734"/>
              <a:gd name="connsiteY1711" fmla="*/ 943831 h 5808721"/>
              <a:gd name="connsiteX1712" fmla="*/ 3330416 w 6251734"/>
              <a:gd name="connsiteY1712" fmla="*/ 1016699 h 5808721"/>
              <a:gd name="connsiteX1713" fmla="*/ 3402425 w 6251734"/>
              <a:gd name="connsiteY1713" fmla="*/ 1089565 h 5808721"/>
              <a:gd name="connsiteX1714" fmla="*/ 3474434 w 6251734"/>
              <a:gd name="connsiteY1714" fmla="*/ 1016699 h 5808721"/>
              <a:gd name="connsiteX1715" fmla="*/ 3402425 w 6251734"/>
              <a:gd name="connsiteY1715" fmla="*/ 943831 h 5808721"/>
              <a:gd name="connsiteX1716" fmla="*/ 4083082 w 6251734"/>
              <a:gd name="connsiteY1716" fmla="*/ 928402 h 5808721"/>
              <a:gd name="connsiteX1717" fmla="*/ 3939064 w 6251734"/>
              <a:gd name="connsiteY1717" fmla="*/ 1072419 h 5808721"/>
              <a:gd name="connsiteX1718" fmla="*/ 4083082 w 6251734"/>
              <a:gd name="connsiteY1718" fmla="*/ 1216437 h 5808721"/>
              <a:gd name="connsiteX1719" fmla="*/ 4227100 w 6251734"/>
              <a:gd name="connsiteY1719" fmla="*/ 1072419 h 5808721"/>
              <a:gd name="connsiteX1720" fmla="*/ 4083082 w 6251734"/>
              <a:gd name="connsiteY1720" fmla="*/ 928402 h 5808721"/>
              <a:gd name="connsiteX1721" fmla="*/ 1944245 w 6251734"/>
              <a:gd name="connsiteY1721" fmla="*/ 916397 h 5808721"/>
              <a:gd name="connsiteX1722" fmla="*/ 2047973 w 6251734"/>
              <a:gd name="connsiteY1722" fmla="*/ 916397 h 5808721"/>
              <a:gd name="connsiteX1723" fmla="*/ 2073690 w 6251734"/>
              <a:gd name="connsiteY1723" fmla="*/ 935258 h 5808721"/>
              <a:gd name="connsiteX1724" fmla="*/ 2047973 w 6251734"/>
              <a:gd name="connsiteY1724" fmla="*/ 954117 h 5808721"/>
              <a:gd name="connsiteX1725" fmla="*/ 1944245 w 6251734"/>
              <a:gd name="connsiteY1725" fmla="*/ 954117 h 5808721"/>
              <a:gd name="connsiteX1726" fmla="*/ 1918527 w 6251734"/>
              <a:gd name="connsiteY1726" fmla="*/ 935258 h 5808721"/>
              <a:gd name="connsiteX1727" fmla="*/ 1944245 w 6251734"/>
              <a:gd name="connsiteY1727" fmla="*/ 916397 h 5808721"/>
              <a:gd name="connsiteX1728" fmla="*/ 1944245 w 6251734"/>
              <a:gd name="connsiteY1728" fmla="*/ 876106 h 5808721"/>
              <a:gd name="connsiteX1729" fmla="*/ 2047973 w 6251734"/>
              <a:gd name="connsiteY1729" fmla="*/ 876106 h 5808721"/>
              <a:gd name="connsiteX1730" fmla="*/ 2073690 w 6251734"/>
              <a:gd name="connsiteY1730" fmla="*/ 894967 h 5808721"/>
              <a:gd name="connsiteX1731" fmla="*/ 2047973 w 6251734"/>
              <a:gd name="connsiteY1731" fmla="*/ 913826 h 5808721"/>
              <a:gd name="connsiteX1732" fmla="*/ 1944245 w 6251734"/>
              <a:gd name="connsiteY1732" fmla="*/ 913826 h 5808721"/>
              <a:gd name="connsiteX1733" fmla="*/ 1918527 w 6251734"/>
              <a:gd name="connsiteY1733" fmla="*/ 894967 h 5808721"/>
              <a:gd name="connsiteX1734" fmla="*/ 1944245 w 6251734"/>
              <a:gd name="connsiteY1734" fmla="*/ 876106 h 5808721"/>
              <a:gd name="connsiteX1735" fmla="*/ 5177790 w 6251734"/>
              <a:gd name="connsiteY1735" fmla="*/ 825530 h 5808721"/>
              <a:gd name="connsiteX1736" fmla="*/ 5272088 w 6251734"/>
              <a:gd name="connsiteY1736" fmla="*/ 1060415 h 5808721"/>
              <a:gd name="connsiteX1737" fmla="*/ 5177790 w 6251734"/>
              <a:gd name="connsiteY1737" fmla="*/ 825530 h 5808721"/>
              <a:gd name="connsiteX1738" fmla="*/ 5101495 w 6251734"/>
              <a:gd name="connsiteY1738" fmla="*/ 760378 h 5808721"/>
              <a:gd name="connsiteX1739" fmla="*/ 5107496 w 6251734"/>
              <a:gd name="connsiteY1739" fmla="*/ 760378 h 5808721"/>
              <a:gd name="connsiteX1740" fmla="*/ 5108353 w 6251734"/>
              <a:gd name="connsiteY1740" fmla="*/ 760378 h 5808721"/>
              <a:gd name="connsiteX1741" fmla="*/ 5114354 w 6251734"/>
              <a:gd name="connsiteY1741" fmla="*/ 760378 h 5808721"/>
              <a:gd name="connsiteX1742" fmla="*/ 5275516 w 6251734"/>
              <a:gd name="connsiteY1742" fmla="*/ 1171000 h 5808721"/>
              <a:gd name="connsiteX1743" fmla="*/ 5192363 w 6251734"/>
              <a:gd name="connsiteY1743" fmla="*/ 1351880 h 5808721"/>
              <a:gd name="connsiteX1744" fmla="*/ 5120354 w 6251734"/>
              <a:gd name="connsiteY1744" fmla="*/ 1351880 h 5808721"/>
              <a:gd name="connsiteX1745" fmla="*/ 5107496 w 6251734"/>
              <a:gd name="connsiteY1745" fmla="*/ 1351880 h 5808721"/>
              <a:gd name="connsiteX1746" fmla="*/ 5029486 w 6251734"/>
              <a:gd name="connsiteY1746" fmla="*/ 1351880 h 5808721"/>
              <a:gd name="connsiteX1747" fmla="*/ 4943761 w 6251734"/>
              <a:gd name="connsiteY1747" fmla="*/ 1171000 h 5808721"/>
              <a:gd name="connsiteX1748" fmla="*/ 5101495 w 6251734"/>
              <a:gd name="connsiteY1748" fmla="*/ 760378 h 5808721"/>
              <a:gd name="connsiteX1749" fmla="*/ 3975068 w 6251734"/>
              <a:gd name="connsiteY1749" fmla="*/ 748379 h 5808721"/>
              <a:gd name="connsiteX1750" fmla="*/ 4329113 w 6251734"/>
              <a:gd name="connsiteY1750" fmla="*/ 991837 h 5808721"/>
              <a:gd name="connsiteX1751" fmla="*/ 4023074 w 6251734"/>
              <a:gd name="connsiteY1751" fmla="*/ 1384458 h 5808721"/>
              <a:gd name="connsiteX1752" fmla="*/ 3545586 w 6251734"/>
              <a:gd name="connsiteY1752" fmla="*/ 1825939 h 5808721"/>
              <a:gd name="connsiteX1753" fmla="*/ 3975068 w 6251734"/>
              <a:gd name="connsiteY1753" fmla="*/ 748379 h 5808721"/>
              <a:gd name="connsiteX1754" fmla="*/ 912543 w 6251734"/>
              <a:gd name="connsiteY1754" fmla="*/ 703049 h 5808721"/>
              <a:gd name="connsiteX1755" fmla="*/ 921544 w 6251734"/>
              <a:gd name="connsiteY1755" fmla="*/ 710657 h 5808721"/>
              <a:gd name="connsiteX1756" fmla="*/ 942953 w 6251734"/>
              <a:gd name="connsiteY1756" fmla="*/ 752806 h 5808721"/>
              <a:gd name="connsiteX1757" fmla="*/ 953423 w 6251734"/>
              <a:gd name="connsiteY1757" fmla="*/ 749943 h 5808721"/>
              <a:gd name="connsiteX1758" fmla="*/ 1032987 w 6251734"/>
              <a:gd name="connsiteY1758" fmla="*/ 794666 h 5808721"/>
              <a:gd name="connsiteX1759" fmla="*/ 1041260 w 6251734"/>
              <a:gd name="connsiteY1759" fmla="*/ 842585 h 5808721"/>
              <a:gd name="connsiteX1760" fmla="*/ 1028104 w 6251734"/>
              <a:gd name="connsiteY1760" fmla="*/ 872891 h 5808721"/>
              <a:gd name="connsiteX1761" fmla="*/ 1072875 w 6251734"/>
              <a:gd name="connsiteY1761" fmla="*/ 914092 h 5808721"/>
              <a:gd name="connsiteX1762" fmla="*/ 1425608 w 6251734"/>
              <a:gd name="connsiteY1762" fmla="*/ 1247295 h 5808721"/>
              <a:gd name="connsiteX1763" fmla="*/ 1321023 w 6251734"/>
              <a:gd name="connsiteY1763" fmla="*/ 1216434 h 5808721"/>
              <a:gd name="connsiteX1764" fmla="*/ 1018681 w 6251734"/>
              <a:gd name="connsiteY1764" fmla="*/ 943748 h 5808721"/>
              <a:gd name="connsiteX1765" fmla="*/ 1011064 w 6251734"/>
              <a:gd name="connsiteY1765" fmla="*/ 936811 h 5808721"/>
              <a:gd name="connsiteX1766" fmla="*/ 1026129 w 6251734"/>
              <a:gd name="connsiteY1766" fmla="*/ 1357885 h 5808721"/>
              <a:gd name="connsiteX1767" fmla="*/ 993553 w 6251734"/>
              <a:gd name="connsiteY1767" fmla="*/ 1456468 h 5808721"/>
              <a:gd name="connsiteX1768" fmla="*/ 966978 w 6251734"/>
              <a:gd name="connsiteY1768" fmla="*/ 1357028 h 5808721"/>
              <a:gd name="connsiteX1769" fmla="*/ 946039 w 6251734"/>
              <a:gd name="connsiteY1769" fmla="*/ 912474 h 5808721"/>
              <a:gd name="connsiteX1770" fmla="*/ 933546 w 6251734"/>
              <a:gd name="connsiteY1770" fmla="*/ 910931 h 5808721"/>
              <a:gd name="connsiteX1771" fmla="*/ 885540 w 6251734"/>
              <a:gd name="connsiteY1771" fmla="*/ 870104 h 5808721"/>
              <a:gd name="connsiteX1772" fmla="*/ 896028 w 6251734"/>
              <a:gd name="connsiteY1772" fmla="*/ 778968 h 5808721"/>
              <a:gd name="connsiteX1773" fmla="*/ 914412 w 6251734"/>
              <a:gd name="connsiteY1773" fmla="*/ 764338 h 5808721"/>
              <a:gd name="connsiteX1774" fmla="*/ 894112 w 6251734"/>
              <a:gd name="connsiteY1774" fmla="*/ 724373 h 5808721"/>
              <a:gd name="connsiteX1775" fmla="*/ 900970 w 6251734"/>
              <a:gd name="connsiteY1775" fmla="*/ 703799 h 5808721"/>
              <a:gd name="connsiteX1776" fmla="*/ 912543 w 6251734"/>
              <a:gd name="connsiteY1776" fmla="*/ 703049 h 5808721"/>
              <a:gd name="connsiteX1777" fmla="*/ 2061687 w 6251734"/>
              <a:gd name="connsiteY1777" fmla="*/ 342898 h 5808721"/>
              <a:gd name="connsiteX1778" fmla="*/ 2155984 w 6251734"/>
              <a:gd name="connsiteY1778" fmla="*/ 577785 h 5808721"/>
              <a:gd name="connsiteX1779" fmla="*/ 2061687 w 6251734"/>
              <a:gd name="connsiteY1779" fmla="*/ 342898 h 5808721"/>
              <a:gd name="connsiteX1780" fmla="*/ 1985392 w 6251734"/>
              <a:gd name="connsiteY1780" fmla="*/ 278605 h 5808721"/>
              <a:gd name="connsiteX1781" fmla="*/ 1991393 w 6251734"/>
              <a:gd name="connsiteY1781" fmla="*/ 278605 h 5808721"/>
              <a:gd name="connsiteX1782" fmla="*/ 1992250 w 6251734"/>
              <a:gd name="connsiteY1782" fmla="*/ 278605 h 5808721"/>
              <a:gd name="connsiteX1783" fmla="*/ 1998250 w 6251734"/>
              <a:gd name="connsiteY1783" fmla="*/ 278605 h 5808721"/>
              <a:gd name="connsiteX1784" fmla="*/ 2159413 w 6251734"/>
              <a:gd name="connsiteY1784" fmla="*/ 689228 h 5808721"/>
              <a:gd name="connsiteX1785" fmla="*/ 2076260 w 6251734"/>
              <a:gd name="connsiteY1785" fmla="*/ 870108 h 5808721"/>
              <a:gd name="connsiteX1786" fmla="*/ 2004251 w 6251734"/>
              <a:gd name="connsiteY1786" fmla="*/ 870108 h 5808721"/>
              <a:gd name="connsiteX1787" fmla="*/ 1991393 w 6251734"/>
              <a:gd name="connsiteY1787" fmla="*/ 870108 h 5808721"/>
              <a:gd name="connsiteX1788" fmla="*/ 1913383 w 6251734"/>
              <a:gd name="connsiteY1788" fmla="*/ 870108 h 5808721"/>
              <a:gd name="connsiteX1789" fmla="*/ 1827658 w 6251734"/>
              <a:gd name="connsiteY1789" fmla="*/ 689228 h 5808721"/>
              <a:gd name="connsiteX1790" fmla="*/ 1985392 w 6251734"/>
              <a:gd name="connsiteY1790" fmla="*/ 278605 h 5808721"/>
              <a:gd name="connsiteX1791" fmla="*/ 2776633 w 6251734"/>
              <a:gd name="connsiteY1791" fmla="*/ 269173 h 5808721"/>
              <a:gd name="connsiteX1792" fmla="*/ 2994375 w 6251734"/>
              <a:gd name="connsiteY1792" fmla="*/ 372043 h 5808721"/>
              <a:gd name="connsiteX1793" fmla="*/ 3212117 w 6251734"/>
              <a:gd name="connsiteY1793" fmla="*/ 269173 h 5808721"/>
              <a:gd name="connsiteX1794" fmla="*/ 3212117 w 6251734"/>
              <a:gd name="connsiteY1794" fmla="*/ 519491 h 5808721"/>
              <a:gd name="connsiteX1795" fmla="*/ 3000376 w 6251734"/>
              <a:gd name="connsiteY1795" fmla="*/ 593215 h 5808721"/>
              <a:gd name="connsiteX1796" fmla="*/ 2994375 w 6251734"/>
              <a:gd name="connsiteY1796" fmla="*/ 593215 h 5808721"/>
              <a:gd name="connsiteX1797" fmla="*/ 2988374 w 6251734"/>
              <a:gd name="connsiteY1797" fmla="*/ 593215 h 5808721"/>
              <a:gd name="connsiteX1798" fmla="*/ 2776633 w 6251734"/>
              <a:gd name="connsiteY1798" fmla="*/ 519491 h 5808721"/>
              <a:gd name="connsiteX1799" fmla="*/ 4064357 w 6251734"/>
              <a:gd name="connsiteY1799" fmla="*/ 122787 h 5808721"/>
              <a:gd name="connsiteX1800" fmla="*/ 4135375 w 6251734"/>
              <a:gd name="connsiteY1800" fmla="*/ 158590 h 5808721"/>
              <a:gd name="connsiteX1801" fmla="*/ 4367690 w 6251734"/>
              <a:gd name="connsiteY1801" fmla="*/ 158590 h 5808721"/>
              <a:gd name="connsiteX1802" fmla="*/ 4367690 w 6251734"/>
              <a:gd name="connsiteY1802" fmla="*/ 498920 h 5808721"/>
              <a:gd name="connsiteX1803" fmla="*/ 4130231 w 6251734"/>
              <a:gd name="connsiteY1803" fmla="*/ 500634 h 5808721"/>
              <a:gd name="connsiteX1804" fmla="*/ 3903059 w 6251734"/>
              <a:gd name="connsiteY1804" fmla="*/ 497205 h 5808721"/>
              <a:gd name="connsiteX1805" fmla="*/ 3903059 w 6251734"/>
              <a:gd name="connsiteY1805" fmla="*/ 158590 h 5808721"/>
              <a:gd name="connsiteX1806" fmla="*/ 4064357 w 6251734"/>
              <a:gd name="connsiteY1806" fmla="*/ 122787 h 5808721"/>
              <a:gd name="connsiteX1807" fmla="*/ 3009805 w 6251734"/>
              <a:gd name="connsiteY1807" fmla="*/ 0 h 5808721"/>
              <a:gd name="connsiteX1808" fmla="*/ 3364979 w 6251734"/>
              <a:gd name="connsiteY1808" fmla="*/ 158588 h 5808721"/>
              <a:gd name="connsiteX1809" fmla="*/ 3370707 w 6251734"/>
              <a:gd name="connsiteY1809" fmla="*/ 158588 h 5808721"/>
              <a:gd name="connsiteX1810" fmla="*/ 3370707 w 6251734"/>
              <a:gd name="connsiteY1810" fmla="*/ 161146 h 5808721"/>
              <a:gd name="connsiteX1811" fmla="*/ 3378423 w 6251734"/>
              <a:gd name="connsiteY1811" fmla="*/ 164591 h 5808721"/>
              <a:gd name="connsiteX1812" fmla="*/ 3370707 w 6251734"/>
              <a:gd name="connsiteY1812" fmla="*/ 168108 h 5808721"/>
              <a:gd name="connsiteX1813" fmla="*/ 3370707 w 6251734"/>
              <a:gd name="connsiteY1813" fmla="*/ 381755 h 5808721"/>
              <a:gd name="connsiteX1814" fmla="*/ 3385709 w 6251734"/>
              <a:gd name="connsiteY1814" fmla="*/ 387903 h 5808721"/>
              <a:gd name="connsiteX1815" fmla="*/ 3396425 w 6251734"/>
              <a:gd name="connsiteY1815" fmla="*/ 414049 h 5808721"/>
              <a:gd name="connsiteX1816" fmla="*/ 3385388 w 6251734"/>
              <a:gd name="connsiteY1816" fmla="*/ 440517 h 5808721"/>
              <a:gd name="connsiteX1817" fmla="*/ 3384653 w 6251734"/>
              <a:gd name="connsiteY1817" fmla="*/ 440813 h 5808721"/>
              <a:gd name="connsiteX1818" fmla="*/ 3392352 w 6251734"/>
              <a:gd name="connsiteY1818" fmla="*/ 468698 h 5808721"/>
              <a:gd name="connsiteX1819" fmla="*/ 3396424 w 6251734"/>
              <a:gd name="connsiteY1819" fmla="*/ 582069 h 5808721"/>
              <a:gd name="connsiteX1820" fmla="*/ 3366421 w 6251734"/>
              <a:gd name="connsiteY1820" fmla="*/ 582069 h 5808721"/>
              <a:gd name="connsiteX1821" fmla="*/ 3324416 w 6251734"/>
              <a:gd name="connsiteY1821" fmla="*/ 582069 h 5808721"/>
              <a:gd name="connsiteX1822" fmla="*/ 3329238 w 6251734"/>
              <a:gd name="connsiteY1822" fmla="*/ 468698 h 5808721"/>
              <a:gd name="connsiteX1823" fmla="*/ 3336806 w 6251734"/>
              <a:gd name="connsiteY1823" fmla="*/ 441584 h 5808721"/>
              <a:gd name="connsiteX1824" fmla="*/ 3333417 w 6251734"/>
              <a:gd name="connsiteY1824" fmla="*/ 440196 h 5808721"/>
              <a:gd name="connsiteX1825" fmla="*/ 3322701 w 6251734"/>
              <a:gd name="connsiteY1825" fmla="*/ 414049 h 5808721"/>
              <a:gd name="connsiteX1826" fmla="*/ 3333417 w 6251734"/>
              <a:gd name="connsiteY1826" fmla="*/ 387903 h 5808721"/>
              <a:gd name="connsiteX1827" fmla="*/ 3347562 w 6251734"/>
              <a:gd name="connsiteY1827" fmla="*/ 382106 h 5808721"/>
              <a:gd name="connsiteX1828" fmla="*/ 3347562 w 6251734"/>
              <a:gd name="connsiteY1828" fmla="*/ 178657 h 5808721"/>
              <a:gd name="connsiteX1829" fmla="*/ 3000375 w 6251734"/>
              <a:gd name="connsiteY1829" fmla="*/ 336899 h 5808721"/>
              <a:gd name="connsiteX1830" fmla="*/ 2628328 w 6251734"/>
              <a:gd name="connsiteY1830" fmla="*/ 168878 h 580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</a:cxnLst>
            <a:rect l="l" t="t" r="r" b="b"/>
            <a:pathLst>
              <a:path w="6251734" h="5808721">
                <a:moveTo>
                  <a:pt x="3807697" y="5598000"/>
                </a:moveTo>
                <a:lnTo>
                  <a:pt x="3792649" y="5610966"/>
                </a:lnTo>
                <a:lnTo>
                  <a:pt x="3724407" y="5654281"/>
                </a:lnTo>
                <a:lnTo>
                  <a:pt x="3737518" y="5683584"/>
                </a:lnTo>
                <a:cubicBezTo>
                  <a:pt x="3757635" y="5720397"/>
                  <a:pt x="3781865" y="5741855"/>
                  <a:pt x="3807904" y="5741855"/>
                </a:cubicBezTo>
                <a:cubicBezTo>
                  <a:pt x="3833943" y="5741855"/>
                  <a:pt x="3858174" y="5720397"/>
                  <a:pt x="3878291" y="5683584"/>
                </a:cubicBezTo>
                <a:lnTo>
                  <a:pt x="3891370" y="5654352"/>
                </a:lnTo>
                <a:lnTo>
                  <a:pt x="3821929" y="5610228"/>
                </a:lnTo>
                <a:close/>
                <a:moveTo>
                  <a:pt x="3827101" y="5549255"/>
                </a:moveTo>
                <a:lnTo>
                  <a:pt x="3807904" y="5550689"/>
                </a:lnTo>
                <a:lnTo>
                  <a:pt x="3788212" y="5549599"/>
                </a:lnTo>
                <a:lnTo>
                  <a:pt x="3807470" y="5566172"/>
                </a:lnTo>
                <a:close/>
                <a:moveTo>
                  <a:pt x="3694058" y="5544387"/>
                </a:moveTo>
                <a:lnTo>
                  <a:pt x="3703452" y="5591293"/>
                </a:lnTo>
                <a:lnTo>
                  <a:pt x="3714172" y="5626491"/>
                </a:lnTo>
                <a:lnTo>
                  <a:pt x="3722717" y="5622628"/>
                </a:lnTo>
                <a:lnTo>
                  <a:pt x="3788068" y="5581136"/>
                </a:lnTo>
                <a:lnTo>
                  <a:pt x="3748826" y="5547419"/>
                </a:lnTo>
                <a:close/>
                <a:moveTo>
                  <a:pt x="3922198" y="5542152"/>
                </a:moveTo>
                <a:lnTo>
                  <a:pt x="3867799" y="5546215"/>
                </a:lnTo>
                <a:lnTo>
                  <a:pt x="3827145" y="5581244"/>
                </a:lnTo>
                <a:lnTo>
                  <a:pt x="3901775" y="5626039"/>
                </a:lnTo>
                <a:lnTo>
                  <a:pt x="3912357" y="5591293"/>
                </a:lnTo>
                <a:close/>
                <a:moveTo>
                  <a:pt x="3568695" y="5521810"/>
                </a:moveTo>
                <a:lnTo>
                  <a:pt x="3557706" y="5550648"/>
                </a:lnTo>
                <a:cubicBezTo>
                  <a:pt x="3545907" y="5590927"/>
                  <a:pt x="3547836" y="5623235"/>
                  <a:pt x="3566160" y="5641559"/>
                </a:cubicBezTo>
                <a:cubicBezTo>
                  <a:pt x="3586774" y="5662535"/>
                  <a:pt x="3625087" y="5662456"/>
                  <a:pt x="3672538" y="5645312"/>
                </a:cubicBezTo>
                <a:lnTo>
                  <a:pt x="3686711" y="5638905"/>
                </a:lnTo>
                <a:lnTo>
                  <a:pt x="3683653" y="5628857"/>
                </a:lnTo>
                <a:cubicBezTo>
                  <a:pt x="3678238" y="5607150"/>
                  <a:pt x="3673570" y="5583954"/>
                  <a:pt x="3669753" y="5559542"/>
                </a:cubicBezTo>
                <a:lnTo>
                  <a:pt x="3668350" y="5540767"/>
                </a:lnTo>
                <a:lnTo>
                  <a:pt x="3579717" y="5525147"/>
                </a:lnTo>
                <a:close/>
                <a:moveTo>
                  <a:pt x="4046585" y="5520939"/>
                </a:moveTo>
                <a:lnTo>
                  <a:pt x="3966777" y="5538822"/>
                </a:lnTo>
                <a:lnTo>
                  <a:pt x="3947602" y="5540254"/>
                </a:lnTo>
                <a:lnTo>
                  <a:pt x="3946176" y="5559542"/>
                </a:lnTo>
                <a:cubicBezTo>
                  <a:pt x="3942392" y="5583954"/>
                  <a:pt x="3937761" y="5607150"/>
                  <a:pt x="3932381" y="5628857"/>
                </a:cubicBezTo>
                <a:lnTo>
                  <a:pt x="3929132" y="5639587"/>
                </a:lnTo>
                <a:lnTo>
                  <a:pt x="3958740" y="5650869"/>
                </a:lnTo>
                <a:cubicBezTo>
                  <a:pt x="3999019" y="5662668"/>
                  <a:pt x="4031327" y="5660739"/>
                  <a:pt x="4049650" y="5642415"/>
                </a:cubicBezTo>
                <a:cubicBezTo>
                  <a:pt x="4067974" y="5623770"/>
                  <a:pt x="4069903" y="5591382"/>
                  <a:pt x="4058104" y="5551128"/>
                </a:cubicBezTo>
                <a:close/>
                <a:moveTo>
                  <a:pt x="3688846" y="5493292"/>
                </a:moveTo>
                <a:lnTo>
                  <a:pt x="3690677" y="5517905"/>
                </a:lnTo>
                <a:lnTo>
                  <a:pt x="3706306" y="5520689"/>
                </a:lnTo>
                <a:lnTo>
                  <a:pt x="3718556" y="5521412"/>
                </a:lnTo>
                <a:lnTo>
                  <a:pt x="3700748" y="5506112"/>
                </a:lnTo>
                <a:close/>
                <a:moveTo>
                  <a:pt x="3927084" y="5491676"/>
                </a:moveTo>
                <a:lnTo>
                  <a:pt x="3913348" y="5506970"/>
                </a:lnTo>
                <a:lnTo>
                  <a:pt x="3898270" y="5519961"/>
                </a:lnTo>
                <a:lnTo>
                  <a:pt x="3925127" y="5517962"/>
                </a:lnTo>
                <a:close/>
                <a:moveTo>
                  <a:pt x="2666906" y="5428104"/>
                </a:moveTo>
                <a:lnTo>
                  <a:pt x="2906936" y="5566121"/>
                </a:lnTo>
                <a:lnTo>
                  <a:pt x="2986661" y="5428961"/>
                </a:lnTo>
                <a:close/>
                <a:moveTo>
                  <a:pt x="2421698" y="5427947"/>
                </a:moveTo>
                <a:lnTo>
                  <a:pt x="2911499" y="5711122"/>
                </a:lnTo>
                <a:lnTo>
                  <a:pt x="2873313" y="5777171"/>
                </a:lnTo>
                <a:lnTo>
                  <a:pt x="2383512" y="5493996"/>
                </a:lnTo>
                <a:close/>
                <a:moveTo>
                  <a:pt x="3626020" y="5422235"/>
                </a:moveTo>
                <a:lnTo>
                  <a:pt x="3598818" y="5461243"/>
                </a:lnTo>
                <a:lnTo>
                  <a:pt x="3581388" y="5494011"/>
                </a:lnTo>
                <a:lnTo>
                  <a:pt x="3616801" y="5504746"/>
                </a:lnTo>
                <a:lnTo>
                  <a:pt x="3666318" y="5513566"/>
                </a:lnTo>
                <a:lnTo>
                  <a:pt x="3662700" y="5465131"/>
                </a:lnTo>
                <a:lnTo>
                  <a:pt x="3644732" y="5445778"/>
                </a:lnTo>
                <a:close/>
                <a:moveTo>
                  <a:pt x="3990100" y="5421513"/>
                </a:moveTo>
                <a:lnTo>
                  <a:pt x="3953357" y="5462423"/>
                </a:lnTo>
                <a:lnTo>
                  <a:pt x="3949475" y="5514925"/>
                </a:lnTo>
                <a:lnTo>
                  <a:pt x="4025703" y="5497859"/>
                </a:lnTo>
                <a:lnTo>
                  <a:pt x="4034309" y="5494362"/>
                </a:lnTo>
                <a:lnTo>
                  <a:pt x="4016993" y="5461874"/>
                </a:lnTo>
                <a:close/>
                <a:moveTo>
                  <a:pt x="3956426" y="5380419"/>
                </a:moveTo>
                <a:lnTo>
                  <a:pt x="3957923" y="5400670"/>
                </a:lnTo>
                <a:lnTo>
                  <a:pt x="3956295" y="5422687"/>
                </a:lnTo>
                <a:lnTo>
                  <a:pt x="3964989" y="5412959"/>
                </a:lnTo>
                <a:lnTo>
                  <a:pt x="3973699" y="5400468"/>
                </a:lnTo>
                <a:close/>
                <a:moveTo>
                  <a:pt x="3659650" y="5376790"/>
                </a:moveTo>
                <a:lnTo>
                  <a:pt x="3650822" y="5386669"/>
                </a:lnTo>
                <a:lnTo>
                  <a:pt x="3641492" y="5400048"/>
                </a:lnTo>
                <a:lnTo>
                  <a:pt x="3659392" y="5420848"/>
                </a:lnTo>
                <a:lnTo>
                  <a:pt x="3657885" y="5400670"/>
                </a:lnTo>
                <a:close/>
                <a:moveTo>
                  <a:pt x="2450878" y="5356093"/>
                </a:moveTo>
                <a:lnTo>
                  <a:pt x="3103247" y="5381811"/>
                </a:lnTo>
                <a:lnTo>
                  <a:pt x="2950656" y="5644988"/>
                </a:lnTo>
                <a:close/>
                <a:moveTo>
                  <a:pt x="3808763" y="5338091"/>
                </a:moveTo>
                <a:cubicBezTo>
                  <a:pt x="3843053" y="5338091"/>
                  <a:pt x="3871342" y="5365523"/>
                  <a:pt x="3871342" y="5400671"/>
                </a:cubicBezTo>
                <a:cubicBezTo>
                  <a:pt x="3871342" y="5434961"/>
                  <a:pt x="3843053" y="5463250"/>
                  <a:pt x="3808763" y="5463250"/>
                </a:cubicBezTo>
                <a:cubicBezTo>
                  <a:pt x="3774473" y="5463250"/>
                  <a:pt x="3746183" y="5435818"/>
                  <a:pt x="3746183" y="5400671"/>
                </a:cubicBezTo>
                <a:cubicBezTo>
                  <a:pt x="3746183" y="5366381"/>
                  <a:pt x="3773615" y="5338091"/>
                  <a:pt x="3808763" y="5338091"/>
                </a:cubicBezTo>
                <a:close/>
                <a:moveTo>
                  <a:pt x="3553198" y="5318476"/>
                </a:moveTo>
                <a:lnTo>
                  <a:pt x="3524133" y="5330284"/>
                </a:lnTo>
                <a:cubicBezTo>
                  <a:pt x="3487320" y="5350400"/>
                  <a:pt x="3465862" y="5374631"/>
                  <a:pt x="3465862" y="5400670"/>
                </a:cubicBezTo>
                <a:cubicBezTo>
                  <a:pt x="3465862" y="5426709"/>
                  <a:pt x="3487440" y="5450819"/>
                  <a:pt x="3524359" y="5470831"/>
                </a:cubicBezTo>
                <a:lnTo>
                  <a:pt x="3552494" y="5483326"/>
                </a:lnTo>
                <a:lnTo>
                  <a:pt x="3557534" y="5473887"/>
                </a:lnTo>
                <a:lnTo>
                  <a:pt x="3608797" y="5400567"/>
                </a:lnTo>
                <a:lnTo>
                  <a:pt x="3596753" y="5385414"/>
                </a:lnTo>
                <a:cubicBezTo>
                  <a:pt x="3582180" y="5365463"/>
                  <a:pt x="3569066" y="5345769"/>
                  <a:pt x="3557534" y="5326597"/>
                </a:cubicBezTo>
                <a:close/>
                <a:moveTo>
                  <a:pt x="4062445" y="5317336"/>
                </a:moveTo>
                <a:lnTo>
                  <a:pt x="4057165" y="5327229"/>
                </a:lnTo>
                <a:lnTo>
                  <a:pt x="4006091" y="5400156"/>
                </a:lnTo>
                <a:lnTo>
                  <a:pt x="4017343" y="5414333"/>
                </a:lnTo>
                <a:cubicBezTo>
                  <a:pt x="4031916" y="5434318"/>
                  <a:pt x="4045029" y="5454048"/>
                  <a:pt x="4056562" y="5473256"/>
                </a:cubicBezTo>
                <a:lnTo>
                  <a:pt x="4061849" y="5483174"/>
                </a:lnTo>
                <a:lnTo>
                  <a:pt x="4091676" y="5471057"/>
                </a:lnTo>
                <a:cubicBezTo>
                  <a:pt x="4128489" y="5450940"/>
                  <a:pt x="4149947" y="5426709"/>
                  <a:pt x="4149947" y="5400670"/>
                </a:cubicBezTo>
                <a:cubicBezTo>
                  <a:pt x="4149947" y="5374631"/>
                  <a:pt x="4128368" y="5350401"/>
                  <a:pt x="4091450" y="5330284"/>
                </a:cubicBezTo>
                <a:close/>
                <a:moveTo>
                  <a:pt x="3949551" y="5287441"/>
                </a:moveTo>
                <a:lnTo>
                  <a:pt x="3953173" y="5336435"/>
                </a:lnTo>
                <a:lnTo>
                  <a:pt x="3969364" y="5353884"/>
                </a:lnTo>
                <a:lnTo>
                  <a:pt x="3988964" y="5378578"/>
                </a:lnTo>
                <a:lnTo>
                  <a:pt x="4016993" y="5338385"/>
                </a:lnTo>
                <a:lnTo>
                  <a:pt x="4033793" y="5306800"/>
                </a:lnTo>
                <a:lnTo>
                  <a:pt x="3999007" y="5296218"/>
                </a:lnTo>
                <a:close/>
                <a:moveTo>
                  <a:pt x="3666333" y="5286416"/>
                </a:moveTo>
                <a:lnTo>
                  <a:pt x="3590106" y="5303482"/>
                </a:lnTo>
                <a:lnTo>
                  <a:pt x="3581629" y="5306926"/>
                </a:lnTo>
                <a:lnTo>
                  <a:pt x="3598818" y="5339241"/>
                </a:lnTo>
                <a:lnTo>
                  <a:pt x="3625164" y="5378866"/>
                </a:lnTo>
                <a:lnTo>
                  <a:pt x="3662590" y="5337028"/>
                </a:lnTo>
                <a:close/>
                <a:moveTo>
                  <a:pt x="1925384" y="5284084"/>
                </a:moveTo>
                <a:cubicBezTo>
                  <a:pt x="1892808" y="5284084"/>
                  <a:pt x="1867091" y="5310659"/>
                  <a:pt x="1867091" y="5343235"/>
                </a:cubicBezTo>
                <a:cubicBezTo>
                  <a:pt x="1867091" y="5375810"/>
                  <a:pt x="1892808" y="5402385"/>
                  <a:pt x="1925384" y="5402385"/>
                </a:cubicBezTo>
                <a:cubicBezTo>
                  <a:pt x="1957959" y="5402385"/>
                  <a:pt x="1983677" y="5375810"/>
                  <a:pt x="1983677" y="5343235"/>
                </a:cubicBezTo>
                <a:cubicBezTo>
                  <a:pt x="1983677" y="5310659"/>
                  <a:pt x="1957959" y="5284084"/>
                  <a:pt x="1925384" y="5284084"/>
                </a:cubicBezTo>
                <a:close/>
                <a:moveTo>
                  <a:pt x="3715682" y="5281518"/>
                </a:moveTo>
                <a:lnTo>
                  <a:pt x="3690553" y="5283388"/>
                </a:lnTo>
                <a:lnTo>
                  <a:pt x="3688737" y="5307799"/>
                </a:lnTo>
                <a:lnTo>
                  <a:pt x="3700748" y="5294372"/>
                </a:lnTo>
                <a:close/>
                <a:moveTo>
                  <a:pt x="3897255" y="5279649"/>
                </a:moveTo>
                <a:lnTo>
                  <a:pt x="3913348" y="5293515"/>
                </a:lnTo>
                <a:lnTo>
                  <a:pt x="3927113" y="5308350"/>
                </a:lnTo>
                <a:lnTo>
                  <a:pt x="3925236" y="5283126"/>
                </a:lnTo>
                <a:lnTo>
                  <a:pt x="3909502" y="5280333"/>
                </a:lnTo>
                <a:close/>
                <a:moveTo>
                  <a:pt x="3807904" y="5274654"/>
                </a:moveTo>
                <a:lnTo>
                  <a:pt x="3756063" y="5278512"/>
                </a:lnTo>
                <a:lnTo>
                  <a:pt x="3718751" y="5310660"/>
                </a:lnTo>
                <a:lnTo>
                  <a:pt x="3685778" y="5347555"/>
                </a:lnTo>
                <a:lnTo>
                  <a:pt x="3681889" y="5399812"/>
                </a:lnTo>
                <a:lnTo>
                  <a:pt x="3685732" y="5451455"/>
                </a:lnTo>
                <a:lnTo>
                  <a:pt x="3718751" y="5489824"/>
                </a:lnTo>
                <a:lnTo>
                  <a:pt x="3758175" y="5523751"/>
                </a:lnTo>
                <a:lnTo>
                  <a:pt x="3807904" y="5526686"/>
                </a:lnTo>
                <a:lnTo>
                  <a:pt x="3857581" y="5522989"/>
                </a:lnTo>
                <a:lnTo>
                  <a:pt x="3897060" y="5488968"/>
                </a:lnTo>
                <a:lnTo>
                  <a:pt x="3930031" y="5452075"/>
                </a:lnTo>
                <a:lnTo>
                  <a:pt x="3933920" y="5399812"/>
                </a:lnTo>
                <a:lnTo>
                  <a:pt x="3930213" y="5349995"/>
                </a:lnTo>
                <a:lnTo>
                  <a:pt x="3897060" y="5311517"/>
                </a:lnTo>
                <a:lnTo>
                  <a:pt x="3857442" y="5277423"/>
                </a:lnTo>
                <a:close/>
                <a:moveTo>
                  <a:pt x="3807355" y="5234320"/>
                </a:moveTo>
                <a:lnTo>
                  <a:pt x="3786569" y="5252229"/>
                </a:lnTo>
                <a:lnTo>
                  <a:pt x="3807904" y="5250651"/>
                </a:lnTo>
                <a:lnTo>
                  <a:pt x="3827599" y="5251741"/>
                </a:lnTo>
                <a:close/>
                <a:moveTo>
                  <a:pt x="1827657" y="5200074"/>
                </a:moveTo>
                <a:cubicBezTo>
                  <a:pt x="1797654" y="5200074"/>
                  <a:pt x="1773650" y="5224934"/>
                  <a:pt x="1773650" y="5254938"/>
                </a:cubicBezTo>
                <a:cubicBezTo>
                  <a:pt x="1773650" y="5284942"/>
                  <a:pt x="1797654" y="5309802"/>
                  <a:pt x="1827657" y="5309802"/>
                </a:cubicBezTo>
                <a:cubicBezTo>
                  <a:pt x="1857661" y="5309802"/>
                  <a:pt x="1881664" y="5284942"/>
                  <a:pt x="1881664" y="5254938"/>
                </a:cubicBezTo>
                <a:cubicBezTo>
                  <a:pt x="1881664" y="5224934"/>
                  <a:pt x="1857661" y="5200074"/>
                  <a:pt x="1827657" y="5200074"/>
                </a:cubicBezTo>
                <a:close/>
                <a:moveTo>
                  <a:pt x="3713592" y="5175036"/>
                </a:moveTo>
                <a:lnTo>
                  <a:pt x="3703452" y="5208333"/>
                </a:lnTo>
                <a:lnTo>
                  <a:pt x="3693280" y="5259127"/>
                </a:lnTo>
                <a:lnTo>
                  <a:pt x="3746245" y="5255210"/>
                </a:lnTo>
                <a:lnTo>
                  <a:pt x="3787708" y="5219522"/>
                </a:lnTo>
                <a:close/>
                <a:moveTo>
                  <a:pt x="3901951" y="5174164"/>
                </a:moveTo>
                <a:lnTo>
                  <a:pt x="3827088" y="5219192"/>
                </a:lnTo>
                <a:lnTo>
                  <a:pt x="3867424" y="5253946"/>
                </a:lnTo>
                <a:lnTo>
                  <a:pt x="3922098" y="5256973"/>
                </a:lnTo>
                <a:lnTo>
                  <a:pt x="3912357" y="5208333"/>
                </a:lnTo>
                <a:close/>
                <a:moveTo>
                  <a:pt x="4932831" y="5171785"/>
                </a:moveTo>
                <a:cubicBezTo>
                  <a:pt x="4907114" y="5167928"/>
                  <a:pt x="4879896" y="5173928"/>
                  <a:pt x="4857179" y="5190645"/>
                </a:cubicBezTo>
                <a:cubicBezTo>
                  <a:pt x="4811745" y="5224077"/>
                  <a:pt x="4802315" y="5287514"/>
                  <a:pt x="4836605" y="5332091"/>
                </a:cubicBezTo>
                <a:cubicBezTo>
                  <a:pt x="4869181" y="5377525"/>
                  <a:pt x="4932617" y="5386955"/>
                  <a:pt x="4978051" y="5353523"/>
                </a:cubicBezTo>
                <a:cubicBezTo>
                  <a:pt x="5023486" y="5320947"/>
                  <a:pt x="5032916" y="5256653"/>
                  <a:pt x="4999483" y="5212076"/>
                </a:cubicBezTo>
                <a:cubicBezTo>
                  <a:pt x="4982766" y="5189359"/>
                  <a:pt x="4958549" y="5175643"/>
                  <a:pt x="4932831" y="5171785"/>
                </a:cubicBezTo>
                <a:close/>
                <a:moveTo>
                  <a:pt x="3619671" y="5143348"/>
                </a:moveTo>
                <a:cubicBezTo>
                  <a:pt x="3596806" y="5141780"/>
                  <a:pt x="3578376" y="5146710"/>
                  <a:pt x="3566160" y="5158925"/>
                </a:cubicBezTo>
                <a:cubicBezTo>
                  <a:pt x="3547836" y="5177249"/>
                  <a:pt x="3545907" y="5209557"/>
                  <a:pt x="3557706" y="5249836"/>
                </a:cubicBezTo>
                <a:lnTo>
                  <a:pt x="3569257" y="5280149"/>
                </a:lnTo>
                <a:lnTo>
                  <a:pt x="3649032" y="5262398"/>
                </a:lnTo>
                <a:lnTo>
                  <a:pt x="3668214" y="5260980"/>
                </a:lnTo>
                <a:lnTo>
                  <a:pt x="3669632" y="5241797"/>
                </a:lnTo>
                <a:cubicBezTo>
                  <a:pt x="3673416" y="5217386"/>
                  <a:pt x="3678047" y="5194190"/>
                  <a:pt x="3683427" y="5172482"/>
                </a:cubicBezTo>
                <a:lnTo>
                  <a:pt x="3686676" y="5161753"/>
                </a:lnTo>
                <a:lnTo>
                  <a:pt x="3657070" y="5150472"/>
                </a:lnTo>
                <a:cubicBezTo>
                  <a:pt x="3643644" y="5146539"/>
                  <a:pt x="3631103" y="5144131"/>
                  <a:pt x="3619671" y="5143348"/>
                </a:cubicBezTo>
                <a:close/>
                <a:moveTo>
                  <a:pt x="3995778" y="5142491"/>
                </a:moveTo>
                <a:cubicBezTo>
                  <a:pt x="3984325" y="5143275"/>
                  <a:pt x="3971781" y="5145682"/>
                  <a:pt x="3958364" y="5149615"/>
                </a:cubicBezTo>
                <a:lnTo>
                  <a:pt x="3928865" y="5160870"/>
                </a:lnTo>
                <a:lnTo>
                  <a:pt x="3932381" y="5172482"/>
                </a:lnTo>
                <a:cubicBezTo>
                  <a:pt x="3937761" y="5194190"/>
                  <a:pt x="3942392" y="5217386"/>
                  <a:pt x="3946176" y="5241797"/>
                </a:cubicBezTo>
                <a:lnTo>
                  <a:pt x="3947566" y="5260592"/>
                </a:lnTo>
                <a:lnTo>
                  <a:pt x="4036092" y="5276193"/>
                </a:lnTo>
                <a:lnTo>
                  <a:pt x="4046530" y="5279354"/>
                </a:lnTo>
                <a:lnTo>
                  <a:pt x="4058104" y="5248980"/>
                </a:lnTo>
                <a:cubicBezTo>
                  <a:pt x="4069903" y="5208700"/>
                  <a:pt x="4067974" y="5176393"/>
                  <a:pt x="4049650" y="5158069"/>
                </a:cubicBezTo>
                <a:cubicBezTo>
                  <a:pt x="4037220" y="5145853"/>
                  <a:pt x="4018682" y="5140924"/>
                  <a:pt x="3995778" y="5142491"/>
                </a:cubicBezTo>
                <a:close/>
                <a:moveTo>
                  <a:pt x="1795082" y="5089489"/>
                </a:moveTo>
                <a:cubicBezTo>
                  <a:pt x="1769364" y="5089489"/>
                  <a:pt x="1747933" y="5110920"/>
                  <a:pt x="1747933" y="5137495"/>
                </a:cubicBezTo>
                <a:cubicBezTo>
                  <a:pt x="1747933" y="5164069"/>
                  <a:pt x="1768507" y="5185501"/>
                  <a:pt x="1795082" y="5185501"/>
                </a:cubicBezTo>
                <a:cubicBezTo>
                  <a:pt x="1801511" y="5185501"/>
                  <a:pt x="1807672" y="5184161"/>
                  <a:pt x="1813298" y="5181737"/>
                </a:cubicBezTo>
                <a:lnTo>
                  <a:pt x="1824372" y="5174153"/>
                </a:lnTo>
                <a:lnTo>
                  <a:pt x="1839840" y="5131531"/>
                </a:lnTo>
                <a:lnTo>
                  <a:pt x="1828621" y="5103526"/>
                </a:lnTo>
                <a:cubicBezTo>
                  <a:pt x="1820156" y="5094847"/>
                  <a:pt x="1808369" y="5089489"/>
                  <a:pt x="1795082" y="5089489"/>
                </a:cubicBezTo>
                <a:close/>
                <a:moveTo>
                  <a:pt x="3807904" y="5057770"/>
                </a:moveTo>
                <a:cubicBezTo>
                  <a:pt x="3781865" y="5057770"/>
                  <a:pt x="3757635" y="5079228"/>
                  <a:pt x="3737518" y="5116041"/>
                </a:cubicBezTo>
                <a:lnTo>
                  <a:pt x="3724435" y="5145282"/>
                </a:lnTo>
                <a:lnTo>
                  <a:pt x="3733832" y="5150300"/>
                </a:lnTo>
                <a:cubicBezTo>
                  <a:pt x="3753004" y="5161833"/>
                  <a:pt x="3772698" y="5174946"/>
                  <a:pt x="3792649" y="5189519"/>
                </a:cubicBezTo>
                <a:lnTo>
                  <a:pt x="3807599" y="5202400"/>
                </a:lnTo>
                <a:lnTo>
                  <a:pt x="3821568" y="5190377"/>
                </a:lnTo>
                <a:cubicBezTo>
                  <a:pt x="3841553" y="5175804"/>
                  <a:pt x="3861283" y="5162690"/>
                  <a:pt x="3880491" y="5151158"/>
                </a:cubicBezTo>
                <a:lnTo>
                  <a:pt x="3891401" y="5145342"/>
                </a:lnTo>
                <a:lnTo>
                  <a:pt x="3878291" y="5116041"/>
                </a:lnTo>
                <a:cubicBezTo>
                  <a:pt x="3858174" y="5079228"/>
                  <a:pt x="3833943" y="5057770"/>
                  <a:pt x="3807904" y="5057770"/>
                </a:cubicBezTo>
                <a:close/>
                <a:moveTo>
                  <a:pt x="1830229" y="4995190"/>
                </a:moveTo>
                <a:cubicBezTo>
                  <a:pt x="1810512" y="4995190"/>
                  <a:pt x="1795082" y="5011478"/>
                  <a:pt x="1795082" y="5031195"/>
                </a:cubicBezTo>
                <a:cubicBezTo>
                  <a:pt x="1795082" y="5050913"/>
                  <a:pt x="1810512" y="5067200"/>
                  <a:pt x="1830229" y="5067200"/>
                </a:cubicBezTo>
                <a:cubicBezTo>
                  <a:pt x="1849089" y="5067200"/>
                  <a:pt x="1865376" y="5050913"/>
                  <a:pt x="1865376" y="5031195"/>
                </a:cubicBezTo>
                <a:cubicBezTo>
                  <a:pt x="1865376" y="5011478"/>
                  <a:pt x="1849946" y="4995190"/>
                  <a:pt x="1830229" y="4995190"/>
                </a:cubicBezTo>
                <a:close/>
                <a:moveTo>
                  <a:pt x="3807904" y="4992618"/>
                </a:moveTo>
                <a:cubicBezTo>
                  <a:pt x="3849481" y="4992618"/>
                  <a:pt x="3886985" y="5038267"/>
                  <a:pt x="3914096" y="5112098"/>
                </a:cubicBezTo>
                <a:lnTo>
                  <a:pt x="3919610" y="5130307"/>
                </a:lnTo>
                <a:lnTo>
                  <a:pt x="3936279" y="5121422"/>
                </a:lnTo>
                <a:cubicBezTo>
                  <a:pt x="3972069" y="5104920"/>
                  <a:pt x="4004698" y="5095222"/>
                  <a:pt x="4032023" y="5093293"/>
                </a:cubicBezTo>
                <a:cubicBezTo>
                  <a:pt x="4059348" y="5091364"/>
                  <a:pt x="4081369" y="5097204"/>
                  <a:pt x="4095942" y="5111777"/>
                </a:cubicBezTo>
                <a:cubicBezTo>
                  <a:pt x="4125517" y="5140924"/>
                  <a:pt x="4119945" y="5199860"/>
                  <a:pt x="4086941" y="5271440"/>
                </a:cubicBezTo>
                <a:lnTo>
                  <a:pt x="4077682" y="5288787"/>
                </a:lnTo>
                <a:lnTo>
                  <a:pt x="4096476" y="5294478"/>
                </a:lnTo>
                <a:cubicBezTo>
                  <a:pt x="4170307" y="5321589"/>
                  <a:pt x="4215956" y="5359094"/>
                  <a:pt x="4215956" y="5400670"/>
                </a:cubicBezTo>
                <a:cubicBezTo>
                  <a:pt x="4215956" y="5431531"/>
                  <a:pt x="4190279" y="5460343"/>
                  <a:pt x="4146292" y="5484302"/>
                </a:cubicBezTo>
                <a:lnTo>
                  <a:pt x="4077351" y="5512259"/>
                </a:lnTo>
                <a:lnTo>
                  <a:pt x="4086298" y="5529044"/>
                </a:lnTo>
                <a:cubicBezTo>
                  <a:pt x="4119302" y="5600625"/>
                  <a:pt x="4125089" y="5659561"/>
                  <a:pt x="4095942" y="5688707"/>
                </a:cubicBezTo>
                <a:cubicBezTo>
                  <a:pt x="4074082" y="5710888"/>
                  <a:pt x="4035586" y="5713179"/>
                  <a:pt x="3987551" y="5698969"/>
                </a:cubicBezTo>
                <a:lnTo>
                  <a:pt x="3919857" y="5670215"/>
                </a:lnTo>
                <a:lnTo>
                  <a:pt x="3914096" y="5689242"/>
                </a:lnTo>
                <a:cubicBezTo>
                  <a:pt x="3886985" y="5763073"/>
                  <a:pt x="3849481" y="5808721"/>
                  <a:pt x="3807904" y="5808721"/>
                </a:cubicBezTo>
                <a:cubicBezTo>
                  <a:pt x="3766756" y="5808721"/>
                  <a:pt x="3729251" y="5763073"/>
                  <a:pt x="3702033" y="5689242"/>
                </a:cubicBezTo>
                <a:lnTo>
                  <a:pt x="3696238" y="5670203"/>
                </a:lnTo>
                <a:lnTo>
                  <a:pt x="3627147" y="5699451"/>
                </a:lnTo>
                <a:cubicBezTo>
                  <a:pt x="3579033" y="5713635"/>
                  <a:pt x="3540336" y="5711425"/>
                  <a:pt x="3518154" y="5689565"/>
                </a:cubicBezTo>
                <a:cubicBezTo>
                  <a:pt x="3489007" y="5659990"/>
                  <a:pt x="3494794" y="5601054"/>
                  <a:pt x="3527798" y="5529580"/>
                </a:cubicBezTo>
                <a:lnTo>
                  <a:pt x="3537061" y="5512231"/>
                </a:lnTo>
                <a:lnTo>
                  <a:pt x="3519332" y="5506862"/>
                </a:lnTo>
                <a:cubicBezTo>
                  <a:pt x="3445502" y="5479751"/>
                  <a:pt x="3399853" y="5442247"/>
                  <a:pt x="3399853" y="5400670"/>
                </a:cubicBezTo>
                <a:cubicBezTo>
                  <a:pt x="3399853" y="5369488"/>
                  <a:pt x="3425530" y="5340596"/>
                  <a:pt x="3469516" y="5316662"/>
                </a:cubicBezTo>
                <a:lnTo>
                  <a:pt x="3537546" y="5289161"/>
                </a:lnTo>
                <a:lnTo>
                  <a:pt x="3527798" y="5270904"/>
                </a:lnTo>
                <a:cubicBezTo>
                  <a:pt x="3494794" y="5199430"/>
                  <a:pt x="3489007" y="5140494"/>
                  <a:pt x="3518154" y="5110919"/>
                </a:cubicBezTo>
                <a:cubicBezTo>
                  <a:pt x="3532942" y="5096346"/>
                  <a:pt x="3555069" y="5090506"/>
                  <a:pt x="3582435" y="5092435"/>
                </a:cubicBezTo>
                <a:cubicBezTo>
                  <a:pt x="3609800" y="5094364"/>
                  <a:pt x="3642402" y="5104061"/>
                  <a:pt x="3678139" y="5120564"/>
                </a:cubicBezTo>
                <a:lnTo>
                  <a:pt x="3696224" y="5130220"/>
                </a:lnTo>
                <a:lnTo>
                  <a:pt x="3701712" y="5112098"/>
                </a:lnTo>
                <a:cubicBezTo>
                  <a:pt x="3728823" y="5038267"/>
                  <a:pt x="3766328" y="4992618"/>
                  <a:pt x="3807904" y="4992618"/>
                </a:cubicBezTo>
                <a:close/>
                <a:moveTo>
                  <a:pt x="2165414" y="4987475"/>
                </a:moveTo>
                <a:cubicBezTo>
                  <a:pt x="2135838" y="4987475"/>
                  <a:pt x="2110603" y="5005317"/>
                  <a:pt x="2099834" y="5030874"/>
                </a:cubicBezTo>
                <a:lnTo>
                  <a:pt x="2095529" y="5052318"/>
                </a:lnTo>
                <a:lnTo>
                  <a:pt x="2115842" y="5109524"/>
                </a:lnTo>
                <a:lnTo>
                  <a:pt x="2137660" y="5124207"/>
                </a:lnTo>
                <a:cubicBezTo>
                  <a:pt x="2146179" y="5127796"/>
                  <a:pt x="2155555" y="5129779"/>
                  <a:pt x="2165414" y="5129779"/>
                </a:cubicBezTo>
                <a:cubicBezTo>
                  <a:pt x="2203990" y="5129779"/>
                  <a:pt x="2235708" y="5098061"/>
                  <a:pt x="2236565" y="5058628"/>
                </a:cubicBezTo>
                <a:cubicBezTo>
                  <a:pt x="2236565" y="5019193"/>
                  <a:pt x="2204847" y="4987475"/>
                  <a:pt x="2165414" y="4987475"/>
                </a:cubicBezTo>
                <a:close/>
                <a:moveTo>
                  <a:pt x="5334024" y="4966796"/>
                </a:moveTo>
                <a:cubicBezTo>
                  <a:pt x="5320952" y="4964760"/>
                  <a:pt x="5307236" y="4967760"/>
                  <a:pt x="5296091" y="4976333"/>
                </a:cubicBezTo>
                <a:cubicBezTo>
                  <a:pt x="5273803" y="4993478"/>
                  <a:pt x="5268659" y="5025196"/>
                  <a:pt x="5285804" y="5048341"/>
                </a:cubicBezTo>
                <a:cubicBezTo>
                  <a:pt x="5302092" y="5071487"/>
                  <a:pt x="5334668" y="5076631"/>
                  <a:pt x="5356956" y="5059486"/>
                </a:cubicBezTo>
                <a:cubicBezTo>
                  <a:pt x="5379245" y="5043198"/>
                  <a:pt x="5383531" y="5010623"/>
                  <a:pt x="5368100" y="4987477"/>
                </a:cubicBezTo>
                <a:cubicBezTo>
                  <a:pt x="5359527" y="4975904"/>
                  <a:pt x="5347097" y="4968831"/>
                  <a:pt x="5334024" y="4966796"/>
                </a:cubicBezTo>
                <a:close/>
                <a:moveTo>
                  <a:pt x="1939100" y="4858031"/>
                </a:moveTo>
                <a:lnTo>
                  <a:pt x="2026539" y="4858031"/>
                </a:lnTo>
                <a:lnTo>
                  <a:pt x="2042850" y="4903966"/>
                </a:lnTo>
                <a:lnTo>
                  <a:pt x="2112264" y="4899178"/>
                </a:lnTo>
                <a:cubicBezTo>
                  <a:pt x="2112264" y="4899178"/>
                  <a:pt x="2247710" y="4912037"/>
                  <a:pt x="2286286" y="5018336"/>
                </a:cubicBezTo>
                <a:cubicBezTo>
                  <a:pt x="2324862" y="5124636"/>
                  <a:pt x="2235708" y="5171785"/>
                  <a:pt x="2136267" y="5212076"/>
                </a:cubicBezTo>
                <a:cubicBezTo>
                  <a:pt x="2035969" y="5251509"/>
                  <a:pt x="2059115" y="5440962"/>
                  <a:pt x="1901381" y="5428960"/>
                </a:cubicBezTo>
                <a:cubicBezTo>
                  <a:pt x="1773222" y="5419209"/>
                  <a:pt x="1589037" y="5081224"/>
                  <a:pt x="1852317" y="4950224"/>
                </a:cubicBezTo>
                <a:lnTo>
                  <a:pt x="1914216" y="4926595"/>
                </a:lnTo>
                <a:close/>
                <a:moveTo>
                  <a:pt x="5285697" y="4798238"/>
                </a:moveTo>
                <a:cubicBezTo>
                  <a:pt x="5268445" y="4795666"/>
                  <a:pt x="5250228" y="4799738"/>
                  <a:pt x="5235226" y="4810882"/>
                </a:cubicBezTo>
                <a:cubicBezTo>
                  <a:pt x="5205223" y="4833172"/>
                  <a:pt x="5199222" y="4875177"/>
                  <a:pt x="5221511" y="4906038"/>
                </a:cubicBezTo>
                <a:cubicBezTo>
                  <a:pt x="5243799" y="4936042"/>
                  <a:pt x="5286661" y="4942900"/>
                  <a:pt x="5316665" y="4920611"/>
                </a:cubicBezTo>
                <a:cubicBezTo>
                  <a:pt x="5346669" y="4898322"/>
                  <a:pt x="5352670" y="4856318"/>
                  <a:pt x="5330381" y="4825456"/>
                </a:cubicBezTo>
                <a:cubicBezTo>
                  <a:pt x="5319237" y="4810025"/>
                  <a:pt x="5302949" y="4800810"/>
                  <a:pt x="5285697" y="4798238"/>
                </a:cubicBezTo>
                <a:close/>
                <a:moveTo>
                  <a:pt x="5149716" y="4681759"/>
                </a:moveTo>
                <a:cubicBezTo>
                  <a:pt x="5129999" y="4678652"/>
                  <a:pt x="5109211" y="4683152"/>
                  <a:pt x="5092066" y="4696011"/>
                </a:cubicBezTo>
                <a:cubicBezTo>
                  <a:pt x="5057776" y="4721728"/>
                  <a:pt x="5050061" y="4770591"/>
                  <a:pt x="5076635" y="4804881"/>
                </a:cubicBezTo>
                <a:cubicBezTo>
                  <a:pt x="5102353" y="4840030"/>
                  <a:pt x="5151216" y="4847745"/>
                  <a:pt x="5185506" y="4822027"/>
                </a:cubicBezTo>
                <a:cubicBezTo>
                  <a:pt x="5219796" y="4796309"/>
                  <a:pt x="5226654" y="4747446"/>
                  <a:pt x="5200936" y="4713156"/>
                </a:cubicBezTo>
                <a:cubicBezTo>
                  <a:pt x="5188077" y="4695583"/>
                  <a:pt x="5169433" y="4684867"/>
                  <a:pt x="5149716" y="4681759"/>
                </a:cubicBezTo>
                <a:close/>
                <a:moveTo>
                  <a:pt x="4961978" y="4656899"/>
                </a:moveTo>
                <a:cubicBezTo>
                  <a:pt x="4940761" y="4653577"/>
                  <a:pt x="4918473" y="4658292"/>
                  <a:pt x="4900042" y="4672008"/>
                </a:cubicBezTo>
                <a:cubicBezTo>
                  <a:pt x="4863180" y="4699440"/>
                  <a:pt x="4855465" y="4752589"/>
                  <a:pt x="4882897" y="4789451"/>
                </a:cubicBezTo>
                <a:cubicBezTo>
                  <a:pt x="4910329" y="4826314"/>
                  <a:pt x="4963478" y="4834886"/>
                  <a:pt x="5000340" y="4807453"/>
                </a:cubicBezTo>
                <a:cubicBezTo>
                  <a:pt x="5038059" y="4780021"/>
                  <a:pt x="5044917" y="4727729"/>
                  <a:pt x="5017485" y="4690010"/>
                </a:cubicBezTo>
                <a:cubicBezTo>
                  <a:pt x="5003340" y="4671579"/>
                  <a:pt x="4983195" y="4660221"/>
                  <a:pt x="4961978" y="4656899"/>
                </a:cubicBezTo>
                <a:close/>
                <a:moveTo>
                  <a:pt x="4998395" y="4598030"/>
                </a:moveTo>
                <a:cubicBezTo>
                  <a:pt x="5253309" y="4596998"/>
                  <a:pt x="5722680" y="4945793"/>
                  <a:pt x="5114354" y="5410101"/>
                </a:cubicBezTo>
                <a:cubicBezTo>
                  <a:pt x="5114354" y="5410101"/>
                  <a:pt x="4946333" y="5510399"/>
                  <a:pt x="4811745" y="5421245"/>
                </a:cubicBezTo>
                <a:cubicBezTo>
                  <a:pt x="4677157" y="5331234"/>
                  <a:pt x="4738879" y="5201789"/>
                  <a:pt x="4821175" y="5069772"/>
                </a:cubicBezTo>
                <a:cubicBezTo>
                  <a:pt x="4902613" y="4938613"/>
                  <a:pt x="4714018" y="4741445"/>
                  <a:pt x="4906043" y="4620573"/>
                </a:cubicBezTo>
                <a:cubicBezTo>
                  <a:pt x="4929939" y="4605464"/>
                  <a:pt x="4961978" y="4598177"/>
                  <a:pt x="4998395" y="4598030"/>
                </a:cubicBezTo>
                <a:close/>
                <a:moveTo>
                  <a:pt x="4274249" y="4584568"/>
                </a:moveTo>
                <a:cubicBezTo>
                  <a:pt x="4274249" y="4584568"/>
                  <a:pt x="4379691" y="4696011"/>
                  <a:pt x="4374548" y="4755161"/>
                </a:cubicBezTo>
                <a:cubicBezTo>
                  <a:pt x="4369404" y="4814311"/>
                  <a:pt x="4257961" y="4835742"/>
                  <a:pt x="4257961" y="4835742"/>
                </a:cubicBezTo>
                <a:cubicBezTo>
                  <a:pt x="4257961" y="4835742"/>
                  <a:pt x="4409695" y="4835742"/>
                  <a:pt x="4411409" y="4762876"/>
                </a:cubicBezTo>
                <a:cubicBezTo>
                  <a:pt x="4412266" y="4690867"/>
                  <a:pt x="4274249" y="4584568"/>
                  <a:pt x="4274249" y="4584568"/>
                </a:cubicBezTo>
                <a:close/>
                <a:moveTo>
                  <a:pt x="3351982" y="4540192"/>
                </a:moveTo>
                <a:cubicBezTo>
                  <a:pt x="3377619" y="4544170"/>
                  <a:pt x="3402426" y="4554779"/>
                  <a:pt x="3423000" y="4575995"/>
                </a:cubicBezTo>
                <a:lnTo>
                  <a:pt x="3655315" y="4575995"/>
                </a:lnTo>
                <a:lnTo>
                  <a:pt x="3655315" y="4916325"/>
                </a:lnTo>
                <a:lnTo>
                  <a:pt x="3417856" y="4918039"/>
                </a:lnTo>
                <a:cubicBezTo>
                  <a:pt x="3417856" y="4918039"/>
                  <a:pt x="3338132" y="4837458"/>
                  <a:pt x="3190684" y="4914610"/>
                </a:cubicBezTo>
                <a:lnTo>
                  <a:pt x="3190684" y="4575995"/>
                </a:lnTo>
                <a:cubicBezTo>
                  <a:pt x="3190684" y="4575995"/>
                  <a:pt x="3275070" y="4528258"/>
                  <a:pt x="3351982" y="4540192"/>
                </a:cubicBezTo>
                <a:close/>
                <a:moveTo>
                  <a:pt x="2448416" y="4421371"/>
                </a:moveTo>
                <a:cubicBezTo>
                  <a:pt x="2452166" y="4422121"/>
                  <a:pt x="2455595" y="4424264"/>
                  <a:pt x="2457738" y="4427692"/>
                </a:cubicBezTo>
                <a:lnTo>
                  <a:pt x="2484119" y="4467601"/>
                </a:lnTo>
                <a:lnTo>
                  <a:pt x="2494346" y="4463537"/>
                </a:lnTo>
                <a:cubicBezTo>
                  <a:pt x="2526051" y="4457750"/>
                  <a:pt x="2559323" y="4470769"/>
                  <a:pt x="2578610" y="4499701"/>
                </a:cubicBezTo>
                <a:cubicBezTo>
                  <a:pt x="2591040" y="4518990"/>
                  <a:pt x="2594684" y="4541279"/>
                  <a:pt x="2590397" y="4561960"/>
                </a:cubicBezTo>
                <a:lnTo>
                  <a:pt x="2583304" y="4578864"/>
                </a:lnTo>
                <a:lnTo>
                  <a:pt x="2600248" y="4591301"/>
                </a:lnTo>
                <a:cubicBezTo>
                  <a:pt x="2715712" y="4676099"/>
                  <a:pt x="3023094" y="4902555"/>
                  <a:pt x="3017521" y="4906038"/>
                </a:cubicBezTo>
                <a:cubicBezTo>
                  <a:pt x="3010663" y="4910324"/>
                  <a:pt x="2910365" y="4886321"/>
                  <a:pt x="2910365" y="4886321"/>
                </a:cubicBezTo>
                <a:cubicBezTo>
                  <a:pt x="2910365" y="4886321"/>
                  <a:pt x="2690962" y="4728640"/>
                  <a:pt x="2580176" y="4648353"/>
                </a:cubicBezTo>
                <a:lnTo>
                  <a:pt x="2571469" y="4642020"/>
                </a:lnTo>
                <a:lnTo>
                  <a:pt x="2632617" y="5059485"/>
                </a:lnTo>
                <a:lnTo>
                  <a:pt x="2611186" y="5161498"/>
                </a:lnTo>
                <a:lnTo>
                  <a:pt x="2574324" y="5065486"/>
                </a:lnTo>
                <a:lnTo>
                  <a:pt x="2504337" y="4626262"/>
                </a:lnTo>
                <a:lnTo>
                  <a:pt x="2492028" y="4626039"/>
                </a:lnTo>
                <a:cubicBezTo>
                  <a:pt x="2471240" y="4621646"/>
                  <a:pt x="2452166" y="4609430"/>
                  <a:pt x="2439736" y="4590570"/>
                </a:cubicBezTo>
                <a:cubicBezTo>
                  <a:pt x="2421091" y="4561638"/>
                  <a:pt x="2422216" y="4525955"/>
                  <a:pt x="2440218" y="4499073"/>
                </a:cubicBezTo>
                <a:lnTo>
                  <a:pt x="2457768" y="4481633"/>
                </a:lnTo>
                <a:lnTo>
                  <a:pt x="2432878" y="4443980"/>
                </a:lnTo>
                <a:cubicBezTo>
                  <a:pt x="2428592" y="4437122"/>
                  <a:pt x="2430306" y="4427692"/>
                  <a:pt x="2437164" y="4423406"/>
                </a:cubicBezTo>
                <a:cubicBezTo>
                  <a:pt x="2440593" y="4421263"/>
                  <a:pt x="2444665" y="4420621"/>
                  <a:pt x="2448416" y="4421371"/>
                </a:cubicBezTo>
                <a:close/>
                <a:moveTo>
                  <a:pt x="1177862" y="4374542"/>
                </a:moveTo>
                <a:cubicBezTo>
                  <a:pt x="1177862" y="4374542"/>
                  <a:pt x="1327023" y="4458553"/>
                  <a:pt x="1272159" y="4609429"/>
                </a:cubicBezTo>
                <a:cubicBezTo>
                  <a:pt x="1272159" y="4609429"/>
                  <a:pt x="1399889" y="4409689"/>
                  <a:pt x="1177862" y="4374542"/>
                </a:cubicBezTo>
                <a:close/>
                <a:moveTo>
                  <a:pt x="1102424" y="4309391"/>
                </a:moveTo>
                <a:lnTo>
                  <a:pt x="1108424" y="4309391"/>
                </a:lnTo>
                <a:lnTo>
                  <a:pt x="1109281" y="4309391"/>
                </a:lnTo>
                <a:lnTo>
                  <a:pt x="1115282" y="4309391"/>
                </a:lnTo>
                <a:cubicBezTo>
                  <a:pt x="1440180" y="4317964"/>
                  <a:pt x="1363885" y="4640290"/>
                  <a:pt x="1276445" y="4720014"/>
                </a:cubicBezTo>
                <a:cubicBezTo>
                  <a:pt x="1186434" y="4799738"/>
                  <a:pt x="1193292" y="4900894"/>
                  <a:pt x="1193292" y="4900894"/>
                </a:cubicBezTo>
                <a:lnTo>
                  <a:pt x="1121283" y="4900894"/>
                </a:lnTo>
                <a:lnTo>
                  <a:pt x="1108424" y="4900894"/>
                </a:lnTo>
                <a:lnTo>
                  <a:pt x="1030415" y="4900894"/>
                </a:lnTo>
                <a:cubicBezTo>
                  <a:pt x="1030415" y="4900894"/>
                  <a:pt x="1033844" y="4800596"/>
                  <a:pt x="944690" y="4720014"/>
                </a:cubicBezTo>
                <a:cubicBezTo>
                  <a:pt x="856393" y="4640290"/>
                  <a:pt x="777526" y="4317964"/>
                  <a:pt x="1102424" y="4309391"/>
                </a:cubicBezTo>
                <a:close/>
                <a:moveTo>
                  <a:pt x="4160235" y="4161086"/>
                </a:moveTo>
                <a:cubicBezTo>
                  <a:pt x="4217671" y="4161086"/>
                  <a:pt x="4264820" y="4179089"/>
                  <a:pt x="4264820" y="4201377"/>
                </a:cubicBezTo>
                <a:cubicBezTo>
                  <a:pt x="4264820" y="4202235"/>
                  <a:pt x="4264820" y="4203092"/>
                  <a:pt x="4264820" y="4203949"/>
                </a:cubicBezTo>
                <a:lnTo>
                  <a:pt x="4269106" y="4203949"/>
                </a:lnTo>
                <a:lnTo>
                  <a:pt x="4269106" y="4279387"/>
                </a:lnTo>
                <a:lnTo>
                  <a:pt x="4264820" y="4279387"/>
                </a:lnTo>
                <a:cubicBezTo>
                  <a:pt x="4263962" y="4287960"/>
                  <a:pt x="4258819" y="4295675"/>
                  <a:pt x="4247675" y="4301676"/>
                </a:cubicBezTo>
                <a:cubicBezTo>
                  <a:pt x="4247675" y="4337680"/>
                  <a:pt x="4247675" y="4444836"/>
                  <a:pt x="4247675" y="4473126"/>
                </a:cubicBezTo>
                <a:cubicBezTo>
                  <a:pt x="4247675" y="4506559"/>
                  <a:pt x="4263962" y="4515131"/>
                  <a:pt x="4263962" y="4515131"/>
                </a:cubicBezTo>
                <a:cubicBezTo>
                  <a:pt x="4302538" y="4538276"/>
                  <a:pt x="4524566" y="4764591"/>
                  <a:pt x="4425983" y="4833171"/>
                </a:cubicBezTo>
                <a:cubicBezTo>
                  <a:pt x="4337686" y="4894893"/>
                  <a:pt x="4190239" y="4892321"/>
                  <a:pt x="4161091" y="4891464"/>
                </a:cubicBezTo>
                <a:cubicBezTo>
                  <a:pt x="4131945" y="4892321"/>
                  <a:pt x="3983640" y="4894893"/>
                  <a:pt x="3896201" y="4833171"/>
                </a:cubicBezTo>
                <a:cubicBezTo>
                  <a:pt x="3798475" y="4764591"/>
                  <a:pt x="4023931" y="4538276"/>
                  <a:pt x="4062507" y="4515131"/>
                </a:cubicBezTo>
                <a:cubicBezTo>
                  <a:pt x="4062507" y="4515131"/>
                  <a:pt x="4085653" y="4506559"/>
                  <a:pt x="4085653" y="4473126"/>
                </a:cubicBezTo>
                <a:cubicBezTo>
                  <a:pt x="4085653" y="4445693"/>
                  <a:pt x="4085653" y="4339395"/>
                  <a:pt x="4085653" y="4302533"/>
                </a:cubicBezTo>
                <a:cubicBezTo>
                  <a:pt x="4064222" y="4296532"/>
                  <a:pt x="4057364" y="4287960"/>
                  <a:pt x="4055650" y="4279387"/>
                </a:cubicBezTo>
                <a:lnTo>
                  <a:pt x="4053935" y="4279387"/>
                </a:lnTo>
                <a:lnTo>
                  <a:pt x="4053935" y="4203949"/>
                </a:lnTo>
                <a:lnTo>
                  <a:pt x="4055650" y="4203949"/>
                </a:lnTo>
                <a:cubicBezTo>
                  <a:pt x="4055650" y="4203092"/>
                  <a:pt x="4055650" y="4202235"/>
                  <a:pt x="4055650" y="4201377"/>
                </a:cubicBezTo>
                <a:cubicBezTo>
                  <a:pt x="4055650" y="4179089"/>
                  <a:pt x="4102798" y="4161086"/>
                  <a:pt x="4160235" y="4161086"/>
                </a:cubicBezTo>
                <a:close/>
                <a:moveTo>
                  <a:pt x="1690622" y="3905928"/>
                </a:moveTo>
                <a:cubicBezTo>
                  <a:pt x="1643577" y="3910087"/>
                  <a:pt x="1597165" y="3927808"/>
                  <a:pt x="1557624" y="3959633"/>
                </a:cubicBezTo>
                <a:cubicBezTo>
                  <a:pt x="1452182" y="4044502"/>
                  <a:pt x="1436751" y="4198807"/>
                  <a:pt x="1521619" y="4304248"/>
                </a:cubicBezTo>
                <a:cubicBezTo>
                  <a:pt x="1606488" y="4409690"/>
                  <a:pt x="1760793" y="4425121"/>
                  <a:pt x="1866235" y="4340253"/>
                </a:cubicBezTo>
                <a:cubicBezTo>
                  <a:pt x="1970819" y="4255385"/>
                  <a:pt x="1987107" y="4101080"/>
                  <a:pt x="1902239" y="3995637"/>
                </a:cubicBezTo>
                <a:cubicBezTo>
                  <a:pt x="1849197" y="3929737"/>
                  <a:pt x="1769030" y="3898996"/>
                  <a:pt x="1690622" y="3905928"/>
                </a:cubicBezTo>
                <a:close/>
                <a:moveTo>
                  <a:pt x="1684921" y="3849926"/>
                </a:moveTo>
                <a:cubicBezTo>
                  <a:pt x="1781219" y="3841547"/>
                  <a:pt x="1879736" y="3879587"/>
                  <a:pt x="1945102" y="3960490"/>
                </a:cubicBezTo>
                <a:cubicBezTo>
                  <a:pt x="2037364" y="4073005"/>
                  <a:pt x="2033801" y="4232775"/>
                  <a:pt x="1944751" y="4341023"/>
                </a:cubicBezTo>
                <a:lnTo>
                  <a:pt x="1930222" y="4355411"/>
                </a:lnTo>
                <a:lnTo>
                  <a:pt x="1980119" y="4416919"/>
                </a:lnTo>
                <a:lnTo>
                  <a:pt x="1986891" y="4416333"/>
                </a:lnTo>
                <a:cubicBezTo>
                  <a:pt x="2003394" y="4418048"/>
                  <a:pt x="2019253" y="4425977"/>
                  <a:pt x="2030826" y="4439693"/>
                </a:cubicBezTo>
                <a:lnTo>
                  <a:pt x="2204848" y="4654864"/>
                </a:lnTo>
                <a:cubicBezTo>
                  <a:pt x="2227136" y="4683153"/>
                  <a:pt x="2222850" y="4723444"/>
                  <a:pt x="2195418" y="4746590"/>
                </a:cubicBezTo>
                <a:cubicBezTo>
                  <a:pt x="2167129" y="4768878"/>
                  <a:pt x="2126838" y="4764592"/>
                  <a:pt x="2103692" y="4737160"/>
                </a:cubicBezTo>
                <a:lnTo>
                  <a:pt x="1929670" y="4521990"/>
                </a:lnTo>
                <a:cubicBezTo>
                  <a:pt x="1918526" y="4507845"/>
                  <a:pt x="1914026" y="4490700"/>
                  <a:pt x="1915740" y="4474198"/>
                </a:cubicBezTo>
                <a:lnTo>
                  <a:pt x="1917360" y="4468826"/>
                </a:lnTo>
                <a:lnTo>
                  <a:pt x="1866912" y="4406639"/>
                </a:lnTo>
                <a:lnTo>
                  <a:pt x="1850557" y="4417393"/>
                </a:lnTo>
                <a:cubicBezTo>
                  <a:pt x="1726557" y="4481914"/>
                  <a:pt x="1569412" y="4452660"/>
                  <a:pt x="1477899" y="4339396"/>
                </a:cubicBezTo>
                <a:cubicBezTo>
                  <a:pt x="1372458" y="4210808"/>
                  <a:pt x="1392174" y="4020499"/>
                  <a:pt x="1521619" y="3915913"/>
                </a:cubicBezTo>
                <a:cubicBezTo>
                  <a:pt x="1570161" y="3876694"/>
                  <a:pt x="1627142" y="3854954"/>
                  <a:pt x="1684921" y="3849926"/>
                </a:cubicBezTo>
                <a:close/>
                <a:moveTo>
                  <a:pt x="812246" y="3781539"/>
                </a:moveTo>
                <a:cubicBezTo>
                  <a:pt x="816103" y="3781325"/>
                  <a:pt x="819961" y="3782611"/>
                  <a:pt x="822961" y="3785611"/>
                </a:cubicBezTo>
                <a:cubicBezTo>
                  <a:pt x="828962" y="3791612"/>
                  <a:pt x="829819" y="3801042"/>
                  <a:pt x="823818" y="3807042"/>
                </a:cubicBezTo>
                <a:lnTo>
                  <a:pt x="792194" y="3842032"/>
                </a:lnTo>
                <a:lnTo>
                  <a:pt x="798502" y="3850722"/>
                </a:lnTo>
                <a:cubicBezTo>
                  <a:pt x="811923" y="3880016"/>
                  <a:pt x="807744" y="3915699"/>
                  <a:pt x="785241" y="3940773"/>
                </a:cubicBezTo>
                <a:cubicBezTo>
                  <a:pt x="769810" y="3957489"/>
                  <a:pt x="749022" y="3966490"/>
                  <a:pt x="727912" y="3967562"/>
                </a:cubicBezTo>
                <a:lnTo>
                  <a:pt x="709923" y="3965051"/>
                </a:lnTo>
                <a:lnTo>
                  <a:pt x="701209" y="3986914"/>
                </a:lnTo>
                <a:cubicBezTo>
                  <a:pt x="648195" y="4119828"/>
                  <a:pt x="506367" y="4473875"/>
                  <a:pt x="501492" y="4469697"/>
                </a:cubicBezTo>
                <a:cubicBezTo>
                  <a:pt x="496348" y="4464553"/>
                  <a:pt x="493776" y="4360826"/>
                  <a:pt x="493776" y="4360826"/>
                </a:cubicBezTo>
                <a:cubicBezTo>
                  <a:pt x="493776" y="4360826"/>
                  <a:pt x="591181" y="4108151"/>
                  <a:pt x="640969" y="3980729"/>
                </a:cubicBezTo>
                <a:lnTo>
                  <a:pt x="644840" y="3970847"/>
                </a:lnTo>
                <a:lnTo>
                  <a:pt x="257175" y="4134512"/>
                </a:lnTo>
                <a:lnTo>
                  <a:pt x="152590" y="4139655"/>
                </a:lnTo>
                <a:lnTo>
                  <a:pt x="236601" y="4079647"/>
                </a:lnTo>
                <a:lnTo>
                  <a:pt x="644257" y="3901600"/>
                </a:lnTo>
                <a:lnTo>
                  <a:pt x="641223" y="3889445"/>
                </a:lnTo>
                <a:cubicBezTo>
                  <a:pt x="640151" y="3868336"/>
                  <a:pt x="647223" y="3846904"/>
                  <a:pt x="662654" y="3830188"/>
                </a:cubicBezTo>
                <a:cubicBezTo>
                  <a:pt x="678084" y="3813043"/>
                  <a:pt x="698873" y="3803828"/>
                  <a:pt x="719983" y="3802756"/>
                </a:cubicBezTo>
                <a:cubicBezTo>
                  <a:pt x="730538" y="3802220"/>
                  <a:pt x="741174" y="3803720"/>
                  <a:pt x="751260" y="3807283"/>
                </a:cubicBezTo>
                <a:lnTo>
                  <a:pt x="771606" y="3819575"/>
                </a:lnTo>
                <a:lnTo>
                  <a:pt x="801530" y="3786468"/>
                </a:lnTo>
                <a:cubicBezTo>
                  <a:pt x="804530" y="3783468"/>
                  <a:pt x="808388" y="3781754"/>
                  <a:pt x="812246" y="3781539"/>
                </a:cubicBezTo>
                <a:close/>
                <a:moveTo>
                  <a:pt x="5496913" y="3702672"/>
                </a:moveTo>
                <a:lnTo>
                  <a:pt x="5456397" y="3737606"/>
                </a:lnTo>
                <a:cubicBezTo>
                  <a:pt x="5456397" y="3737606"/>
                  <a:pt x="5471399" y="3722175"/>
                  <a:pt x="5490901" y="3706745"/>
                </a:cubicBezTo>
                <a:close/>
                <a:moveTo>
                  <a:pt x="5797583" y="3639879"/>
                </a:moveTo>
                <a:cubicBezTo>
                  <a:pt x="5797583" y="3639879"/>
                  <a:pt x="5800289" y="3640884"/>
                  <a:pt x="5805112" y="3642965"/>
                </a:cubicBezTo>
                <a:lnTo>
                  <a:pt x="5820840" y="3650383"/>
                </a:lnTo>
                <a:close/>
                <a:moveTo>
                  <a:pt x="5699857" y="3627877"/>
                </a:moveTo>
                <a:lnTo>
                  <a:pt x="5704143" y="3631306"/>
                </a:lnTo>
                <a:cubicBezTo>
                  <a:pt x="5704143" y="3631306"/>
                  <a:pt x="5701571" y="3635593"/>
                  <a:pt x="5699857" y="3638164"/>
                </a:cubicBezTo>
                <a:cubicBezTo>
                  <a:pt x="5698999" y="3640736"/>
                  <a:pt x="5703285" y="3639022"/>
                  <a:pt x="5703285" y="3639022"/>
                </a:cubicBezTo>
                <a:cubicBezTo>
                  <a:pt x="5703285" y="3639022"/>
                  <a:pt x="5717002" y="3645880"/>
                  <a:pt x="5717002" y="3648451"/>
                </a:cubicBezTo>
                <a:cubicBezTo>
                  <a:pt x="5717002" y="3651023"/>
                  <a:pt x="5711001" y="3653595"/>
                  <a:pt x="5698999" y="3652738"/>
                </a:cubicBezTo>
                <a:cubicBezTo>
                  <a:pt x="5686997" y="3651881"/>
                  <a:pt x="5692998" y="3654452"/>
                  <a:pt x="5677567" y="3646737"/>
                </a:cubicBezTo>
                <a:cubicBezTo>
                  <a:pt x="5661279" y="3639022"/>
                  <a:pt x="5662994" y="3659596"/>
                  <a:pt x="5656993" y="3664739"/>
                </a:cubicBezTo>
                <a:cubicBezTo>
                  <a:pt x="5650135" y="3669883"/>
                  <a:pt x="5650135" y="3671597"/>
                  <a:pt x="5645849" y="3681027"/>
                </a:cubicBezTo>
                <a:cubicBezTo>
                  <a:pt x="5642420" y="3690457"/>
                  <a:pt x="5645849" y="3681027"/>
                  <a:pt x="5656136" y="3687028"/>
                </a:cubicBezTo>
                <a:cubicBezTo>
                  <a:pt x="5666423" y="3693028"/>
                  <a:pt x="5660422" y="3688742"/>
                  <a:pt x="5665566" y="3687885"/>
                </a:cubicBezTo>
                <a:cubicBezTo>
                  <a:pt x="5670709" y="3687885"/>
                  <a:pt x="5685282" y="3684456"/>
                  <a:pt x="5689569" y="3683599"/>
                </a:cubicBezTo>
                <a:cubicBezTo>
                  <a:pt x="5693855" y="3682741"/>
                  <a:pt x="5696427" y="3683599"/>
                  <a:pt x="5695569" y="3698172"/>
                </a:cubicBezTo>
                <a:cubicBezTo>
                  <a:pt x="5694713" y="3713602"/>
                  <a:pt x="5695569" y="3698172"/>
                  <a:pt x="5717859" y="3709316"/>
                </a:cubicBezTo>
                <a:cubicBezTo>
                  <a:pt x="5740148" y="3719603"/>
                  <a:pt x="5713573" y="3719603"/>
                  <a:pt x="5730718" y="3723889"/>
                </a:cubicBezTo>
                <a:cubicBezTo>
                  <a:pt x="5747863" y="3728176"/>
                  <a:pt x="5728146" y="3729033"/>
                  <a:pt x="5715287" y="3734176"/>
                </a:cubicBezTo>
                <a:cubicBezTo>
                  <a:pt x="5702427" y="3740177"/>
                  <a:pt x="5708429" y="3733319"/>
                  <a:pt x="5699857" y="3744463"/>
                </a:cubicBezTo>
                <a:cubicBezTo>
                  <a:pt x="5691283" y="3755608"/>
                  <a:pt x="5701571" y="3752179"/>
                  <a:pt x="5705857" y="3753893"/>
                </a:cubicBezTo>
                <a:cubicBezTo>
                  <a:pt x="5710143" y="3755608"/>
                  <a:pt x="5717859" y="3753893"/>
                  <a:pt x="5722145" y="3750464"/>
                </a:cubicBezTo>
                <a:cubicBezTo>
                  <a:pt x="5725574" y="3747035"/>
                  <a:pt x="5729003" y="3748750"/>
                  <a:pt x="5729003" y="3748750"/>
                </a:cubicBezTo>
                <a:cubicBezTo>
                  <a:pt x="5729003" y="3748750"/>
                  <a:pt x="5738433" y="3740177"/>
                  <a:pt x="5747863" y="3745321"/>
                </a:cubicBezTo>
                <a:cubicBezTo>
                  <a:pt x="5757293" y="3750464"/>
                  <a:pt x="5747863" y="3745321"/>
                  <a:pt x="5750435" y="3742749"/>
                </a:cubicBezTo>
                <a:cubicBezTo>
                  <a:pt x="5753006" y="3741034"/>
                  <a:pt x="5757293" y="3741892"/>
                  <a:pt x="5760722" y="3738463"/>
                </a:cubicBezTo>
                <a:cubicBezTo>
                  <a:pt x="5764150" y="3735891"/>
                  <a:pt x="5771866" y="3733319"/>
                  <a:pt x="5794154" y="3741892"/>
                </a:cubicBezTo>
                <a:cubicBezTo>
                  <a:pt x="5817300" y="3750464"/>
                  <a:pt x="5795869" y="3748750"/>
                  <a:pt x="5806156" y="3753036"/>
                </a:cubicBezTo>
                <a:cubicBezTo>
                  <a:pt x="5815585" y="3757322"/>
                  <a:pt x="5809585" y="3755608"/>
                  <a:pt x="5810442" y="3749607"/>
                </a:cubicBezTo>
                <a:cubicBezTo>
                  <a:pt x="5811299" y="3743606"/>
                  <a:pt x="5811299" y="3735034"/>
                  <a:pt x="5814728" y="3733319"/>
                </a:cubicBezTo>
                <a:cubicBezTo>
                  <a:pt x="5818157" y="3732462"/>
                  <a:pt x="5820729" y="3734176"/>
                  <a:pt x="5825015" y="3737606"/>
                </a:cubicBezTo>
                <a:cubicBezTo>
                  <a:pt x="5829302" y="3741034"/>
                  <a:pt x="5838731" y="3718746"/>
                  <a:pt x="5849018" y="3723032"/>
                </a:cubicBezTo>
                <a:cubicBezTo>
                  <a:pt x="5858448" y="3727318"/>
                  <a:pt x="5851590" y="3724747"/>
                  <a:pt x="5861877" y="3731605"/>
                </a:cubicBezTo>
                <a:cubicBezTo>
                  <a:pt x="5872164" y="3738463"/>
                  <a:pt x="5861877" y="3741892"/>
                  <a:pt x="5856733" y="3746178"/>
                </a:cubicBezTo>
                <a:cubicBezTo>
                  <a:pt x="5850733" y="3751321"/>
                  <a:pt x="5853305" y="3743606"/>
                  <a:pt x="5844732" y="3741034"/>
                </a:cubicBezTo>
                <a:cubicBezTo>
                  <a:pt x="5836160" y="3738463"/>
                  <a:pt x="5841303" y="3742749"/>
                  <a:pt x="5828444" y="3754751"/>
                </a:cubicBezTo>
                <a:cubicBezTo>
                  <a:pt x="5815585" y="3765895"/>
                  <a:pt x="5828444" y="3754751"/>
                  <a:pt x="5831016" y="3761608"/>
                </a:cubicBezTo>
                <a:cubicBezTo>
                  <a:pt x="5833588" y="3768466"/>
                  <a:pt x="5840446" y="3759037"/>
                  <a:pt x="5847304" y="3761608"/>
                </a:cubicBezTo>
                <a:cubicBezTo>
                  <a:pt x="5854162" y="3764180"/>
                  <a:pt x="5852447" y="3764180"/>
                  <a:pt x="5861877" y="3765895"/>
                </a:cubicBezTo>
                <a:cubicBezTo>
                  <a:pt x="5871307" y="3767609"/>
                  <a:pt x="5861877" y="3765895"/>
                  <a:pt x="5863592" y="3771896"/>
                </a:cubicBezTo>
                <a:cubicBezTo>
                  <a:pt x="5864449" y="3777896"/>
                  <a:pt x="5867878" y="3772753"/>
                  <a:pt x="5877308" y="3777039"/>
                </a:cubicBezTo>
                <a:cubicBezTo>
                  <a:pt x="5886737" y="3782182"/>
                  <a:pt x="5880737" y="3779611"/>
                  <a:pt x="5877308" y="3786469"/>
                </a:cubicBezTo>
                <a:cubicBezTo>
                  <a:pt x="5874736" y="3793327"/>
                  <a:pt x="5874736" y="3786469"/>
                  <a:pt x="5871307" y="3784754"/>
                </a:cubicBezTo>
                <a:cubicBezTo>
                  <a:pt x="5867878" y="3783040"/>
                  <a:pt x="5867020" y="3783040"/>
                  <a:pt x="5859305" y="3787326"/>
                </a:cubicBezTo>
                <a:cubicBezTo>
                  <a:pt x="5851590" y="3791612"/>
                  <a:pt x="5850733" y="3788183"/>
                  <a:pt x="5847304" y="3789898"/>
                </a:cubicBezTo>
                <a:cubicBezTo>
                  <a:pt x="5843875" y="3791612"/>
                  <a:pt x="5842160" y="3788183"/>
                  <a:pt x="5824158" y="3786469"/>
                </a:cubicBezTo>
                <a:cubicBezTo>
                  <a:pt x="5806156" y="3784754"/>
                  <a:pt x="5824158" y="3786469"/>
                  <a:pt x="5813871" y="3796756"/>
                </a:cubicBezTo>
                <a:cubicBezTo>
                  <a:pt x="5803584" y="3807043"/>
                  <a:pt x="5813871" y="3796756"/>
                  <a:pt x="5807013" y="3796756"/>
                </a:cubicBezTo>
                <a:cubicBezTo>
                  <a:pt x="5800155" y="3796756"/>
                  <a:pt x="5797583" y="3794184"/>
                  <a:pt x="5793297" y="3791612"/>
                </a:cubicBezTo>
                <a:cubicBezTo>
                  <a:pt x="5788153" y="3789041"/>
                  <a:pt x="5790725" y="3787326"/>
                  <a:pt x="5781295" y="3787326"/>
                </a:cubicBezTo>
                <a:cubicBezTo>
                  <a:pt x="5771866" y="3787326"/>
                  <a:pt x="5781295" y="3787326"/>
                  <a:pt x="5771866" y="3786469"/>
                </a:cubicBezTo>
                <a:cubicBezTo>
                  <a:pt x="5763293" y="3785611"/>
                  <a:pt x="5768437" y="3780468"/>
                  <a:pt x="5767580" y="3768466"/>
                </a:cubicBezTo>
                <a:cubicBezTo>
                  <a:pt x="5766722" y="3756465"/>
                  <a:pt x="5767580" y="3768466"/>
                  <a:pt x="5762436" y="3767609"/>
                </a:cubicBezTo>
                <a:cubicBezTo>
                  <a:pt x="5757293" y="3766752"/>
                  <a:pt x="5759007" y="3765895"/>
                  <a:pt x="5755578" y="3765895"/>
                </a:cubicBezTo>
                <a:cubicBezTo>
                  <a:pt x="5753006" y="3765895"/>
                  <a:pt x="5755578" y="3765895"/>
                  <a:pt x="5742719" y="3768466"/>
                </a:cubicBezTo>
                <a:cubicBezTo>
                  <a:pt x="5729860" y="3771038"/>
                  <a:pt x="5738433" y="3769324"/>
                  <a:pt x="5734147" y="3769324"/>
                </a:cubicBezTo>
                <a:cubicBezTo>
                  <a:pt x="5729860" y="3769324"/>
                  <a:pt x="5728146" y="3770181"/>
                  <a:pt x="5721288" y="3771896"/>
                </a:cubicBezTo>
                <a:cubicBezTo>
                  <a:pt x="5714430" y="3773610"/>
                  <a:pt x="5716145" y="3771896"/>
                  <a:pt x="5712715" y="3772753"/>
                </a:cubicBezTo>
                <a:cubicBezTo>
                  <a:pt x="5710143" y="3772753"/>
                  <a:pt x="5703285" y="3780468"/>
                  <a:pt x="5698999" y="3784754"/>
                </a:cubicBezTo>
                <a:cubicBezTo>
                  <a:pt x="5693855" y="3789041"/>
                  <a:pt x="5686140" y="3792469"/>
                  <a:pt x="5679282" y="3791612"/>
                </a:cubicBezTo>
                <a:cubicBezTo>
                  <a:pt x="5672424" y="3791612"/>
                  <a:pt x="5674996" y="3793327"/>
                  <a:pt x="5671567" y="3795898"/>
                </a:cubicBezTo>
                <a:cubicBezTo>
                  <a:pt x="5668137" y="3797613"/>
                  <a:pt x="5665566" y="3805328"/>
                  <a:pt x="5663851" y="3808757"/>
                </a:cubicBezTo>
                <a:cubicBezTo>
                  <a:pt x="5662137" y="3811329"/>
                  <a:pt x="5651850" y="3816472"/>
                  <a:pt x="5644134" y="3830188"/>
                </a:cubicBezTo>
                <a:cubicBezTo>
                  <a:pt x="5636419" y="3843904"/>
                  <a:pt x="5638134" y="3839618"/>
                  <a:pt x="5646706" y="3858478"/>
                </a:cubicBezTo>
                <a:cubicBezTo>
                  <a:pt x="5655279" y="3877337"/>
                  <a:pt x="5641563" y="3863621"/>
                  <a:pt x="5641563" y="3873051"/>
                </a:cubicBezTo>
                <a:cubicBezTo>
                  <a:pt x="5641563" y="3881623"/>
                  <a:pt x="5639848" y="3877337"/>
                  <a:pt x="5636419" y="3885052"/>
                </a:cubicBezTo>
                <a:cubicBezTo>
                  <a:pt x="5632990" y="3892768"/>
                  <a:pt x="5636419" y="3885052"/>
                  <a:pt x="5644992" y="3894482"/>
                </a:cubicBezTo>
                <a:cubicBezTo>
                  <a:pt x="5653564" y="3903912"/>
                  <a:pt x="5644992" y="3894482"/>
                  <a:pt x="5650135" y="3900483"/>
                </a:cubicBezTo>
                <a:cubicBezTo>
                  <a:pt x="5656136" y="3907341"/>
                  <a:pt x="5651850" y="3905626"/>
                  <a:pt x="5652707" y="3912484"/>
                </a:cubicBezTo>
                <a:cubicBezTo>
                  <a:pt x="5653564" y="3919342"/>
                  <a:pt x="5655279" y="3915913"/>
                  <a:pt x="5662137" y="3920200"/>
                </a:cubicBezTo>
                <a:cubicBezTo>
                  <a:pt x="5668995" y="3924486"/>
                  <a:pt x="5665566" y="3923629"/>
                  <a:pt x="5668995" y="3931344"/>
                </a:cubicBezTo>
                <a:cubicBezTo>
                  <a:pt x="5672424" y="3939059"/>
                  <a:pt x="5673281" y="3933058"/>
                  <a:pt x="5680139" y="3937345"/>
                </a:cubicBezTo>
                <a:cubicBezTo>
                  <a:pt x="5687854" y="3941631"/>
                  <a:pt x="5698141" y="3938202"/>
                  <a:pt x="5707571" y="3938202"/>
                </a:cubicBezTo>
                <a:cubicBezTo>
                  <a:pt x="5717002" y="3938202"/>
                  <a:pt x="5719573" y="3939059"/>
                  <a:pt x="5726432" y="3935630"/>
                </a:cubicBezTo>
                <a:cubicBezTo>
                  <a:pt x="5734147" y="3933058"/>
                  <a:pt x="5741862" y="3933058"/>
                  <a:pt x="5746148" y="3929629"/>
                </a:cubicBezTo>
                <a:cubicBezTo>
                  <a:pt x="5750435" y="3926201"/>
                  <a:pt x="5754721" y="3927058"/>
                  <a:pt x="5757293" y="3928772"/>
                </a:cubicBezTo>
                <a:cubicBezTo>
                  <a:pt x="5759864" y="3930487"/>
                  <a:pt x="5758150" y="3934773"/>
                  <a:pt x="5765008" y="3939916"/>
                </a:cubicBezTo>
                <a:cubicBezTo>
                  <a:pt x="5771866" y="3945060"/>
                  <a:pt x="5771866" y="3938202"/>
                  <a:pt x="5776152" y="3937345"/>
                </a:cubicBezTo>
                <a:cubicBezTo>
                  <a:pt x="5780438" y="3936487"/>
                  <a:pt x="5792440" y="3944203"/>
                  <a:pt x="5792440" y="3944203"/>
                </a:cubicBezTo>
                <a:cubicBezTo>
                  <a:pt x="5792440" y="3944203"/>
                  <a:pt x="5791583" y="3950203"/>
                  <a:pt x="5789011" y="3960491"/>
                </a:cubicBezTo>
                <a:cubicBezTo>
                  <a:pt x="5786439" y="3970777"/>
                  <a:pt x="5789011" y="3960491"/>
                  <a:pt x="5789011" y="3966491"/>
                </a:cubicBezTo>
                <a:cubicBezTo>
                  <a:pt x="5789011" y="3972492"/>
                  <a:pt x="5790725" y="3988780"/>
                  <a:pt x="5790725" y="3988780"/>
                </a:cubicBezTo>
                <a:cubicBezTo>
                  <a:pt x="5790725" y="3988780"/>
                  <a:pt x="5794154" y="3993066"/>
                  <a:pt x="5798440" y="3999924"/>
                </a:cubicBezTo>
                <a:cubicBezTo>
                  <a:pt x="5802727" y="4006782"/>
                  <a:pt x="5802727" y="4005067"/>
                  <a:pt x="5803584" y="4007639"/>
                </a:cubicBezTo>
                <a:cubicBezTo>
                  <a:pt x="5804441" y="4010211"/>
                  <a:pt x="5810442" y="4016212"/>
                  <a:pt x="5812157" y="4020498"/>
                </a:cubicBezTo>
                <a:cubicBezTo>
                  <a:pt x="5813871" y="4023927"/>
                  <a:pt x="5813871" y="4026499"/>
                  <a:pt x="5814728" y="4032499"/>
                </a:cubicBezTo>
                <a:cubicBezTo>
                  <a:pt x="5815585" y="4039358"/>
                  <a:pt x="5809585" y="4040215"/>
                  <a:pt x="5803584" y="4044501"/>
                </a:cubicBezTo>
                <a:cubicBezTo>
                  <a:pt x="5797583" y="4048787"/>
                  <a:pt x="5801012" y="4050502"/>
                  <a:pt x="5798440" y="4060789"/>
                </a:cubicBezTo>
                <a:cubicBezTo>
                  <a:pt x="5795869" y="4071075"/>
                  <a:pt x="5798440" y="4060789"/>
                  <a:pt x="5794154" y="4071075"/>
                </a:cubicBezTo>
                <a:cubicBezTo>
                  <a:pt x="5789868" y="4081363"/>
                  <a:pt x="5795012" y="4075362"/>
                  <a:pt x="5801012" y="4081363"/>
                </a:cubicBezTo>
                <a:cubicBezTo>
                  <a:pt x="5807870" y="4087363"/>
                  <a:pt x="5807013" y="4083934"/>
                  <a:pt x="5811299" y="4094221"/>
                </a:cubicBezTo>
                <a:cubicBezTo>
                  <a:pt x="5816443" y="4103651"/>
                  <a:pt x="5813014" y="4097651"/>
                  <a:pt x="5813871" y="4106223"/>
                </a:cubicBezTo>
                <a:cubicBezTo>
                  <a:pt x="5814728" y="4114796"/>
                  <a:pt x="5813871" y="4106223"/>
                  <a:pt x="5813871" y="4115653"/>
                </a:cubicBezTo>
                <a:cubicBezTo>
                  <a:pt x="5813871" y="4124225"/>
                  <a:pt x="5813871" y="4115653"/>
                  <a:pt x="5819015" y="4127654"/>
                </a:cubicBezTo>
                <a:cubicBezTo>
                  <a:pt x="5824158" y="4139655"/>
                  <a:pt x="5819872" y="4132798"/>
                  <a:pt x="5825873" y="4143942"/>
                </a:cubicBezTo>
                <a:cubicBezTo>
                  <a:pt x="5832730" y="4155086"/>
                  <a:pt x="5825873" y="4143942"/>
                  <a:pt x="5830159" y="4143942"/>
                </a:cubicBezTo>
                <a:cubicBezTo>
                  <a:pt x="5834445" y="4143942"/>
                  <a:pt x="5845589" y="4138798"/>
                  <a:pt x="5848161" y="4136227"/>
                </a:cubicBezTo>
                <a:cubicBezTo>
                  <a:pt x="5850733" y="4133655"/>
                  <a:pt x="5866163" y="4127654"/>
                  <a:pt x="5870450" y="4126797"/>
                </a:cubicBezTo>
                <a:cubicBezTo>
                  <a:pt x="5875593" y="4125940"/>
                  <a:pt x="5873878" y="4117367"/>
                  <a:pt x="5873878" y="4117367"/>
                </a:cubicBezTo>
                <a:lnTo>
                  <a:pt x="5888452" y="4105365"/>
                </a:lnTo>
                <a:lnTo>
                  <a:pt x="5900453" y="4087363"/>
                </a:lnTo>
                <a:cubicBezTo>
                  <a:pt x="5900453" y="4087363"/>
                  <a:pt x="5900453" y="4077934"/>
                  <a:pt x="5900453" y="4075362"/>
                </a:cubicBezTo>
                <a:cubicBezTo>
                  <a:pt x="5900453" y="4073648"/>
                  <a:pt x="5907311" y="4072790"/>
                  <a:pt x="5911598" y="4071933"/>
                </a:cubicBezTo>
                <a:cubicBezTo>
                  <a:pt x="5915027" y="4071075"/>
                  <a:pt x="5914169" y="4066789"/>
                  <a:pt x="5915884" y="4064218"/>
                </a:cubicBezTo>
                <a:cubicBezTo>
                  <a:pt x="5917598" y="4062503"/>
                  <a:pt x="5923599" y="4053073"/>
                  <a:pt x="5929600" y="4051359"/>
                </a:cubicBezTo>
                <a:cubicBezTo>
                  <a:pt x="5936458" y="4050502"/>
                  <a:pt x="5924456" y="4039358"/>
                  <a:pt x="5924456" y="4039358"/>
                </a:cubicBezTo>
                <a:cubicBezTo>
                  <a:pt x="5924456" y="4039358"/>
                  <a:pt x="5933029" y="4033357"/>
                  <a:pt x="5934743" y="4027356"/>
                </a:cubicBezTo>
                <a:cubicBezTo>
                  <a:pt x="5936458" y="4021355"/>
                  <a:pt x="5934743" y="4009354"/>
                  <a:pt x="5933886" y="4005925"/>
                </a:cubicBezTo>
                <a:cubicBezTo>
                  <a:pt x="5933029" y="4003353"/>
                  <a:pt x="5933886" y="3991351"/>
                  <a:pt x="5933886" y="3991351"/>
                </a:cubicBezTo>
                <a:lnTo>
                  <a:pt x="5940744" y="3982779"/>
                </a:lnTo>
                <a:cubicBezTo>
                  <a:pt x="5940744" y="3982779"/>
                  <a:pt x="5941601" y="3967348"/>
                  <a:pt x="5944173" y="3965634"/>
                </a:cubicBezTo>
                <a:cubicBezTo>
                  <a:pt x="5946745" y="3963919"/>
                  <a:pt x="5951031" y="3953632"/>
                  <a:pt x="5955317" y="3953632"/>
                </a:cubicBezTo>
                <a:cubicBezTo>
                  <a:pt x="5959603" y="3953632"/>
                  <a:pt x="5958746" y="3930487"/>
                  <a:pt x="5958746" y="3930487"/>
                </a:cubicBezTo>
                <a:lnTo>
                  <a:pt x="5965604" y="3917628"/>
                </a:lnTo>
                <a:cubicBezTo>
                  <a:pt x="5965604" y="3917628"/>
                  <a:pt x="5968176" y="3904769"/>
                  <a:pt x="5968176" y="3902197"/>
                </a:cubicBezTo>
                <a:cubicBezTo>
                  <a:pt x="5968176" y="3899626"/>
                  <a:pt x="5961318" y="3894482"/>
                  <a:pt x="5961318" y="3894482"/>
                </a:cubicBezTo>
                <a:cubicBezTo>
                  <a:pt x="5961318" y="3894482"/>
                  <a:pt x="5954460" y="3894482"/>
                  <a:pt x="5949317" y="3897054"/>
                </a:cubicBezTo>
                <a:cubicBezTo>
                  <a:pt x="5944173" y="3899626"/>
                  <a:pt x="5945888" y="3897911"/>
                  <a:pt x="5942458" y="3898768"/>
                </a:cubicBezTo>
                <a:cubicBezTo>
                  <a:pt x="5939030" y="3899626"/>
                  <a:pt x="5938172" y="3897054"/>
                  <a:pt x="5933029" y="3895339"/>
                </a:cubicBezTo>
                <a:cubicBezTo>
                  <a:pt x="5927885" y="3893625"/>
                  <a:pt x="5932172" y="3888481"/>
                  <a:pt x="5933029" y="3884195"/>
                </a:cubicBezTo>
                <a:cubicBezTo>
                  <a:pt x="5933886" y="3879909"/>
                  <a:pt x="5925313" y="3880766"/>
                  <a:pt x="5921885" y="3879909"/>
                </a:cubicBezTo>
                <a:cubicBezTo>
                  <a:pt x="5919313" y="3879052"/>
                  <a:pt x="5918455" y="3869622"/>
                  <a:pt x="5915884" y="3867050"/>
                </a:cubicBezTo>
                <a:cubicBezTo>
                  <a:pt x="5914169" y="3865336"/>
                  <a:pt x="5913312" y="3861907"/>
                  <a:pt x="5909883" y="3855049"/>
                </a:cubicBezTo>
                <a:cubicBezTo>
                  <a:pt x="5906454" y="3848191"/>
                  <a:pt x="5904740" y="3851620"/>
                  <a:pt x="5900453" y="3850762"/>
                </a:cubicBezTo>
                <a:cubicBezTo>
                  <a:pt x="5896167" y="3849905"/>
                  <a:pt x="5901310" y="3841333"/>
                  <a:pt x="5897024" y="3833617"/>
                </a:cubicBezTo>
                <a:cubicBezTo>
                  <a:pt x="5892738" y="3825902"/>
                  <a:pt x="5906454" y="3830188"/>
                  <a:pt x="5906454" y="3830188"/>
                </a:cubicBezTo>
                <a:cubicBezTo>
                  <a:pt x="5906454" y="3830188"/>
                  <a:pt x="5906454" y="3830188"/>
                  <a:pt x="5912455" y="3835332"/>
                </a:cubicBezTo>
                <a:cubicBezTo>
                  <a:pt x="5918455" y="3841333"/>
                  <a:pt x="5914169" y="3839618"/>
                  <a:pt x="5918455" y="3845619"/>
                </a:cubicBezTo>
                <a:cubicBezTo>
                  <a:pt x="5923599" y="3851620"/>
                  <a:pt x="5919313" y="3855906"/>
                  <a:pt x="5921027" y="3858478"/>
                </a:cubicBezTo>
                <a:cubicBezTo>
                  <a:pt x="5922742" y="3861049"/>
                  <a:pt x="5932172" y="3862764"/>
                  <a:pt x="5935600" y="3867907"/>
                </a:cubicBezTo>
                <a:cubicBezTo>
                  <a:pt x="5939030" y="3873051"/>
                  <a:pt x="5944173" y="3879052"/>
                  <a:pt x="5944173" y="3879052"/>
                </a:cubicBezTo>
                <a:cubicBezTo>
                  <a:pt x="5944173" y="3879052"/>
                  <a:pt x="5961318" y="3876480"/>
                  <a:pt x="5964747" y="3874766"/>
                </a:cubicBezTo>
                <a:cubicBezTo>
                  <a:pt x="5967319" y="3873051"/>
                  <a:pt x="5969033" y="3863621"/>
                  <a:pt x="5969033" y="3863621"/>
                </a:cubicBezTo>
                <a:cubicBezTo>
                  <a:pt x="5969033" y="3863621"/>
                  <a:pt x="5972462" y="3855049"/>
                  <a:pt x="5972462" y="3851620"/>
                </a:cubicBezTo>
                <a:cubicBezTo>
                  <a:pt x="5972462" y="3849048"/>
                  <a:pt x="5968176" y="3837046"/>
                  <a:pt x="5968176" y="3837046"/>
                </a:cubicBezTo>
                <a:lnTo>
                  <a:pt x="5968176" y="3825045"/>
                </a:lnTo>
                <a:cubicBezTo>
                  <a:pt x="5968176" y="3825045"/>
                  <a:pt x="5962175" y="3819044"/>
                  <a:pt x="5963890" y="3814758"/>
                </a:cubicBezTo>
                <a:cubicBezTo>
                  <a:pt x="5965604" y="3811329"/>
                  <a:pt x="5963890" y="3814758"/>
                  <a:pt x="5967319" y="3815615"/>
                </a:cubicBezTo>
                <a:cubicBezTo>
                  <a:pt x="5969890" y="3816472"/>
                  <a:pt x="5976748" y="3816472"/>
                  <a:pt x="5979320" y="3819901"/>
                </a:cubicBezTo>
                <a:cubicBezTo>
                  <a:pt x="5981892" y="3823331"/>
                  <a:pt x="5984464" y="3832760"/>
                  <a:pt x="5987893" y="3836189"/>
                </a:cubicBezTo>
                <a:cubicBezTo>
                  <a:pt x="5991322" y="3839618"/>
                  <a:pt x="5991322" y="3838761"/>
                  <a:pt x="5995608" y="3843904"/>
                </a:cubicBezTo>
                <a:cubicBezTo>
                  <a:pt x="5999037" y="3849048"/>
                  <a:pt x="5998180" y="3845619"/>
                  <a:pt x="6001609" y="3850762"/>
                </a:cubicBezTo>
                <a:cubicBezTo>
                  <a:pt x="6005038" y="3856763"/>
                  <a:pt x="6001609" y="3855049"/>
                  <a:pt x="6005895" y="3862764"/>
                </a:cubicBezTo>
                <a:cubicBezTo>
                  <a:pt x="6010181" y="3870479"/>
                  <a:pt x="6010181" y="3868765"/>
                  <a:pt x="6014468" y="3873051"/>
                </a:cubicBezTo>
                <a:lnTo>
                  <a:pt x="6016182" y="3869622"/>
                </a:lnTo>
                <a:cubicBezTo>
                  <a:pt x="5982107" y="3745535"/>
                  <a:pt x="5876182" y="3678348"/>
                  <a:pt x="5825350" y="3652510"/>
                </a:cubicBezTo>
                <a:lnTo>
                  <a:pt x="5820840" y="3650383"/>
                </a:lnTo>
                <a:lnTo>
                  <a:pt x="5876805" y="3675659"/>
                </a:lnTo>
                <a:cubicBezTo>
                  <a:pt x="6043936" y="3773476"/>
                  <a:pt x="6086691" y="3965313"/>
                  <a:pt x="5998180" y="4119082"/>
                </a:cubicBezTo>
                <a:cubicBezTo>
                  <a:pt x="5897024" y="4294818"/>
                  <a:pt x="5717002" y="4286246"/>
                  <a:pt x="5717002" y="4286246"/>
                </a:cubicBezTo>
                <a:cubicBezTo>
                  <a:pt x="5797583" y="4285388"/>
                  <a:pt x="5835302" y="4250241"/>
                  <a:pt x="5835302" y="4250241"/>
                </a:cubicBezTo>
                <a:cubicBezTo>
                  <a:pt x="5835302" y="4250241"/>
                  <a:pt x="5821586" y="4249384"/>
                  <a:pt x="5819015" y="4251098"/>
                </a:cubicBezTo>
                <a:cubicBezTo>
                  <a:pt x="5816443" y="4252813"/>
                  <a:pt x="5805298" y="4244240"/>
                  <a:pt x="5802727" y="4244240"/>
                </a:cubicBezTo>
                <a:cubicBezTo>
                  <a:pt x="5800155" y="4244240"/>
                  <a:pt x="5795869" y="4243383"/>
                  <a:pt x="5793297" y="4242525"/>
                </a:cubicBezTo>
                <a:cubicBezTo>
                  <a:pt x="5790725" y="4241668"/>
                  <a:pt x="5783010" y="4244240"/>
                  <a:pt x="5777867" y="4245098"/>
                </a:cubicBezTo>
                <a:cubicBezTo>
                  <a:pt x="5771866" y="4245955"/>
                  <a:pt x="5771008" y="4245955"/>
                  <a:pt x="5765865" y="4251098"/>
                </a:cubicBezTo>
                <a:cubicBezTo>
                  <a:pt x="5759864" y="4256242"/>
                  <a:pt x="5759864" y="4250241"/>
                  <a:pt x="5755578" y="4250241"/>
                </a:cubicBezTo>
                <a:cubicBezTo>
                  <a:pt x="5752149" y="4250241"/>
                  <a:pt x="5742719" y="4251098"/>
                  <a:pt x="5742719" y="4251098"/>
                </a:cubicBezTo>
                <a:lnTo>
                  <a:pt x="5747005" y="4240811"/>
                </a:lnTo>
                <a:cubicBezTo>
                  <a:pt x="5747005" y="4240811"/>
                  <a:pt x="5741005" y="4239097"/>
                  <a:pt x="5735861" y="4239097"/>
                </a:cubicBezTo>
                <a:cubicBezTo>
                  <a:pt x="5730718" y="4239097"/>
                  <a:pt x="5731575" y="4243383"/>
                  <a:pt x="5729003" y="4247669"/>
                </a:cubicBezTo>
                <a:cubicBezTo>
                  <a:pt x="5726432" y="4251956"/>
                  <a:pt x="5726432" y="4252813"/>
                  <a:pt x="5723003" y="4258813"/>
                </a:cubicBezTo>
                <a:cubicBezTo>
                  <a:pt x="5720431" y="4265671"/>
                  <a:pt x="5706715" y="4255384"/>
                  <a:pt x="5701571" y="4254527"/>
                </a:cubicBezTo>
                <a:cubicBezTo>
                  <a:pt x="5696427" y="4253670"/>
                  <a:pt x="5693855" y="4254527"/>
                  <a:pt x="5689569" y="4251956"/>
                </a:cubicBezTo>
                <a:cubicBezTo>
                  <a:pt x="5685282" y="4249384"/>
                  <a:pt x="5690426" y="4247669"/>
                  <a:pt x="5690426" y="4247669"/>
                </a:cubicBezTo>
                <a:lnTo>
                  <a:pt x="5702427" y="4239097"/>
                </a:lnTo>
                <a:lnTo>
                  <a:pt x="5714430" y="4232239"/>
                </a:lnTo>
                <a:cubicBezTo>
                  <a:pt x="5714430" y="4232239"/>
                  <a:pt x="5712715" y="4226238"/>
                  <a:pt x="5708429" y="4225380"/>
                </a:cubicBezTo>
                <a:cubicBezTo>
                  <a:pt x="5704999" y="4224523"/>
                  <a:pt x="5704999" y="4227953"/>
                  <a:pt x="5702427" y="4230524"/>
                </a:cubicBezTo>
                <a:cubicBezTo>
                  <a:pt x="5699857" y="4233096"/>
                  <a:pt x="5677567" y="4231381"/>
                  <a:pt x="5677567" y="4231381"/>
                </a:cubicBezTo>
                <a:cubicBezTo>
                  <a:pt x="5677567" y="4231381"/>
                  <a:pt x="5663851" y="4236525"/>
                  <a:pt x="5656993" y="4233096"/>
                </a:cubicBezTo>
                <a:cubicBezTo>
                  <a:pt x="5649278" y="4229667"/>
                  <a:pt x="5656993" y="4233096"/>
                  <a:pt x="5653564" y="4226238"/>
                </a:cubicBezTo>
                <a:cubicBezTo>
                  <a:pt x="5650992" y="4219380"/>
                  <a:pt x="5644134" y="4230524"/>
                  <a:pt x="5638991" y="4233096"/>
                </a:cubicBezTo>
                <a:cubicBezTo>
                  <a:pt x="5632990" y="4235668"/>
                  <a:pt x="5632990" y="4233953"/>
                  <a:pt x="5618417" y="4236525"/>
                </a:cubicBezTo>
                <a:cubicBezTo>
                  <a:pt x="5603844" y="4239097"/>
                  <a:pt x="5608130" y="4238239"/>
                  <a:pt x="5608130" y="4238239"/>
                </a:cubicBezTo>
                <a:lnTo>
                  <a:pt x="5607273" y="4232239"/>
                </a:lnTo>
                <a:cubicBezTo>
                  <a:pt x="5607273" y="4232239"/>
                  <a:pt x="5601272" y="4236525"/>
                  <a:pt x="5596986" y="4240811"/>
                </a:cubicBezTo>
                <a:cubicBezTo>
                  <a:pt x="5592699" y="4245098"/>
                  <a:pt x="5588413" y="4242525"/>
                  <a:pt x="5584984" y="4242525"/>
                </a:cubicBezTo>
                <a:cubicBezTo>
                  <a:pt x="5581555" y="4242525"/>
                  <a:pt x="5583270" y="4256242"/>
                  <a:pt x="5583270" y="4256242"/>
                </a:cubicBezTo>
                <a:cubicBezTo>
                  <a:pt x="5589271" y="4270815"/>
                  <a:pt x="5664709" y="4287103"/>
                  <a:pt x="5664709" y="4287103"/>
                </a:cubicBezTo>
                <a:cubicBezTo>
                  <a:pt x="5338954" y="4239097"/>
                  <a:pt x="5372386" y="3912484"/>
                  <a:pt x="5372386" y="3912484"/>
                </a:cubicBezTo>
                <a:lnTo>
                  <a:pt x="5375815" y="3909913"/>
                </a:lnTo>
                <a:cubicBezTo>
                  <a:pt x="5375815" y="3909913"/>
                  <a:pt x="5377530" y="3917628"/>
                  <a:pt x="5378387" y="3921057"/>
                </a:cubicBezTo>
                <a:cubicBezTo>
                  <a:pt x="5380101" y="3924486"/>
                  <a:pt x="5380101" y="3923629"/>
                  <a:pt x="5384388" y="3929629"/>
                </a:cubicBezTo>
                <a:cubicBezTo>
                  <a:pt x="5387817" y="3935630"/>
                  <a:pt x="5389531" y="3934773"/>
                  <a:pt x="5391246" y="3939059"/>
                </a:cubicBezTo>
                <a:cubicBezTo>
                  <a:pt x="5392960" y="3944203"/>
                  <a:pt x="5391246" y="3939059"/>
                  <a:pt x="5386959" y="3953632"/>
                </a:cubicBezTo>
                <a:cubicBezTo>
                  <a:pt x="5383531" y="3968206"/>
                  <a:pt x="5395532" y="3977636"/>
                  <a:pt x="5395532" y="3977636"/>
                </a:cubicBezTo>
                <a:cubicBezTo>
                  <a:pt x="5395532" y="3977636"/>
                  <a:pt x="5395532" y="3981922"/>
                  <a:pt x="5394675" y="4006782"/>
                </a:cubicBezTo>
                <a:cubicBezTo>
                  <a:pt x="5393817" y="4030785"/>
                  <a:pt x="5404962" y="4036785"/>
                  <a:pt x="5413534" y="4051359"/>
                </a:cubicBezTo>
                <a:cubicBezTo>
                  <a:pt x="5421249" y="4065075"/>
                  <a:pt x="5416963" y="4059931"/>
                  <a:pt x="5420392" y="4065932"/>
                </a:cubicBezTo>
                <a:cubicBezTo>
                  <a:pt x="5423821" y="4071075"/>
                  <a:pt x="5422964" y="4066789"/>
                  <a:pt x="5432394" y="4075362"/>
                </a:cubicBezTo>
                <a:cubicBezTo>
                  <a:pt x="5441824" y="4083934"/>
                  <a:pt x="5434108" y="4083934"/>
                  <a:pt x="5438394" y="4101079"/>
                </a:cubicBezTo>
                <a:cubicBezTo>
                  <a:pt x="5442681" y="4118224"/>
                  <a:pt x="5442681" y="4108795"/>
                  <a:pt x="5446110" y="4123368"/>
                </a:cubicBezTo>
                <a:cubicBezTo>
                  <a:pt x="5448681" y="4138798"/>
                  <a:pt x="5449539" y="4126797"/>
                  <a:pt x="5455539" y="4135369"/>
                </a:cubicBezTo>
                <a:cubicBezTo>
                  <a:pt x="5461540" y="4143942"/>
                  <a:pt x="5455539" y="4135369"/>
                  <a:pt x="5462397" y="4148228"/>
                </a:cubicBezTo>
                <a:cubicBezTo>
                  <a:pt x="5469256" y="4161087"/>
                  <a:pt x="5467541" y="4154229"/>
                  <a:pt x="5470113" y="4160230"/>
                </a:cubicBezTo>
                <a:cubicBezTo>
                  <a:pt x="5472684" y="4165373"/>
                  <a:pt x="5475256" y="4162801"/>
                  <a:pt x="5484686" y="4188519"/>
                </a:cubicBezTo>
                <a:cubicBezTo>
                  <a:pt x="5494116" y="4214236"/>
                  <a:pt x="5486401" y="4192805"/>
                  <a:pt x="5491544" y="4198806"/>
                </a:cubicBezTo>
                <a:cubicBezTo>
                  <a:pt x="5496687" y="4204807"/>
                  <a:pt x="5499259" y="4201378"/>
                  <a:pt x="5511261" y="4210808"/>
                </a:cubicBezTo>
                <a:cubicBezTo>
                  <a:pt x="5523262" y="4220237"/>
                  <a:pt x="5514690" y="4215094"/>
                  <a:pt x="5524119" y="4221094"/>
                </a:cubicBezTo>
                <a:cubicBezTo>
                  <a:pt x="5533549" y="4227095"/>
                  <a:pt x="5525834" y="4218523"/>
                  <a:pt x="5525834" y="4215094"/>
                </a:cubicBezTo>
                <a:cubicBezTo>
                  <a:pt x="5525834" y="4211665"/>
                  <a:pt x="5521548" y="4209950"/>
                  <a:pt x="5518119" y="4206521"/>
                </a:cubicBezTo>
                <a:cubicBezTo>
                  <a:pt x="5513832" y="4203949"/>
                  <a:pt x="5512975" y="4199663"/>
                  <a:pt x="5509546" y="4195377"/>
                </a:cubicBezTo>
                <a:cubicBezTo>
                  <a:pt x="5506974" y="4191948"/>
                  <a:pt x="5506974" y="4190233"/>
                  <a:pt x="5505260" y="4185947"/>
                </a:cubicBezTo>
                <a:cubicBezTo>
                  <a:pt x="5502688" y="4181661"/>
                  <a:pt x="5500117" y="4179946"/>
                  <a:pt x="5495830" y="4173088"/>
                </a:cubicBezTo>
                <a:cubicBezTo>
                  <a:pt x="5491544" y="4166231"/>
                  <a:pt x="5499259" y="4167945"/>
                  <a:pt x="5500117" y="4165373"/>
                </a:cubicBezTo>
                <a:cubicBezTo>
                  <a:pt x="5500974" y="4162801"/>
                  <a:pt x="5502688" y="4163659"/>
                  <a:pt x="5503546" y="4160230"/>
                </a:cubicBezTo>
                <a:cubicBezTo>
                  <a:pt x="5504403" y="4156800"/>
                  <a:pt x="5504403" y="4151657"/>
                  <a:pt x="5500117" y="4147371"/>
                </a:cubicBezTo>
                <a:cubicBezTo>
                  <a:pt x="5496687" y="4142228"/>
                  <a:pt x="5507832" y="4121653"/>
                  <a:pt x="5508689" y="4119082"/>
                </a:cubicBezTo>
                <a:cubicBezTo>
                  <a:pt x="5509546" y="4116510"/>
                  <a:pt x="5508689" y="4103651"/>
                  <a:pt x="5508689" y="4103651"/>
                </a:cubicBezTo>
                <a:cubicBezTo>
                  <a:pt x="5508689" y="4103651"/>
                  <a:pt x="5514690" y="4097651"/>
                  <a:pt x="5518119" y="4096793"/>
                </a:cubicBezTo>
                <a:cubicBezTo>
                  <a:pt x="5521548" y="4095936"/>
                  <a:pt x="5527549" y="4091650"/>
                  <a:pt x="5531835" y="4087363"/>
                </a:cubicBezTo>
                <a:cubicBezTo>
                  <a:pt x="5536121" y="4083077"/>
                  <a:pt x="5530120" y="4078791"/>
                  <a:pt x="5530120" y="4078791"/>
                </a:cubicBezTo>
                <a:cubicBezTo>
                  <a:pt x="5530120" y="4078791"/>
                  <a:pt x="5532692" y="4073648"/>
                  <a:pt x="5534407" y="4070218"/>
                </a:cubicBezTo>
                <a:cubicBezTo>
                  <a:pt x="5536121" y="4066789"/>
                  <a:pt x="5535264" y="4059074"/>
                  <a:pt x="5535264" y="4056503"/>
                </a:cubicBezTo>
                <a:cubicBezTo>
                  <a:pt x="5535264" y="4053930"/>
                  <a:pt x="5532692" y="4049644"/>
                  <a:pt x="5530977" y="4045358"/>
                </a:cubicBezTo>
                <a:cubicBezTo>
                  <a:pt x="5528406" y="4041072"/>
                  <a:pt x="5530977" y="4036785"/>
                  <a:pt x="5532692" y="4034214"/>
                </a:cubicBezTo>
                <a:cubicBezTo>
                  <a:pt x="5535264" y="4031642"/>
                  <a:pt x="5538693" y="4023070"/>
                  <a:pt x="5542122" y="4020498"/>
                </a:cubicBezTo>
                <a:cubicBezTo>
                  <a:pt x="5545551" y="4017926"/>
                  <a:pt x="5546408" y="4013640"/>
                  <a:pt x="5547265" y="4007639"/>
                </a:cubicBezTo>
                <a:cubicBezTo>
                  <a:pt x="5548122" y="4001638"/>
                  <a:pt x="5543836" y="4001638"/>
                  <a:pt x="5542122" y="4000781"/>
                </a:cubicBezTo>
                <a:cubicBezTo>
                  <a:pt x="5540407" y="3999924"/>
                  <a:pt x="5537836" y="3998209"/>
                  <a:pt x="5529263" y="3993923"/>
                </a:cubicBezTo>
                <a:cubicBezTo>
                  <a:pt x="5521548" y="3988780"/>
                  <a:pt x="5524119" y="3985351"/>
                  <a:pt x="5520691" y="3982779"/>
                </a:cubicBezTo>
                <a:cubicBezTo>
                  <a:pt x="5517262" y="3980207"/>
                  <a:pt x="5511261" y="3981064"/>
                  <a:pt x="5504403" y="3981922"/>
                </a:cubicBezTo>
                <a:cubicBezTo>
                  <a:pt x="5497545" y="3982779"/>
                  <a:pt x="5502688" y="3977636"/>
                  <a:pt x="5500974" y="3976778"/>
                </a:cubicBezTo>
                <a:cubicBezTo>
                  <a:pt x="5499259" y="3975921"/>
                  <a:pt x="5494116" y="3973349"/>
                  <a:pt x="5488115" y="3971635"/>
                </a:cubicBezTo>
                <a:cubicBezTo>
                  <a:pt x="5482971" y="3969920"/>
                  <a:pt x="5486401" y="3964777"/>
                  <a:pt x="5486401" y="3964777"/>
                </a:cubicBezTo>
                <a:cubicBezTo>
                  <a:pt x="5486401" y="3964777"/>
                  <a:pt x="5479542" y="3963919"/>
                  <a:pt x="5476971" y="3963062"/>
                </a:cubicBezTo>
                <a:cubicBezTo>
                  <a:pt x="5474399" y="3963062"/>
                  <a:pt x="5474399" y="3958776"/>
                  <a:pt x="5475256" y="3957061"/>
                </a:cubicBezTo>
                <a:cubicBezTo>
                  <a:pt x="5476114" y="3954490"/>
                  <a:pt x="5474399" y="3947632"/>
                  <a:pt x="5474399" y="3947632"/>
                </a:cubicBezTo>
                <a:cubicBezTo>
                  <a:pt x="5474399" y="3947632"/>
                  <a:pt x="5473542" y="3939059"/>
                  <a:pt x="5469256" y="3938202"/>
                </a:cubicBezTo>
                <a:cubicBezTo>
                  <a:pt x="5464969" y="3936487"/>
                  <a:pt x="5466684" y="3933058"/>
                  <a:pt x="5464969" y="3932201"/>
                </a:cubicBezTo>
                <a:cubicBezTo>
                  <a:pt x="5462397" y="3931344"/>
                  <a:pt x="5455539" y="3930487"/>
                  <a:pt x="5453825" y="3930487"/>
                </a:cubicBezTo>
                <a:cubicBezTo>
                  <a:pt x="5452968" y="3930487"/>
                  <a:pt x="5445252" y="3928772"/>
                  <a:pt x="5444395" y="3925343"/>
                </a:cubicBezTo>
                <a:cubicBezTo>
                  <a:pt x="5443538" y="3922771"/>
                  <a:pt x="5443538" y="3917628"/>
                  <a:pt x="5441824" y="3916771"/>
                </a:cubicBezTo>
                <a:cubicBezTo>
                  <a:pt x="5440109" y="3915913"/>
                  <a:pt x="5438394" y="3910770"/>
                  <a:pt x="5437537" y="3907341"/>
                </a:cubicBezTo>
                <a:cubicBezTo>
                  <a:pt x="5435823" y="3903912"/>
                  <a:pt x="5433251" y="3903912"/>
                  <a:pt x="5431536" y="3903055"/>
                </a:cubicBezTo>
                <a:cubicBezTo>
                  <a:pt x="5429822" y="3902197"/>
                  <a:pt x="5422107" y="3906484"/>
                  <a:pt x="5419535" y="3905626"/>
                </a:cubicBezTo>
                <a:cubicBezTo>
                  <a:pt x="5416963" y="3904769"/>
                  <a:pt x="5420392" y="3899626"/>
                  <a:pt x="5418678" y="3897911"/>
                </a:cubicBezTo>
                <a:cubicBezTo>
                  <a:pt x="5417821" y="3896197"/>
                  <a:pt x="5416963" y="3897054"/>
                  <a:pt x="5411820" y="3896197"/>
                </a:cubicBezTo>
                <a:cubicBezTo>
                  <a:pt x="5406676" y="3895339"/>
                  <a:pt x="5406676" y="3899626"/>
                  <a:pt x="5406676" y="3899626"/>
                </a:cubicBezTo>
                <a:lnTo>
                  <a:pt x="5404104" y="3903055"/>
                </a:lnTo>
                <a:cubicBezTo>
                  <a:pt x="5404104" y="3903055"/>
                  <a:pt x="5402390" y="3905626"/>
                  <a:pt x="5398104" y="3911627"/>
                </a:cubicBezTo>
                <a:cubicBezTo>
                  <a:pt x="5393817" y="3917628"/>
                  <a:pt x="5398104" y="3911627"/>
                  <a:pt x="5396389" y="3909913"/>
                </a:cubicBezTo>
                <a:cubicBezTo>
                  <a:pt x="5394675" y="3908198"/>
                  <a:pt x="5394675" y="3908198"/>
                  <a:pt x="5393817" y="3906484"/>
                </a:cubicBezTo>
                <a:cubicBezTo>
                  <a:pt x="5392103" y="3904769"/>
                  <a:pt x="5389531" y="3897054"/>
                  <a:pt x="5390389" y="3893625"/>
                </a:cubicBezTo>
                <a:cubicBezTo>
                  <a:pt x="5391246" y="3890196"/>
                  <a:pt x="5392960" y="3886767"/>
                  <a:pt x="5393817" y="3884195"/>
                </a:cubicBezTo>
                <a:cubicBezTo>
                  <a:pt x="5394675" y="3881623"/>
                  <a:pt x="5392960" y="3879909"/>
                  <a:pt x="5392960" y="3871336"/>
                </a:cubicBezTo>
                <a:cubicBezTo>
                  <a:pt x="5392960" y="3862764"/>
                  <a:pt x="5392960" y="3863621"/>
                  <a:pt x="5393817" y="3861049"/>
                </a:cubicBezTo>
                <a:cubicBezTo>
                  <a:pt x="5393817" y="3858478"/>
                  <a:pt x="5392960" y="3855906"/>
                  <a:pt x="5392960" y="3853334"/>
                </a:cubicBezTo>
                <a:cubicBezTo>
                  <a:pt x="5392960" y="3850762"/>
                  <a:pt x="5388674" y="3851620"/>
                  <a:pt x="5388674" y="3851620"/>
                </a:cubicBezTo>
                <a:cubicBezTo>
                  <a:pt x="5392103" y="3836189"/>
                  <a:pt x="5402390" y="3815615"/>
                  <a:pt x="5402390" y="3815615"/>
                </a:cubicBezTo>
                <a:cubicBezTo>
                  <a:pt x="5402390" y="3815615"/>
                  <a:pt x="5400676" y="3825045"/>
                  <a:pt x="5400676" y="3826759"/>
                </a:cubicBezTo>
                <a:cubicBezTo>
                  <a:pt x="5400676" y="3828474"/>
                  <a:pt x="5399818" y="3831903"/>
                  <a:pt x="5399818" y="3833617"/>
                </a:cubicBezTo>
                <a:cubicBezTo>
                  <a:pt x="5399818" y="3835332"/>
                  <a:pt x="5398961" y="3839618"/>
                  <a:pt x="5398961" y="3841333"/>
                </a:cubicBezTo>
                <a:cubicBezTo>
                  <a:pt x="5398961" y="3843047"/>
                  <a:pt x="5400676" y="3842190"/>
                  <a:pt x="5401533" y="3842190"/>
                </a:cubicBezTo>
                <a:cubicBezTo>
                  <a:pt x="5403247" y="3841333"/>
                  <a:pt x="5404104" y="3842190"/>
                  <a:pt x="5406676" y="3845619"/>
                </a:cubicBezTo>
                <a:cubicBezTo>
                  <a:pt x="5409248" y="3849048"/>
                  <a:pt x="5406676" y="3845619"/>
                  <a:pt x="5408391" y="3845619"/>
                </a:cubicBezTo>
                <a:cubicBezTo>
                  <a:pt x="5409248" y="3845619"/>
                  <a:pt x="5411820" y="3849048"/>
                  <a:pt x="5412677" y="3850762"/>
                </a:cubicBezTo>
                <a:cubicBezTo>
                  <a:pt x="5413534" y="3852477"/>
                  <a:pt x="5411820" y="3854191"/>
                  <a:pt x="5411820" y="3857621"/>
                </a:cubicBezTo>
                <a:cubicBezTo>
                  <a:pt x="5410962" y="3861049"/>
                  <a:pt x="5411820" y="3857621"/>
                  <a:pt x="5413534" y="3859335"/>
                </a:cubicBezTo>
                <a:cubicBezTo>
                  <a:pt x="5415249" y="3861049"/>
                  <a:pt x="5417821" y="3861049"/>
                  <a:pt x="5418678" y="3861907"/>
                </a:cubicBezTo>
                <a:cubicBezTo>
                  <a:pt x="5420392" y="3862764"/>
                  <a:pt x="5422964" y="3860192"/>
                  <a:pt x="5425536" y="3861049"/>
                </a:cubicBezTo>
                <a:cubicBezTo>
                  <a:pt x="5428107" y="3861049"/>
                  <a:pt x="5428107" y="3862764"/>
                  <a:pt x="5428965" y="3865336"/>
                </a:cubicBezTo>
                <a:cubicBezTo>
                  <a:pt x="5429822" y="3868765"/>
                  <a:pt x="5429822" y="3868765"/>
                  <a:pt x="5430679" y="3868765"/>
                </a:cubicBezTo>
                <a:cubicBezTo>
                  <a:pt x="5431536" y="3868765"/>
                  <a:pt x="5433251" y="3866193"/>
                  <a:pt x="5434108" y="3865336"/>
                </a:cubicBezTo>
                <a:cubicBezTo>
                  <a:pt x="5434966" y="3864478"/>
                  <a:pt x="5435823" y="3861049"/>
                  <a:pt x="5435823" y="3861049"/>
                </a:cubicBezTo>
                <a:lnTo>
                  <a:pt x="5432394" y="3858478"/>
                </a:lnTo>
                <a:lnTo>
                  <a:pt x="5427250" y="3855049"/>
                </a:lnTo>
                <a:lnTo>
                  <a:pt x="5421249" y="3853334"/>
                </a:lnTo>
                <a:cubicBezTo>
                  <a:pt x="5421249" y="3853334"/>
                  <a:pt x="5417821" y="3852477"/>
                  <a:pt x="5415249" y="3852477"/>
                </a:cubicBezTo>
                <a:cubicBezTo>
                  <a:pt x="5412677" y="3852477"/>
                  <a:pt x="5415249" y="3846476"/>
                  <a:pt x="5415249" y="3845619"/>
                </a:cubicBezTo>
                <a:cubicBezTo>
                  <a:pt x="5415249" y="3843904"/>
                  <a:pt x="5415249" y="3837904"/>
                  <a:pt x="5415249" y="3837904"/>
                </a:cubicBezTo>
                <a:cubicBezTo>
                  <a:pt x="5415249" y="3837904"/>
                  <a:pt x="5411820" y="3837046"/>
                  <a:pt x="5410962" y="3837046"/>
                </a:cubicBezTo>
                <a:cubicBezTo>
                  <a:pt x="5410105" y="3837046"/>
                  <a:pt x="5406676" y="3834475"/>
                  <a:pt x="5406676" y="3833617"/>
                </a:cubicBezTo>
                <a:cubicBezTo>
                  <a:pt x="5406676" y="3831903"/>
                  <a:pt x="5407534" y="3828474"/>
                  <a:pt x="5410105" y="3826759"/>
                </a:cubicBezTo>
                <a:cubicBezTo>
                  <a:pt x="5411820" y="3825045"/>
                  <a:pt x="5419535" y="3822473"/>
                  <a:pt x="5420392" y="3822473"/>
                </a:cubicBezTo>
                <a:cubicBezTo>
                  <a:pt x="5421249" y="3821616"/>
                  <a:pt x="5423821" y="3819044"/>
                  <a:pt x="5425536" y="3818187"/>
                </a:cubicBezTo>
                <a:cubicBezTo>
                  <a:pt x="5426393" y="3817330"/>
                  <a:pt x="5428965" y="3813901"/>
                  <a:pt x="5428965" y="3810472"/>
                </a:cubicBezTo>
                <a:cubicBezTo>
                  <a:pt x="5429822" y="3807900"/>
                  <a:pt x="5431536" y="3803614"/>
                  <a:pt x="5432394" y="3801899"/>
                </a:cubicBezTo>
                <a:cubicBezTo>
                  <a:pt x="5433251" y="3800185"/>
                  <a:pt x="5433251" y="3795898"/>
                  <a:pt x="5434108" y="3792469"/>
                </a:cubicBezTo>
                <a:cubicBezTo>
                  <a:pt x="5434966" y="3789898"/>
                  <a:pt x="5438394" y="3785611"/>
                  <a:pt x="5439252" y="3785611"/>
                </a:cubicBezTo>
                <a:cubicBezTo>
                  <a:pt x="5440109" y="3785611"/>
                  <a:pt x="5448681" y="3779611"/>
                  <a:pt x="5451253" y="3776182"/>
                </a:cubicBezTo>
                <a:cubicBezTo>
                  <a:pt x="5453825" y="3772753"/>
                  <a:pt x="5458111" y="3770181"/>
                  <a:pt x="5458111" y="3770181"/>
                </a:cubicBezTo>
                <a:lnTo>
                  <a:pt x="5460683" y="3764180"/>
                </a:lnTo>
                <a:cubicBezTo>
                  <a:pt x="5460683" y="3764180"/>
                  <a:pt x="5461540" y="3762466"/>
                  <a:pt x="5466684" y="3761608"/>
                </a:cubicBezTo>
                <a:cubicBezTo>
                  <a:pt x="5471827" y="3759894"/>
                  <a:pt x="5474399" y="3757322"/>
                  <a:pt x="5474399" y="3757322"/>
                </a:cubicBezTo>
                <a:cubicBezTo>
                  <a:pt x="5474399" y="3757322"/>
                  <a:pt x="5476971" y="3751321"/>
                  <a:pt x="5476971" y="3749607"/>
                </a:cubicBezTo>
                <a:cubicBezTo>
                  <a:pt x="5476971" y="3747892"/>
                  <a:pt x="5479542" y="3747035"/>
                  <a:pt x="5479542" y="3747035"/>
                </a:cubicBezTo>
                <a:cubicBezTo>
                  <a:pt x="5479542" y="3747035"/>
                  <a:pt x="5488115" y="3741892"/>
                  <a:pt x="5488115" y="3741034"/>
                </a:cubicBezTo>
                <a:cubicBezTo>
                  <a:pt x="5488115" y="3740177"/>
                  <a:pt x="5488972" y="3739320"/>
                  <a:pt x="5491544" y="3738463"/>
                </a:cubicBezTo>
                <a:cubicBezTo>
                  <a:pt x="5494116" y="3737606"/>
                  <a:pt x="5495830" y="3738463"/>
                  <a:pt x="5498402" y="3739320"/>
                </a:cubicBezTo>
                <a:cubicBezTo>
                  <a:pt x="5500117" y="3740177"/>
                  <a:pt x="5503546" y="3741034"/>
                  <a:pt x="5507832" y="3741892"/>
                </a:cubicBezTo>
                <a:cubicBezTo>
                  <a:pt x="5512118" y="3742749"/>
                  <a:pt x="5512975" y="3741034"/>
                  <a:pt x="5512975" y="3741034"/>
                </a:cubicBezTo>
                <a:cubicBezTo>
                  <a:pt x="5512975" y="3741034"/>
                  <a:pt x="5514690" y="3736748"/>
                  <a:pt x="5514690" y="3735034"/>
                </a:cubicBezTo>
                <a:cubicBezTo>
                  <a:pt x="5514690" y="3733319"/>
                  <a:pt x="5513832" y="3731605"/>
                  <a:pt x="5513832" y="3731605"/>
                </a:cubicBezTo>
                <a:cubicBezTo>
                  <a:pt x="5513832" y="3731605"/>
                  <a:pt x="5510404" y="3729890"/>
                  <a:pt x="5509546" y="3729890"/>
                </a:cubicBezTo>
                <a:cubicBezTo>
                  <a:pt x="5508689" y="3729890"/>
                  <a:pt x="5511261" y="3723032"/>
                  <a:pt x="5511261" y="3723032"/>
                </a:cubicBezTo>
                <a:lnTo>
                  <a:pt x="5517262" y="3718746"/>
                </a:lnTo>
                <a:cubicBezTo>
                  <a:pt x="5517262" y="3718746"/>
                  <a:pt x="5522405" y="3714460"/>
                  <a:pt x="5525834" y="3713602"/>
                </a:cubicBezTo>
                <a:cubicBezTo>
                  <a:pt x="5529263" y="3712745"/>
                  <a:pt x="5529263" y="3717031"/>
                  <a:pt x="5530977" y="3717889"/>
                </a:cubicBezTo>
                <a:cubicBezTo>
                  <a:pt x="5532692" y="3719603"/>
                  <a:pt x="5531835" y="3720461"/>
                  <a:pt x="5531835" y="3720461"/>
                </a:cubicBezTo>
                <a:lnTo>
                  <a:pt x="5524977" y="3724747"/>
                </a:lnTo>
                <a:cubicBezTo>
                  <a:pt x="5524977" y="3724747"/>
                  <a:pt x="5525834" y="3729890"/>
                  <a:pt x="5528406" y="3730747"/>
                </a:cubicBezTo>
                <a:cubicBezTo>
                  <a:pt x="5530977" y="3731605"/>
                  <a:pt x="5536978" y="3730747"/>
                  <a:pt x="5536978" y="3730747"/>
                </a:cubicBezTo>
                <a:lnTo>
                  <a:pt x="5542122" y="3727318"/>
                </a:lnTo>
                <a:lnTo>
                  <a:pt x="5543836" y="3723032"/>
                </a:lnTo>
                <a:lnTo>
                  <a:pt x="5543836" y="3716174"/>
                </a:lnTo>
                <a:cubicBezTo>
                  <a:pt x="5543836" y="3716174"/>
                  <a:pt x="5542979" y="3712745"/>
                  <a:pt x="5542979" y="3710173"/>
                </a:cubicBezTo>
                <a:cubicBezTo>
                  <a:pt x="5542979" y="3707602"/>
                  <a:pt x="5544694" y="3706744"/>
                  <a:pt x="5545551" y="3705887"/>
                </a:cubicBezTo>
                <a:cubicBezTo>
                  <a:pt x="5546408" y="3704173"/>
                  <a:pt x="5548980" y="3703316"/>
                  <a:pt x="5548980" y="3703316"/>
                </a:cubicBezTo>
                <a:lnTo>
                  <a:pt x="5551552" y="3699029"/>
                </a:lnTo>
                <a:cubicBezTo>
                  <a:pt x="5551552" y="3699029"/>
                  <a:pt x="5551552" y="3693886"/>
                  <a:pt x="5551552" y="3692171"/>
                </a:cubicBezTo>
                <a:cubicBezTo>
                  <a:pt x="5551552" y="3691314"/>
                  <a:pt x="5556695" y="3684456"/>
                  <a:pt x="5557552" y="3683599"/>
                </a:cubicBezTo>
                <a:cubicBezTo>
                  <a:pt x="5559267" y="3682741"/>
                  <a:pt x="5560124" y="3679312"/>
                  <a:pt x="5560124" y="3679312"/>
                </a:cubicBezTo>
                <a:lnTo>
                  <a:pt x="5552409" y="3675883"/>
                </a:lnTo>
                <a:cubicBezTo>
                  <a:pt x="5543408" y="3675883"/>
                  <a:pt x="5532906" y="3679741"/>
                  <a:pt x="5522218" y="3685527"/>
                </a:cubicBezTo>
                <a:lnTo>
                  <a:pt x="5496913" y="3702672"/>
                </a:lnTo>
                <a:lnTo>
                  <a:pt x="5518815" y="3683786"/>
                </a:lnTo>
                <a:cubicBezTo>
                  <a:pt x="5583431" y="3642075"/>
                  <a:pt x="5647564" y="3633878"/>
                  <a:pt x="5647564" y="3633878"/>
                </a:cubicBezTo>
                <a:cubicBezTo>
                  <a:pt x="5658708" y="3631306"/>
                  <a:pt x="5702427" y="3631306"/>
                  <a:pt x="5699857" y="3627877"/>
                </a:cubicBezTo>
                <a:close/>
                <a:moveTo>
                  <a:pt x="4861612" y="3580313"/>
                </a:moveTo>
                <a:cubicBezTo>
                  <a:pt x="4765935" y="3577782"/>
                  <a:pt x="4673513" y="3631306"/>
                  <a:pt x="4631722" y="3723889"/>
                </a:cubicBezTo>
                <a:cubicBezTo>
                  <a:pt x="4576000" y="3847334"/>
                  <a:pt x="4630007" y="3993066"/>
                  <a:pt x="4753451" y="4048788"/>
                </a:cubicBezTo>
                <a:cubicBezTo>
                  <a:pt x="4876896" y="4105366"/>
                  <a:pt x="5021771" y="4050502"/>
                  <a:pt x="5078350" y="3927058"/>
                </a:cubicBezTo>
                <a:cubicBezTo>
                  <a:pt x="5134071" y="3803614"/>
                  <a:pt x="5080064" y="3657881"/>
                  <a:pt x="4956620" y="3602159"/>
                </a:cubicBezTo>
                <a:cubicBezTo>
                  <a:pt x="4925759" y="3588229"/>
                  <a:pt x="4893505" y="3581157"/>
                  <a:pt x="4861612" y="3580313"/>
                </a:cubicBezTo>
                <a:close/>
                <a:moveTo>
                  <a:pt x="4863113" y="3524739"/>
                </a:moveTo>
                <a:cubicBezTo>
                  <a:pt x="4902238" y="3525757"/>
                  <a:pt x="4941832" y="3534437"/>
                  <a:pt x="4979766" y="3551582"/>
                </a:cubicBezTo>
                <a:cubicBezTo>
                  <a:pt x="5131499" y="3621019"/>
                  <a:pt x="5198365" y="3799328"/>
                  <a:pt x="5128928" y="3950204"/>
                </a:cubicBezTo>
                <a:cubicBezTo>
                  <a:pt x="5068921" y="4082221"/>
                  <a:pt x="4924902" y="4149917"/>
                  <a:pt x="4788185" y="4118835"/>
                </a:cubicBezTo>
                <a:lnTo>
                  <a:pt x="4769854" y="4112669"/>
                </a:lnTo>
                <a:lnTo>
                  <a:pt x="4736576" y="4185841"/>
                </a:lnTo>
                <a:lnTo>
                  <a:pt x="4739414" y="4190448"/>
                </a:lnTo>
                <a:cubicBezTo>
                  <a:pt x="4745307" y="4206093"/>
                  <a:pt x="4745307" y="4224095"/>
                  <a:pt x="4738021" y="4240811"/>
                </a:cubicBezTo>
                <a:lnTo>
                  <a:pt x="4623149" y="4492842"/>
                </a:lnTo>
                <a:cubicBezTo>
                  <a:pt x="4608576" y="4525418"/>
                  <a:pt x="4570000" y="4539991"/>
                  <a:pt x="4536567" y="4525418"/>
                </a:cubicBezTo>
                <a:cubicBezTo>
                  <a:pt x="4503991" y="4510845"/>
                  <a:pt x="4489418" y="4472268"/>
                  <a:pt x="4503991" y="4438835"/>
                </a:cubicBezTo>
                <a:lnTo>
                  <a:pt x="4618863" y="4186804"/>
                </a:lnTo>
                <a:cubicBezTo>
                  <a:pt x="4624328" y="4174588"/>
                  <a:pt x="4633169" y="4164904"/>
                  <a:pt x="4643847" y="4158339"/>
                </a:cubicBezTo>
                <a:lnTo>
                  <a:pt x="4661831" y="4153470"/>
                </a:lnTo>
                <a:lnTo>
                  <a:pt x="4695622" y="4079170"/>
                </a:lnTo>
                <a:lnTo>
                  <a:pt x="4677765" y="4068771"/>
                </a:lnTo>
                <a:cubicBezTo>
                  <a:pt x="4564829" y="3986624"/>
                  <a:pt x="4521137" y="3833511"/>
                  <a:pt x="4581144" y="3700743"/>
                </a:cubicBezTo>
                <a:cubicBezTo>
                  <a:pt x="4632579" y="3587586"/>
                  <a:pt x="4745736" y="3521685"/>
                  <a:pt x="4863113" y="3524739"/>
                </a:cubicBezTo>
                <a:close/>
                <a:moveTo>
                  <a:pt x="1544765" y="3428138"/>
                </a:moveTo>
                <a:cubicBezTo>
                  <a:pt x="1544765" y="3428138"/>
                  <a:pt x="1624490" y="3511291"/>
                  <a:pt x="1620204" y="3555010"/>
                </a:cubicBezTo>
                <a:cubicBezTo>
                  <a:pt x="1615918" y="3598730"/>
                  <a:pt x="1532764" y="3615018"/>
                  <a:pt x="1532764" y="3615018"/>
                </a:cubicBezTo>
                <a:cubicBezTo>
                  <a:pt x="1532764" y="3615018"/>
                  <a:pt x="1645922" y="3615018"/>
                  <a:pt x="1646779" y="3561011"/>
                </a:cubicBezTo>
                <a:cubicBezTo>
                  <a:pt x="1647636" y="3507004"/>
                  <a:pt x="1544765" y="3428138"/>
                  <a:pt x="1544765" y="3428138"/>
                </a:cubicBezTo>
                <a:close/>
                <a:moveTo>
                  <a:pt x="408910" y="3284263"/>
                </a:moveTo>
                <a:lnTo>
                  <a:pt x="393653" y="3296390"/>
                </a:lnTo>
                <a:cubicBezTo>
                  <a:pt x="373702" y="3310964"/>
                  <a:pt x="354008" y="3324077"/>
                  <a:pt x="334836" y="3335610"/>
                </a:cubicBezTo>
                <a:lnTo>
                  <a:pt x="325136" y="3340789"/>
                </a:lnTo>
                <a:lnTo>
                  <a:pt x="330318" y="3354497"/>
                </a:lnTo>
                <a:cubicBezTo>
                  <a:pt x="351753" y="3400123"/>
                  <a:pt x="378758" y="3427281"/>
                  <a:pt x="408051" y="3427281"/>
                </a:cubicBezTo>
                <a:cubicBezTo>
                  <a:pt x="434090" y="3427281"/>
                  <a:pt x="458321" y="3405823"/>
                  <a:pt x="478438" y="3369010"/>
                </a:cubicBezTo>
                <a:lnTo>
                  <a:pt x="491268" y="3340334"/>
                </a:lnTo>
                <a:lnTo>
                  <a:pt x="481268" y="3334978"/>
                </a:lnTo>
                <a:close/>
                <a:moveTo>
                  <a:pt x="385103" y="3234417"/>
                </a:moveTo>
                <a:lnTo>
                  <a:pt x="394907" y="3243179"/>
                </a:lnTo>
                <a:lnTo>
                  <a:pt x="407331" y="3251843"/>
                </a:lnTo>
                <a:lnTo>
                  <a:pt x="427247" y="3234680"/>
                </a:lnTo>
                <a:lnTo>
                  <a:pt x="408051" y="3236114"/>
                </a:lnTo>
                <a:close/>
                <a:moveTo>
                  <a:pt x="293992" y="3227681"/>
                </a:moveTo>
                <a:lnTo>
                  <a:pt x="310863" y="3303036"/>
                </a:lnTo>
                <a:lnTo>
                  <a:pt x="314200" y="3311864"/>
                </a:lnTo>
                <a:lnTo>
                  <a:pt x="346623" y="3294552"/>
                </a:lnTo>
                <a:lnTo>
                  <a:pt x="386844" y="3267724"/>
                </a:lnTo>
                <a:lnTo>
                  <a:pt x="346453" y="3231560"/>
                </a:lnTo>
                <a:close/>
                <a:moveTo>
                  <a:pt x="521204" y="3227662"/>
                </a:moveTo>
                <a:lnTo>
                  <a:pt x="472442" y="3231304"/>
                </a:lnTo>
                <a:lnTo>
                  <a:pt x="454017" y="3248411"/>
                </a:lnTo>
                <a:lnTo>
                  <a:pt x="429899" y="3267581"/>
                </a:lnTo>
                <a:lnTo>
                  <a:pt x="469481" y="3295183"/>
                </a:lnTo>
                <a:lnTo>
                  <a:pt x="501667" y="3312302"/>
                </a:lnTo>
                <a:lnTo>
                  <a:pt x="512504" y="3276718"/>
                </a:lnTo>
                <a:close/>
                <a:moveTo>
                  <a:pt x="645944" y="3207392"/>
                </a:moveTo>
                <a:lnTo>
                  <a:pt x="636239" y="3210346"/>
                </a:lnTo>
                <a:cubicBezTo>
                  <a:pt x="614532" y="3215761"/>
                  <a:pt x="591336" y="3220429"/>
                  <a:pt x="566924" y="3224247"/>
                </a:cubicBezTo>
                <a:lnTo>
                  <a:pt x="548148" y="3225649"/>
                </a:lnTo>
                <a:lnTo>
                  <a:pt x="532529" y="3314283"/>
                </a:lnTo>
                <a:lnTo>
                  <a:pt x="529280" y="3325012"/>
                </a:lnTo>
                <a:lnTo>
                  <a:pt x="558887" y="3336294"/>
                </a:lnTo>
                <a:cubicBezTo>
                  <a:pt x="599166" y="3348093"/>
                  <a:pt x="631474" y="3346164"/>
                  <a:pt x="649797" y="3327840"/>
                </a:cubicBezTo>
                <a:cubicBezTo>
                  <a:pt x="668121" y="3309195"/>
                  <a:pt x="670050" y="3276807"/>
                  <a:pt x="658251" y="3236553"/>
                </a:cubicBezTo>
                <a:close/>
                <a:moveTo>
                  <a:pt x="169104" y="3206549"/>
                </a:moveTo>
                <a:lnTo>
                  <a:pt x="157854" y="3236073"/>
                </a:lnTo>
                <a:cubicBezTo>
                  <a:pt x="146055" y="3276352"/>
                  <a:pt x="147984" y="3308660"/>
                  <a:pt x="166307" y="3326984"/>
                </a:cubicBezTo>
                <a:cubicBezTo>
                  <a:pt x="184631" y="3345629"/>
                  <a:pt x="216939" y="3347638"/>
                  <a:pt x="257218" y="3335814"/>
                </a:cubicBezTo>
                <a:lnTo>
                  <a:pt x="287649" y="3324179"/>
                </a:lnTo>
                <a:lnTo>
                  <a:pt x="269900" y="3244968"/>
                </a:lnTo>
                <a:lnTo>
                  <a:pt x="268468" y="3225793"/>
                </a:lnTo>
                <a:lnTo>
                  <a:pt x="249179" y="3224367"/>
                </a:lnTo>
                <a:close/>
                <a:moveTo>
                  <a:pt x="288917" y="3177713"/>
                </a:moveTo>
                <a:lnTo>
                  <a:pt x="290802" y="3203043"/>
                </a:lnTo>
                <a:lnTo>
                  <a:pt x="316853" y="3205057"/>
                </a:lnTo>
                <a:lnTo>
                  <a:pt x="301752" y="3191537"/>
                </a:lnTo>
                <a:close/>
                <a:moveTo>
                  <a:pt x="528974" y="3176635"/>
                </a:moveTo>
                <a:lnTo>
                  <a:pt x="514351" y="3192395"/>
                </a:lnTo>
                <a:lnTo>
                  <a:pt x="500527" y="3205229"/>
                </a:lnTo>
                <a:lnTo>
                  <a:pt x="525512" y="3203370"/>
                </a:lnTo>
                <a:lnTo>
                  <a:pt x="528388" y="3187154"/>
                </a:lnTo>
                <a:close/>
                <a:moveTo>
                  <a:pt x="1459898" y="3111812"/>
                </a:moveTo>
                <a:cubicBezTo>
                  <a:pt x="1502760" y="3111812"/>
                  <a:pt x="1537907" y="3125528"/>
                  <a:pt x="1537907" y="3141816"/>
                </a:cubicBezTo>
                <a:cubicBezTo>
                  <a:pt x="1537907" y="3141816"/>
                  <a:pt x="1537907" y="3142673"/>
                  <a:pt x="1537907" y="3143530"/>
                </a:cubicBezTo>
                <a:lnTo>
                  <a:pt x="1540479" y="3143530"/>
                </a:lnTo>
                <a:lnTo>
                  <a:pt x="1540479" y="3199252"/>
                </a:lnTo>
                <a:lnTo>
                  <a:pt x="1537907" y="3199252"/>
                </a:lnTo>
                <a:cubicBezTo>
                  <a:pt x="1537050" y="3206110"/>
                  <a:pt x="1532764" y="3212110"/>
                  <a:pt x="1525048" y="3216397"/>
                </a:cubicBezTo>
                <a:cubicBezTo>
                  <a:pt x="1525048" y="3242972"/>
                  <a:pt x="1525048" y="3323553"/>
                  <a:pt x="1525048" y="3344127"/>
                </a:cubicBezTo>
                <a:cubicBezTo>
                  <a:pt x="1525048" y="3368987"/>
                  <a:pt x="1537050" y="3375845"/>
                  <a:pt x="1537050" y="3375845"/>
                </a:cubicBezTo>
                <a:cubicBezTo>
                  <a:pt x="1566197" y="3392990"/>
                  <a:pt x="1731647" y="3561869"/>
                  <a:pt x="1658780" y="3612446"/>
                </a:cubicBezTo>
                <a:cubicBezTo>
                  <a:pt x="1593629" y="3657880"/>
                  <a:pt x="1483900" y="3656166"/>
                  <a:pt x="1461612" y="3655309"/>
                </a:cubicBezTo>
                <a:cubicBezTo>
                  <a:pt x="1439323" y="3656166"/>
                  <a:pt x="1328738" y="3657880"/>
                  <a:pt x="1263587" y="3612446"/>
                </a:cubicBezTo>
                <a:cubicBezTo>
                  <a:pt x="1190721" y="3561011"/>
                  <a:pt x="1358742" y="3392133"/>
                  <a:pt x="1387888" y="3374988"/>
                </a:cubicBezTo>
                <a:cubicBezTo>
                  <a:pt x="1387888" y="3374988"/>
                  <a:pt x="1405033" y="3368130"/>
                  <a:pt x="1405033" y="3343270"/>
                </a:cubicBezTo>
                <a:cubicBezTo>
                  <a:pt x="1405033" y="3322696"/>
                  <a:pt x="1405033" y="3243829"/>
                  <a:pt x="1405033" y="3216397"/>
                </a:cubicBezTo>
                <a:cubicBezTo>
                  <a:pt x="1389603" y="3212110"/>
                  <a:pt x="1383602" y="3206110"/>
                  <a:pt x="1382745" y="3199252"/>
                </a:cubicBezTo>
                <a:lnTo>
                  <a:pt x="1381030" y="3199252"/>
                </a:lnTo>
                <a:lnTo>
                  <a:pt x="1381030" y="3143530"/>
                </a:lnTo>
                <a:lnTo>
                  <a:pt x="1381888" y="3143530"/>
                </a:lnTo>
                <a:cubicBezTo>
                  <a:pt x="1381888" y="3143530"/>
                  <a:pt x="1381888" y="3142673"/>
                  <a:pt x="1381888" y="3141816"/>
                </a:cubicBezTo>
                <a:cubicBezTo>
                  <a:pt x="1381888" y="3125528"/>
                  <a:pt x="1417035" y="3111812"/>
                  <a:pt x="1459898" y="3111812"/>
                </a:cubicBezTo>
                <a:close/>
                <a:moveTo>
                  <a:pt x="590102" y="3107161"/>
                </a:moveTo>
                <a:lnTo>
                  <a:pt x="570367" y="3132026"/>
                </a:lnTo>
                <a:lnTo>
                  <a:pt x="554587" y="3149033"/>
                </a:lnTo>
                <a:lnTo>
                  <a:pt x="551759" y="3200115"/>
                </a:lnTo>
                <a:lnTo>
                  <a:pt x="599532" y="3190547"/>
                </a:lnTo>
                <a:lnTo>
                  <a:pt x="634360" y="3179941"/>
                </a:lnTo>
                <a:lnTo>
                  <a:pt x="630590" y="3171008"/>
                </a:lnTo>
                <a:close/>
                <a:moveTo>
                  <a:pt x="226426" y="3105365"/>
                </a:moveTo>
                <a:lnTo>
                  <a:pt x="198965" y="3146668"/>
                </a:lnTo>
                <a:lnTo>
                  <a:pt x="181775" y="3178985"/>
                </a:lnTo>
                <a:lnTo>
                  <a:pt x="216948" y="3190170"/>
                </a:lnTo>
                <a:lnTo>
                  <a:pt x="266550" y="3200120"/>
                </a:lnTo>
                <a:lnTo>
                  <a:pt x="262773" y="3149552"/>
                </a:lnTo>
                <a:lnTo>
                  <a:pt x="245737" y="3131203"/>
                </a:lnTo>
                <a:close/>
                <a:moveTo>
                  <a:pt x="556573" y="3065846"/>
                </a:moveTo>
                <a:lnTo>
                  <a:pt x="558070" y="3086095"/>
                </a:lnTo>
                <a:lnTo>
                  <a:pt x="557031" y="3104875"/>
                </a:lnTo>
                <a:lnTo>
                  <a:pt x="573606" y="3085614"/>
                </a:lnTo>
                <a:close/>
                <a:moveTo>
                  <a:pt x="259173" y="3065486"/>
                </a:moveTo>
                <a:lnTo>
                  <a:pt x="241966" y="3085481"/>
                </a:lnTo>
                <a:lnTo>
                  <a:pt x="259516" y="3105960"/>
                </a:lnTo>
                <a:lnTo>
                  <a:pt x="258032" y="3086095"/>
                </a:lnTo>
                <a:close/>
                <a:moveTo>
                  <a:pt x="408909" y="3023515"/>
                </a:moveTo>
                <a:cubicBezTo>
                  <a:pt x="443199" y="3023515"/>
                  <a:pt x="471488" y="3050947"/>
                  <a:pt x="471488" y="3086095"/>
                </a:cubicBezTo>
                <a:cubicBezTo>
                  <a:pt x="471488" y="3120385"/>
                  <a:pt x="443199" y="3148674"/>
                  <a:pt x="408909" y="3148674"/>
                </a:cubicBezTo>
                <a:cubicBezTo>
                  <a:pt x="374619" y="3148674"/>
                  <a:pt x="346329" y="3121242"/>
                  <a:pt x="346329" y="3086095"/>
                </a:cubicBezTo>
                <a:cubicBezTo>
                  <a:pt x="346329" y="3051805"/>
                  <a:pt x="373761" y="3023515"/>
                  <a:pt x="408909" y="3023515"/>
                </a:cubicBezTo>
                <a:close/>
                <a:moveTo>
                  <a:pt x="153678" y="3002555"/>
                </a:moveTo>
                <a:lnTo>
                  <a:pt x="124280" y="3015709"/>
                </a:lnTo>
                <a:cubicBezTo>
                  <a:pt x="87467" y="3035826"/>
                  <a:pt x="66009" y="3060056"/>
                  <a:pt x="66009" y="3086095"/>
                </a:cubicBezTo>
                <a:cubicBezTo>
                  <a:pt x="66009" y="3107794"/>
                  <a:pt x="80994" y="3128154"/>
                  <a:pt x="107354" y="3145918"/>
                </a:cubicBezTo>
                <a:lnTo>
                  <a:pt x="153101" y="3169496"/>
                </a:lnTo>
                <a:lnTo>
                  <a:pt x="158538" y="3159312"/>
                </a:lnTo>
                <a:cubicBezTo>
                  <a:pt x="170071" y="3140140"/>
                  <a:pt x="183184" y="3120446"/>
                  <a:pt x="197758" y="3100495"/>
                </a:cubicBezTo>
                <a:lnTo>
                  <a:pt x="210657" y="3084265"/>
                </a:lnTo>
                <a:lnTo>
                  <a:pt x="167482" y="3026495"/>
                </a:lnTo>
                <a:close/>
                <a:moveTo>
                  <a:pt x="663026" y="3002411"/>
                </a:moveTo>
                <a:lnTo>
                  <a:pt x="657566" y="3012654"/>
                </a:lnTo>
                <a:cubicBezTo>
                  <a:pt x="646033" y="3031861"/>
                  <a:pt x="632920" y="3051592"/>
                  <a:pt x="618347" y="3071576"/>
                </a:cubicBezTo>
                <a:lnTo>
                  <a:pt x="606027" y="3087098"/>
                </a:lnTo>
                <a:lnTo>
                  <a:pt x="648622" y="3144181"/>
                </a:lnTo>
                <a:lnTo>
                  <a:pt x="663100" y="3169333"/>
                </a:lnTo>
                <a:lnTo>
                  <a:pt x="691823" y="3156482"/>
                </a:lnTo>
                <a:cubicBezTo>
                  <a:pt x="728636" y="3136365"/>
                  <a:pt x="750094" y="3112134"/>
                  <a:pt x="750094" y="3086095"/>
                </a:cubicBezTo>
                <a:cubicBezTo>
                  <a:pt x="750094" y="3064396"/>
                  <a:pt x="735109" y="3043953"/>
                  <a:pt x="708749" y="3026099"/>
                </a:cubicBezTo>
                <a:close/>
                <a:moveTo>
                  <a:pt x="264344" y="2972075"/>
                </a:moveTo>
                <a:lnTo>
                  <a:pt x="216572" y="2981643"/>
                </a:lnTo>
                <a:lnTo>
                  <a:pt x="182153" y="2992125"/>
                </a:lnTo>
                <a:lnTo>
                  <a:pt x="185871" y="3000908"/>
                </a:lnTo>
                <a:lnTo>
                  <a:pt x="226227" y="3064676"/>
                </a:lnTo>
                <a:lnTo>
                  <a:pt x="245737" y="3040131"/>
                </a:lnTo>
                <a:lnTo>
                  <a:pt x="261518" y="3023133"/>
                </a:lnTo>
                <a:close/>
                <a:moveTo>
                  <a:pt x="549613" y="2971718"/>
                </a:moveTo>
                <a:lnTo>
                  <a:pt x="553247" y="3020858"/>
                </a:lnTo>
                <a:lnTo>
                  <a:pt x="570367" y="3039308"/>
                </a:lnTo>
                <a:lnTo>
                  <a:pt x="589651" y="3065152"/>
                </a:lnTo>
                <a:lnTo>
                  <a:pt x="617139" y="3023810"/>
                </a:lnTo>
                <a:lnTo>
                  <a:pt x="633701" y="2992672"/>
                </a:lnTo>
                <a:lnTo>
                  <a:pt x="599155" y="2981643"/>
                </a:lnTo>
                <a:close/>
                <a:moveTo>
                  <a:pt x="501023" y="2967017"/>
                </a:moveTo>
                <a:lnTo>
                  <a:pt x="514350" y="2978939"/>
                </a:lnTo>
                <a:lnTo>
                  <a:pt x="527186" y="2992772"/>
                </a:lnTo>
                <a:lnTo>
                  <a:pt x="525405" y="2968836"/>
                </a:lnTo>
                <a:close/>
                <a:moveTo>
                  <a:pt x="315586" y="2966960"/>
                </a:moveTo>
                <a:lnTo>
                  <a:pt x="290341" y="2968839"/>
                </a:lnTo>
                <a:lnTo>
                  <a:pt x="287715" y="2983640"/>
                </a:lnTo>
                <a:lnTo>
                  <a:pt x="287044" y="2995639"/>
                </a:lnTo>
                <a:lnTo>
                  <a:pt x="301753" y="2979796"/>
                </a:lnTo>
                <a:close/>
                <a:moveTo>
                  <a:pt x="408051" y="2960079"/>
                </a:moveTo>
                <a:lnTo>
                  <a:pt x="356209" y="2963937"/>
                </a:lnTo>
                <a:lnTo>
                  <a:pt x="318898" y="2996084"/>
                </a:lnTo>
                <a:lnTo>
                  <a:pt x="284805" y="3035702"/>
                </a:lnTo>
                <a:lnTo>
                  <a:pt x="282035" y="3085238"/>
                </a:lnTo>
                <a:lnTo>
                  <a:pt x="285866" y="3136706"/>
                </a:lnTo>
                <a:lnTo>
                  <a:pt x="318897" y="3175250"/>
                </a:lnTo>
                <a:lnTo>
                  <a:pt x="355604" y="3208055"/>
                </a:lnTo>
                <a:lnTo>
                  <a:pt x="408051" y="3212111"/>
                </a:lnTo>
                <a:lnTo>
                  <a:pt x="457727" y="3208414"/>
                </a:lnTo>
                <a:lnTo>
                  <a:pt x="497206" y="3174393"/>
                </a:lnTo>
                <a:lnTo>
                  <a:pt x="531308" y="3134766"/>
                </a:lnTo>
                <a:lnTo>
                  <a:pt x="534067" y="3085238"/>
                </a:lnTo>
                <a:lnTo>
                  <a:pt x="530360" y="3035422"/>
                </a:lnTo>
                <a:lnTo>
                  <a:pt x="497205" y="2996941"/>
                </a:lnTo>
                <a:lnTo>
                  <a:pt x="460323" y="2963980"/>
                </a:lnTo>
                <a:close/>
                <a:moveTo>
                  <a:pt x="407682" y="2919589"/>
                </a:moveTo>
                <a:lnTo>
                  <a:pt x="386715" y="2937654"/>
                </a:lnTo>
                <a:lnTo>
                  <a:pt x="408051" y="2936076"/>
                </a:lnTo>
                <a:lnTo>
                  <a:pt x="430998" y="2937773"/>
                </a:lnTo>
                <a:lnTo>
                  <a:pt x="421196" y="2929013"/>
                </a:lnTo>
                <a:close/>
                <a:moveTo>
                  <a:pt x="313772" y="2860695"/>
                </a:moveTo>
                <a:lnTo>
                  <a:pt x="303599" y="2894135"/>
                </a:lnTo>
                <a:lnTo>
                  <a:pt x="294668" y="2944460"/>
                </a:lnTo>
                <a:lnTo>
                  <a:pt x="343747" y="2940831"/>
                </a:lnTo>
                <a:lnTo>
                  <a:pt x="362122" y="2923781"/>
                </a:lnTo>
                <a:lnTo>
                  <a:pt x="386241" y="2904637"/>
                </a:lnTo>
                <a:lnTo>
                  <a:pt x="346622" y="2877008"/>
                </a:lnTo>
                <a:close/>
                <a:moveTo>
                  <a:pt x="501946" y="2858728"/>
                </a:moveTo>
                <a:lnTo>
                  <a:pt x="469255" y="2876151"/>
                </a:lnTo>
                <a:lnTo>
                  <a:pt x="429247" y="2902810"/>
                </a:lnTo>
                <a:lnTo>
                  <a:pt x="471695" y="2940782"/>
                </a:lnTo>
                <a:lnTo>
                  <a:pt x="522501" y="2944539"/>
                </a:lnTo>
                <a:lnTo>
                  <a:pt x="505240" y="2867440"/>
                </a:lnTo>
                <a:close/>
                <a:moveTo>
                  <a:pt x="219818" y="2828773"/>
                </a:moveTo>
                <a:cubicBezTo>
                  <a:pt x="196953" y="2827205"/>
                  <a:pt x="178523" y="2832135"/>
                  <a:pt x="166307" y="2844350"/>
                </a:cubicBezTo>
                <a:cubicBezTo>
                  <a:pt x="147984" y="2862675"/>
                  <a:pt x="146176" y="2894983"/>
                  <a:pt x="158080" y="2935262"/>
                </a:cubicBezTo>
                <a:lnTo>
                  <a:pt x="170445" y="2964470"/>
                </a:lnTo>
                <a:lnTo>
                  <a:pt x="179864" y="2961618"/>
                </a:lnTo>
                <a:cubicBezTo>
                  <a:pt x="201572" y="2956238"/>
                  <a:pt x="224768" y="2951607"/>
                  <a:pt x="249179" y="2947823"/>
                </a:cubicBezTo>
                <a:lnTo>
                  <a:pt x="267973" y="2946434"/>
                </a:lnTo>
                <a:lnTo>
                  <a:pt x="283574" y="2857908"/>
                </a:lnTo>
                <a:lnTo>
                  <a:pt x="286788" y="2847295"/>
                </a:lnTo>
                <a:lnTo>
                  <a:pt x="277993" y="2842929"/>
                </a:lnTo>
                <a:cubicBezTo>
                  <a:pt x="256609" y="2834778"/>
                  <a:pt x="236967" y="2829948"/>
                  <a:pt x="219818" y="2828773"/>
                </a:cubicBezTo>
                <a:close/>
                <a:moveTo>
                  <a:pt x="595924" y="2827916"/>
                </a:moveTo>
                <a:cubicBezTo>
                  <a:pt x="584472" y="2828700"/>
                  <a:pt x="571928" y="2831107"/>
                  <a:pt x="558510" y="2835040"/>
                </a:cubicBezTo>
                <a:lnTo>
                  <a:pt x="528370" y="2846540"/>
                </a:lnTo>
                <a:lnTo>
                  <a:pt x="546323" y="2927223"/>
                </a:lnTo>
                <a:lnTo>
                  <a:pt x="547742" y="2946405"/>
                </a:lnTo>
                <a:lnTo>
                  <a:pt x="566924" y="2947823"/>
                </a:lnTo>
                <a:lnTo>
                  <a:pt x="646399" y="2965508"/>
                </a:lnTo>
                <a:lnTo>
                  <a:pt x="658251" y="2934405"/>
                </a:lnTo>
                <a:cubicBezTo>
                  <a:pt x="670050" y="2894126"/>
                  <a:pt x="668121" y="2861818"/>
                  <a:pt x="649797" y="2843494"/>
                </a:cubicBezTo>
                <a:cubicBezTo>
                  <a:pt x="637367" y="2831278"/>
                  <a:pt x="618829" y="2826349"/>
                  <a:pt x="595924" y="2827916"/>
                </a:cubicBezTo>
                <a:close/>
                <a:moveTo>
                  <a:pt x="408051" y="2743195"/>
                </a:moveTo>
                <a:cubicBezTo>
                  <a:pt x="382012" y="2743195"/>
                  <a:pt x="357782" y="2764774"/>
                  <a:pt x="337665" y="2801693"/>
                </a:cubicBezTo>
                <a:lnTo>
                  <a:pt x="324723" y="2830683"/>
                </a:lnTo>
                <a:lnTo>
                  <a:pt x="334835" y="2835724"/>
                </a:lnTo>
                <a:lnTo>
                  <a:pt x="408327" y="2887107"/>
                </a:lnTo>
                <a:lnTo>
                  <a:pt x="422572" y="2875801"/>
                </a:lnTo>
                <a:cubicBezTo>
                  <a:pt x="442557" y="2861228"/>
                  <a:pt x="462287" y="2848115"/>
                  <a:pt x="481495" y="2836582"/>
                </a:cubicBezTo>
                <a:lnTo>
                  <a:pt x="491548" y="2831224"/>
                </a:lnTo>
                <a:lnTo>
                  <a:pt x="485785" y="2815980"/>
                </a:lnTo>
                <a:cubicBezTo>
                  <a:pt x="464351" y="2770353"/>
                  <a:pt x="437345" y="2743195"/>
                  <a:pt x="408051" y="2743195"/>
                </a:cubicBezTo>
                <a:close/>
                <a:moveTo>
                  <a:pt x="6236067" y="2687689"/>
                </a:moveTo>
                <a:cubicBezTo>
                  <a:pt x="6239925" y="2687475"/>
                  <a:pt x="6243782" y="2688760"/>
                  <a:pt x="6246782" y="2691760"/>
                </a:cubicBezTo>
                <a:cubicBezTo>
                  <a:pt x="6252783" y="2697761"/>
                  <a:pt x="6253640" y="2707192"/>
                  <a:pt x="6247640" y="2713192"/>
                </a:cubicBezTo>
                <a:lnTo>
                  <a:pt x="6216014" y="2748180"/>
                </a:lnTo>
                <a:lnTo>
                  <a:pt x="6222322" y="2756871"/>
                </a:lnTo>
                <a:cubicBezTo>
                  <a:pt x="6235744" y="2786165"/>
                  <a:pt x="6231565" y="2821847"/>
                  <a:pt x="6209062" y="2846922"/>
                </a:cubicBezTo>
                <a:cubicBezTo>
                  <a:pt x="6193632" y="2863639"/>
                  <a:pt x="6172843" y="2872640"/>
                  <a:pt x="6151734" y="2873711"/>
                </a:cubicBezTo>
                <a:lnTo>
                  <a:pt x="6133744" y="2871200"/>
                </a:lnTo>
                <a:lnTo>
                  <a:pt x="6125031" y="2893063"/>
                </a:lnTo>
                <a:cubicBezTo>
                  <a:pt x="6072016" y="3025978"/>
                  <a:pt x="5930188" y="3380025"/>
                  <a:pt x="5925312" y="3375846"/>
                </a:cubicBezTo>
                <a:cubicBezTo>
                  <a:pt x="5920169" y="3370702"/>
                  <a:pt x="5917597" y="3266975"/>
                  <a:pt x="5917597" y="3266975"/>
                </a:cubicBezTo>
                <a:cubicBezTo>
                  <a:pt x="5917597" y="3266975"/>
                  <a:pt x="6005120" y="3039936"/>
                  <a:pt x="6056644" y="2907754"/>
                </a:cubicBezTo>
                <a:lnTo>
                  <a:pt x="6068648" y="2877062"/>
                </a:lnTo>
                <a:lnTo>
                  <a:pt x="5680138" y="3041518"/>
                </a:lnTo>
                <a:lnTo>
                  <a:pt x="5576411" y="3046661"/>
                </a:lnTo>
                <a:lnTo>
                  <a:pt x="5660422" y="2986654"/>
                </a:lnTo>
                <a:lnTo>
                  <a:pt x="6069879" y="2807820"/>
                </a:lnTo>
                <a:lnTo>
                  <a:pt x="6065771" y="2780383"/>
                </a:lnTo>
                <a:cubicBezTo>
                  <a:pt x="6068031" y="2764586"/>
                  <a:pt x="6074903" y="2749196"/>
                  <a:pt x="6086476" y="2736337"/>
                </a:cubicBezTo>
                <a:cubicBezTo>
                  <a:pt x="6101906" y="2719192"/>
                  <a:pt x="6122694" y="2710191"/>
                  <a:pt x="6143804" y="2709228"/>
                </a:cubicBezTo>
                <a:cubicBezTo>
                  <a:pt x="6154359" y="2708745"/>
                  <a:pt x="6164994" y="2710271"/>
                  <a:pt x="6175080" y="2713794"/>
                </a:cubicBezTo>
                <a:lnTo>
                  <a:pt x="6195368" y="2725788"/>
                </a:lnTo>
                <a:lnTo>
                  <a:pt x="6225351" y="2692617"/>
                </a:lnTo>
                <a:cubicBezTo>
                  <a:pt x="6228352" y="2689618"/>
                  <a:pt x="6232209" y="2687903"/>
                  <a:pt x="6236067" y="2687689"/>
                </a:cubicBezTo>
                <a:close/>
                <a:moveTo>
                  <a:pt x="408051" y="2678044"/>
                </a:moveTo>
                <a:cubicBezTo>
                  <a:pt x="439234" y="2678044"/>
                  <a:pt x="468126" y="2703722"/>
                  <a:pt x="492060" y="2747708"/>
                </a:cubicBezTo>
                <a:lnTo>
                  <a:pt x="519745" y="2816195"/>
                </a:lnTo>
                <a:lnTo>
                  <a:pt x="537283" y="2806846"/>
                </a:lnTo>
                <a:cubicBezTo>
                  <a:pt x="608864" y="2773842"/>
                  <a:pt x="667800" y="2768056"/>
                  <a:pt x="696946" y="2797202"/>
                </a:cubicBezTo>
                <a:cubicBezTo>
                  <a:pt x="726093" y="2826349"/>
                  <a:pt x="720306" y="2885285"/>
                  <a:pt x="687302" y="2956865"/>
                </a:cubicBezTo>
                <a:lnTo>
                  <a:pt x="677955" y="2974402"/>
                </a:lnTo>
                <a:lnTo>
                  <a:pt x="746440" y="3002086"/>
                </a:lnTo>
                <a:cubicBezTo>
                  <a:pt x="790426" y="3026021"/>
                  <a:pt x="816103" y="3054913"/>
                  <a:pt x="816103" y="3086095"/>
                </a:cubicBezTo>
                <a:cubicBezTo>
                  <a:pt x="816103" y="3127243"/>
                  <a:pt x="770455" y="3164748"/>
                  <a:pt x="696624" y="3191966"/>
                </a:cubicBezTo>
                <a:lnTo>
                  <a:pt x="678828" y="3197383"/>
                </a:lnTo>
                <a:lnTo>
                  <a:pt x="698388" y="3240686"/>
                </a:lnTo>
                <a:cubicBezTo>
                  <a:pt x="721207" y="3300318"/>
                  <a:pt x="722450" y="3348629"/>
                  <a:pt x="696946" y="3374132"/>
                </a:cubicBezTo>
                <a:cubicBezTo>
                  <a:pt x="667371" y="3403707"/>
                  <a:pt x="608435" y="3397921"/>
                  <a:pt x="536961" y="3364809"/>
                </a:cubicBezTo>
                <a:lnTo>
                  <a:pt x="519982" y="3355715"/>
                </a:lnTo>
                <a:lnTo>
                  <a:pt x="514243" y="3374667"/>
                </a:lnTo>
                <a:cubicBezTo>
                  <a:pt x="487133" y="3448498"/>
                  <a:pt x="449628" y="3494146"/>
                  <a:pt x="408051" y="3494146"/>
                </a:cubicBezTo>
                <a:cubicBezTo>
                  <a:pt x="377190" y="3494146"/>
                  <a:pt x="348379" y="3468469"/>
                  <a:pt x="324419" y="3424483"/>
                </a:cubicBezTo>
                <a:lnTo>
                  <a:pt x="296648" y="3355999"/>
                </a:lnTo>
                <a:lnTo>
                  <a:pt x="279143" y="3365346"/>
                </a:lnTo>
                <a:cubicBezTo>
                  <a:pt x="207669" y="3398350"/>
                  <a:pt x="148733" y="3404137"/>
                  <a:pt x="119158" y="3374990"/>
                </a:cubicBezTo>
                <a:cubicBezTo>
                  <a:pt x="90011" y="3345415"/>
                  <a:pt x="95798" y="3286479"/>
                  <a:pt x="128803" y="3215005"/>
                </a:cubicBezTo>
                <a:lnTo>
                  <a:pt x="138022" y="3197737"/>
                </a:lnTo>
                <a:lnTo>
                  <a:pt x="69663" y="3170104"/>
                </a:lnTo>
                <a:cubicBezTo>
                  <a:pt x="25677" y="3146169"/>
                  <a:pt x="0" y="3117277"/>
                  <a:pt x="0" y="3086095"/>
                </a:cubicBezTo>
                <a:cubicBezTo>
                  <a:pt x="0" y="3044519"/>
                  <a:pt x="45649" y="3007014"/>
                  <a:pt x="119480" y="2979903"/>
                </a:cubicBezTo>
                <a:lnTo>
                  <a:pt x="137725" y="2974378"/>
                </a:lnTo>
                <a:lnTo>
                  <a:pt x="117717" y="2930147"/>
                </a:lnTo>
                <a:cubicBezTo>
                  <a:pt x="94897" y="2870580"/>
                  <a:pt x="93655" y="2822222"/>
                  <a:pt x="119158" y="2796344"/>
                </a:cubicBezTo>
                <a:cubicBezTo>
                  <a:pt x="133945" y="2781771"/>
                  <a:pt x="156073" y="2775931"/>
                  <a:pt x="183438" y="2777860"/>
                </a:cubicBezTo>
                <a:cubicBezTo>
                  <a:pt x="203962" y="2779308"/>
                  <a:pt x="227432" y="2785123"/>
                  <a:pt x="252960" y="2794903"/>
                </a:cubicBezTo>
                <a:lnTo>
                  <a:pt x="296135" y="2816430"/>
                </a:lnTo>
                <a:lnTo>
                  <a:pt x="301859" y="2797524"/>
                </a:lnTo>
                <a:cubicBezTo>
                  <a:pt x="328970" y="2723693"/>
                  <a:pt x="366475" y="2678044"/>
                  <a:pt x="408051" y="2678044"/>
                </a:cubicBezTo>
                <a:close/>
                <a:moveTo>
                  <a:pt x="5013199" y="2674617"/>
                </a:moveTo>
                <a:lnTo>
                  <a:pt x="5013199" y="3173535"/>
                </a:lnTo>
                <a:lnTo>
                  <a:pt x="5299521" y="3173535"/>
                </a:lnTo>
                <a:close/>
                <a:moveTo>
                  <a:pt x="1456470" y="2362577"/>
                </a:moveTo>
                <a:lnTo>
                  <a:pt x="1669068" y="2628325"/>
                </a:lnTo>
                <a:lnTo>
                  <a:pt x="1485616" y="2776629"/>
                </a:lnTo>
                <a:cubicBezTo>
                  <a:pt x="1485616" y="2776629"/>
                  <a:pt x="1373317" y="2763771"/>
                  <a:pt x="1306451" y="2916361"/>
                </a:cubicBezTo>
                <a:lnTo>
                  <a:pt x="1094710" y="2652328"/>
                </a:lnTo>
                <a:cubicBezTo>
                  <a:pt x="1094710" y="2652328"/>
                  <a:pt x="1159004" y="2492022"/>
                  <a:pt x="1275590" y="2507453"/>
                </a:cubicBezTo>
                <a:close/>
                <a:moveTo>
                  <a:pt x="4655725" y="2293138"/>
                </a:moveTo>
                <a:lnTo>
                  <a:pt x="4792886" y="2293138"/>
                </a:lnTo>
                <a:lnTo>
                  <a:pt x="4792886" y="3310694"/>
                </a:lnTo>
                <a:lnTo>
                  <a:pt x="4655725" y="3310694"/>
                </a:lnTo>
                <a:close/>
                <a:moveTo>
                  <a:pt x="409649" y="2273959"/>
                </a:moveTo>
                <a:lnTo>
                  <a:pt x="459486" y="2287996"/>
                </a:lnTo>
                <a:cubicBezTo>
                  <a:pt x="459486" y="2287996"/>
                  <a:pt x="440627" y="2283924"/>
                  <a:pt x="421017" y="2278031"/>
                </a:cubicBezTo>
                <a:close/>
                <a:moveTo>
                  <a:pt x="4930045" y="2273422"/>
                </a:moveTo>
                <a:lnTo>
                  <a:pt x="5477829" y="3311552"/>
                </a:lnTo>
                <a:lnTo>
                  <a:pt x="4930045" y="3311552"/>
                </a:lnTo>
                <a:close/>
                <a:moveTo>
                  <a:pt x="5782627" y="2202717"/>
                </a:moveTo>
                <a:lnTo>
                  <a:pt x="5767752" y="2214541"/>
                </a:lnTo>
                <a:cubicBezTo>
                  <a:pt x="5747801" y="2229115"/>
                  <a:pt x="5728108" y="2242228"/>
                  <a:pt x="5708935" y="2253760"/>
                </a:cubicBezTo>
                <a:lnTo>
                  <a:pt x="5698749" y="2259199"/>
                </a:lnTo>
                <a:lnTo>
                  <a:pt x="5722156" y="2304260"/>
                </a:lnTo>
                <a:cubicBezTo>
                  <a:pt x="5740009" y="2330529"/>
                  <a:pt x="5760453" y="2345431"/>
                  <a:pt x="5782152" y="2345431"/>
                </a:cubicBezTo>
                <a:cubicBezTo>
                  <a:pt x="5803851" y="2345431"/>
                  <a:pt x="5824294" y="2330530"/>
                  <a:pt x="5842148" y="2304260"/>
                </a:cubicBezTo>
                <a:lnTo>
                  <a:pt x="5865804" y="2258720"/>
                </a:lnTo>
                <a:lnTo>
                  <a:pt x="5855368" y="2253129"/>
                </a:lnTo>
                <a:cubicBezTo>
                  <a:pt x="5836195" y="2241561"/>
                  <a:pt x="5816502" y="2228411"/>
                  <a:pt x="5796551" y="2213804"/>
                </a:cubicBezTo>
                <a:close/>
                <a:moveTo>
                  <a:pt x="5760901" y="2151836"/>
                </a:moveTo>
                <a:lnTo>
                  <a:pt x="5781715" y="2169748"/>
                </a:lnTo>
                <a:lnTo>
                  <a:pt x="5802358" y="2151959"/>
                </a:lnTo>
                <a:lnTo>
                  <a:pt x="5782152" y="2153407"/>
                </a:lnTo>
                <a:close/>
                <a:moveTo>
                  <a:pt x="5896549" y="2145209"/>
                </a:moveTo>
                <a:lnTo>
                  <a:pt x="5847314" y="2148737"/>
                </a:lnTo>
                <a:lnTo>
                  <a:pt x="5828117" y="2166561"/>
                </a:lnTo>
                <a:lnTo>
                  <a:pt x="5803118" y="2186431"/>
                </a:lnTo>
                <a:lnTo>
                  <a:pt x="5843581" y="2213334"/>
                </a:lnTo>
                <a:lnTo>
                  <a:pt x="5875307" y="2230209"/>
                </a:lnTo>
                <a:lnTo>
                  <a:pt x="5886604" y="2194868"/>
                </a:lnTo>
                <a:close/>
                <a:moveTo>
                  <a:pt x="5667701" y="2144945"/>
                </a:moveTo>
                <a:lnTo>
                  <a:pt x="5677700" y="2194868"/>
                </a:lnTo>
                <a:lnTo>
                  <a:pt x="5688842" y="2229724"/>
                </a:lnTo>
                <a:lnTo>
                  <a:pt x="5720722" y="2212702"/>
                </a:lnTo>
                <a:lnTo>
                  <a:pt x="5761232" y="2185681"/>
                </a:lnTo>
                <a:lnTo>
                  <a:pt x="5736186" y="2165739"/>
                </a:lnTo>
                <a:lnTo>
                  <a:pt x="5717789" y="2148648"/>
                </a:lnTo>
                <a:close/>
                <a:moveTo>
                  <a:pt x="6020742" y="2124279"/>
                </a:moveTo>
                <a:lnTo>
                  <a:pt x="5941024" y="2142022"/>
                </a:lnTo>
                <a:lnTo>
                  <a:pt x="5921776" y="2143401"/>
                </a:lnTo>
                <a:lnTo>
                  <a:pt x="5920303" y="2163118"/>
                </a:lnTo>
                <a:lnTo>
                  <a:pt x="5902447" y="2242808"/>
                </a:lnTo>
                <a:lnTo>
                  <a:pt x="5932987" y="2254446"/>
                </a:lnTo>
                <a:cubicBezTo>
                  <a:pt x="5973266" y="2266244"/>
                  <a:pt x="6005573" y="2264317"/>
                  <a:pt x="6023897" y="2245992"/>
                </a:cubicBezTo>
                <a:cubicBezTo>
                  <a:pt x="6042221" y="2227346"/>
                  <a:pt x="6044149" y="2194959"/>
                  <a:pt x="6032350" y="2154704"/>
                </a:cubicBezTo>
                <a:close/>
                <a:moveTo>
                  <a:pt x="5543504" y="2123909"/>
                </a:moveTo>
                <a:lnTo>
                  <a:pt x="5531953" y="2154223"/>
                </a:lnTo>
                <a:cubicBezTo>
                  <a:pt x="5520155" y="2194502"/>
                  <a:pt x="5522083" y="2226811"/>
                  <a:pt x="5540407" y="2245135"/>
                </a:cubicBezTo>
                <a:cubicBezTo>
                  <a:pt x="5558731" y="2263781"/>
                  <a:pt x="5591038" y="2265788"/>
                  <a:pt x="5631317" y="2253964"/>
                </a:cubicBezTo>
                <a:lnTo>
                  <a:pt x="5661749" y="2242328"/>
                </a:lnTo>
                <a:lnTo>
                  <a:pt x="5644001" y="2163118"/>
                </a:lnTo>
                <a:lnTo>
                  <a:pt x="5642504" y="2143082"/>
                </a:lnTo>
                <a:lnTo>
                  <a:pt x="5623279" y="2141660"/>
                </a:lnTo>
                <a:close/>
                <a:moveTo>
                  <a:pt x="5901217" y="2096788"/>
                </a:moveTo>
                <a:lnTo>
                  <a:pt x="5888451" y="2110545"/>
                </a:lnTo>
                <a:lnTo>
                  <a:pt x="5875630" y="2122448"/>
                </a:lnTo>
                <a:lnTo>
                  <a:pt x="5899439" y="2120676"/>
                </a:lnTo>
                <a:close/>
                <a:moveTo>
                  <a:pt x="5663018" y="2095865"/>
                </a:moveTo>
                <a:lnTo>
                  <a:pt x="5664871" y="2120759"/>
                </a:lnTo>
                <a:lnTo>
                  <a:pt x="5689742" y="2122592"/>
                </a:lnTo>
                <a:lnTo>
                  <a:pt x="5675852" y="2109688"/>
                </a:lnTo>
                <a:close/>
                <a:moveTo>
                  <a:pt x="5964361" y="2025112"/>
                </a:moveTo>
                <a:lnTo>
                  <a:pt x="5944467" y="2050176"/>
                </a:lnTo>
                <a:lnTo>
                  <a:pt x="5927363" y="2068609"/>
                </a:lnTo>
                <a:lnTo>
                  <a:pt x="5923685" y="2117844"/>
                </a:lnTo>
                <a:lnTo>
                  <a:pt x="5973632" y="2107841"/>
                </a:lnTo>
                <a:lnTo>
                  <a:pt x="6007981" y="2096861"/>
                </a:lnTo>
                <a:lnTo>
                  <a:pt x="5991239" y="2065450"/>
                </a:lnTo>
                <a:close/>
                <a:moveTo>
                  <a:pt x="5599967" y="2024356"/>
                </a:moveTo>
                <a:lnTo>
                  <a:pt x="5573064" y="2064817"/>
                </a:lnTo>
                <a:lnTo>
                  <a:pt x="5555981" y="2096936"/>
                </a:lnTo>
                <a:lnTo>
                  <a:pt x="5591049" y="2108067"/>
                </a:lnTo>
                <a:lnTo>
                  <a:pt x="5640623" y="2117908"/>
                </a:lnTo>
                <a:lnTo>
                  <a:pt x="5636873" y="2067704"/>
                </a:lnTo>
                <a:lnTo>
                  <a:pt x="5619836" y="2049354"/>
                </a:lnTo>
                <a:close/>
                <a:moveTo>
                  <a:pt x="5930674" y="1983998"/>
                </a:moveTo>
                <a:lnTo>
                  <a:pt x="5932171" y="2004246"/>
                </a:lnTo>
                <a:lnTo>
                  <a:pt x="5930734" y="2023487"/>
                </a:lnTo>
                <a:lnTo>
                  <a:pt x="5947705" y="2003765"/>
                </a:lnTo>
                <a:close/>
                <a:moveTo>
                  <a:pt x="5633693" y="1983147"/>
                </a:moveTo>
                <a:lnTo>
                  <a:pt x="5615905" y="2003818"/>
                </a:lnTo>
                <a:lnTo>
                  <a:pt x="5633640" y="2024428"/>
                </a:lnTo>
                <a:lnTo>
                  <a:pt x="5632133" y="2004246"/>
                </a:lnTo>
                <a:close/>
                <a:moveTo>
                  <a:pt x="5783009" y="1940810"/>
                </a:moveTo>
                <a:cubicBezTo>
                  <a:pt x="5817299" y="1940810"/>
                  <a:pt x="5845588" y="1968242"/>
                  <a:pt x="5845588" y="2003389"/>
                </a:cubicBezTo>
                <a:cubicBezTo>
                  <a:pt x="5845588" y="2038537"/>
                  <a:pt x="5817299" y="2066825"/>
                  <a:pt x="5783009" y="2065968"/>
                </a:cubicBezTo>
                <a:cubicBezTo>
                  <a:pt x="5748719" y="2065968"/>
                  <a:pt x="5720429" y="2038537"/>
                  <a:pt x="5720429" y="2003389"/>
                </a:cubicBezTo>
                <a:cubicBezTo>
                  <a:pt x="5720429" y="1969099"/>
                  <a:pt x="5747861" y="1940810"/>
                  <a:pt x="5783009" y="1940810"/>
                </a:cubicBezTo>
                <a:close/>
                <a:moveTo>
                  <a:pt x="6037483" y="1919889"/>
                </a:moveTo>
                <a:lnTo>
                  <a:pt x="6031666" y="1930805"/>
                </a:lnTo>
                <a:cubicBezTo>
                  <a:pt x="6020133" y="1950011"/>
                  <a:pt x="6007020" y="1969741"/>
                  <a:pt x="5992446" y="1989726"/>
                </a:cubicBezTo>
                <a:lnTo>
                  <a:pt x="5981262" y="2003818"/>
                </a:lnTo>
                <a:lnTo>
                  <a:pt x="5992446" y="2017909"/>
                </a:lnTo>
                <a:cubicBezTo>
                  <a:pt x="6007020" y="2037893"/>
                  <a:pt x="6020133" y="2057623"/>
                  <a:pt x="6031666" y="2076831"/>
                </a:cubicBezTo>
                <a:lnTo>
                  <a:pt x="6037189" y="2087193"/>
                </a:lnTo>
                <a:lnTo>
                  <a:pt x="6083022" y="2063384"/>
                </a:lnTo>
                <a:cubicBezTo>
                  <a:pt x="6109293" y="2045531"/>
                  <a:pt x="6124194" y="2025087"/>
                  <a:pt x="6124194" y="2003388"/>
                </a:cubicBezTo>
                <a:cubicBezTo>
                  <a:pt x="6124194" y="1981689"/>
                  <a:pt x="6109209" y="1961247"/>
                  <a:pt x="6082849" y="1943392"/>
                </a:cubicBezTo>
                <a:close/>
                <a:moveTo>
                  <a:pt x="5527012" y="1919637"/>
                </a:moveTo>
                <a:lnTo>
                  <a:pt x="5481281" y="1943393"/>
                </a:lnTo>
                <a:cubicBezTo>
                  <a:pt x="5455010" y="1961247"/>
                  <a:pt x="5440109" y="1981689"/>
                  <a:pt x="5440109" y="2003388"/>
                </a:cubicBezTo>
                <a:cubicBezTo>
                  <a:pt x="5440109" y="2025355"/>
                  <a:pt x="5455094" y="2045899"/>
                  <a:pt x="5481454" y="2063765"/>
                </a:cubicBezTo>
                <a:lnTo>
                  <a:pt x="5527292" y="2087474"/>
                </a:lnTo>
                <a:lnTo>
                  <a:pt x="5532638" y="2077462"/>
                </a:lnTo>
                <a:cubicBezTo>
                  <a:pt x="5544171" y="2058290"/>
                  <a:pt x="5557284" y="2038597"/>
                  <a:pt x="5571857" y="2018645"/>
                </a:cubicBezTo>
                <a:lnTo>
                  <a:pt x="5583642" y="2003818"/>
                </a:lnTo>
                <a:lnTo>
                  <a:pt x="5571857" y="1988990"/>
                </a:lnTo>
                <a:cubicBezTo>
                  <a:pt x="5557284" y="1969039"/>
                  <a:pt x="5544171" y="1949345"/>
                  <a:pt x="5532638" y="1930175"/>
                </a:cubicBezTo>
                <a:close/>
                <a:moveTo>
                  <a:pt x="5923650" y="1888999"/>
                </a:moveTo>
                <a:lnTo>
                  <a:pt x="5927348" y="1939009"/>
                </a:lnTo>
                <a:lnTo>
                  <a:pt x="5944467" y="1957460"/>
                </a:lnTo>
                <a:lnTo>
                  <a:pt x="5964311" y="1982460"/>
                </a:lnTo>
                <a:lnTo>
                  <a:pt x="5991239" y="1941959"/>
                </a:lnTo>
                <a:lnTo>
                  <a:pt x="6008190" y="1910091"/>
                </a:lnTo>
                <a:lnTo>
                  <a:pt x="5973255" y="1898937"/>
                </a:lnTo>
                <a:close/>
                <a:moveTo>
                  <a:pt x="5640660" y="1888926"/>
                </a:moveTo>
                <a:lnTo>
                  <a:pt x="5590672" y="1898937"/>
                </a:lnTo>
                <a:lnTo>
                  <a:pt x="5555674" y="1910123"/>
                </a:lnTo>
                <a:lnTo>
                  <a:pt x="5573064" y="1942817"/>
                </a:lnTo>
                <a:lnTo>
                  <a:pt x="5599967" y="1983279"/>
                </a:lnTo>
                <a:lnTo>
                  <a:pt x="5619836" y="1958282"/>
                </a:lnTo>
                <a:lnTo>
                  <a:pt x="5636890" y="1939913"/>
                </a:lnTo>
                <a:close/>
                <a:moveTo>
                  <a:pt x="5874649" y="1884276"/>
                </a:moveTo>
                <a:lnTo>
                  <a:pt x="5888451" y="1897089"/>
                </a:lnTo>
                <a:lnTo>
                  <a:pt x="5901285" y="1910921"/>
                </a:lnTo>
                <a:lnTo>
                  <a:pt x="5899440" y="1886125"/>
                </a:lnTo>
                <a:close/>
                <a:moveTo>
                  <a:pt x="5691290" y="1884137"/>
                </a:moveTo>
                <a:lnTo>
                  <a:pt x="5664888" y="1886102"/>
                </a:lnTo>
                <a:lnTo>
                  <a:pt x="5662969" y="1911824"/>
                </a:lnTo>
                <a:lnTo>
                  <a:pt x="5675852" y="1897947"/>
                </a:lnTo>
                <a:close/>
                <a:moveTo>
                  <a:pt x="5782152" y="1877374"/>
                </a:moveTo>
                <a:lnTo>
                  <a:pt x="5729852" y="1881266"/>
                </a:lnTo>
                <a:lnTo>
                  <a:pt x="5692997" y="1914234"/>
                </a:lnTo>
                <a:lnTo>
                  <a:pt x="5659921" y="1952671"/>
                </a:lnTo>
                <a:lnTo>
                  <a:pt x="5656136" y="2003388"/>
                </a:lnTo>
                <a:lnTo>
                  <a:pt x="5659980" y="2055033"/>
                </a:lnTo>
                <a:lnTo>
                  <a:pt x="5692997" y="2093401"/>
                </a:lnTo>
                <a:lnTo>
                  <a:pt x="5730401" y="2125589"/>
                </a:lnTo>
                <a:lnTo>
                  <a:pt x="5782152" y="2129404"/>
                </a:lnTo>
                <a:lnTo>
                  <a:pt x="5832915" y="2125626"/>
                </a:lnTo>
                <a:lnTo>
                  <a:pt x="5871306" y="2092543"/>
                </a:lnTo>
                <a:lnTo>
                  <a:pt x="5904394" y="2054095"/>
                </a:lnTo>
                <a:lnTo>
                  <a:pt x="5908167" y="2003388"/>
                </a:lnTo>
                <a:lnTo>
                  <a:pt x="5904460" y="1953572"/>
                </a:lnTo>
                <a:lnTo>
                  <a:pt x="5871306" y="1915093"/>
                </a:lnTo>
                <a:lnTo>
                  <a:pt x="5831778" y="1881078"/>
                </a:lnTo>
                <a:close/>
                <a:moveTo>
                  <a:pt x="5781317" y="1837652"/>
                </a:moveTo>
                <a:lnTo>
                  <a:pt x="5768933" y="1846306"/>
                </a:lnTo>
                <a:lnTo>
                  <a:pt x="5759134" y="1855072"/>
                </a:lnTo>
                <a:lnTo>
                  <a:pt x="5782152" y="1853370"/>
                </a:lnTo>
                <a:lnTo>
                  <a:pt x="5801220" y="1854779"/>
                </a:lnTo>
                <a:close/>
                <a:moveTo>
                  <a:pt x="5875814" y="1778152"/>
                </a:moveTo>
                <a:lnTo>
                  <a:pt x="5843355" y="1794301"/>
                </a:lnTo>
                <a:lnTo>
                  <a:pt x="5803931" y="1821851"/>
                </a:lnTo>
                <a:lnTo>
                  <a:pt x="5828117" y="1841074"/>
                </a:lnTo>
                <a:lnTo>
                  <a:pt x="5846484" y="1858127"/>
                </a:lnTo>
                <a:lnTo>
                  <a:pt x="5896602" y="1861833"/>
                </a:lnTo>
                <a:lnTo>
                  <a:pt x="5886604" y="1811909"/>
                </a:lnTo>
                <a:close/>
                <a:moveTo>
                  <a:pt x="5688619" y="1778083"/>
                </a:moveTo>
                <a:lnTo>
                  <a:pt x="5677700" y="1812285"/>
                </a:lnTo>
                <a:lnTo>
                  <a:pt x="5667775" y="1861826"/>
                </a:lnTo>
                <a:lnTo>
                  <a:pt x="5720592" y="1857921"/>
                </a:lnTo>
                <a:lnTo>
                  <a:pt x="5760892" y="1821868"/>
                </a:lnTo>
                <a:lnTo>
                  <a:pt x="5720722" y="1795160"/>
                </a:lnTo>
                <a:close/>
                <a:moveTo>
                  <a:pt x="1448754" y="1765931"/>
                </a:moveTo>
                <a:cubicBezTo>
                  <a:pt x="1448754" y="1767646"/>
                  <a:pt x="1631349" y="1852515"/>
                  <a:pt x="1666496" y="1868802"/>
                </a:cubicBezTo>
                <a:cubicBezTo>
                  <a:pt x="1701643" y="1852515"/>
                  <a:pt x="1884238" y="1767646"/>
                  <a:pt x="1884238" y="1765931"/>
                </a:cubicBezTo>
                <a:lnTo>
                  <a:pt x="1884238" y="2016249"/>
                </a:lnTo>
                <a:cubicBezTo>
                  <a:pt x="1825087" y="2077971"/>
                  <a:pt x="1709358" y="2088258"/>
                  <a:pt x="1672497" y="2089973"/>
                </a:cubicBezTo>
                <a:cubicBezTo>
                  <a:pt x="1672497" y="2089973"/>
                  <a:pt x="1669925" y="2089973"/>
                  <a:pt x="1666496" y="2089973"/>
                </a:cubicBezTo>
                <a:cubicBezTo>
                  <a:pt x="1662210" y="2089973"/>
                  <a:pt x="1660495" y="2089973"/>
                  <a:pt x="1660495" y="2089973"/>
                </a:cubicBezTo>
                <a:cubicBezTo>
                  <a:pt x="1623633" y="2089116"/>
                  <a:pt x="1507905" y="2078829"/>
                  <a:pt x="1448754" y="2016249"/>
                </a:cubicBezTo>
                <a:close/>
                <a:moveTo>
                  <a:pt x="5593918" y="1746924"/>
                </a:moveTo>
                <a:cubicBezTo>
                  <a:pt x="5571054" y="1745356"/>
                  <a:pt x="5552623" y="1750285"/>
                  <a:pt x="5540407" y="1762502"/>
                </a:cubicBezTo>
                <a:cubicBezTo>
                  <a:pt x="5522083" y="1780825"/>
                  <a:pt x="5520155" y="1813133"/>
                  <a:pt x="5531953" y="1853413"/>
                </a:cubicBezTo>
                <a:lnTo>
                  <a:pt x="5543203" y="1882935"/>
                </a:lnTo>
                <a:lnTo>
                  <a:pt x="5623279" y="1865117"/>
                </a:lnTo>
                <a:lnTo>
                  <a:pt x="5642525" y="1863694"/>
                </a:lnTo>
                <a:lnTo>
                  <a:pt x="5643880" y="1845375"/>
                </a:lnTo>
                <a:lnTo>
                  <a:pt x="5661631" y="1765599"/>
                </a:lnTo>
                <a:lnTo>
                  <a:pt x="5631317" y="1754048"/>
                </a:lnTo>
                <a:cubicBezTo>
                  <a:pt x="5617891" y="1750115"/>
                  <a:pt x="5605350" y="1747708"/>
                  <a:pt x="5593918" y="1746924"/>
                </a:cubicBezTo>
                <a:close/>
                <a:moveTo>
                  <a:pt x="5970024" y="1746066"/>
                </a:moveTo>
                <a:cubicBezTo>
                  <a:pt x="5952845" y="1747241"/>
                  <a:pt x="5933211" y="1752072"/>
                  <a:pt x="5911854" y="1760221"/>
                </a:cubicBezTo>
                <a:lnTo>
                  <a:pt x="5902511" y="1764870"/>
                </a:lnTo>
                <a:lnTo>
                  <a:pt x="5920424" y="1845375"/>
                </a:lnTo>
                <a:lnTo>
                  <a:pt x="5921779" y="1863694"/>
                </a:lnTo>
                <a:lnTo>
                  <a:pt x="5941024" y="1865117"/>
                </a:lnTo>
                <a:lnTo>
                  <a:pt x="6020799" y="1882868"/>
                </a:lnTo>
                <a:lnTo>
                  <a:pt x="6032350" y="1852555"/>
                </a:lnTo>
                <a:cubicBezTo>
                  <a:pt x="6044149" y="1812276"/>
                  <a:pt x="6042221" y="1779968"/>
                  <a:pt x="6023897" y="1761646"/>
                </a:cubicBezTo>
                <a:cubicBezTo>
                  <a:pt x="6011467" y="1749428"/>
                  <a:pt x="5992929" y="1744499"/>
                  <a:pt x="5970024" y="1746066"/>
                </a:cubicBezTo>
                <a:close/>
                <a:moveTo>
                  <a:pt x="289975" y="1703570"/>
                </a:moveTo>
                <a:lnTo>
                  <a:pt x="249460" y="1738503"/>
                </a:lnTo>
                <a:cubicBezTo>
                  <a:pt x="249460" y="1738503"/>
                  <a:pt x="264462" y="1723072"/>
                  <a:pt x="283964" y="1707642"/>
                </a:cubicBezTo>
                <a:close/>
                <a:moveTo>
                  <a:pt x="4368605" y="1696916"/>
                </a:moveTo>
                <a:cubicBezTo>
                  <a:pt x="4407031" y="1694430"/>
                  <a:pt x="4447416" y="1702386"/>
                  <a:pt x="4478277" y="1734211"/>
                </a:cubicBezTo>
                <a:lnTo>
                  <a:pt x="4710592" y="1734211"/>
                </a:lnTo>
                <a:lnTo>
                  <a:pt x="4710592" y="2074541"/>
                </a:lnTo>
                <a:lnTo>
                  <a:pt x="4473133" y="2076255"/>
                </a:lnTo>
                <a:cubicBezTo>
                  <a:pt x="4473133" y="2076255"/>
                  <a:pt x="4393408" y="1995674"/>
                  <a:pt x="4245961" y="2072826"/>
                </a:cubicBezTo>
                <a:lnTo>
                  <a:pt x="4245961" y="1734211"/>
                </a:lnTo>
                <a:cubicBezTo>
                  <a:pt x="4245961" y="1734211"/>
                  <a:pt x="4304562" y="1701060"/>
                  <a:pt x="4368605" y="1696916"/>
                </a:cubicBezTo>
                <a:close/>
                <a:moveTo>
                  <a:pt x="5782152" y="1661348"/>
                </a:moveTo>
                <a:cubicBezTo>
                  <a:pt x="5760453" y="1661348"/>
                  <a:pt x="5740010" y="1676333"/>
                  <a:pt x="5722156" y="1702693"/>
                </a:cubicBezTo>
                <a:lnTo>
                  <a:pt x="5698519" y="1748314"/>
                </a:lnTo>
                <a:lnTo>
                  <a:pt x="5708935" y="1753875"/>
                </a:lnTo>
                <a:cubicBezTo>
                  <a:pt x="5728108" y="1765408"/>
                  <a:pt x="5747801" y="1778522"/>
                  <a:pt x="5767753" y="1793094"/>
                </a:cubicBezTo>
                <a:lnTo>
                  <a:pt x="5783057" y="1805259"/>
                </a:lnTo>
                <a:lnTo>
                  <a:pt x="5855594" y="1754507"/>
                </a:lnTo>
                <a:lnTo>
                  <a:pt x="5866361" y="1749129"/>
                </a:lnTo>
                <a:lnTo>
                  <a:pt x="5842148" y="1702521"/>
                </a:lnTo>
                <a:cubicBezTo>
                  <a:pt x="5824294" y="1676250"/>
                  <a:pt x="5803851" y="1661348"/>
                  <a:pt x="5782152" y="1661348"/>
                </a:cubicBezTo>
                <a:close/>
                <a:moveTo>
                  <a:pt x="592360" y="1640776"/>
                </a:moveTo>
                <a:cubicBezTo>
                  <a:pt x="592360" y="1640776"/>
                  <a:pt x="595066" y="1641779"/>
                  <a:pt x="599890" y="1643860"/>
                </a:cubicBezTo>
                <a:lnTo>
                  <a:pt x="615617" y="1651278"/>
                </a:lnTo>
                <a:close/>
                <a:moveTo>
                  <a:pt x="493776" y="1630488"/>
                </a:moveTo>
                <a:lnTo>
                  <a:pt x="498063" y="1633917"/>
                </a:lnTo>
                <a:cubicBezTo>
                  <a:pt x="498063" y="1633917"/>
                  <a:pt x="495491" y="1638204"/>
                  <a:pt x="493776" y="1640776"/>
                </a:cubicBezTo>
                <a:cubicBezTo>
                  <a:pt x="492919" y="1643348"/>
                  <a:pt x="497205" y="1641634"/>
                  <a:pt x="497205" y="1641634"/>
                </a:cubicBezTo>
                <a:cubicBezTo>
                  <a:pt x="497205" y="1641634"/>
                  <a:pt x="510921" y="1648491"/>
                  <a:pt x="510921" y="1651062"/>
                </a:cubicBezTo>
                <a:cubicBezTo>
                  <a:pt x="510921" y="1653635"/>
                  <a:pt x="504921" y="1656207"/>
                  <a:pt x="492919" y="1655350"/>
                </a:cubicBezTo>
                <a:cubicBezTo>
                  <a:pt x="480918" y="1654492"/>
                  <a:pt x="486918" y="1657064"/>
                  <a:pt x="471488" y="1649348"/>
                </a:cubicBezTo>
                <a:cubicBezTo>
                  <a:pt x="456057" y="1641634"/>
                  <a:pt x="457772" y="1662207"/>
                  <a:pt x="451771" y="1667351"/>
                </a:cubicBezTo>
                <a:cubicBezTo>
                  <a:pt x="444913" y="1672494"/>
                  <a:pt x="444913" y="1674208"/>
                  <a:pt x="440627" y="1683638"/>
                </a:cubicBezTo>
                <a:cubicBezTo>
                  <a:pt x="437198" y="1693069"/>
                  <a:pt x="440627" y="1683638"/>
                  <a:pt x="450914" y="1689640"/>
                </a:cubicBezTo>
                <a:cubicBezTo>
                  <a:pt x="461201" y="1695639"/>
                  <a:pt x="455200" y="1691355"/>
                  <a:pt x="460344" y="1690497"/>
                </a:cubicBezTo>
                <a:cubicBezTo>
                  <a:pt x="465487" y="1690497"/>
                  <a:pt x="480060" y="1687067"/>
                  <a:pt x="484347" y="1686210"/>
                </a:cubicBezTo>
                <a:cubicBezTo>
                  <a:pt x="488633" y="1685352"/>
                  <a:pt x="491205" y="1686210"/>
                  <a:pt x="490347" y="1700784"/>
                </a:cubicBezTo>
                <a:cubicBezTo>
                  <a:pt x="489490" y="1716214"/>
                  <a:pt x="490347" y="1700784"/>
                  <a:pt x="512636" y="1711927"/>
                </a:cubicBezTo>
                <a:cubicBezTo>
                  <a:pt x="534924" y="1723071"/>
                  <a:pt x="508350" y="1723071"/>
                  <a:pt x="525495" y="1726501"/>
                </a:cubicBezTo>
                <a:cubicBezTo>
                  <a:pt x="542640" y="1730788"/>
                  <a:pt x="522923" y="1731644"/>
                  <a:pt x="510064" y="1736787"/>
                </a:cubicBezTo>
                <a:cubicBezTo>
                  <a:pt x="497205" y="1742789"/>
                  <a:pt x="503206" y="1735930"/>
                  <a:pt x="494634" y="1747070"/>
                </a:cubicBezTo>
                <a:cubicBezTo>
                  <a:pt x="486061" y="1758215"/>
                  <a:pt x="496348" y="1754786"/>
                  <a:pt x="500634" y="1756500"/>
                </a:cubicBezTo>
                <a:cubicBezTo>
                  <a:pt x="504921" y="1758215"/>
                  <a:pt x="512636" y="1756500"/>
                  <a:pt x="516922" y="1753071"/>
                </a:cubicBezTo>
                <a:cubicBezTo>
                  <a:pt x="520351" y="1749645"/>
                  <a:pt x="523780" y="1751357"/>
                  <a:pt x="523780" y="1751357"/>
                </a:cubicBezTo>
                <a:cubicBezTo>
                  <a:pt x="523780" y="1751357"/>
                  <a:pt x="533210" y="1742789"/>
                  <a:pt x="542640" y="1747928"/>
                </a:cubicBezTo>
                <a:cubicBezTo>
                  <a:pt x="552069" y="1753071"/>
                  <a:pt x="542640" y="1747928"/>
                  <a:pt x="545211" y="1745356"/>
                </a:cubicBezTo>
                <a:cubicBezTo>
                  <a:pt x="547783" y="1743646"/>
                  <a:pt x="552069" y="1744499"/>
                  <a:pt x="555498" y="1741075"/>
                </a:cubicBezTo>
                <a:cubicBezTo>
                  <a:pt x="558927" y="1738503"/>
                  <a:pt x="566643" y="1735930"/>
                  <a:pt x="588931" y="1744499"/>
                </a:cubicBezTo>
                <a:cubicBezTo>
                  <a:pt x="612077" y="1753071"/>
                  <a:pt x="590646" y="1751357"/>
                  <a:pt x="600933" y="1755643"/>
                </a:cubicBezTo>
                <a:cubicBezTo>
                  <a:pt x="610362" y="1759929"/>
                  <a:pt x="604362" y="1758215"/>
                  <a:pt x="605219" y="1752214"/>
                </a:cubicBezTo>
                <a:cubicBezTo>
                  <a:pt x="606076" y="1746213"/>
                  <a:pt x="606076" y="1737646"/>
                  <a:pt x="609505" y="1735930"/>
                </a:cubicBezTo>
                <a:cubicBezTo>
                  <a:pt x="612934" y="1734216"/>
                  <a:pt x="615506" y="1735930"/>
                  <a:pt x="619792" y="1739360"/>
                </a:cubicBezTo>
                <a:cubicBezTo>
                  <a:pt x="624078" y="1742789"/>
                  <a:pt x="633508" y="1720500"/>
                  <a:pt x="643795" y="1724786"/>
                </a:cubicBezTo>
                <a:cubicBezTo>
                  <a:pt x="653225" y="1729073"/>
                  <a:pt x="646367" y="1726501"/>
                  <a:pt x="656654" y="1733358"/>
                </a:cubicBezTo>
                <a:cubicBezTo>
                  <a:pt x="666942" y="1740217"/>
                  <a:pt x="656654" y="1743646"/>
                  <a:pt x="651510" y="1747928"/>
                </a:cubicBezTo>
                <a:cubicBezTo>
                  <a:pt x="645510" y="1753071"/>
                  <a:pt x="648081" y="1745356"/>
                  <a:pt x="639509" y="1742789"/>
                </a:cubicBezTo>
                <a:cubicBezTo>
                  <a:pt x="630936" y="1740217"/>
                  <a:pt x="636080" y="1744499"/>
                  <a:pt x="623221" y="1756500"/>
                </a:cubicBezTo>
                <a:cubicBezTo>
                  <a:pt x="610362" y="1767644"/>
                  <a:pt x="623221" y="1756500"/>
                  <a:pt x="625793" y="1763359"/>
                </a:cubicBezTo>
                <a:cubicBezTo>
                  <a:pt x="628365" y="1770216"/>
                  <a:pt x="635223" y="1760786"/>
                  <a:pt x="642081" y="1763359"/>
                </a:cubicBezTo>
                <a:cubicBezTo>
                  <a:pt x="648939" y="1765931"/>
                  <a:pt x="647224" y="1765931"/>
                  <a:pt x="656654" y="1767644"/>
                </a:cubicBezTo>
                <a:cubicBezTo>
                  <a:pt x="666085" y="1769359"/>
                  <a:pt x="656654" y="1767644"/>
                  <a:pt x="658369" y="1773647"/>
                </a:cubicBezTo>
                <a:cubicBezTo>
                  <a:pt x="660084" y="1779648"/>
                  <a:pt x="662656" y="1774503"/>
                  <a:pt x="672085" y="1778790"/>
                </a:cubicBezTo>
                <a:cubicBezTo>
                  <a:pt x="681515" y="1783932"/>
                  <a:pt x="675514" y="1781362"/>
                  <a:pt x="672085" y="1788218"/>
                </a:cubicBezTo>
                <a:cubicBezTo>
                  <a:pt x="669514" y="1795076"/>
                  <a:pt x="669514" y="1788218"/>
                  <a:pt x="666085" y="1786504"/>
                </a:cubicBezTo>
                <a:cubicBezTo>
                  <a:pt x="662656" y="1785647"/>
                  <a:pt x="661798" y="1785647"/>
                  <a:pt x="654082" y="1789076"/>
                </a:cubicBezTo>
                <a:cubicBezTo>
                  <a:pt x="646367" y="1793363"/>
                  <a:pt x="645510" y="1789933"/>
                  <a:pt x="642081" y="1791647"/>
                </a:cubicBezTo>
                <a:cubicBezTo>
                  <a:pt x="639509" y="1793363"/>
                  <a:pt x="636937" y="1789933"/>
                  <a:pt x="618935" y="1788218"/>
                </a:cubicBezTo>
                <a:cubicBezTo>
                  <a:pt x="600933" y="1786504"/>
                  <a:pt x="618935" y="1788218"/>
                  <a:pt x="608648" y="1798505"/>
                </a:cubicBezTo>
                <a:cubicBezTo>
                  <a:pt x="598361" y="1808794"/>
                  <a:pt x="608648" y="1798505"/>
                  <a:pt x="601790" y="1798505"/>
                </a:cubicBezTo>
                <a:cubicBezTo>
                  <a:pt x="594932" y="1798505"/>
                  <a:pt x="592360" y="1795935"/>
                  <a:pt x="588074" y="1793363"/>
                </a:cubicBezTo>
                <a:cubicBezTo>
                  <a:pt x="582930" y="1790790"/>
                  <a:pt x="585502" y="1789076"/>
                  <a:pt x="576072" y="1789076"/>
                </a:cubicBezTo>
                <a:cubicBezTo>
                  <a:pt x="566643" y="1789076"/>
                  <a:pt x="576072" y="1789076"/>
                  <a:pt x="566643" y="1788218"/>
                </a:cubicBezTo>
                <a:cubicBezTo>
                  <a:pt x="558070" y="1787361"/>
                  <a:pt x="563214" y="1782218"/>
                  <a:pt x="562356" y="1770216"/>
                </a:cubicBezTo>
                <a:cubicBezTo>
                  <a:pt x="561499" y="1758215"/>
                  <a:pt x="562356" y="1770216"/>
                  <a:pt x="557213" y="1769359"/>
                </a:cubicBezTo>
                <a:cubicBezTo>
                  <a:pt x="552069" y="1768504"/>
                  <a:pt x="553784" y="1767644"/>
                  <a:pt x="550355" y="1767644"/>
                </a:cubicBezTo>
                <a:cubicBezTo>
                  <a:pt x="547783" y="1767644"/>
                  <a:pt x="550355" y="1767644"/>
                  <a:pt x="537496" y="1770216"/>
                </a:cubicBezTo>
                <a:cubicBezTo>
                  <a:pt x="524637" y="1772790"/>
                  <a:pt x="533210" y="1771073"/>
                  <a:pt x="528924" y="1771073"/>
                </a:cubicBezTo>
                <a:cubicBezTo>
                  <a:pt x="524637" y="1771073"/>
                  <a:pt x="522923" y="1771933"/>
                  <a:pt x="516065" y="1773647"/>
                </a:cubicBezTo>
                <a:cubicBezTo>
                  <a:pt x="509207" y="1775362"/>
                  <a:pt x="510921" y="1773647"/>
                  <a:pt x="507492" y="1774503"/>
                </a:cubicBezTo>
                <a:cubicBezTo>
                  <a:pt x="504921" y="1775362"/>
                  <a:pt x="498063" y="1782218"/>
                  <a:pt x="493776" y="1786504"/>
                </a:cubicBezTo>
                <a:cubicBezTo>
                  <a:pt x="488633" y="1790790"/>
                  <a:pt x="480918" y="1794219"/>
                  <a:pt x="474060" y="1793363"/>
                </a:cubicBezTo>
                <a:cubicBezTo>
                  <a:pt x="467202" y="1793363"/>
                  <a:pt x="469773" y="1795076"/>
                  <a:pt x="466344" y="1797648"/>
                </a:cubicBezTo>
                <a:cubicBezTo>
                  <a:pt x="462915" y="1799363"/>
                  <a:pt x="460344" y="1807080"/>
                  <a:pt x="458629" y="1810508"/>
                </a:cubicBezTo>
                <a:cubicBezTo>
                  <a:pt x="456915" y="1813080"/>
                  <a:pt x="446628" y="1818224"/>
                  <a:pt x="438912" y="1831938"/>
                </a:cubicBezTo>
                <a:cubicBezTo>
                  <a:pt x="431197" y="1845654"/>
                  <a:pt x="432912" y="1841369"/>
                  <a:pt x="441484" y="1860230"/>
                </a:cubicBezTo>
                <a:cubicBezTo>
                  <a:pt x="450057" y="1879088"/>
                  <a:pt x="436341" y="1865373"/>
                  <a:pt x="436341" y="1874802"/>
                </a:cubicBezTo>
                <a:cubicBezTo>
                  <a:pt x="436341" y="1883375"/>
                  <a:pt x="434626" y="1879088"/>
                  <a:pt x="431197" y="1886803"/>
                </a:cubicBezTo>
                <a:cubicBezTo>
                  <a:pt x="427768" y="1894520"/>
                  <a:pt x="431197" y="1886803"/>
                  <a:pt x="439770" y="1896233"/>
                </a:cubicBezTo>
                <a:cubicBezTo>
                  <a:pt x="448342" y="1905663"/>
                  <a:pt x="439770" y="1896233"/>
                  <a:pt x="444913" y="1902233"/>
                </a:cubicBezTo>
                <a:cubicBezTo>
                  <a:pt x="450914" y="1909093"/>
                  <a:pt x="446628" y="1907378"/>
                  <a:pt x="447485" y="1914235"/>
                </a:cubicBezTo>
                <a:cubicBezTo>
                  <a:pt x="448342" y="1921094"/>
                  <a:pt x="450057" y="1917664"/>
                  <a:pt x="456915" y="1921951"/>
                </a:cubicBezTo>
                <a:cubicBezTo>
                  <a:pt x="463773" y="1926236"/>
                  <a:pt x="460344" y="1925378"/>
                  <a:pt x="463773" y="1933095"/>
                </a:cubicBezTo>
                <a:cubicBezTo>
                  <a:pt x="467202" y="1940810"/>
                  <a:pt x="468059" y="1934810"/>
                  <a:pt x="474917" y="1939095"/>
                </a:cubicBezTo>
                <a:cubicBezTo>
                  <a:pt x="481775" y="1943381"/>
                  <a:pt x="492919" y="1939953"/>
                  <a:pt x="502349" y="1939953"/>
                </a:cubicBezTo>
                <a:cubicBezTo>
                  <a:pt x="511779" y="1939953"/>
                  <a:pt x="514350" y="1940810"/>
                  <a:pt x="521208" y="1937380"/>
                </a:cubicBezTo>
                <a:cubicBezTo>
                  <a:pt x="528924" y="1934810"/>
                  <a:pt x="536639" y="1934810"/>
                  <a:pt x="540925" y="1931380"/>
                </a:cubicBezTo>
                <a:cubicBezTo>
                  <a:pt x="545211" y="1927951"/>
                  <a:pt x="549498" y="1928810"/>
                  <a:pt x="552069" y="1930522"/>
                </a:cubicBezTo>
                <a:cubicBezTo>
                  <a:pt x="554641" y="1932237"/>
                  <a:pt x="552927" y="1936523"/>
                  <a:pt x="559785" y="1941666"/>
                </a:cubicBezTo>
                <a:cubicBezTo>
                  <a:pt x="566643" y="1946811"/>
                  <a:pt x="566643" y="1939953"/>
                  <a:pt x="570929" y="1939095"/>
                </a:cubicBezTo>
                <a:cubicBezTo>
                  <a:pt x="575215" y="1938237"/>
                  <a:pt x="587217" y="1945953"/>
                  <a:pt x="587217" y="1945953"/>
                </a:cubicBezTo>
                <a:cubicBezTo>
                  <a:pt x="587217" y="1945953"/>
                  <a:pt x="586359" y="1951954"/>
                  <a:pt x="583788" y="1962240"/>
                </a:cubicBezTo>
                <a:cubicBezTo>
                  <a:pt x="581216" y="1971670"/>
                  <a:pt x="583788" y="1962240"/>
                  <a:pt x="583788" y="1968242"/>
                </a:cubicBezTo>
                <a:cubicBezTo>
                  <a:pt x="583788" y="1974242"/>
                  <a:pt x="585502" y="1990529"/>
                  <a:pt x="585502" y="1990529"/>
                </a:cubicBezTo>
                <a:cubicBezTo>
                  <a:pt x="585502" y="1990529"/>
                  <a:pt x="588931" y="1994816"/>
                  <a:pt x="593217" y="2001674"/>
                </a:cubicBezTo>
                <a:cubicBezTo>
                  <a:pt x="597504" y="2008532"/>
                  <a:pt x="597504" y="2006817"/>
                  <a:pt x="598361" y="2009389"/>
                </a:cubicBezTo>
                <a:cubicBezTo>
                  <a:pt x="599218" y="2011104"/>
                  <a:pt x="605219" y="2017105"/>
                  <a:pt x="606933" y="2021391"/>
                </a:cubicBezTo>
                <a:cubicBezTo>
                  <a:pt x="608648" y="2024819"/>
                  <a:pt x="608648" y="2027392"/>
                  <a:pt x="609505" y="2033392"/>
                </a:cubicBezTo>
                <a:cubicBezTo>
                  <a:pt x="610362" y="2040250"/>
                  <a:pt x="604362" y="2041107"/>
                  <a:pt x="598361" y="2045393"/>
                </a:cubicBezTo>
                <a:cubicBezTo>
                  <a:pt x="592360" y="2049680"/>
                  <a:pt x="595789" y="2051396"/>
                  <a:pt x="593217" y="2061682"/>
                </a:cubicBezTo>
                <a:cubicBezTo>
                  <a:pt x="590646" y="2071968"/>
                  <a:pt x="593217" y="2061682"/>
                  <a:pt x="588931" y="2071968"/>
                </a:cubicBezTo>
                <a:cubicBezTo>
                  <a:pt x="584645" y="2082255"/>
                  <a:pt x="589788" y="2076254"/>
                  <a:pt x="595789" y="2082255"/>
                </a:cubicBezTo>
                <a:cubicBezTo>
                  <a:pt x="601790" y="2088256"/>
                  <a:pt x="601790" y="2084827"/>
                  <a:pt x="606076" y="2095114"/>
                </a:cubicBezTo>
                <a:cubicBezTo>
                  <a:pt x="611220" y="2104544"/>
                  <a:pt x="607791" y="2098543"/>
                  <a:pt x="608648" y="2107115"/>
                </a:cubicBezTo>
                <a:cubicBezTo>
                  <a:pt x="609505" y="2115689"/>
                  <a:pt x="608648" y="2107115"/>
                  <a:pt x="608648" y="2116545"/>
                </a:cubicBezTo>
                <a:cubicBezTo>
                  <a:pt x="608648" y="2125118"/>
                  <a:pt x="608648" y="2116545"/>
                  <a:pt x="613791" y="2128547"/>
                </a:cubicBezTo>
                <a:cubicBezTo>
                  <a:pt x="618935" y="2140548"/>
                  <a:pt x="614649" y="2133690"/>
                  <a:pt x="620649" y="2144834"/>
                </a:cubicBezTo>
                <a:cubicBezTo>
                  <a:pt x="627507" y="2155979"/>
                  <a:pt x="620649" y="2144834"/>
                  <a:pt x="624936" y="2144834"/>
                </a:cubicBezTo>
                <a:cubicBezTo>
                  <a:pt x="629222" y="2144834"/>
                  <a:pt x="640366" y="2139691"/>
                  <a:pt x="642938" y="2137119"/>
                </a:cubicBezTo>
                <a:cubicBezTo>
                  <a:pt x="645510" y="2134548"/>
                  <a:pt x="660941" y="2128547"/>
                  <a:pt x="665227" y="2127690"/>
                </a:cubicBezTo>
                <a:cubicBezTo>
                  <a:pt x="670371" y="2126832"/>
                  <a:pt x="668656" y="2118260"/>
                  <a:pt x="668656" y="2118260"/>
                </a:cubicBezTo>
                <a:lnTo>
                  <a:pt x="683230" y="2106258"/>
                </a:lnTo>
                <a:lnTo>
                  <a:pt x="695231" y="2088256"/>
                </a:lnTo>
                <a:cubicBezTo>
                  <a:pt x="695231" y="2088256"/>
                  <a:pt x="695231" y="2078826"/>
                  <a:pt x="695231" y="2076254"/>
                </a:cubicBezTo>
                <a:cubicBezTo>
                  <a:pt x="695231" y="2074540"/>
                  <a:pt x="702089" y="2073683"/>
                  <a:pt x="706375" y="2072825"/>
                </a:cubicBezTo>
                <a:cubicBezTo>
                  <a:pt x="709804" y="2071968"/>
                  <a:pt x="708947" y="2067682"/>
                  <a:pt x="710662" y="2065110"/>
                </a:cubicBezTo>
                <a:cubicBezTo>
                  <a:pt x="712376" y="2063397"/>
                  <a:pt x="718377" y="2053966"/>
                  <a:pt x="724378" y="2052252"/>
                </a:cubicBezTo>
                <a:cubicBezTo>
                  <a:pt x="731236" y="2051396"/>
                  <a:pt x="719234" y="2040250"/>
                  <a:pt x="719234" y="2040250"/>
                </a:cubicBezTo>
                <a:cubicBezTo>
                  <a:pt x="719234" y="2040250"/>
                  <a:pt x="727807" y="2034249"/>
                  <a:pt x="729521" y="2028248"/>
                </a:cubicBezTo>
                <a:cubicBezTo>
                  <a:pt x="731236" y="2022248"/>
                  <a:pt x="729521" y="2010247"/>
                  <a:pt x="728664" y="2006817"/>
                </a:cubicBezTo>
                <a:cubicBezTo>
                  <a:pt x="727807" y="2004246"/>
                  <a:pt x="728664" y="1992244"/>
                  <a:pt x="728664" y="1992244"/>
                </a:cubicBezTo>
                <a:lnTo>
                  <a:pt x="735522" y="1983671"/>
                </a:lnTo>
                <a:cubicBezTo>
                  <a:pt x="735522" y="1983671"/>
                  <a:pt x="736379" y="1968242"/>
                  <a:pt x="738951" y="1966526"/>
                </a:cubicBezTo>
                <a:cubicBezTo>
                  <a:pt x="741523" y="1964813"/>
                  <a:pt x="745809" y="1954526"/>
                  <a:pt x="750095" y="1954526"/>
                </a:cubicBezTo>
                <a:cubicBezTo>
                  <a:pt x="754381" y="1954526"/>
                  <a:pt x="753524" y="1931380"/>
                  <a:pt x="753524" y="1931380"/>
                </a:cubicBezTo>
                <a:lnTo>
                  <a:pt x="760382" y="1918520"/>
                </a:lnTo>
                <a:cubicBezTo>
                  <a:pt x="760382" y="1918520"/>
                  <a:pt x="762954" y="1905663"/>
                  <a:pt x="762954" y="1903090"/>
                </a:cubicBezTo>
                <a:cubicBezTo>
                  <a:pt x="762954" y="1900518"/>
                  <a:pt x="756096" y="1895375"/>
                  <a:pt x="756096" y="1895375"/>
                </a:cubicBezTo>
                <a:cubicBezTo>
                  <a:pt x="756096" y="1895375"/>
                  <a:pt x="749238" y="1895375"/>
                  <a:pt x="744094" y="1897947"/>
                </a:cubicBezTo>
                <a:cubicBezTo>
                  <a:pt x="738951" y="1900518"/>
                  <a:pt x="740665" y="1898805"/>
                  <a:pt x="737236" y="1899662"/>
                </a:cubicBezTo>
                <a:cubicBezTo>
                  <a:pt x="733807" y="1900518"/>
                  <a:pt x="732950" y="1897947"/>
                  <a:pt x="727807" y="1896233"/>
                </a:cubicBezTo>
                <a:cubicBezTo>
                  <a:pt x="722663" y="1894520"/>
                  <a:pt x="726949" y="1889375"/>
                  <a:pt x="727807" y="1885088"/>
                </a:cubicBezTo>
                <a:cubicBezTo>
                  <a:pt x="728664" y="1880803"/>
                  <a:pt x="720091" y="1881660"/>
                  <a:pt x="716662" y="1880803"/>
                </a:cubicBezTo>
                <a:cubicBezTo>
                  <a:pt x="714091" y="1879945"/>
                  <a:pt x="713233" y="1870514"/>
                  <a:pt x="710662" y="1867944"/>
                </a:cubicBezTo>
                <a:cubicBezTo>
                  <a:pt x="708947" y="1866229"/>
                  <a:pt x="708090" y="1862801"/>
                  <a:pt x="704661" y="1855941"/>
                </a:cubicBezTo>
                <a:cubicBezTo>
                  <a:pt x="701232" y="1849083"/>
                  <a:pt x="699517" y="1852513"/>
                  <a:pt x="695231" y="1851655"/>
                </a:cubicBezTo>
                <a:cubicBezTo>
                  <a:pt x="690945" y="1850798"/>
                  <a:pt x="696088" y="1842226"/>
                  <a:pt x="691802" y="1834510"/>
                </a:cubicBezTo>
                <a:cubicBezTo>
                  <a:pt x="687516" y="1826796"/>
                  <a:pt x="701232" y="1831082"/>
                  <a:pt x="701232" y="1831082"/>
                </a:cubicBezTo>
                <a:cubicBezTo>
                  <a:pt x="701232" y="1831082"/>
                  <a:pt x="701232" y="1831082"/>
                  <a:pt x="707233" y="1836225"/>
                </a:cubicBezTo>
                <a:cubicBezTo>
                  <a:pt x="713233" y="1842226"/>
                  <a:pt x="708947" y="1840511"/>
                  <a:pt x="713233" y="1846511"/>
                </a:cubicBezTo>
                <a:cubicBezTo>
                  <a:pt x="718377" y="1852513"/>
                  <a:pt x="714091" y="1856798"/>
                  <a:pt x="715805" y="1859371"/>
                </a:cubicBezTo>
                <a:cubicBezTo>
                  <a:pt x="717520" y="1861944"/>
                  <a:pt x="726949" y="1863658"/>
                  <a:pt x="730378" y="1868802"/>
                </a:cubicBezTo>
                <a:cubicBezTo>
                  <a:pt x="733807" y="1873945"/>
                  <a:pt x="738951" y="1879945"/>
                  <a:pt x="738951" y="1879945"/>
                </a:cubicBezTo>
                <a:cubicBezTo>
                  <a:pt x="738951" y="1879945"/>
                  <a:pt x="756096" y="1877374"/>
                  <a:pt x="759525" y="1875660"/>
                </a:cubicBezTo>
                <a:cubicBezTo>
                  <a:pt x="762097" y="1873945"/>
                  <a:pt x="763811" y="1864514"/>
                  <a:pt x="763811" y="1864514"/>
                </a:cubicBezTo>
                <a:cubicBezTo>
                  <a:pt x="763811" y="1864514"/>
                  <a:pt x="767240" y="1855941"/>
                  <a:pt x="767240" y="1852513"/>
                </a:cubicBezTo>
                <a:cubicBezTo>
                  <a:pt x="767240" y="1849940"/>
                  <a:pt x="762954" y="1837940"/>
                  <a:pt x="762954" y="1837940"/>
                </a:cubicBezTo>
                <a:lnTo>
                  <a:pt x="762954" y="1825938"/>
                </a:lnTo>
                <a:cubicBezTo>
                  <a:pt x="762954" y="1825938"/>
                  <a:pt x="756953" y="1819938"/>
                  <a:pt x="758668" y="1815651"/>
                </a:cubicBezTo>
                <a:cubicBezTo>
                  <a:pt x="760382" y="1812222"/>
                  <a:pt x="758668" y="1815651"/>
                  <a:pt x="762097" y="1816508"/>
                </a:cubicBezTo>
                <a:cubicBezTo>
                  <a:pt x="764668" y="1817366"/>
                  <a:pt x="771526" y="1817366"/>
                  <a:pt x="774098" y="1820794"/>
                </a:cubicBezTo>
                <a:cubicBezTo>
                  <a:pt x="776670" y="1824223"/>
                  <a:pt x="779242" y="1833653"/>
                  <a:pt x="782671" y="1837084"/>
                </a:cubicBezTo>
                <a:cubicBezTo>
                  <a:pt x="786100" y="1840511"/>
                  <a:pt x="786100" y="1839654"/>
                  <a:pt x="790386" y="1844797"/>
                </a:cubicBezTo>
                <a:cubicBezTo>
                  <a:pt x="793815" y="1849940"/>
                  <a:pt x="792958" y="1846511"/>
                  <a:pt x="796387" y="1851655"/>
                </a:cubicBezTo>
                <a:cubicBezTo>
                  <a:pt x="799816" y="1857656"/>
                  <a:pt x="796387" y="1855941"/>
                  <a:pt x="800673" y="1863658"/>
                </a:cubicBezTo>
                <a:cubicBezTo>
                  <a:pt x="804959" y="1871372"/>
                  <a:pt x="804959" y="1869657"/>
                  <a:pt x="809245" y="1873945"/>
                </a:cubicBezTo>
                <a:lnTo>
                  <a:pt x="810960" y="1870514"/>
                </a:lnTo>
                <a:cubicBezTo>
                  <a:pt x="776884" y="1746428"/>
                  <a:pt x="670960" y="1679244"/>
                  <a:pt x="620127" y="1653407"/>
                </a:cubicBezTo>
                <a:lnTo>
                  <a:pt x="615617" y="1651278"/>
                </a:lnTo>
                <a:lnTo>
                  <a:pt x="671583" y="1676556"/>
                </a:lnTo>
                <a:cubicBezTo>
                  <a:pt x="838713" y="1774368"/>
                  <a:pt x="881468" y="1966205"/>
                  <a:pt x="792958" y="2119974"/>
                </a:cubicBezTo>
                <a:cubicBezTo>
                  <a:pt x="691802" y="2295710"/>
                  <a:pt x="511779" y="2287139"/>
                  <a:pt x="511779" y="2287139"/>
                </a:cubicBezTo>
                <a:cubicBezTo>
                  <a:pt x="592360" y="2286282"/>
                  <a:pt x="630079" y="2251133"/>
                  <a:pt x="630079" y="2251133"/>
                </a:cubicBezTo>
                <a:cubicBezTo>
                  <a:pt x="630079" y="2251133"/>
                  <a:pt x="616363" y="2250276"/>
                  <a:pt x="613791" y="2251993"/>
                </a:cubicBezTo>
                <a:cubicBezTo>
                  <a:pt x="611220" y="2253706"/>
                  <a:pt x="600075" y="2245133"/>
                  <a:pt x="597504" y="2245133"/>
                </a:cubicBezTo>
                <a:cubicBezTo>
                  <a:pt x="594932" y="2245133"/>
                  <a:pt x="590646" y="2244276"/>
                  <a:pt x="588074" y="2243418"/>
                </a:cubicBezTo>
                <a:cubicBezTo>
                  <a:pt x="585502" y="2242562"/>
                  <a:pt x="577787" y="2245133"/>
                  <a:pt x="572643" y="2245990"/>
                </a:cubicBezTo>
                <a:cubicBezTo>
                  <a:pt x="566643" y="2246848"/>
                  <a:pt x="565785" y="2246848"/>
                  <a:pt x="560642" y="2251993"/>
                </a:cubicBezTo>
                <a:cubicBezTo>
                  <a:pt x="554641" y="2257136"/>
                  <a:pt x="553784" y="2251133"/>
                  <a:pt x="550355" y="2251133"/>
                </a:cubicBezTo>
                <a:cubicBezTo>
                  <a:pt x="546926" y="2251133"/>
                  <a:pt x="537496" y="2251993"/>
                  <a:pt x="537496" y="2251993"/>
                </a:cubicBezTo>
                <a:lnTo>
                  <a:pt x="541782" y="2241705"/>
                </a:lnTo>
                <a:cubicBezTo>
                  <a:pt x="541782" y="2241705"/>
                  <a:pt x="535782" y="2239989"/>
                  <a:pt x="530638" y="2239989"/>
                </a:cubicBezTo>
                <a:cubicBezTo>
                  <a:pt x="525495" y="2239989"/>
                  <a:pt x="526352" y="2244276"/>
                  <a:pt x="523780" y="2248563"/>
                </a:cubicBezTo>
                <a:cubicBezTo>
                  <a:pt x="521208" y="2252849"/>
                  <a:pt x="521208" y="2253706"/>
                  <a:pt x="517779" y="2259708"/>
                </a:cubicBezTo>
                <a:cubicBezTo>
                  <a:pt x="515208" y="2266564"/>
                  <a:pt x="501492" y="2256279"/>
                  <a:pt x="496348" y="2255421"/>
                </a:cubicBezTo>
                <a:cubicBezTo>
                  <a:pt x="491205" y="2254563"/>
                  <a:pt x="488633" y="2255421"/>
                  <a:pt x="484347" y="2252849"/>
                </a:cubicBezTo>
                <a:cubicBezTo>
                  <a:pt x="480060" y="2250276"/>
                  <a:pt x="485204" y="2248563"/>
                  <a:pt x="485204" y="2248563"/>
                </a:cubicBezTo>
                <a:lnTo>
                  <a:pt x="497205" y="2239989"/>
                </a:lnTo>
                <a:lnTo>
                  <a:pt x="509207" y="2233132"/>
                </a:lnTo>
                <a:cubicBezTo>
                  <a:pt x="509207" y="2233132"/>
                  <a:pt x="507492" y="2227131"/>
                  <a:pt x="503206" y="2226275"/>
                </a:cubicBezTo>
                <a:cubicBezTo>
                  <a:pt x="499777" y="2225418"/>
                  <a:pt x="499777" y="2228846"/>
                  <a:pt x="497205" y="2231417"/>
                </a:cubicBezTo>
                <a:cubicBezTo>
                  <a:pt x="494634" y="2233989"/>
                  <a:pt x="472345" y="2232275"/>
                  <a:pt x="472345" y="2232275"/>
                </a:cubicBezTo>
                <a:cubicBezTo>
                  <a:pt x="472345" y="2232275"/>
                  <a:pt x="458629" y="2237419"/>
                  <a:pt x="451771" y="2233989"/>
                </a:cubicBezTo>
                <a:cubicBezTo>
                  <a:pt x="444056" y="2230561"/>
                  <a:pt x="451771" y="2233989"/>
                  <a:pt x="448342" y="2227131"/>
                </a:cubicBezTo>
                <a:cubicBezTo>
                  <a:pt x="445770" y="2220274"/>
                  <a:pt x="438912" y="2231417"/>
                  <a:pt x="433769" y="2233989"/>
                </a:cubicBezTo>
                <a:cubicBezTo>
                  <a:pt x="427768" y="2236562"/>
                  <a:pt x="427768" y="2234846"/>
                  <a:pt x="413195" y="2237419"/>
                </a:cubicBezTo>
                <a:cubicBezTo>
                  <a:pt x="398622" y="2239989"/>
                  <a:pt x="402908" y="2239132"/>
                  <a:pt x="402908" y="2239132"/>
                </a:cubicBezTo>
                <a:lnTo>
                  <a:pt x="402051" y="2233132"/>
                </a:lnTo>
                <a:cubicBezTo>
                  <a:pt x="402051" y="2233132"/>
                  <a:pt x="396050" y="2237419"/>
                  <a:pt x="391764" y="2241705"/>
                </a:cubicBezTo>
                <a:cubicBezTo>
                  <a:pt x="387477" y="2245990"/>
                  <a:pt x="383191" y="2243418"/>
                  <a:pt x="379762" y="2243418"/>
                </a:cubicBezTo>
                <a:cubicBezTo>
                  <a:pt x="376333" y="2243418"/>
                  <a:pt x="378048" y="2257136"/>
                  <a:pt x="378048" y="2257136"/>
                </a:cubicBezTo>
                <a:cubicBezTo>
                  <a:pt x="379548" y="2260779"/>
                  <a:pt x="385388" y="2264528"/>
                  <a:pt x="393304" y="2268105"/>
                </a:cubicBezTo>
                <a:lnTo>
                  <a:pt x="409649" y="2273959"/>
                </a:lnTo>
                <a:lnTo>
                  <a:pt x="353398" y="2258117"/>
                </a:lnTo>
                <a:cubicBezTo>
                  <a:pt x="141567" y="2163439"/>
                  <a:pt x="167164" y="1913378"/>
                  <a:pt x="167164" y="1913378"/>
                </a:cubicBezTo>
                <a:lnTo>
                  <a:pt x="170593" y="1910806"/>
                </a:lnTo>
                <a:cubicBezTo>
                  <a:pt x="170593" y="1910806"/>
                  <a:pt x="172308" y="1918520"/>
                  <a:pt x="173165" y="1921951"/>
                </a:cubicBezTo>
                <a:cubicBezTo>
                  <a:pt x="174879" y="1925378"/>
                  <a:pt x="174879" y="1924521"/>
                  <a:pt x="179166" y="1930522"/>
                </a:cubicBezTo>
                <a:cubicBezTo>
                  <a:pt x="182595" y="1936523"/>
                  <a:pt x="184309" y="1935665"/>
                  <a:pt x="186024" y="1939953"/>
                </a:cubicBezTo>
                <a:cubicBezTo>
                  <a:pt x="187738" y="1945095"/>
                  <a:pt x="186024" y="1939953"/>
                  <a:pt x="181737" y="1954526"/>
                </a:cubicBezTo>
                <a:cubicBezTo>
                  <a:pt x="178308" y="1969098"/>
                  <a:pt x="190310" y="1978528"/>
                  <a:pt x="190310" y="1978528"/>
                </a:cubicBezTo>
                <a:cubicBezTo>
                  <a:pt x="190310" y="1978528"/>
                  <a:pt x="190310" y="1982814"/>
                  <a:pt x="189453" y="2007674"/>
                </a:cubicBezTo>
                <a:cubicBezTo>
                  <a:pt x="188595" y="2031678"/>
                  <a:pt x="199740" y="2037678"/>
                  <a:pt x="208312" y="2052252"/>
                </a:cubicBezTo>
                <a:cubicBezTo>
                  <a:pt x="216027" y="2065968"/>
                  <a:pt x="211741" y="2060824"/>
                  <a:pt x="215170" y="2066825"/>
                </a:cubicBezTo>
                <a:cubicBezTo>
                  <a:pt x="218599" y="2071968"/>
                  <a:pt x="217742" y="2067682"/>
                  <a:pt x="227172" y="2076254"/>
                </a:cubicBezTo>
                <a:cubicBezTo>
                  <a:pt x="236601" y="2084827"/>
                  <a:pt x="228886" y="2084827"/>
                  <a:pt x="233172" y="2101972"/>
                </a:cubicBezTo>
                <a:cubicBezTo>
                  <a:pt x="237459" y="2119117"/>
                  <a:pt x="237459" y="2109687"/>
                  <a:pt x="240888" y="2124260"/>
                </a:cubicBezTo>
                <a:cubicBezTo>
                  <a:pt x="243459" y="2139691"/>
                  <a:pt x="244317" y="2127690"/>
                  <a:pt x="250317" y="2136262"/>
                </a:cubicBezTo>
                <a:cubicBezTo>
                  <a:pt x="256318" y="2144834"/>
                  <a:pt x="250317" y="2136262"/>
                  <a:pt x="257175" y="2149122"/>
                </a:cubicBezTo>
                <a:cubicBezTo>
                  <a:pt x="264033" y="2161979"/>
                  <a:pt x="262319" y="2155122"/>
                  <a:pt x="264891" y="2161123"/>
                </a:cubicBezTo>
                <a:cubicBezTo>
                  <a:pt x="267462" y="2166267"/>
                  <a:pt x="270034" y="2163694"/>
                  <a:pt x="279464" y="2189412"/>
                </a:cubicBezTo>
                <a:cubicBezTo>
                  <a:pt x="288894" y="2215130"/>
                  <a:pt x="281178" y="2193698"/>
                  <a:pt x="286322" y="2199699"/>
                </a:cubicBezTo>
                <a:cubicBezTo>
                  <a:pt x="291465" y="2205701"/>
                  <a:pt x="294037" y="2202272"/>
                  <a:pt x="306039" y="2211701"/>
                </a:cubicBezTo>
                <a:cubicBezTo>
                  <a:pt x="318040" y="2221130"/>
                  <a:pt x="309468" y="2215986"/>
                  <a:pt x="318897" y="2221987"/>
                </a:cubicBezTo>
                <a:cubicBezTo>
                  <a:pt x="328327" y="2227988"/>
                  <a:pt x="320612" y="2219415"/>
                  <a:pt x="320612" y="2215986"/>
                </a:cubicBezTo>
                <a:cubicBezTo>
                  <a:pt x="320612" y="2212557"/>
                  <a:pt x="316326" y="2210843"/>
                  <a:pt x="312897" y="2207414"/>
                </a:cubicBezTo>
                <a:cubicBezTo>
                  <a:pt x="308610" y="2204842"/>
                  <a:pt x="307753" y="2200556"/>
                  <a:pt x="304324" y="2196269"/>
                </a:cubicBezTo>
                <a:cubicBezTo>
                  <a:pt x="301752" y="2192841"/>
                  <a:pt x="301752" y="2191127"/>
                  <a:pt x="300038" y="2186840"/>
                </a:cubicBezTo>
                <a:cubicBezTo>
                  <a:pt x="297466" y="2182553"/>
                  <a:pt x="294894" y="2180840"/>
                  <a:pt x="290608" y="2173981"/>
                </a:cubicBezTo>
                <a:cubicBezTo>
                  <a:pt x="286322" y="2167124"/>
                  <a:pt x="294037" y="2168839"/>
                  <a:pt x="294894" y="2166267"/>
                </a:cubicBezTo>
                <a:cubicBezTo>
                  <a:pt x="295752" y="2163694"/>
                  <a:pt x="297466" y="2164551"/>
                  <a:pt x="298323" y="2161123"/>
                </a:cubicBezTo>
                <a:cubicBezTo>
                  <a:pt x="299181" y="2157693"/>
                  <a:pt x="299181" y="2152550"/>
                  <a:pt x="294894" y="2148263"/>
                </a:cubicBezTo>
                <a:cubicBezTo>
                  <a:pt x="291465" y="2143120"/>
                  <a:pt x="302610" y="2122546"/>
                  <a:pt x="303467" y="2119974"/>
                </a:cubicBezTo>
                <a:cubicBezTo>
                  <a:pt x="304324" y="2117403"/>
                  <a:pt x="303467" y="2104544"/>
                  <a:pt x="303467" y="2104544"/>
                </a:cubicBezTo>
                <a:cubicBezTo>
                  <a:pt x="303467" y="2104544"/>
                  <a:pt x="309468" y="2098543"/>
                  <a:pt x="312897" y="2097686"/>
                </a:cubicBezTo>
                <a:cubicBezTo>
                  <a:pt x="316326" y="2096828"/>
                  <a:pt x="322326" y="2092543"/>
                  <a:pt x="326613" y="2088256"/>
                </a:cubicBezTo>
                <a:cubicBezTo>
                  <a:pt x="330899" y="2083970"/>
                  <a:pt x="324898" y="2079683"/>
                  <a:pt x="324898" y="2079683"/>
                </a:cubicBezTo>
                <a:cubicBezTo>
                  <a:pt x="324898" y="2079683"/>
                  <a:pt x="327470" y="2074540"/>
                  <a:pt x="329184" y="2071111"/>
                </a:cubicBezTo>
                <a:cubicBezTo>
                  <a:pt x="330899" y="2067682"/>
                  <a:pt x="330042" y="2059967"/>
                  <a:pt x="330042" y="2057396"/>
                </a:cubicBezTo>
                <a:cubicBezTo>
                  <a:pt x="330042" y="2054823"/>
                  <a:pt x="327470" y="2050539"/>
                  <a:pt x="325755" y="2046251"/>
                </a:cubicBezTo>
                <a:cubicBezTo>
                  <a:pt x="323184" y="2041964"/>
                  <a:pt x="325755" y="2037678"/>
                  <a:pt x="327470" y="2035106"/>
                </a:cubicBezTo>
                <a:cubicBezTo>
                  <a:pt x="330042" y="2032536"/>
                  <a:pt x="333471" y="2023962"/>
                  <a:pt x="336900" y="2021391"/>
                </a:cubicBezTo>
                <a:cubicBezTo>
                  <a:pt x="340329" y="2018820"/>
                  <a:pt x="341186" y="2014533"/>
                  <a:pt x="342043" y="2008532"/>
                </a:cubicBezTo>
                <a:cubicBezTo>
                  <a:pt x="342900" y="2002531"/>
                  <a:pt x="338614" y="2002531"/>
                  <a:pt x="336900" y="2001674"/>
                </a:cubicBezTo>
                <a:cubicBezTo>
                  <a:pt x="335185" y="2000816"/>
                  <a:pt x="332613" y="1999102"/>
                  <a:pt x="324041" y="1994816"/>
                </a:cubicBezTo>
                <a:cubicBezTo>
                  <a:pt x="316326" y="1989672"/>
                  <a:pt x="318897" y="1986243"/>
                  <a:pt x="315468" y="1983671"/>
                </a:cubicBezTo>
                <a:cubicBezTo>
                  <a:pt x="312039" y="1981100"/>
                  <a:pt x="306039" y="1981957"/>
                  <a:pt x="299181" y="1982814"/>
                </a:cubicBezTo>
                <a:cubicBezTo>
                  <a:pt x="292323" y="1983671"/>
                  <a:pt x="297466" y="1978528"/>
                  <a:pt x="295752" y="1977671"/>
                </a:cubicBezTo>
                <a:cubicBezTo>
                  <a:pt x="294037" y="1976813"/>
                  <a:pt x="288894" y="1974242"/>
                  <a:pt x="282893" y="1972528"/>
                </a:cubicBezTo>
                <a:cubicBezTo>
                  <a:pt x="277749" y="1970814"/>
                  <a:pt x="281178" y="1965669"/>
                  <a:pt x="281178" y="1965669"/>
                </a:cubicBezTo>
                <a:cubicBezTo>
                  <a:pt x="281178" y="1965669"/>
                  <a:pt x="274320" y="1964813"/>
                  <a:pt x="271749" y="1963955"/>
                </a:cubicBezTo>
                <a:cubicBezTo>
                  <a:pt x="269177" y="1963955"/>
                  <a:pt x="269177" y="1959668"/>
                  <a:pt x="270034" y="1957954"/>
                </a:cubicBezTo>
                <a:cubicBezTo>
                  <a:pt x="270891" y="1955382"/>
                  <a:pt x="269177" y="1948525"/>
                  <a:pt x="269177" y="1948525"/>
                </a:cubicBezTo>
                <a:cubicBezTo>
                  <a:pt x="269177" y="1948525"/>
                  <a:pt x="268320" y="1939953"/>
                  <a:pt x="264033" y="1939095"/>
                </a:cubicBezTo>
                <a:cubicBezTo>
                  <a:pt x="259747" y="1937380"/>
                  <a:pt x="261462" y="1933952"/>
                  <a:pt x="259747" y="1933095"/>
                </a:cubicBezTo>
                <a:cubicBezTo>
                  <a:pt x="257175" y="1932237"/>
                  <a:pt x="250317" y="1931380"/>
                  <a:pt x="248603" y="1931380"/>
                </a:cubicBezTo>
                <a:cubicBezTo>
                  <a:pt x="247746" y="1931380"/>
                  <a:pt x="240030" y="1929666"/>
                  <a:pt x="239173" y="1926236"/>
                </a:cubicBezTo>
                <a:cubicBezTo>
                  <a:pt x="238316" y="1923666"/>
                  <a:pt x="238316" y="1918520"/>
                  <a:pt x="236601" y="1917664"/>
                </a:cubicBezTo>
                <a:cubicBezTo>
                  <a:pt x="234887" y="1916808"/>
                  <a:pt x="233172" y="1911663"/>
                  <a:pt x="232315" y="1908233"/>
                </a:cubicBezTo>
                <a:cubicBezTo>
                  <a:pt x="230601" y="1904805"/>
                  <a:pt x="228029" y="1904805"/>
                  <a:pt x="226314" y="1903948"/>
                </a:cubicBezTo>
                <a:cubicBezTo>
                  <a:pt x="224600" y="1903090"/>
                  <a:pt x="216885" y="1907378"/>
                  <a:pt x="214313" y="1906521"/>
                </a:cubicBezTo>
                <a:cubicBezTo>
                  <a:pt x="211741" y="1905663"/>
                  <a:pt x="215170" y="1900518"/>
                  <a:pt x="213456" y="1898805"/>
                </a:cubicBezTo>
                <a:cubicBezTo>
                  <a:pt x="212598" y="1897090"/>
                  <a:pt x="211741" y="1897947"/>
                  <a:pt x="206598" y="1897090"/>
                </a:cubicBezTo>
                <a:cubicBezTo>
                  <a:pt x="201454" y="1896233"/>
                  <a:pt x="201454" y="1900518"/>
                  <a:pt x="201454" y="1900518"/>
                </a:cubicBezTo>
                <a:lnTo>
                  <a:pt x="198882" y="1903948"/>
                </a:lnTo>
                <a:cubicBezTo>
                  <a:pt x="198882" y="1903948"/>
                  <a:pt x="197168" y="1906521"/>
                  <a:pt x="192882" y="1912520"/>
                </a:cubicBezTo>
                <a:cubicBezTo>
                  <a:pt x="188595" y="1918520"/>
                  <a:pt x="192882" y="1912520"/>
                  <a:pt x="191167" y="1910806"/>
                </a:cubicBezTo>
                <a:cubicBezTo>
                  <a:pt x="189453" y="1909093"/>
                  <a:pt x="189453" y="1909093"/>
                  <a:pt x="188595" y="1907378"/>
                </a:cubicBezTo>
                <a:cubicBezTo>
                  <a:pt x="186881" y="1906521"/>
                  <a:pt x="184309" y="1898805"/>
                  <a:pt x="185166" y="1895375"/>
                </a:cubicBezTo>
                <a:cubicBezTo>
                  <a:pt x="186024" y="1891947"/>
                  <a:pt x="187738" y="1888518"/>
                  <a:pt x="188595" y="1885946"/>
                </a:cubicBezTo>
                <a:cubicBezTo>
                  <a:pt x="189453" y="1883375"/>
                  <a:pt x="187738" y="1881660"/>
                  <a:pt x="187738" y="1873087"/>
                </a:cubicBezTo>
                <a:cubicBezTo>
                  <a:pt x="187738" y="1864514"/>
                  <a:pt x="187738" y="1865373"/>
                  <a:pt x="188595" y="1862801"/>
                </a:cubicBezTo>
                <a:cubicBezTo>
                  <a:pt x="188595" y="1860230"/>
                  <a:pt x="187738" y="1857656"/>
                  <a:pt x="187738" y="1855084"/>
                </a:cubicBezTo>
                <a:cubicBezTo>
                  <a:pt x="187738" y="1852513"/>
                  <a:pt x="183452" y="1853370"/>
                  <a:pt x="183452" y="1853370"/>
                </a:cubicBezTo>
                <a:cubicBezTo>
                  <a:pt x="186881" y="1837940"/>
                  <a:pt x="197168" y="1817366"/>
                  <a:pt x="197168" y="1817366"/>
                </a:cubicBezTo>
                <a:cubicBezTo>
                  <a:pt x="197168" y="1817366"/>
                  <a:pt x="195453" y="1826796"/>
                  <a:pt x="195453" y="1828509"/>
                </a:cubicBezTo>
                <a:cubicBezTo>
                  <a:pt x="195453" y="1830225"/>
                  <a:pt x="194596" y="1833653"/>
                  <a:pt x="194596" y="1835368"/>
                </a:cubicBezTo>
                <a:cubicBezTo>
                  <a:pt x="194596" y="1837084"/>
                  <a:pt x="193739" y="1841369"/>
                  <a:pt x="193739" y="1843085"/>
                </a:cubicBezTo>
                <a:cubicBezTo>
                  <a:pt x="193739" y="1844797"/>
                  <a:pt x="195453" y="1843941"/>
                  <a:pt x="196311" y="1843941"/>
                </a:cubicBezTo>
                <a:cubicBezTo>
                  <a:pt x="197168" y="1843085"/>
                  <a:pt x="198882" y="1843941"/>
                  <a:pt x="201454" y="1847369"/>
                </a:cubicBezTo>
                <a:cubicBezTo>
                  <a:pt x="204026" y="1850798"/>
                  <a:pt x="202311" y="1847369"/>
                  <a:pt x="203169" y="1847369"/>
                </a:cubicBezTo>
                <a:cubicBezTo>
                  <a:pt x="204026" y="1847369"/>
                  <a:pt x="206598" y="1850798"/>
                  <a:pt x="207455" y="1852513"/>
                </a:cubicBezTo>
                <a:cubicBezTo>
                  <a:pt x="208312" y="1854227"/>
                  <a:pt x="206598" y="1855941"/>
                  <a:pt x="206598" y="1859371"/>
                </a:cubicBezTo>
                <a:cubicBezTo>
                  <a:pt x="205740" y="1862801"/>
                  <a:pt x="206598" y="1859371"/>
                  <a:pt x="208312" y="1861087"/>
                </a:cubicBezTo>
                <a:cubicBezTo>
                  <a:pt x="210027" y="1862801"/>
                  <a:pt x="212598" y="1862801"/>
                  <a:pt x="213456" y="1863658"/>
                </a:cubicBezTo>
                <a:cubicBezTo>
                  <a:pt x="215170" y="1864514"/>
                  <a:pt x="217742" y="1861944"/>
                  <a:pt x="220314" y="1862801"/>
                </a:cubicBezTo>
                <a:cubicBezTo>
                  <a:pt x="222885" y="1862801"/>
                  <a:pt x="222885" y="1864514"/>
                  <a:pt x="223743" y="1867085"/>
                </a:cubicBezTo>
                <a:cubicBezTo>
                  <a:pt x="224600" y="1870514"/>
                  <a:pt x="224600" y="1870514"/>
                  <a:pt x="225457" y="1870514"/>
                </a:cubicBezTo>
                <a:cubicBezTo>
                  <a:pt x="226314" y="1871372"/>
                  <a:pt x="228029" y="1867944"/>
                  <a:pt x="228886" y="1867085"/>
                </a:cubicBezTo>
                <a:cubicBezTo>
                  <a:pt x="229743" y="1866229"/>
                  <a:pt x="230601" y="1862801"/>
                  <a:pt x="230601" y="1862801"/>
                </a:cubicBezTo>
                <a:lnTo>
                  <a:pt x="227172" y="1860230"/>
                </a:lnTo>
                <a:lnTo>
                  <a:pt x="222028" y="1856798"/>
                </a:lnTo>
                <a:lnTo>
                  <a:pt x="216027" y="1855084"/>
                </a:lnTo>
                <a:cubicBezTo>
                  <a:pt x="216027" y="1855084"/>
                  <a:pt x="212598" y="1854227"/>
                  <a:pt x="210027" y="1854227"/>
                </a:cubicBezTo>
                <a:cubicBezTo>
                  <a:pt x="207455" y="1854227"/>
                  <a:pt x="210027" y="1848226"/>
                  <a:pt x="210027" y="1847369"/>
                </a:cubicBezTo>
                <a:cubicBezTo>
                  <a:pt x="210027" y="1845654"/>
                  <a:pt x="210027" y="1839654"/>
                  <a:pt x="210027" y="1839654"/>
                </a:cubicBezTo>
                <a:cubicBezTo>
                  <a:pt x="210027" y="1839654"/>
                  <a:pt x="206598" y="1838796"/>
                  <a:pt x="205740" y="1838796"/>
                </a:cubicBezTo>
                <a:cubicBezTo>
                  <a:pt x="204883" y="1838796"/>
                  <a:pt x="201454" y="1835368"/>
                  <a:pt x="201454" y="1834510"/>
                </a:cubicBezTo>
                <a:cubicBezTo>
                  <a:pt x="201454" y="1832795"/>
                  <a:pt x="202311" y="1829367"/>
                  <a:pt x="204883" y="1827653"/>
                </a:cubicBezTo>
                <a:cubicBezTo>
                  <a:pt x="206598" y="1825938"/>
                  <a:pt x="214313" y="1823367"/>
                  <a:pt x="215170" y="1823367"/>
                </a:cubicBezTo>
                <a:cubicBezTo>
                  <a:pt x="216027" y="1822508"/>
                  <a:pt x="218599" y="1819938"/>
                  <a:pt x="220314" y="1819081"/>
                </a:cubicBezTo>
                <a:cubicBezTo>
                  <a:pt x="221171" y="1818224"/>
                  <a:pt x="223743" y="1814795"/>
                  <a:pt x="223743" y="1811365"/>
                </a:cubicBezTo>
                <a:cubicBezTo>
                  <a:pt x="224600" y="1808794"/>
                  <a:pt x="226314" y="1804507"/>
                  <a:pt x="227172" y="1802793"/>
                </a:cubicBezTo>
                <a:cubicBezTo>
                  <a:pt x="228029" y="1801078"/>
                  <a:pt x="228029" y="1796791"/>
                  <a:pt x="228886" y="1793363"/>
                </a:cubicBezTo>
                <a:cubicBezTo>
                  <a:pt x="229743" y="1789933"/>
                  <a:pt x="233172" y="1786504"/>
                  <a:pt x="234030" y="1786504"/>
                </a:cubicBezTo>
                <a:cubicBezTo>
                  <a:pt x="234887" y="1786504"/>
                  <a:pt x="243459" y="1780505"/>
                  <a:pt x="246031" y="1777076"/>
                </a:cubicBezTo>
                <a:cubicBezTo>
                  <a:pt x="249460" y="1773647"/>
                  <a:pt x="252889" y="1771073"/>
                  <a:pt x="252889" y="1771073"/>
                </a:cubicBezTo>
                <a:lnTo>
                  <a:pt x="255461" y="1765075"/>
                </a:lnTo>
                <a:cubicBezTo>
                  <a:pt x="255461" y="1765075"/>
                  <a:pt x="256318" y="1763359"/>
                  <a:pt x="261462" y="1762502"/>
                </a:cubicBezTo>
                <a:cubicBezTo>
                  <a:pt x="266605" y="1760786"/>
                  <a:pt x="269177" y="1758215"/>
                  <a:pt x="269177" y="1758215"/>
                </a:cubicBezTo>
                <a:cubicBezTo>
                  <a:pt x="269177" y="1758215"/>
                  <a:pt x="271749" y="1752214"/>
                  <a:pt x="271749" y="1750501"/>
                </a:cubicBezTo>
                <a:cubicBezTo>
                  <a:pt x="271749" y="1748785"/>
                  <a:pt x="274320" y="1747928"/>
                  <a:pt x="274320" y="1747928"/>
                </a:cubicBezTo>
                <a:cubicBezTo>
                  <a:pt x="274320" y="1747928"/>
                  <a:pt x="282893" y="1742789"/>
                  <a:pt x="282893" y="1741932"/>
                </a:cubicBezTo>
                <a:cubicBezTo>
                  <a:pt x="282893" y="1741075"/>
                  <a:pt x="283750" y="1740217"/>
                  <a:pt x="286322" y="1739360"/>
                </a:cubicBezTo>
                <a:cubicBezTo>
                  <a:pt x="288894" y="1738503"/>
                  <a:pt x="290608" y="1739360"/>
                  <a:pt x="293180" y="1740217"/>
                </a:cubicBezTo>
                <a:cubicBezTo>
                  <a:pt x="294894" y="1741075"/>
                  <a:pt x="298323" y="1741932"/>
                  <a:pt x="302610" y="1742789"/>
                </a:cubicBezTo>
                <a:cubicBezTo>
                  <a:pt x="306896" y="1743646"/>
                  <a:pt x="307753" y="1741932"/>
                  <a:pt x="307753" y="1741932"/>
                </a:cubicBezTo>
                <a:cubicBezTo>
                  <a:pt x="307753" y="1741932"/>
                  <a:pt x="309468" y="1737646"/>
                  <a:pt x="309468" y="1735930"/>
                </a:cubicBezTo>
                <a:cubicBezTo>
                  <a:pt x="309468" y="1734216"/>
                  <a:pt x="308610" y="1732501"/>
                  <a:pt x="308610" y="1732501"/>
                </a:cubicBezTo>
                <a:cubicBezTo>
                  <a:pt x="308610" y="1732501"/>
                  <a:pt x="305181" y="1730788"/>
                  <a:pt x="304324" y="1730788"/>
                </a:cubicBezTo>
                <a:cubicBezTo>
                  <a:pt x="303467" y="1730788"/>
                  <a:pt x="306039" y="1723929"/>
                  <a:pt x="306039" y="1723929"/>
                </a:cubicBezTo>
                <a:lnTo>
                  <a:pt x="312039" y="1719643"/>
                </a:lnTo>
                <a:cubicBezTo>
                  <a:pt x="312039" y="1719643"/>
                  <a:pt x="317183" y="1715357"/>
                  <a:pt x="320612" y="1714500"/>
                </a:cubicBezTo>
                <a:cubicBezTo>
                  <a:pt x="324041" y="1713642"/>
                  <a:pt x="324041" y="1717928"/>
                  <a:pt x="325755" y="1718786"/>
                </a:cubicBezTo>
                <a:cubicBezTo>
                  <a:pt x="327470" y="1720500"/>
                  <a:pt x="326613" y="1721357"/>
                  <a:pt x="326613" y="1721357"/>
                </a:cubicBezTo>
                <a:lnTo>
                  <a:pt x="319755" y="1725643"/>
                </a:lnTo>
                <a:cubicBezTo>
                  <a:pt x="319755" y="1725643"/>
                  <a:pt x="320612" y="1730788"/>
                  <a:pt x="323184" y="1731644"/>
                </a:cubicBezTo>
                <a:cubicBezTo>
                  <a:pt x="324898" y="1732501"/>
                  <a:pt x="330899" y="1731644"/>
                  <a:pt x="330899" y="1731644"/>
                </a:cubicBezTo>
                <a:lnTo>
                  <a:pt x="336042" y="1728216"/>
                </a:lnTo>
                <a:lnTo>
                  <a:pt x="337757" y="1723929"/>
                </a:lnTo>
                <a:lnTo>
                  <a:pt x="337757" y="1717072"/>
                </a:lnTo>
                <a:cubicBezTo>
                  <a:pt x="337757" y="1717072"/>
                  <a:pt x="336900" y="1713642"/>
                  <a:pt x="336900" y="1711070"/>
                </a:cubicBezTo>
                <a:cubicBezTo>
                  <a:pt x="336900" y="1708499"/>
                  <a:pt x="338614" y="1707642"/>
                  <a:pt x="339471" y="1706785"/>
                </a:cubicBezTo>
                <a:cubicBezTo>
                  <a:pt x="340329" y="1705069"/>
                  <a:pt x="342900" y="1704213"/>
                  <a:pt x="342900" y="1704213"/>
                </a:cubicBezTo>
                <a:lnTo>
                  <a:pt x="345472" y="1699927"/>
                </a:lnTo>
                <a:cubicBezTo>
                  <a:pt x="345472" y="1699927"/>
                  <a:pt x="345472" y="1694782"/>
                  <a:pt x="345472" y="1693069"/>
                </a:cubicBezTo>
                <a:cubicBezTo>
                  <a:pt x="345472" y="1692212"/>
                  <a:pt x="350616" y="1685352"/>
                  <a:pt x="351473" y="1684495"/>
                </a:cubicBezTo>
                <a:cubicBezTo>
                  <a:pt x="353187" y="1683638"/>
                  <a:pt x="354045" y="1680211"/>
                  <a:pt x="354045" y="1680211"/>
                </a:cubicBezTo>
                <a:lnTo>
                  <a:pt x="345472" y="1676780"/>
                </a:lnTo>
                <a:cubicBezTo>
                  <a:pt x="336471" y="1676780"/>
                  <a:pt x="325970" y="1680637"/>
                  <a:pt x="315281" y="1686424"/>
                </a:cubicBezTo>
                <a:lnTo>
                  <a:pt x="289975" y="1703570"/>
                </a:lnTo>
                <a:lnTo>
                  <a:pt x="311879" y="1684683"/>
                </a:lnTo>
                <a:cubicBezTo>
                  <a:pt x="376494" y="1642972"/>
                  <a:pt x="440627" y="1634775"/>
                  <a:pt x="440627" y="1634775"/>
                </a:cubicBezTo>
                <a:cubicBezTo>
                  <a:pt x="451771" y="1632204"/>
                  <a:pt x="494634" y="1632204"/>
                  <a:pt x="493776" y="1630488"/>
                </a:cubicBezTo>
                <a:close/>
                <a:moveTo>
                  <a:pt x="5782152" y="1596198"/>
                </a:moveTo>
                <a:cubicBezTo>
                  <a:pt x="5813334" y="1596198"/>
                  <a:pt x="5842226" y="1621875"/>
                  <a:pt x="5866161" y="1665861"/>
                </a:cubicBezTo>
                <a:lnTo>
                  <a:pt x="5894202" y="1735228"/>
                </a:lnTo>
                <a:lnTo>
                  <a:pt x="5937599" y="1713557"/>
                </a:lnTo>
                <a:cubicBezTo>
                  <a:pt x="5963155" y="1703749"/>
                  <a:pt x="5986632" y="1697925"/>
                  <a:pt x="6007126" y="1696509"/>
                </a:cubicBezTo>
                <a:cubicBezTo>
                  <a:pt x="6034451" y="1694620"/>
                  <a:pt x="6056472" y="1700567"/>
                  <a:pt x="6071045" y="1715354"/>
                </a:cubicBezTo>
                <a:cubicBezTo>
                  <a:pt x="6100192" y="1744499"/>
                  <a:pt x="6094406" y="1803436"/>
                  <a:pt x="6061402" y="1875016"/>
                </a:cubicBezTo>
                <a:lnTo>
                  <a:pt x="6052430" y="1891847"/>
                </a:lnTo>
                <a:lnTo>
                  <a:pt x="6120539" y="1919379"/>
                </a:lnTo>
                <a:cubicBezTo>
                  <a:pt x="6164526" y="1943315"/>
                  <a:pt x="6190203" y="1972206"/>
                  <a:pt x="6190203" y="2003388"/>
                </a:cubicBezTo>
                <a:cubicBezTo>
                  <a:pt x="6190203" y="2034571"/>
                  <a:pt x="6164526" y="2063583"/>
                  <a:pt x="6120539" y="2087623"/>
                </a:cubicBezTo>
                <a:lnTo>
                  <a:pt x="6052202" y="2115361"/>
                </a:lnTo>
                <a:lnTo>
                  <a:pt x="6061402" y="2132621"/>
                </a:lnTo>
                <a:cubicBezTo>
                  <a:pt x="6094406" y="2204202"/>
                  <a:pt x="6100192" y="2263137"/>
                  <a:pt x="6071045" y="2292283"/>
                </a:cubicBezTo>
                <a:cubicBezTo>
                  <a:pt x="6041470" y="2321858"/>
                  <a:pt x="5982534" y="2316072"/>
                  <a:pt x="5911061" y="2282960"/>
                </a:cubicBezTo>
                <a:lnTo>
                  <a:pt x="5893744" y="2273685"/>
                </a:lnTo>
                <a:lnTo>
                  <a:pt x="5865784" y="2342634"/>
                </a:lnTo>
                <a:cubicBezTo>
                  <a:pt x="5841825" y="2386620"/>
                  <a:pt x="5813013" y="2412297"/>
                  <a:pt x="5782152" y="2412297"/>
                </a:cubicBezTo>
                <a:cubicBezTo>
                  <a:pt x="5751291" y="2412297"/>
                  <a:pt x="5722479" y="2386620"/>
                  <a:pt x="5698520" y="2342634"/>
                </a:cubicBezTo>
                <a:lnTo>
                  <a:pt x="5670749" y="2274150"/>
                </a:lnTo>
                <a:lnTo>
                  <a:pt x="5653242" y="2283496"/>
                </a:lnTo>
                <a:cubicBezTo>
                  <a:pt x="5581769" y="2316501"/>
                  <a:pt x="5522833" y="2322286"/>
                  <a:pt x="5493258" y="2293141"/>
                </a:cubicBezTo>
                <a:cubicBezTo>
                  <a:pt x="5464112" y="2263565"/>
                  <a:pt x="5469898" y="2204628"/>
                  <a:pt x="5502902" y="2133155"/>
                </a:cubicBezTo>
                <a:lnTo>
                  <a:pt x="5512498" y="2115182"/>
                </a:lnTo>
                <a:lnTo>
                  <a:pt x="5443764" y="2087397"/>
                </a:lnTo>
                <a:cubicBezTo>
                  <a:pt x="5399777" y="2063462"/>
                  <a:pt x="5374100" y="2034570"/>
                  <a:pt x="5374100" y="2003388"/>
                </a:cubicBezTo>
                <a:cubicBezTo>
                  <a:pt x="5374100" y="1972207"/>
                  <a:pt x="5399777" y="1943315"/>
                  <a:pt x="5443764" y="1919379"/>
                </a:cubicBezTo>
                <a:lnTo>
                  <a:pt x="5512121" y="1891747"/>
                </a:lnTo>
                <a:lnTo>
                  <a:pt x="5502902" y="1874480"/>
                </a:lnTo>
                <a:cubicBezTo>
                  <a:pt x="5469898" y="1803007"/>
                  <a:pt x="5464112" y="1744073"/>
                  <a:pt x="5493258" y="1714497"/>
                </a:cubicBezTo>
                <a:cubicBezTo>
                  <a:pt x="5522833" y="1685351"/>
                  <a:pt x="5581769" y="1691138"/>
                  <a:pt x="5653242" y="1724143"/>
                </a:cubicBezTo>
                <a:lnTo>
                  <a:pt x="5670795" y="1733514"/>
                </a:lnTo>
                <a:lnTo>
                  <a:pt x="5698143" y="1665860"/>
                </a:lnTo>
                <a:cubicBezTo>
                  <a:pt x="5722077" y="1621875"/>
                  <a:pt x="5750969" y="1596198"/>
                  <a:pt x="5782152" y="1596198"/>
                </a:cubicBezTo>
                <a:close/>
                <a:moveTo>
                  <a:pt x="3595306" y="1531906"/>
                </a:moveTo>
                <a:cubicBezTo>
                  <a:pt x="3530155" y="1531906"/>
                  <a:pt x="3477006" y="1585913"/>
                  <a:pt x="3477006" y="1651922"/>
                </a:cubicBezTo>
                <a:cubicBezTo>
                  <a:pt x="3477006" y="1717929"/>
                  <a:pt x="3530155" y="1771933"/>
                  <a:pt x="3595306" y="1771933"/>
                </a:cubicBezTo>
                <a:cubicBezTo>
                  <a:pt x="3661315" y="1771933"/>
                  <a:pt x="3714464" y="1717929"/>
                  <a:pt x="3713607" y="1651922"/>
                </a:cubicBezTo>
                <a:cubicBezTo>
                  <a:pt x="3713607" y="1585913"/>
                  <a:pt x="3660458" y="1531906"/>
                  <a:pt x="3595306" y="1531906"/>
                </a:cubicBezTo>
                <a:close/>
                <a:moveTo>
                  <a:pt x="1682785" y="1496755"/>
                </a:moveTo>
                <a:lnTo>
                  <a:pt x="2037137" y="1655346"/>
                </a:lnTo>
                <a:lnTo>
                  <a:pt x="2042829" y="1655346"/>
                </a:lnTo>
                <a:lnTo>
                  <a:pt x="2042829" y="1657894"/>
                </a:lnTo>
                <a:lnTo>
                  <a:pt x="2050545" y="1661347"/>
                </a:lnTo>
                <a:lnTo>
                  <a:pt x="2042829" y="1664864"/>
                </a:lnTo>
                <a:lnTo>
                  <a:pt x="2042829" y="1878511"/>
                </a:lnTo>
                <a:lnTo>
                  <a:pt x="2057832" y="1884660"/>
                </a:lnTo>
                <a:cubicBezTo>
                  <a:pt x="2064475" y="1891304"/>
                  <a:pt x="2068547" y="1900519"/>
                  <a:pt x="2068547" y="1910806"/>
                </a:cubicBezTo>
                <a:cubicBezTo>
                  <a:pt x="2068547" y="1921093"/>
                  <a:pt x="2064475" y="1930523"/>
                  <a:pt x="2057832" y="1937274"/>
                </a:cubicBezTo>
                <a:lnTo>
                  <a:pt x="2057578" y="1937375"/>
                </a:lnTo>
                <a:lnTo>
                  <a:pt x="2065332" y="1965456"/>
                </a:lnTo>
                <a:cubicBezTo>
                  <a:pt x="2071119" y="1992674"/>
                  <a:pt x="2075405" y="2031679"/>
                  <a:pt x="2069404" y="2078827"/>
                </a:cubicBezTo>
                <a:lnTo>
                  <a:pt x="2038543" y="2078827"/>
                </a:lnTo>
                <a:lnTo>
                  <a:pt x="2027398" y="2078827"/>
                </a:lnTo>
                <a:lnTo>
                  <a:pt x="1996538" y="2078827"/>
                </a:lnTo>
                <a:cubicBezTo>
                  <a:pt x="1990966" y="2031679"/>
                  <a:pt x="1995467" y="1992674"/>
                  <a:pt x="2001360" y="1965456"/>
                </a:cubicBezTo>
                <a:lnTo>
                  <a:pt x="2008928" y="1938341"/>
                </a:lnTo>
                <a:lnTo>
                  <a:pt x="2005539" y="1936952"/>
                </a:lnTo>
                <a:cubicBezTo>
                  <a:pt x="1998895" y="1930309"/>
                  <a:pt x="1994823" y="1921093"/>
                  <a:pt x="1994823" y="1910806"/>
                </a:cubicBezTo>
                <a:cubicBezTo>
                  <a:pt x="1994823" y="1900519"/>
                  <a:pt x="1998895" y="1891304"/>
                  <a:pt x="2005539" y="1884660"/>
                </a:cubicBezTo>
                <a:lnTo>
                  <a:pt x="2019683" y="1878863"/>
                </a:lnTo>
                <a:lnTo>
                  <a:pt x="2019683" y="1675413"/>
                </a:lnTo>
                <a:lnTo>
                  <a:pt x="1672498" y="1833654"/>
                </a:lnTo>
                <a:lnTo>
                  <a:pt x="1300450" y="1665634"/>
                </a:lnTo>
                <a:close/>
                <a:moveTo>
                  <a:pt x="5080921" y="1438462"/>
                </a:moveTo>
                <a:lnTo>
                  <a:pt x="5143500" y="1438462"/>
                </a:lnTo>
                <a:cubicBezTo>
                  <a:pt x="5151215" y="1438462"/>
                  <a:pt x="5158931" y="1447035"/>
                  <a:pt x="5158931" y="1457322"/>
                </a:cubicBezTo>
                <a:cubicBezTo>
                  <a:pt x="5158931" y="1467609"/>
                  <a:pt x="5152073" y="1476181"/>
                  <a:pt x="5143500" y="1476181"/>
                </a:cubicBezTo>
                <a:lnTo>
                  <a:pt x="5080921" y="1476181"/>
                </a:lnTo>
                <a:cubicBezTo>
                  <a:pt x="5072348" y="1476181"/>
                  <a:pt x="5065490" y="1467609"/>
                  <a:pt x="5065490" y="1457322"/>
                </a:cubicBezTo>
                <a:cubicBezTo>
                  <a:pt x="5065490" y="1447035"/>
                  <a:pt x="5072348" y="1438462"/>
                  <a:pt x="5080921" y="1438462"/>
                </a:cubicBezTo>
                <a:close/>
                <a:moveTo>
                  <a:pt x="2660050" y="1421316"/>
                </a:moveTo>
                <a:cubicBezTo>
                  <a:pt x="2660050" y="1421316"/>
                  <a:pt x="2765491" y="1532758"/>
                  <a:pt x="2760348" y="1591909"/>
                </a:cubicBezTo>
                <a:cubicBezTo>
                  <a:pt x="2755204" y="1651059"/>
                  <a:pt x="2643762" y="1672490"/>
                  <a:pt x="2643762" y="1672490"/>
                </a:cubicBezTo>
                <a:cubicBezTo>
                  <a:pt x="2643762" y="1672490"/>
                  <a:pt x="2795495" y="1672490"/>
                  <a:pt x="2797210" y="1599624"/>
                </a:cubicBezTo>
                <a:cubicBezTo>
                  <a:pt x="2798067" y="1527615"/>
                  <a:pt x="2660050" y="1421316"/>
                  <a:pt x="2660050" y="1421316"/>
                </a:cubicBezTo>
                <a:close/>
                <a:moveTo>
                  <a:pt x="5060347" y="1398171"/>
                </a:moveTo>
                <a:lnTo>
                  <a:pt x="5164075" y="1398171"/>
                </a:lnTo>
                <a:cubicBezTo>
                  <a:pt x="5177791" y="1398171"/>
                  <a:pt x="5189792" y="1406744"/>
                  <a:pt x="5189792" y="1417031"/>
                </a:cubicBezTo>
                <a:cubicBezTo>
                  <a:pt x="5189792" y="1427318"/>
                  <a:pt x="5177791" y="1435890"/>
                  <a:pt x="5164075" y="1435890"/>
                </a:cubicBezTo>
                <a:lnTo>
                  <a:pt x="5060347" y="1435890"/>
                </a:lnTo>
                <a:cubicBezTo>
                  <a:pt x="5045774" y="1435890"/>
                  <a:pt x="5034629" y="1427318"/>
                  <a:pt x="5034629" y="1417031"/>
                </a:cubicBezTo>
                <a:cubicBezTo>
                  <a:pt x="5034629" y="1406744"/>
                  <a:pt x="5046631" y="1398171"/>
                  <a:pt x="5060347" y="1398171"/>
                </a:cubicBezTo>
                <a:close/>
                <a:moveTo>
                  <a:pt x="3397282" y="1360456"/>
                </a:moveTo>
                <a:cubicBezTo>
                  <a:pt x="3336417" y="1360456"/>
                  <a:pt x="3287554" y="1410176"/>
                  <a:pt x="3287554" y="1471897"/>
                </a:cubicBezTo>
                <a:cubicBezTo>
                  <a:pt x="3287554" y="1532763"/>
                  <a:pt x="3336417" y="1582484"/>
                  <a:pt x="3397282" y="1582484"/>
                </a:cubicBezTo>
                <a:cubicBezTo>
                  <a:pt x="3458146" y="1582484"/>
                  <a:pt x="3507010" y="1532763"/>
                  <a:pt x="3507010" y="1471897"/>
                </a:cubicBezTo>
                <a:cubicBezTo>
                  <a:pt x="3507010" y="1410176"/>
                  <a:pt x="3458146" y="1360456"/>
                  <a:pt x="3397282" y="1360456"/>
                </a:cubicBezTo>
                <a:close/>
                <a:moveTo>
                  <a:pt x="5060347" y="1358738"/>
                </a:moveTo>
                <a:lnTo>
                  <a:pt x="5164075" y="1358738"/>
                </a:lnTo>
                <a:cubicBezTo>
                  <a:pt x="5177791" y="1358738"/>
                  <a:pt x="5189792" y="1367311"/>
                  <a:pt x="5189792" y="1377598"/>
                </a:cubicBezTo>
                <a:cubicBezTo>
                  <a:pt x="5189792" y="1387886"/>
                  <a:pt x="5177791" y="1396458"/>
                  <a:pt x="5164075" y="1396458"/>
                </a:cubicBezTo>
                <a:lnTo>
                  <a:pt x="5060347" y="1396458"/>
                </a:lnTo>
                <a:cubicBezTo>
                  <a:pt x="5045774" y="1396458"/>
                  <a:pt x="5034629" y="1387886"/>
                  <a:pt x="5034629" y="1377598"/>
                </a:cubicBezTo>
                <a:cubicBezTo>
                  <a:pt x="5034629" y="1367311"/>
                  <a:pt x="5046631" y="1358738"/>
                  <a:pt x="5060347" y="1358738"/>
                </a:cubicBezTo>
                <a:close/>
                <a:moveTo>
                  <a:pt x="3329559" y="1134999"/>
                </a:moveTo>
                <a:cubicBezTo>
                  <a:pt x="3276409" y="1134999"/>
                  <a:pt x="3233547" y="1178718"/>
                  <a:pt x="3233547" y="1232725"/>
                </a:cubicBezTo>
                <a:cubicBezTo>
                  <a:pt x="3233547" y="1286732"/>
                  <a:pt x="3277267" y="1330451"/>
                  <a:pt x="3329559" y="1330451"/>
                </a:cubicBezTo>
                <a:cubicBezTo>
                  <a:pt x="3382708" y="1330451"/>
                  <a:pt x="3425571" y="1286732"/>
                  <a:pt x="3425571" y="1232725"/>
                </a:cubicBezTo>
                <a:cubicBezTo>
                  <a:pt x="3425571" y="1178718"/>
                  <a:pt x="3382708" y="1134999"/>
                  <a:pt x="3329559" y="1134999"/>
                </a:cubicBezTo>
                <a:close/>
                <a:moveTo>
                  <a:pt x="2545178" y="997834"/>
                </a:moveTo>
                <a:cubicBezTo>
                  <a:pt x="2602614" y="997834"/>
                  <a:pt x="2649763" y="1015837"/>
                  <a:pt x="2649763" y="1038125"/>
                </a:cubicBezTo>
                <a:cubicBezTo>
                  <a:pt x="2649763" y="1038982"/>
                  <a:pt x="2649763" y="1039840"/>
                  <a:pt x="2649763" y="1040697"/>
                </a:cubicBezTo>
                <a:lnTo>
                  <a:pt x="2654049" y="1040697"/>
                </a:lnTo>
                <a:lnTo>
                  <a:pt x="2654049" y="1116135"/>
                </a:lnTo>
                <a:lnTo>
                  <a:pt x="2649763" y="1116135"/>
                </a:lnTo>
                <a:cubicBezTo>
                  <a:pt x="2648905" y="1124707"/>
                  <a:pt x="2643762" y="1132423"/>
                  <a:pt x="2632618" y="1138423"/>
                </a:cubicBezTo>
                <a:cubicBezTo>
                  <a:pt x="2632618" y="1174428"/>
                  <a:pt x="2632618" y="1282441"/>
                  <a:pt x="2632618" y="1309873"/>
                </a:cubicBezTo>
                <a:cubicBezTo>
                  <a:pt x="2632618" y="1343306"/>
                  <a:pt x="2648905" y="1351879"/>
                  <a:pt x="2648905" y="1351879"/>
                </a:cubicBezTo>
                <a:cubicBezTo>
                  <a:pt x="2688339" y="1374167"/>
                  <a:pt x="2910367" y="1601338"/>
                  <a:pt x="2810926" y="1669918"/>
                </a:cubicBezTo>
                <a:cubicBezTo>
                  <a:pt x="2722629" y="1731640"/>
                  <a:pt x="2575182" y="1729069"/>
                  <a:pt x="2546035" y="1728211"/>
                </a:cubicBezTo>
                <a:cubicBezTo>
                  <a:pt x="2516889" y="1729069"/>
                  <a:pt x="2368584" y="1731640"/>
                  <a:pt x="2281144" y="1669918"/>
                </a:cubicBezTo>
                <a:cubicBezTo>
                  <a:pt x="2183418" y="1601338"/>
                  <a:pt x="2408875" y="1375024"/>
                  <a:pt x="2447452" y="1351879"/>
                </a:cubicBezTo>
                <a:cubicBezTo>
                  <a:pt x="2447452" y="1351879"/>
                  <a:pt x="2470597" y="1343306"/>
                  <a:pt x="2470597" y="1309873"/>
                </a:cubicBezTo>
                <a:cubicBezTo>
                  <a:pt x="2470597" y="1282441"/>
                  <a:pt x="2470597" y="1176142"/>
                  <a:pt x="2470597" y="1139281"/>
                </a:cubicBezTo>
                <a:cubicBezTo>
                  <a:pt x="2449166" y="1133280"/>
                  <a:pt x="2442308" y="1124707"/>
                  <a:pt x="2440594" y="1116135"/>
                </a:cubicBezTo>
                <a:lnTo>
                  <a:pt x="2438022" y="1116135"/>
                </a:lnTo>
                <a:lnTo>
                  <a:pt x="2438022" y="1040697"/>
                </a:lnTo>
                <a:lnTo>
                  <a:pt x="2440594" y="1040697"/>
                </a:lnTo>
                <a:cubicBezTo>
                  <a:pt x="2440594" y="1039840"/>
                  <a:pt x="2440594" y="1038982"/>
                  <a:pt x="2440594" y="1038125"/>
                </a:cubicBezTo>
                <a:cubicBezTo>
                  <a:pt x="2440594" y="1015837"/>
                  <a:pt x="2487742" y="997834"/>
                  <a:pt x="2545178" y="997834"/>
                </a:cubicBezTo>
                <a:close/>
                <a:moveTo>
                  <a:pt x="1963962" y="956688"/>
                </a:moveTo>
                <a:lnTo>
                  <a:pt x="2026541" y="956688"/>
                </a:lnTo>
                <a:cubicBezTo>
                  <a:pt x="2035113" y="956688"/>
                  <a:pt x="2042829" y="964404"/>
                  <a:pt x="2042829" y="975549"/>
                </a:cubicBezTo>
                <a:cubicBezTo>
                  <a:pt x="2042829" y="985836"/>
                  <a:pt x="2035971" y="994408"/>
                  <a:pt x="2027398" y="994408"/>
                </a:cubicBezTo>
                <a:lnTo>
                  <a:pt x="1963962" y="994408"/>
                </a:lnTo>
                <a:cubicBezTo>
                  <a:pt x="1955389" y="994408"/>
                  <a:pt x="1948531" y="985836"/>
                  <a:pt x="1948531" y="975549"/>
                </a:cubicBezTo>
                <a:cubicBezTo>
                  <a:pt x="1948531" y="965262"/>
                  <a:pt x="1955389" y="956688"/>
                  <a:pt x="1963962" y="956688"/>
                </a:cubicBezTo>
                <a:close/>
                <a:moveTo>
                  <a:pt x="3402425" y="943831"/>
                </a:moveTo>
                <a:cubicBezTo>
                  <a:pt x="3362134" y="943831"/>
                  <a:pt x="3329559" y="976409"/>
                  <a:pt x="3330416" y="1016699"/>
                </a:cubicBezTo>
                <a:cubicBezTo>
                  <a:pt x="3330416" y="1056989"/>
                  <a:pt x="3362134" y="1089565"/>
                  <a:pt x="3402425" y="1089565"/>
                </a:cubicBezTo>
                <a:cubicBezTo>
                  <a:pt x="3441859" y="1089565"/>
                  <a:pt x="3474434" y="1056989"/>
                  <a:pt x="3474434" y="1016699"/>
                </a:cubicBezTo>
                <a:cubicBezTo>
                  <a:pt x="3474434" y="976409"/>
                  <a:pt x="3442716" y="943831"/>
                  <a:pt x="3402425" y="943831"/>
                </a:cubicBezTo>
                <a:close/>
                <a:moveTo>
                  <a:pt x="4083082" y="928402"/>
                </a:moveTo>
                <a:cubicBezTo>
                  <a:pt x="4003358" y="928402"/>
                  <a:pt x="3939064" y="992696"/>
                  <a:pt x="3939064" y="1072419"/>
                </a:cubicBezTo>
                <a:cubicBezTo>
                  <a:pt x="3939064" y="1152143"/>
                  <a:pt x="4003358" y="1216437"/>
                  <a:pt x="4083082" y="1216437"/>
                </a:cubicBezTo>
                <a:cubicBezTo>
                  <a:pt x="4162806" y="1216437"/>
                  <a:pt x="4227100" y="1152143"/>
                  <a:pt x="4227100" y="1072419"/>
                </a:cubicBezTo>
                <a:cubicBezTo>
                  <a:pt x="4227100" y="992696"/>
                  <a:pt x="4162806" y="928402"/>
                  <a:pt x="4083082" y="928402"/>
                </a:cubicBezTo>
                <a:close/>
                <a:moveTo>
                  <a:pt x="1944245" y="916397"/>
                </a:moveTo>
                <a:lnTo>
                  <a:pt x="2047973" y="916397"/>
                </a:lnTo>
                <a:cubicBezTo>
                  <a:pt x="2061689" y="916397"/>
                  <a:pt x="2073690" y="924971"/>
                  <a:pt x="2073690" y="935258"/>
                </a:cubicBezTo>
                <a:cubicBezTo>
                  <a:pt x="2073690" y="945545"/>
                  <a:pt x="2061689" y="954117"/>
                  <a:pt x="2047973" y="954117"/>
                </a:cubicBezTo>
                <a:lnTo>
                  <a:pt x="1944245" y="954117"/>
                </a:lnTo>
                <a:cubicBezTo>
                  <a:pt x="1929672" y="954117"/>
                  <a:pt x="1918527" y="945545"/>
                  <a:pt x="1918527" y="935258"/>
                </a:cubicBezTo>
                <a:cubicBezTo>
                  <a:pt x="1918527" y="924971"/>
                  <a:pt x="1930529" y="916397"/>
                  <a:pt x="1944245" y="916397"/>
                </a:cubicBezTo>
                <a:close/>
                <a:moveTo>
                  <a:pt x="1944245" y="876106"/>
                </a:moveTo>
                <a:lnTo>
                  <a:pt x="2047973" y="876106"/>
                </a:lnTo>
                <a:cubicBezTo>
                  <a:pt x="2061689" y="876106"/>
                  <a:pt x="2073690" y="884680"/>
                  <a:pt x="2073690" y="894967"/>
                </a:cubicBezTo>
                <a:cubicBezTo>
                  <a:pt x="2073690" y="905254"/>
                  <a:pt x="2061689" y="913826"/>
                  <a:pt x="2047973" y="913826"/>
                </a:cubicBezTo>
                <a:lnTo>
                  <a:pt x="1944245" y="913826"/>
                </a:lnTo>
                <a:cubicBezTo>
                  <a:pt x="1929672" y="913826"/>
                  <a:pt x="1918527" y="905254"/>
                  <a:pt x="1918527" y="894967"/>
                </a:cubicBezTo>
                <a:cubicBezTo>
                  <a:pt x="1918527" y="884680"/>
                  <a:pt x="1930529" y="876106"/>
                  <a:pt x="1944245" y="876106"/>
                </a:cubicBezTo>
                <a:close/>
                <a:moveTo>
                  <a:pt x="5177790" y="825530"/>
                </a:moveTo>
                <a:cubicBezTo>
                  <a:pt x="5177790" y="825530"/>
                  <a:pt x="5326951" y="909539"/>
                  <a:pt x="5272088" y="1060415"/>
                </a:cubicBezTo>
                <a:cubicBezTo>
                  <a:pt x="5272088" y="1060415"/>
                  <a:pt x="5399818" y="860676"/>
                  <a:pt x="5177790" y="825530"/>
                </a:cubicBezTo>
                <a:close/>
                <a:moveTo>
                  <a:pt x="5101495" y="760378"/>
                </a:moveTo>
                <a:cubicBezTo>
                  <a:pt x="5104710" y="760378"/>
                  <a:pt x="5106531" y="760378"/>
                  <a:pt x="5107496" y="760378"/>
                </a:cubicBezTo>
                <a:lnTo>
                  <a:pt x="5108353" y="760378"/>
                </a:lnTo>
                <a:lnTo>
                  <a:pt x="5114354" y="760378"/>
                </a:lnTo>
                <a:cubicBezTo>
                  <a:pt x="5439252" y="768951"/>
                  <a:pt x="5363813" y="1091277"/>
                  <a:pt x="5275516" y="1171000"/>
                </a:cubicBezTo>
                <a:cubicBezTo>
                  <a:pt x="5185505" y="1250725"/>
                  <a:pt x="5192363" y="1351880"/>
                  <a:pt x="5192363" y="1351880"/>
                </a:cubicBezTo>
                <a:lnTo>
                  <a:pt x="5120354" y="1351880"/>
                </a:lnTo>
                <a:lnTo>
                  <a:pt x="5107496" y="1351880"/>
                </a:lnTo>
                <a:lnTo>
                  <a:pt x="5029486" y="1351880"/>
                </a:lnTo>
                <a:cubicBezTo>
                  <a:pt x="5029486" y="1351880"/>
                  <a:pt x="5032915" y="1251583"/>
                  <a:pt x="4943761" y="1171000"/>
                </a:cubicBezTo>
                <a:cubicBezTo>
                  <a:pt x="4855464" y="1091277"/>
                  <a:pt x="4776597" y="768951"/>
                  <a:pt x="5101495" y="760378"/>
                </a:cubicBezTo>
                <a:close/>
                <a:moveTo>
                  <a:pt x="3975068" y="748379"/>
                </a:moveTo>
                <a:cubicBezTo>
                  <a:pt x="3975068" y="748379"/>
                  <a:pt x="4251103" y="775810"/>
                  <a:pt x="4329113" y="991837"/>
                </a:cubicBezTo>
                <a:cubicBezTo>
                  <a:pt x="4407122" y="1207864"/>
                  <a:pt x="4227100" y="1303876"/>
                  <a:pt x="4023074" y="1384458"/>
                </a:cubicBezTo>
                <a:cubicBezTo>
                  <a:pt x="3818191" y="1465899"/>
                  <a:pt x="3867055" y="1849944"/>
                  <a:pt x="3545586" y="1825939"/>
                </a:cubicBezTo>
                <a:cubicBezTo>
                  <a:pt x="3224974" y="1801937"/>
                  <a:pt x="2732913" y="766380"/>
                  <a:pt x="3975068" y="748379"/>
                </a:cubicBezTo>
                <a:close/>
                <a:moveTo>
                  <a:pt x="912543" y="703049"/>
                </a:moveTo>
                <a:cubicBezTo>
                  <a:pt x="916186" y="704227"/>
                  <a:pt x="919401" y="706799"/>
                  <a:pt x="921544" y="710657"/>
                </a:cubicBezTo>
                <a:lnTo>
                  <a:pt x="942953" y="752806"/>
                </a:lnTo>
                <a:lnTo>
                  <a:pt x="953423" y="749943"/>
                </a:lnTo>
                <a:cubicBezTo>
                  <a:pt x="985731" y="747733"/>
                  <a:pt x="1017557" y="764449"/>
                  <a:pt x="1032987" y="794666"/>
                </a:cubicBezTo>
                <a:cubicBezTo>
                  <a:pt x="1040703" y="810097"/>
                  <a:pt x="1043234" y="826733"/>
                  <a:pt x="1041260" y="842585"/>
                </a:cubicBezTo>
                <a:lnTo>
                  <a:pt x="1028104" y="872891"/>
                </a:lnTo>
                <a:lnTo>
                  <a:pt x="1072875" y="914092"/>
                </a:lnTo>
                <a:cubicBezTo>
                  <a:pt x="1192382" y="1024195"/>
                  <a:pt x="1430752" y="1244724"/>
                  <a:pt x="1425608" y="1247295"/>
                </a:cubicBezTo>
                <a:cubicBezTo>
                  <a:pt x="1418750" y="1250724"/>
                  <a:pt x="1321023" y="1216434"/>
                  <a:pt x="1321023" y="1216434"/>
                </a:cubicBezTo>
                <a:cubicBezTo>
                  <a:pt x="1321023" y="1216434"/>
                  <a:pt x="1119944" y="1035608"/>
                  <a:pt x="1018681" y="943748"/>
                </a:cubicBezTo>
                <a:lnTo>
                  <a:pt x="1011064" y="936811"/>
                </a:lnTo>
                <a:lnTo>
                  <a:pt x="1026129" y="1357885"/>
                </a:lnTo>
                <a:lnTo>
                  <a:pt x="993553" y="1456468"/>
                </a:lnTo>
                <a:lnTo>
                  <a:pt x="966978" y="1357028"/>
                </a:lnTo>
                <a:lnTo>
                  <a:pt x="946039" y="912474"/>
                </a:lnTo>
                <a:lnTo>
                  <a:pt x="933546" y="910931"/>
                </a:lnTo>
                <a:cubicBezTo>
                  <a:pt x="913401" y="904395"/>
                  <a:pt x="895827" y="890250"/>
                  <a:pt x="885540" y="870104"/>
                </a:cubicBezTo>
                <a:cubicBezTo>
                  <a:pt x="870110" y="839243"/>
                  <a:pt x="875414" y="803561"/>
                  <a:pt x="896028" y="778968"/>
                </a:cubicBezTo>
                <a:lnTo>
                  <a:pt x="914412" y="764338"/>
                </a:lnTo>
                <a:lnTo>
                  <a:pt x="894112" y="724373"/>
                </a:lnTo>
                <a:cubicBezTo>
                  <a:pt x="890683" y="716657"/>
                  <a:pt x="893254" y="708085"/>
                  <a:pt x="900970" y="703799"/>
                </a:cubicBezTo>
                <a:cubicBezTo>
                  <a:pt x="904828" y="702085"/>
                  <a:pt x="908900" y="701870"/>
                  <a:pt x="912543" y="703049"/>
                </a:cubicBezTo>
                <a:close/>
                <a:moveTo>
                  <a:pt x="2061687" y="342898"/>
                </a:moveTo>
                <a:cubicBezTo>
                  <a:pt x="2061687" y="342898"/>
                  <a:pt x="2210848" y="426910"/>
                  <a:pt x="2155984" y="577785"/>
                </a:cubicBezTo>
                <a:cubicBezTo>
                  <a:pt x="2155984" y="577785"/>
                  <a:pt x="2283715" y="378904"/>
                  <a:pt x="2061687" y="342898"/>
                </a:cubicBezTo>
                <a:close/>
                <a:moveTo>
                  <a:pt x="1985392" y="278605"/>
                </a:moveTo>
                <a:lnTo>
                  <a:pt x="1991393" y="278605"/>
                </a:lnTo>
                <a:lnTo>
                  <a:pt x="1992250" y="278605"/>
                </a:lnTo>
                <a:lnTo>
                  <a:pt x="1998250" y="278605"/>
                </a:lnTo>
                <a:cubicBezTo>
                  <a:pt x="2323148" y="287178"/>
                  <a:pt x="2247710" y="609504"/>
                  <a:pt x="2159413" y="689228"/>
                </a:cubicBezTo>
                <a:cubicBezTo>
                  <a:pt x="2069402" y="768953"/>
                  <a:pt x="2076260" y="870108"/>
                  <a:pt x="2076260" y="870108"/>
                </a:cubicBezTo>
                <a:lnTo>
                  <a:pt x="2004251" y="870108"/>
                </a:lnTo>
                <a:lnTo>
                  <a:pt x="1991393" y="870108"/>
                </a:lnTo>
                <a:lnTo>
                  <a:pt x="1913383" y="870108"/>
                </a:lnTo>
                <a:cubicBezTo>
                  <a:pt x="1913383" y="870108"/>
                  <a:pt x="1916812" y="769810"/>
                  <a:pt x="1827658" y="689228"/>
                </a:cubicBezTo>
                <a:cubicBezTo>
                  <a:pt x="1739361" y="609504"/>
                  <a:pt x="1660494" y="287178"/>
                  <a:pt x="1985392" y="278605"/>
                </a:cubicBezTo>
                <a:close/>
                <a:moveTo>
                  <a:pt x="2776633" y="269173"/>
                </a:moveTo>
                <a:cubicBezTo>
                  <a:pt x="2776633" y="270888"/>
                  <a:pt x="2959228" y="355756"/>
                  <a:pt x="2994375" y="372043"/>
                </a:cubicBezTo>
                <a:cubicBezTo>
                  <a:pt x="3029522" y="355756"/>
                  <a:pt x="3212117" y="270888"/>
                  <a:pt x="3212117" y="269173"/>
                </a:cubicBezTo>
                <a:lnTo>
                  <a:pt x="3212117" y="519491"/>
                </a:lnTo>
                <a:cubicBezTo>
                  <a:pt x="3152966" y="581213"/>
                  <a:pt x="3037238" y="591500"/>
                  <a:pt x="3000376" y="593215"/>
                </a:cubicBezTo>
                <a:cubicBezTo>
                  <a:pt x="3000376" y="593215"/>
                  <a:pt x="2997804" y="593215"/>
                  <a:pt x="2994375" y="593215"/>
                </a:cubicBezTo>
                <a:cubicBezTo>
                  <a:pt x="2990089" y="593215"/>
                  <a:pt x="2988374" y="593215"/>
                  <a:pt x="2988374" y="593215"/>
                </a:cubicBezTo>
                <a:cubicBezTo>
                  <a:pt x="2951513" y="592358"/>
                  <a:pt x="2835784" y="582071"/>
                  <a:pt x="2776633" y="519491"/>
                </a:cubicBezTo>
                <a:close/>
                <a:moveTo>
                  <a:pt x="4064357" y="122787"/>
                </a:moveTo>
                <a:cubicBezTo>
                  <a:pt x="4089994" y="126765"/>
                  <a:pt x="4114801" y="137373"/>
                  <a:pt x="4135375" y="158590"/>
                </a:cubicBezTo>
                <a:lnTo>
                  <a:pt x="4367690" y="158590"/>
                </a:lnTo>
                <a:lnTo>
                  <a:pt x="4367690" y="498920"/>
                </a:lnTo>
                <a:lnTo>
                  <a:pt x="4130231" y="500634"/>
                </a:lnTo>
                <a:cubicBezTo>
                  <a:pt x="4130231" y="500634"/>
                  <a:pt x="4050506" y="420052"/>
                  <a:pt x="3903059" y="497205"/>
                </a:cubicBezTo>
                <a:lnTo>
                  <a:pt x="3903059" y="158590"/>
                </a:lnTo>
                <a:cubicBezTo>
                  <a:pt x="3903059" y="158590"/>
                  <a:pt x="3987445" y="110852"/>
                  <a:pt x="4064357" y="122787"/>
                </a:cubicBezTo>
                <a:close/>
                <a:moveTo>
                  <a:pt x="3009805" y="0"/>
                </a:moveTo>
                <a:lnTo>
                  <a:pt x="3364979" y="158588"/>
                </a:lnTo>
                <a:lnTo>
                  <a:pt x="3370707" y="158588"/>
                </a:lnTo>
                <a:lnTo>
                  <a:pt x="3370707" y="161146"/>
                </a:lnTo>
                <a:lnTo>
                  <a:pt x="3378423" y="164591"/>
                </a:lnTo>
                <a:lnTo>
                  <a:pt x="3370707" y="168108"/>
                </a:lnTo>
                <a:lnTo>
                  <a:pt x="3370707" y="381755"/>
                </a:lnTo>
                <a:lnTo>
                  <a:pt x="3385709" y="387903"/>
                </a:lnTo>
                <a:cubicBezTo>
                  <a:pt x="3392353" y="394547"/>
                  <a:pt x="3396425" y="403762"/>
                  <a:pt x="3396425" y="414049"/>
                </a:cubicBezTo>
                <a:cubicBezTo>
                  <a:pt x="3396425" y="424336"/>
                  <a:pt x="3392139" y="433766"/>
                  <a:pt x="3385388" y="440517"/>
                </a:cubicBezTo>
                <a:lnTo>
                  <a:pt x="3384653" y="440813"/>
                </a:lnTo>
                <a:lnTo>
                  <a:pt x="3392352" y="468698"/>
                </a:lnTo>
                <a:cubicBezTo>
                  <a:pt x="3398139" y="495916"/>
                  <a:pt x="3402425" y="534921"/>
                  <a:pt x="3396424" y="582069"/>
                </a:cubicBezTo>
                <a:lnTo>
                  <a:pt x="3366421" y="582069"/>
                </a:lnTo>
                <a:lnTo>
                  <a:pt x="3324416" y="582069"/>
                </a:lnTo>
                <a:cubicBezTo>
                  <a:pt x="3318844" y="534921"/>
                  <a:pt x="3323345" y="495916"/>
                  <a:pt x="3329238" y="468698"/>
                </a:cubicBezTo>
                <a:lnTo>
                  <a:pt x="3336806" y="441584"/>
                </a:lnTo>
                <a:lnTo>
                  <a:pt x="3333417" y="440196"/>
                </a:lnTo>
                <a:cubicBezTo>
                  <a:pt x="3326773" y="433552"/>
                  <a:pt x="3322701" y="424336"/>
                  <a:pt x="3322701" y="414049"/>
                </a:cubicBezTo>
                <a:cubicBezTo>
                  <a:pt x="3322701" y="403762"/>
                  <a:pt x="3326773" y="394547"/>
                  <a:pt x="3333417" y="387903"/>
                </a:cubicBezTo>
                <a:lnTo>
                  <a:pt x="3347562" y="382106"/>
                </a:lnTo>
                <a:lnTo>
                  <a:pt x="3347562" y="178657"/>
                </a:lnTo>
                <a:lnTo>
                  <a:pt x="3000375" y="336899"/>
                </a:lnTo>
                <a:lnTo>
                  <a:pt x="2628328" y="168878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E1ADE4-2DF4-A39F-9848-7D69EA9D3C4D}"/>
              </a:ext>
            </a:extLst>
          </p:cNvPr>
          <p:cNvSpPr/>
          <p:nvPr userDrawn="1"/>
        </p:nvSpPr>
        <p:spPr>
          <a:xfrm>
            <a:off x="415572" y="295119"/>
            <a:ext cx="3095329" cy="439839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rgbClr val="1A495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0E6452C-B528-AF49-CB09-53560928AD03}"/>
              </a:ext>
            </a:extLst>
          </p:cNvPr>
          <p:cNvGrpSpPr/>
          <p:nvPr userDrawn="1"/>
        </p:nvGrpSpPr>
        <p:grpSpPr>
          <a:xfrm>
            <a:off x="3657132" y="160566"/>
            <a:ext cx="2900381" cy="538609"/>
            <a:chOff x="3657132" y="444690"/>
            <a:chExt cx="2900381" cy="538609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9338AD9-8077-CC09-9700-87C7C6A89EBB}"/>
                </a:ext>
              </a:extLst>
            </p:cNvPr>
            <p:cNvSpPr txBox="1"/>
            <p:nvPr/>
          </p:nvSpPr>
          <p:spPr>
            <a:xfrm>
              <a:off x="4832198" y="487734"/>
              <a:ext cx="17253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>
                  <a:solidFill>
                    <a:srgbClr val="D3F1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法贝实验室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5126342-EBBA-1DD7-BA9C-CEB128C733AD}"/>
                </a:ext>
              </a:extLst>
            </p:cNvPr>
            <p:cNvSpPr txBox="1"/>
            <p:nvPr/>
          </p:nvSpPr>
          <p:spPr>
            <a:xfrm>
              <a:off x="3657132" y="444690"/>
              <a:ext cx="133722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900" b="1" dirty="0">
                  <a:solidFill>
                    <a:srgbClr val="D3F1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Light SemiCondensed" panose="020B0502040204020203" pitchFamily="34" charset="0"/>
                </a:rPr>
                <a:t>FABLAB</a:t>
              </a:r>
              <a:endParaRPr lang="zh-CN" altLang="en-US" sz="2900" b="1" dirty="0">
                <a:solidFill>
                  <a:srgbClr val="D3F1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F3318228-EB02-6D88-F443-3D2DBFEB6C31}"/>
              </a:ext>
            </a:extLst>
          </p:cNvPr>
          <p:cNvSpPr txBox="1"/>
          <p:nvPr userDrawn="1"/>
        </p:nvSpPr>
        <p:spPr>
          <a:xfrm>
            <a:off x="3778946" y="580460"/>
            <a:ext cx="2779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A6E3E2"/>
                </a:solidFill>
              </a:rPr>
              <a:t>致力于培养 未来科技工程 领军人才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1B1FE7-7305-8537-3422-242D377C2AC0}"/>
              </a:ext>
            </a:extLst>
          </p:cNvPr>
          <p:cNvSpPr txBox="1"/>
          <p:nvPr userDrawn="1"/>
        </p:nvSpPr>
        <p:spPr>
          <a:xfrm>
            <a:off x="309188" y="9113077"/>
            <a:ext cx="52387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A6E3E2"/>
                </a:solidFill>
              </a:rPr>
              <a:t>如果您对课程或授课教师有任何投诉意见，请随时联系</a:t>
            </a:r>
            <a:r>
              <a:rPr lang="en-US" altLang="zh-CN" sz="1100" dirty="0">
                <a:solidFill>
                  <a:srgbClr val="A6E3E2"/>
                </a:solidFill>
              </a:rPr>
              <a:t>FABLAB</a:t>
            </a:r>
            <a:r>
              <a:rPr lang="zh-CN" altLang="en-US" sz="1100" dirty="0">
                <a:solidFill>
                  <a:srgbClr val="A6E3E2"/>
                </a:solidFill>
              </a:rPr>
              <a:t>法贝实验室负责人于老师，手机拨打 </a:t>
            </a:r>
            <a:r>
              <a:rPr lang="en-US" altLang="zh-CN" sz="1100" dirty="0">
                <a:solidFill>
                  <a:srgbClr val="A6E3E2"/>
                </a:solidFill>
              </a:rPr>
              <a:t>18768118065 </a:t>
            </a:r>
            <a:r>
              <a:rPr lang="zh-CN" altLang="en-US" sz="1100" dirty="0">
                <a:solidFill>
                  <a:srgbClr val="A6E3E2"/>
                </a:solidFill>
              </a:rPr>
              <a:t>或扫描右侧二维码添加微信进行反馈。我们将尽一切努力为您提供满意的解决方案。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92C6261-0F73-2D76-001F-8E60A31AFDBD}"/>
              </a:ext>
            </a:extLst>
          </p:cNvPr>
          <p:cNvSpPr txBox="1"/>
          <p:nvPr userDrawn="1"/>
        </p:nvSpPr>
        <p:spPr>
          <a:xfrm>
            <a:off x="313970" y="212200"/>
            <a:ext cx="2300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D3F1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学习日志</a:t>
            </a:r>
          </a:p>
        </p:txBody>
      </p:sp>
      <p:grpSp>
        <p:nvGrpSpPr>
          <p:cNvPr id="23" name="组合 2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F64F5CA8-2A99-A925-4AA9-CC490C2500F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173980" y="947935"/>
            <a:ext cx="1285140" cy="1181737"/>
            <a:chOff x="3381264" y="1151007"/>
            <a:chExt cx="5429472" cy="4992618"/>
          </a:xfrm>
        </p:grpSpPr>
        <p:sp>
          <p:nvSpPr>
            <p:cNvPr id="24" name="išľiďê">
              <a:extLst>
                <a:ext uri="{FF2B5EF4-FFF2-40B4-BE49-F238E27FC236}">
                  <a16:creationId xmlns:a16="http://schemas.microsoft.com/office/drawing/2014/main" id="{02CE3304-FE79-0CBE-2B3B-FF8B5784618B}"/>
                </a:ext>
              </a:extLst>
            </p:cNvPr>
            <p:cNvSpPr/>
            <p:nvPr/>
          </p:nvSpPr>
          <p:spPr bwMode="auto">
            <a:xfrm>
              <a:off x="5468456" y="2803656"/>
              <a:ext cx="3342280" cy="3339969"/>
            </a:xfrm>
            <a:custGeom>
              <a:avLst/>
              <a:gdLst>
                <a:gd name="T0" fmla="*/ 835 w 1669"/>
                <a:gd name="T1" fmla="*/ 114 h 1668"/>
                <a:gd name="T2" fmla="*/ 915 w 1669"/>
                <a:gd name="T3" fmla="*/ 119 h 1668"/>
                <a:gd name="T4" fmla="*/ 951 w 1669"/>
                <a:gd name="T5" fmla="*/ 0 h 1668"/>
                <a:gd name="T6" fmla="*/ 1202 w 1669"/>
                <a:gd name="T7" fmla="*/ 76 h 1668"/>
                <a:gd name="T8" fmla="*/ 1166 w 1669"/>
                <a:gd name="T9" fmla="*/ 195 h 1668"/>
                <a:gd name="T10" fmla="*/ 1397 w 1669"/>
                <a:gd name="T11" fmla="*/ 385 h 1668"/>
                <a:gd name="T12" fmla="*/ 1507 w 1669"/>
                <a:gd name="T13" fmla="*/ 326 h 1668"/>
                <a:gd name="T14" fmla="*/ 1630 w 1669"/>
                <a:gd name="T15" fmla="*/ 558 h 1668"/>
                <a:gd name="T16" fmla="*/ 1520 w 1669"/>
                <a:gd name="T17" fmla="*/ 617 h 1668"/>
                <a:gd name="T18" fmla="*/ 1549 w 1669"/>
                <a:gd name="T19" fmla="*/ 914 h 1668"/>
                <a:gd name="T20" fmla="*/ 1669 w 1669"/>
                <a:gd name="T21" fmla="*/ 950 h 1668"/>
                <a:gd name="T22" fmla="*/ 1592 w 1669"/>
                <a:gd name="T23" fmla="*/ 1201 h 1668"/>
                <a:gd name="T24" fmla="*/ 1473 w 1669"/>
                <a:gd name="T25" fmla="*/ 1165 h 1668"/>
                <a:gd name="T26" fmla="*/ 1283 w 1669"/>
                <a:gd name="T27" fmla="*/ 1396 h 1668"/>
                <a:gd name="T28" fmla="*/ 1342 w 1669"/>
                <a:gd name="T29" fmla="*/ 1506 h 1668"/>
                <a:gd name="T30" fmla="*/ 1110 w 1669"/>
                <a:gd name="T31" fmla="*/ 1630 h 1668"/>
                <a:gd name="T32" fmla="*/ 1052 w 1669"/>
                <a:gd name="T33" fmla="*/ 1520 h 1668"/>
                <a:gd name="T34" fmla="*/ 835 w 1669"/>
                <a:gd name="T35" fmla="*/ 1553 h 1668"/>
                <a:gd name="T36" fmla="*/ 835 w 1669"/>
                <a:gd name="T37" fmla="*/ 1365 h 1668"/>
                <a:gd name="T38" fmla="*/ 1343 w 1669"/>
                <a:gd name="T39" fmla="*/ 988 h 1668"/>
                <a:gd name="T40" fmla="*/ 989 w 1669"/>
                <a:gd name="T41" fmla="*/ 326 h 1668"/>
                <a:gd name="T42" fmla="*/ 835 w 1669"/>
                <a:gd name="T43" fmla="*/ 303 h 1668"/>
                <a:gd name="T44" fmla="*/ 835 w 1669"/>
                <a:gd name="T45" fmla="*/ 114 h 1668"/>
                <a:gd name="T46" fmla="*/ 386 w 1669"/>
                <a:gd name="T47" fmla="*/ 272 h 1668"/>
                <a:gd name="T48" fmla="*/ 327 w 1669"/>
                <a:gd name="T49" fmla="*/ 162 h 1668"/>
                <a:gd name="T50" fmla="*/ 559 w 1669"/>
                <a:gd name="T51" fmla="*/ 38 h 1668"/>
                <a:gd name="T52" fmla="*/ 617 w 1669"/>
                <a:gd name="T53" fmla="*/ 148 h 1668"/>
                <a:gd name="T54" fmla="*/ 835 w 1669"/>
                <a:gd name="T55" fmla="*/ 114 h 1668"/>
                <a:gd name="T56" fmla="*/ 835 w 1669"/>
                <a:gd name="T57" fmla="*/ 303 h 1668"/>
                <a:gd name="T58" fmla="*/ 326 w 1669"/>
                <a:gd name="T59" fmla="*/ 679 h 1668"/>
                <a:gd name="T60" fmla="*/ 680 w 1669"/>
                <a:gd name="T61" fmla="*/ 1342 h 1668"/>
                <a:gd name="T62" fmla="*/ 680 w 1669"/>
                <a:gd name="T63" fmla="*/ 1342 h 1668"/>
                <a:gd name="T64" fmla="*/ 835 w 1669"/>
                <a:gd name="T65" fmla="*/ 1365 h 1668"/>
                <a:gd name="T66" fmla="*/ 835 w 1669"/>
                <a:gd name="T67" fmla="*/ 1553 h 1668"/>
                <a:gd name="T68" fmla="*/ 754 w 1669"/>
                <a:gd name="T69" fmla="*/ 1549 h 1668"/>
                <a:gd name="T70" fmla="*/ 718 w 1669"/>
                <a:gd name="T71" fmla="*/ 1668 h 1668"/>
                <a:gd name="T72" fmla="*/ 467 w 1669"/>
                <a:gd name="T73" fmla="*/ 1592 h 1668"/>
                <a:gd name="T74" fmla="*/ 503 w 1669"/>
                <a:gd name="T75" fmla="*/ 1472 h 1668"/>
                <a:gd name="T76" fmla="*/ 272 w 1669"/>
                <a:gd name="T77" fmla="*/ 1283 h 1668"/>
                <a:gd name="T78" fmla="*/ 162 w 1669"/>
                <a:gd name="T79" fmla="*/ 1341 h 1668"/>
                <a:gd name="T80" fmla="*/ 39 w 1669"/>
                <a:gd name="T81" fmla="*/ 1110 h 1668"/>
                <a:gd name="T82" fmla="*/ 149 w 1669"/>
                <a:gd name="T83" fmla="*/ 1051 h 1668"/>
                <a:gd name="T84" fmla="*/ 120 w 1669"/>
                <a:gd name="T85" fmla="*/ 754 h 1668"/>
                <a:gd name="T86" fmla="*/ 0 w 1669"/>
                <a:gd name="T87" fmla="*/ 718 h 1668"/>
                <a:gd name="T88" fmla="*/ 77 w 1669"/>
                <a:gd name="T89" fmla="*/ 466 h 1668"/>
                <a:gd name="T90" fmla="*/ 196 w 1669"/>
                <a:gd name="T91" fmla="*/ 502 h 1668"/>
                <a:gd name="T92" fmla="*/ 386 w 1669"/>
                <a:gd name="T93" fmla="*/ 272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69" h="1668">
                  <a:moveTo>
                    <a:pt x="835" y="114"/>
                  </a:moveTo>
                  <a:cubicBezTo>
                    <a:pt x="861" y="114"/>
                    <a:pt x="888" y="116"/>
                    <a:pt x="915" y="119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1202" y="76"/>
                    <a:pt x="1202" y="76"/>
                    <a:pt x="1202" y="76"/>
                  </a:cubicBezTo>
                  <a:cubicBezTo>
                    <a:pt x="1166" y="195"/>
                    <a:pt x="1166" y="195"/>
                    <a:pt x="1166" y="195"/>
                  </a:cubicBezTo>
                  <a:cubicBezTo>
                    <a:pt x="1257" y="242"/>
                    <a:pt x="1335" y="308"/>
                    <a:pt x="1397" y="385"/>
                  </a:cubicBezTo>
                  <a:cubicBezTo>
                    <a:pt x="1507" y="326"/>
                    <a:pt x="1507" y="326"/>
                    <a:pt x="1507" y="326"/>
                  </a:cubicBezTo>
                  <a:cubicBezTo>
                    <a:pt x="1630" y="558"/>
                    <a:pt x="1630" y="558"/>
                    <a:pt x="1630" y="558"/>
                  </a:cubicBezTo>
                  <a:cubicBezTo>
                    <a:pt x="1520" y="617"/>
                    <a:pt x="1520" y="617"/>
                    <a:pt x="1520" y="617"/>
                  </a:cubicBezTo>
                  <a:cubicBezTo>
                    <a:pt x="1550" y="711"/>
                    <a:pt x="1561" y="812"/>
                    <a:pt x="1549" y="914"/>
                  </a:cubicBezTo>
                  <a:cubicBezTo>
                    <a:pt x="1669" y="950"/>
                    <a:pt x="1669" y="950"/>
                    <a:pt x="1669" y="950"/>
                  </a:cubicBezTo>
                  <a:cubicBezTo>
                    <a:pt x="1592" y="1201"/>
                    <a:pt x="1592" y="1201"/>
                    <a:pt x="1592" y="1201"/>
                  </a:cubicBezTo>
                  <a:cubicBezTo>
                    <a:pt x="1473" y="1165"/>
                    <a:pt x="1473" y="1165"/>
                    <a:pt x="1473" y="1165"/>
                  </a:cubicBezTo>
                  <a:cubicBezTo>
                    <a:pt x="1426" y="1256"/>
                    <a:pt x="1361" y="1334"/>
                    <a:pt x="1283" y="1396"/>
                  </a:cubicBezTo>
                  <a:cubicBezTo>
                    <a:pt x="1342" y="1506"/>
                    <a:pt x="1342" y="1506"/>
                    <a:pt x="1342" y="1506"/>
                  </a:cubicBezTo>
                  <a:cubicBezTo>
                    <a:pt x="1110" y="1630"/>
                    <a:pt x="1110" y="1630"/>
                    <a:pt x="1110" y="1630"/>
                  </a:cubicBezTo>
                  <a:cubicBezTo>
                    <a:pt x="1052" y="1520"/>
                    <a:pt x="1052" y="1520"/>
                    <a:pt x="1052" y="1520"/>
                  </a:cubicBezTo>
                  <a:cubicBezTo>
                    <a:pt x="982" y="1542"/>
                    <a:pt x="909" y="1553"/>
                    <a:pt x="835" y="1553"/>
                  </a:cubicBezTo>
                  <a:cubicBezTo>
                    <a:pt x="835" y="1365"/>
                    <a:pt x="835" y="1365"/>
                    <a:pt x="835" y="1365"/>
                  </a:cubicBezTo>
                  <a:cubicBezTo>
                    <a:pt x="1062" y="1365"/>
                    <a:pt x="1273" y="1218"/>
                    <a:pt x="1343" y="988"/>
                  </a:cubicBezTo>
                  <a:cubicBezTo>
                    <a:pt x="1428" y="708"/>
                    <a:pt x="1270" y="411"/>
                    <a:pt x="989" y="326"/>
                  </a:cubicBezTo>
                  <a:cubicBezTo>
                    <a:pt x="938" y="310"/>
                    <a:pt x="886" y="303"/>
                    <a:pt x="835" y="303"/>
                  </a:cubicBezTo>
                  <a:lnTo>
                    <a:pt x="835" y="114"/>
                  </a:lnTo>
                  <a:close/>
                  <a:moveTo>
                    <a:pt x="386" y="272"/>
                  </a:moveTo>
                  <a:cubicBezTo>
                    <a:pt x="327" y="162"/>
                    <a:pt x="327" y="162"/>
                    <a:pt x="327" y="162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617" y="148"/>
                    <a:pt x="617" y="148"/>
                    <a:pt x="617" y="148"/>
                  </a:cubicBezTo>
                  <a:cubicBezTo>
                    <a:pt x="687" y="126"/>
                    <a:pt x="760" y="114"/>
                    <a:pt x="835" y="114"/>
                  </a:cubicBezTo>
                  <a:cubicBezTo>
                    <a:pt x="835" y="303"/>
                    <a:pt x="835" y="303"/>
                    <a:pt x="835" y="303"/>
                  </a:cubicBezTo>
                  <a:cubicBezTo>
                    <a:pt x="607" y="302"/>
                    <a:pt x="396" y="450"/>
                    <a:pt x="326" y="679"/>
                  </a:cubicBezTo>
                  <a:cubicBezTo>
                    <a:pt x="241" y="960"/>
                    <a:pt x="399" y="1257"/>
                    <a:pt x="680" y="1342"/>
                  </a:cubicBezTo>
                  <a:cubicBezTo>
                    <a:pt x="680" y="1342"/>
                    <a:pt x="680" y="1342"/>
                    <a:pt x="680" y="1342"/>
                  </a:cubicBezTo>
                  <a:cubicBezTo>
                    <a:pt x="731" y="1358"/>
                    <a:pt x="783" y="1365"/>
                    <a:pt x="835" y="1365"/>
                  </a:cubicBezTo>
                  <a:cubicBezTo>
                    <a:pt x="835" y="1553"/>
                    <a:pt x="835" y="1553"/>
                    <a:pt x="835" y="1553"/>
                  </a:cubicBezTo>
                  <a:cubicBezTo>
                    <a:pt x="808" y="1553"/>
                    <a:pt x="781" y="1552"/>
                    <a:pt x="754" y="1549"/>
                  </a:cubicBezTo>
                  <a:cubicBezTo>
                    <a:pt x="718" y="1668"/>
                    <a:pt x="718" y="1668"/>
                    <a:pt x="718" y="1668"/>
                  </a:cubicBezTo>
                  <a:cubicBezTo>
                    <a:pt x="467" y="1592"/>
                    <a:pt x="467" y="1592"/>
                    <a:pt x="467" y="1592"/>
                  </a:cubicBezTo>
                  <a:cubicBezTo>
                    <a:pt x="503" y="1472"/>
                    <a:pt x="503" y="1472"/>
                    <a:pt x="503" y="1472"/>
                  </a:cubicBezTo>
                  <a:cubicBezTo>
                    <a:pt x="412" y="1425"/>
                    <a:pt x="334" y="1360"/>
                    <a:pt x="272" y="1283"/>
                  </a:cubicBezTo>
                  <a:cubicBezTo>
                    <a:pt x="162" y="1341"/>
                    <a:pt x="162" y="1341"/>
                    <a:pt x="162" y="1341"/>
                  </a:cubicBezTo>
                  <a:cubicBezTo>
                    <a:pt x="39" y="1110"/>
                    <a:pt x="39" y="1110"/>
                    <a:pt x="39" y="1110"/>
                  </a:cubicBezTo>
                  <a:cubicBezTo>
                    <a:pt x="149" y="1051"/>
                    <a:pt x="149" y="1051"/>
                    <a:pt x="149" y="1051"/>
                  </a:cubicBezTo>
                  <a:cubicBezTo>
                    <a:pt x="119" y="957"/>
                    <a:pt x="108" y="856"/>
                    <a:pt x="120" y="754"/>
                  </a:cubicBezTo>
                  <a:cubicBezTo>
                    <a:pt x="0" y="718"/>
                    <a:pt x="0" y="718"/>
                    <a:pt x="0" y="718"/>
                  </a:cubicBezTo>
                  <a:cubicBezTo>
                    <a:pt x="77" y="466"/>
                    <a:pt x="77" y="466"/>
                    <a:pt x="77" y="466"/>
                  </a:cubicBezTo>
                  <a:cubicBezTo>
                    <a:pt x="196" y="502"/>
                    <a:pt x="196" y="502"/>
                    <a:pt x="196" y="502"/>
                  </a:cubicBezTo>
                  <a:cubicBezTo>
                    <a:pt x="243" y="411"/>
                    <a:pt x="308" y="333"/>
                    <a:pt x="386" y="272"/>
                  </a:cubicBezTo>
                  <a:close/>
                </a:path>
              </a:pathLst>
            </a:custGeom>
            <a:solidFill>
              <a:srgbClr val="FFA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ïš1ïḋê">
              <a:extLst>
                <a:ext uri="{FF2B5EF4-FFF2-40B4-BE49-F238E27FC236}">
                  <a16:creationId xmlns:a16="http://schemas.microsoft.com/office/drawing/2014/main" id="{23ECBF97-DFEF-B8FB-52F5-44BE7F25736C}"/>
                </a:ext>
              </a:extLst>
            </p:cNvPr>
            <p:cNvSpPr/>
            <p:nvPr/>
          </p:nvSpPr>
          <p:spPr bwMode="auto">
            <a:xfrm>
              <a:off x="3381264" y="1427219"/>
              <a:ext cx="2022473" cy="2021317"/>
            </a:xfrm>
            <a:custGeom>
              <a:avLst/>
              <a:gdLst>
                <a:gd name="T0" fmla="*/ 505 w 1010"/>
                <a:gd name="T1" fmla="*/ 69 h 1009"/>
                <a:gd name="T2" fmla="*/ 553 w 1010"/>
                <a:gd name="T3" fmla="*/ 72 h 1009"/>
                <a:gd name="T4" fmla="*/ 575 w 1010"/>
                <a:gd name="T5" fmla="*/ 0 h 1009"/>
                <a:gd name="T6" fmla="*/ 727 w 1010"/>
                <a:gd name="T7" fmla="*/ 46 h 1009"/>
                <a:gd name="T8" fmla="*/ 705 w 1010"/>
                <a:gd name="T9" fmla="*/ 118 h 1009"/>
                <a:gd name="T10" fmla="*/ 845 w 1010"/>
                <a:gd name="T11" fmla="*/ 233 h 1009"/>
                <a:gd name="T12" fmla="*/ 912 w 1010"/>
                <a:gd name="T13" fmla="*/ 197 h 1009"/>
                <a:gd name="T14" fmla="*/ 986 w 1010"/>
                <a:gd name="T15" fmla="*/ 337 h 1009"/>
                <a:gd name="T16" fmla="*/ 920 w 1010"/>
                <a:gd name="T17" fmla="*/ 373 h 1009"/>
                <a:gd name="T18" fmla="*/ 938 w 1010"/>
                <a:gd name="T19" fmla="*/ 553 h 1009"/>
                <a:gd name="T20" fmla="*/ 1010 w 1010"/>
                <a:gd name="T21" fmla="*/ 575 h 1009"/>
                <a:gd name="T22" fmla="*/ 963 w 1010"/>
                <a:gd name="T23" fmla="*/ 727 h 1009"/>
                <a:gd name="T24" fmla="*/ 891 w 1010"/>
                <a:gd name="T25" fmla="*/ 705 h 1009"/>
                <a:gd name="T26" fmla="*/ 777 w 1010"/>
                <a:gd name="T27" fmla="*/ 845 h 1009"/>
                <a:gd name="T28" fmla="*/ 812 w 1010"/>
                <a:gd name="T29" fmla="*/ 911 h 1009"/>
                <a:gd name="T30" fmla="*/ 672 w 1010"/>
                <a:gd name="T31" fmla="*/ 986 h 1009"/>
                <a:gd name="T32" fmla="*/ 636 w 1010"/>
                <a:gd name="T33" fmla="*/ 919 h 1009"/>
                <a:gd name="T34" fmla="*/ 505 w 1010"/>
                <a:gd name="T35" fmla="*/ 940 h 1009"/>
                <a:gd name="T36" fmla="*/ 505 w 1010"/>
                <a:gd name="T37" fmla="*/ 826 h 1009"/>
                <a:gd name="T38" fmla="*/ 812 w 1010"/>
                <a:gd name="T39" fmla="*/ 598 h 1009"/>
                <a:gd name="T40" fmla="*/ 598 w 1010"/>
                <a:gd name="T41" fmla="*/ 197 h 1009"/>
                <a:gd name="T42" fmla="*/ 505 w 1010"/>
                <a:gd name="T43" fmla="*/ 183 h 1009"/>
                <a:gd name="T44" fmla="*/ 505 w 1010"/>
                <a:gd name="T45" fmla="*/ 69 h 1009"/>
                <a:gd name="T46" fmla="*/ 233 w 1010"/>
                <a:gd name="T47" fmla="*/ 164 h 1009"/>
                <a:gd name="T48" fmla="*/ 198 w 1010"/>
                <a:gd name="T49" fmla="*/ 98 h 1009"/>
                <a:gd name="T50" fmla="*/ 338 w 1010"/>
                <a:gd name="T51" fmla="*/ 23 h 1009"/>
                <a:gd name="T52" fmla="*/ 373 w 1010"/>
                <a:gd name="T53" fmla="*/ 89 h 1009"/>
                <a:gd name="T54" fmla="*/ 505 w 1010"/>
                <a:gd name="T55" fmla="*/ 69 h 1009"/>
                <a:gd name="T56" fmla="*/ 505 w 1010"/>
                <a:gd name="T57" fmla="*/ 183 h 1009"/>
                <a:gd name="T58" fmla="*/ 197 w 1010"/>
                <a:gd name="T59" fmla="*/ 411 h 1009"/>
                <a:gd name="T60" fmla="*/ 411 w 1010"/>
                <a:gd name="T61" fmla="*/ 812 h 1009"/>
                <a:gd name="T62" fmla="*/ 411 w 1010"/>
                <a:gd name="T63" fmla="*/ 812 h 1009"/>
                <a:gd name="T64" fmla="*/ 505 w 1010"/>
                <a:gd name="T65" fmla="*/ 826 h 1009"/>
                <a:gd name="T66" fmla="*/ 505 w 1010"/>
                <a:gd name="T67" fmla="*/ 940 h 1009"/>
                <a:gd name="T68" fmla="*/ 456 w 1010"/>
                <a:gd name="T69" fmla="*/ 937 h 1009"/>
                <a:gd name="T70" fmla="*/ 434 w 1010"/>
                <a:gd name="T71" fmla="*/ 1009 h 1009"/>
                <a:gd name="T72" fmla="*/ 282 w 1010"/>
                <a:gd name="T73" fmla="*/ 963 h 1009"/>
                <a:gd name="T74" fmla="*/ 304 w 1010"/>
                <a:gd name="T75" fmla="*/ 891 h 1009"/>
                <a:gd name="T76" fmla="*/ 165 w 1010"/>
                <a:gd name="T77" fmla="*/ 776 h 1009"/>
                <a:gd name="T78" fmla="*/ 98 w 1010"/>
                <a:gd name="T79" fmla="*/ 812 h 1009"/>
                <a:gd name="T80" fmla="*/ 23 w 1010"/>
                <a:gd name="T81" fmla="*/ 671 h 1009"/>
                <a:gd name="T82" fmla="*/ 90 w 1010"/>
                <a:gd name="T83" fmla="*/ 636 h 1009"/>
                <a:gd name="T84" fmla="*/ 72 w 1010"/>
                <a:gd name="T85" fmla="*/ 456 h 1009"/>
                <a:gd name="T86" fmla="*/ 0 w 1010"/>
                <a:gd name="T87" fmla="*/ 434 h 1009"/>
                <a:gd name="T88" fmla="*/ 46 w 1010"/>
                <a:gd name="T89" fmla="*/ 282 h 1009"/>
                <a:gd name="T90" fmla="*/ 118 w 1010"/>
                <a:gd name="T91" fmla="*/ 304 h 1009"/>
                <a:gd name="T92" fmla="*/ 233 w 1010"/>
                <a:gd name="T93" fmla="*/ 164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10" h="1009">
                  <a:moveTo>
                    <a:pt x="505" y="69"/>
                  </a:moveTo>
                  <a:cubicBezTo>
                    <a:pt x="521" y="69"/>
                    <a:pt x="537" y="70"/>
                    <a:pt x="553" y="72"/>
                  </a:cubicBezTo>
                  <a:cubicBezTo>
                    <a:pt x="575" y="0"/>
                    <a:pt x="575" y="0"/>
                    <a:pt x="575" y="0"/>
                  </a:cubicBezTo>
                  <a:cubicBezTo>
                    <a:pt x="727" y="46"/>
                    <a:pt x="727" y="46"/>
                    <a:pt x="727" y="46"/>
                  </a:cubicBezTo>
                  <a:cubicBezTo>
                    <a:pt x="705" y="118"/>
                    <a:pt x="705" y="118"/>
                    <a:pt x="705" y="118"/>
                  </a:cubicBezTo>
                  <a:cubicBezTo>
                    <a:pt x="761" y="146"/>
                    <a:pt x="808" y="186"/>
                    <a:pt x="845" y="233"/>
                  </a:cubicBezTo>
                  <a:cubicBezTo>
                    <a:pt x="912" y="197"/>
                    <a:pt x="912" y="197"/>
                    <a:pt x="912" y="197"/>
                  </a:cubicBezTo>
                  <a:cubicBezTo>
                    <a:pt x="986" y="337"/>
                    <a:pt x="986" y="337"/>
                    <a:pt x="986" y="337"/>
                  </a:cubicBezTo>
                  <a:cubicBezTo>
                    <a:pt x="920" y="373"/>
                    <a:pt x="920" y="373"/>
                    <a:pt x="920" y="373"/>
                  </a:cubicBezTo>
                  <a:cubicBezTo>
                    <a:pt x="938" y="430"/>
                    <a:pt x="945" y="491"/>
                    <a:pt x="938" y="553"/>
                  </a:cubicBezTo>
                  <a:cubicBezTo>
                    <a:pt x="1010" y="575"/>
                    <a:pt x="1010" y="575"/>
                    <a:pt x="1010" y="575"/>
                  </a:cubicBezTo>
                  <a:cubicBezTo>
                    <a:pt x="963" y="727"/>
                    <a:pt x="963" y="727"/>
                    <a:pt x="963" y="727"/>
                  </a:cubicBezTo>
                  <a:cubicBezTo>
                    <a:pt x="891" y="705"/>
                    <a:pt x="891" y="705"/>
                    <a:pt x="891" y="705"/>
                  </a:cubicBezTo>
                  <a:cubicBezTo>
                    <a:pt x="863" y="760"/>
                    <a:pt x="823" y="807"/>
                    <a:pt x="777" y="845"/>
                  </a:cubicBezTo>
                  <a:cubicBezTo>
                    <a:pt x="812" y="911"/>
                    <a:pt x="812" y="911"/>
                    <a:pt x="812" y="911"/>
                  </a:cubicBezTo>
                  <a:cubicBezTo>
                    <a:pt x="672" y="986"/>
                    <a:pt x="672" y="986"/>
                    <a:pt x="672" y="986"/>
                  </a:cubicBezTo>
                  <a:cubicBezTo>
                    <a:pt x="636" y="919"/>
                    <a:pt x="636" y="919"/>
                    <a:pt x="636" y="919"/>
                  </a:cubicBezTo>
                  <a:cubicBezTo>
                    <a:pt x="594" y="933"/>
                    <a:pt x="550" y="940"/>
                    <a:pt x="505" y="940"/>
                  </a:cubicBezTo>
                  <a:cubicBezTo>
                    <a:pt x="505" y="826"/>
                    <a:pt x="505" y="826"/>
                    <a:pt x="505" y="826"/>
                  </a:cubicBezTo>
                  <a:cubicBezTo>
                    <a:pt x="643" y="826"/>
                    <a:pt x="770" y="737"/>
                    <a:pt x="812" y="598"/>
                  </a:cubicBezTo>
                  <a:cubicBezTo>
                    <a:pt x="864" y="428"/>
                    <a:pt x="768" y="248"/>
                    <a:pt x="598" y="197"/>
                  </a:cubicBezTo>
                  <a:cubicBezTo>
                    <a:pt x="567" y="187"/>
                    <a:pt x="536" y="183"/>
                    <a:pt x="505" y="183"/>
                  </a:cubicBezTo>
                  <a:lnTo>
                    <a:pt x="505" y="69"/>
                  </a:lnTo>
                  <a:close/>
                  <a:moveTo>
                    <a:pt x="233" y="164"/>
                  </a:moveTo>
                  <a:cubicBezTo>
                    <a:pt x="198" y="98"/>
                    <a:pt x="198" y="98"/>
                    <a:pt x="198" y="98"/>
                  </a:cubicBezTo>
                  <a:cubicBezTo>
                    <a:pt x="338" y="23"/>
                    <a:pt x="338" y="23"/>
                    <a:pt x="338" y="23"/>
                  </a:cubicBezTo>
                  <a:cubicBezTo>
                    <a:pt x="373" y="89"/>
                    <a:pt x="373" y="89"/>
                    <a:pt x="373" y="89"/>
                  </a:cubicBezTo>
                  <a:cubicBezTo>
                    <a:pt x="415" y="76"/>
                    <a:pt x="460" y="69"/>
                    <a:pt x="505" y="69"/>
                  </a:cubicBezTo>
                  <a:cubicBezTo>
                    <a:pt x="505" y="183"/>
                    <a:pt x="505" y="183"/>
                    <a:pt x="505" y="183"/>
                  </a:cubicBezTo>
                  <a:cubicBezTo>
                    <a:pt x="367" y="183"/>
                    <a:pt x="239" y="272"/>
                    <a:pt x="197" y="411"/>
                  </a:cubicBezTo>
                  <a:cubicBezTo>
                    <a:pt x="146" y="581"/>
                    <a:pt x="241" y="760"/>
                    <a:pt x="411" y="812"/>
                  </a:cubicBezTo>
                  <a:cubicBezTo>
                    <a:pt x="411" y="812"/>
                    <a:pt x="411" y="812"/>
                    <a:pt x="411" y="812"/>
                  </a:cubicBezTo>
                  <a:cubicBezTo>
                    <a:pt x="443" y="821"/>
                    <a:pt x="474" y="826"/>
                    <a:pt x="505" y="826"/>
                  </a:cubicBezTo>
                  <a:cubicBezTo>
                    <a:pt x="505" y="940"/>
                    <a:pt x="505" y="940"/>
                    <a:pt x="505" y="940"/>
                  </a:cubicBezTo>
                  <a:cubicBezTo>
                    <a:pt x="489" y="940"/>
                    <a:pt x="473" y="939"/>
                    <a:pt x="456" y="937"/>
                  </a:cubicBezTo>
                  <a:cubicBezTo>
                    <a:pt x="434" y="1009"/>
                    <a:pt x="434" y="1009"/>
                    <a:pt x="434" y="1009"/>
                  </a:cubicBezTo>
                  <a:cubicBezTo>
                    <a:pt x="282" y="963"/>
                    <a:pt x="282" y="963"/>
                    <a:pt x="282" y="963"/>
                  </a:cubicBezTo>
                  <a:cubicBezTo>
                    <a:pt x="304" y="891"/>
                    <a:pt x="304" y="891"/>
                    <a:pt x="304" y="891"/>
                  </a:cubicBezTo>
                  <a:cubicBezTo>
                    <a:pt x="249" y="862"/>
                    <a:pt x="202" y="823"/>
                    <a:pt x="165" y="776"/>
                  </a:cubicBezTo>
                  <a:cubicBezTo>
                    <a:pt x="98" y="812"/>
                    <a:pt x="98" y="812"/>
                    <a:pt x="98" y="812"/>
                  </a:cubicBezTo>
                  <a:cubicBezTo>
                    <a:pt x="23" y="671"/>
                    <a:pt x="23" y="671"/>
                    <a:pt x="23" y="671"/>
                  </a:cubicBezTo>
                  <a:cubicBezTo>
                    <a:pt x="90" y="636"/>
                    <a:pt x="90" y="636"/>
                    <a:pt x="90" y="636"/>
                  </a:cubicBezTo>
                  <a:cubicBezTo>
                    <a:pt x="72" y="579"/>
                    <a:pt x="65" y="518"/>
                    <a:pt x="72" y="456"/>
                  </a:cubicBezTo>
                  <a:cubicBezTo>
                    <a:pt x="0" y="434"/>
                    <a:pt x="0" y="434"/>
                    <a:pt x="0" y="434"/>
                  </a:cubicBezTo>
                  <a:cubicBezTo>
                    <a:pt x="46" y="282"/>
                    <a:pt x="46" y="282"/>
                    <a:pt x="46" y="282"/>
                  </a:cubicBezTo>
                  <a:cubicBezTo>
                    <a:pt x="118" y="304"/>
                    <a:pt x="118" y="304"/>
                    <a:pt x="118" y="304"/>
                  </a:cubicBezTo>
                  <a:cubicBezTo>
                    <a:pt x="147" y="249"/>
                    <a:pt x="186" y="201"/>
                    <a:pt x="233" y="164"/>
                  </a:cubicBezTo>
                  <a:close/>
                </a:path>
              </a:pathLst>
            </a:custGeom>
            <a:solidFill>
              <a:srgbClr val="FFA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iSlîďê">
              <a:extLst>
                <a:ext uri="{FF2B5EF4-FFF2-40B4-BE49-F238E27FC236}">
                  <a16:creationId xmlns:a16="http://schemas.microsoft.com/office/drawing/2014/main" id="{93526B85-661F-93D1-9DF4-8887A3D296BE}"/>
                </a:ext>
              </a:extLst>
            </p:cNvPr>
            <p:cNvSpPr/>
            <p:nvPr/>
          </p:nvSpPr>
          <p:spPr bwMode="auto">
            <a:xfrm>
              <a:off x="7188135" y="1954218"/>
              <a:ext cx="1292071" cy="1828315"/>
            </a:xfrm>
            <a:custGeom>
              <a:avLst/>
              <a:gdLst>
                <a:gd name="T0" fmla="*/ 0 w 1118"/>
                <a:gd name="T1" fmla="*/ 0 h 1582"/>
                <a:gd name="T2" fmla="*/ 958 w 1118"/>
                <a:gd name="T3" fmla="*/ 0 h 1582"/>
                <a:gd name="T4" fmla="*/ 1118 w 1118"/>
                <a:gd name="T5" fmla="*/ 161 h 1582"/>
                <a:gd name="T6" fmla="*/ 1118 w 1118"/>
                <a:gd name="T7" fmla="*/ 0 h 1582"/>
                <a:gd name="T8" fmla="*/ 1118 w 1118"/>
                <a:gd name="T9" fmla="*/ 1582 h 1582"/>
                <a:gd name="T10" fmla="*/ 0 w 1118"/>
                <a:gd name="T11" fmla="*/ 1582 h 1582"/>
                <a:gd name="T12" fmla="*/ 0 w 1118"/>
                <a:gd name="T13" fmla="*/ 0 h 1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8" h="1582">
                  <a:moveTo>
                    <a:pt x="0" y="0"/>
                  </a:moveTo>
                  <a:lnTo>
                    <a:pt x="958" y="0"/>
                  </a:lnTo>
                  <a:lnTo>
                    <a:pt x="1118" y="161"/>
                  </a:lnTo>
                  <a:lnTo>
                    <a:pt x="1118" y="0"/>
                  </a:lnTo>
                  <a:lnTo>
                    <a:pt x="1118" y="1582"/>
                  </a:lnTo>
                  <a:lnTo>
                    <a:pt x="0" y="1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iṡḷïḋè">
              <a:extLst>
                <a:ext uri="{FF2B5EF4-FFF2-40B4-BE49-F238E27FC236}">
                  <a16:creationId xmlns:a16="http://schemas.microsoft.com/office/drawing/2014/main" id="{C161BCEE-5554-0542-8E43-5BD8075B9C4C}"/>
                </a:ext>
              </a:extLst>
            </p:cNvPr>
            <p:cNvSpPr/>
            <p:nvPr/>
          </p:nvSpPr>
          <p:spPr bwMode="auto">
            <a:xfrm>
              <a:off x="7972855" y="3252067"/>
              <a:ext cx="0" cy="114414"/>
            </a:xfrm>
            <a:prstGeom prst="line">
              <a:avLst/>
            </a:prstGeom>
            <a:noFill/>
            <a:ln w="11113" cap="flat">
              <a:solidFill>
                <a:srgbClr val="CCCCC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í$líďê">
              <a:extLst>
                <a:ext uri="{FF2B5EF4-FFF2-40B4-BE49-F238E27FC236}">
                  <a16:creationId xmlns:a16="http://schemas.microsoft.com/office/drawing/2014/main" id="{871D58FE-82A7-871E-8AAF-3F92E76FC6A7}"/>
                </a:ext>
              </a:extLst>
            </p:cNvPr>
            <p:cNvSpPr/>
            <p:nvPr/>
          </p:nvSpPr>
          <p:spPr bwMode="auto">
            <a:xfrm>
              <a:off x="8251378" y="3252067"/>
              <a:ext cx="0" cy="228828"/>
            </a:xfrm>
            <a:prstGeom prst="line">
              <a:avLst/>
            </a:prstGeom>
            <a:noFill/>
            <a:ln w="11113" cap="flat">
              <a:solidFill>
                <a:srgbClr val="CCCCC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i$ḻïḋè">
              <a:extLst>
                <a:ext uri="{FF2B5EF4-FFF2-40B4-BE49-F238E27FC236}">
                  <a16:creationId xmlns:a16="http://schemas.microsoft.com/office/drawing/2014/main" id="{2E732EF8-C6B8-B8C3-3B4F-1D1A1F911C49}"/>
                </a:ext>
              </a:extLst>
            </p:cNvPr>
            <p:cNvSpPr/>
            <p:nvPr/>
          </p:nvSpPr>
          <p:spPr bwMode="auto">
            <a:xfrm>
              <a:off x="7520976" y="2150686"/>
              <a:ext cx="62638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îṣliḑe">
              <a:extLst>
                <a:ext uri="{FF2B5EF4-FFF2-40B4-BE49-F238E27FC236}">
                  <a16:creationId xmlns:a16="http://schemas.microsoft.com/office/drawing/2014/main" id="{36F59E5F-2DCA-66AD-77C3-2C1958CCB2A5}"/>
                </a:ext>
              </a:extLst>
            </p:cNvPr>
            <p:cNvSpPr/>
            <p:nvPr/>
          </p:nvSpPr>
          <p:spPr bwMode="auto">
            <a:xfrm>
              <a:off x="7306016" y="2262789"/>
              <a:ext cx="105630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ŝ1ïďè">
              <a:extLst>
                <a:ext uri="{FF2B5EF4-FFF2-40B4-BE49-F238E27FC236}">
                  <a16:creationId xmlns:a16="http://schemas.microsoft.com/office/drawing/2014/main" id="{D03EF218-219F-FB07-BED8-7563FC7204C3}"/>
                </a:ext>
              </a:extLst>
            </p:cNvPr>
            <p:cNvSpPr/>
            <p:nvPr/>
          </p:nvSpPr>
          <p:spPr bwMode="auto">
            <a:xfrm>
              <a:off x="7306016" y="2341377"/>
              <a:ext cx="105630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íSlíḑè">
              <a:extLst>
                <a:ext uri="{FF2B5EF4-FFF2-40B4-BE49-F238E27FC236}">
                  <a16:creationId xmlns:a16="http://schemas.microsoft.com/office/drawing/2014/main" id="{9D7221CA-AA47-FBDC-D2B2-EEEF33C4951C}"/>
                </a:ext>
              </a:extLst>
            </p:cNvPr>
            <p:cNvSpPr/>
            <p:nvPr/>
          </p:nvSpPr>
          <p:spPr bwMode="auto">
            <a:xfrm>
              <a:off x="7306016" y="2418808"/>
              <a:ext cx="105630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îṡļiḑé">
              <a:extLst>
                <a:ext uri="{FF2B5EF4-FFF2-40B4-BE49-F238E27FC236}">
                  <a16:creationId xmlns:a16="http://schemas.microsoft.com/office/drawing/2014/main" id="{CCAFAE66-0F99-8503-4D6A-A9ED28A07D39}"/>
                </a:ext>
              </a:extLst>
            </p:cNvPr>
            <p:cNvSpPr/>
            <p:nvPr/>
          </p:nvSpPr>
          <p:spPr bwMode="auto">
            <a:xfrm>
              <a:off x="7306016" y="2497396"/>
              <a:ext cx="494639" cy="4391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îṩḻiḑe">
              <a:extLst>
                <a:ext uri="{FF2B5EF4-FFF2-40B4-BE49-F238E27FC236}">
                  <a16:creationId xmlns:a16="http://schemas.microsoft.com/office/drawing/2014/main" id="{A0FB671D-0068-152B-B569-9369ECEDDFDA}"/>
                </a:ext>
              </a:extLst>
            </p:cNvPr>
            <p:cNvSpPr/>
            <p:nvPr/>
          </p:nvSpPr>
          <p:spPr bwMode="auto">
            <a:xfrm>
              <a:off x="8087269" y="2743560"/>
              <a:ext cx="275056" cy="272745"/>
            </a:xfrm>
            <a:prstGeom prst="ellipse">
              <a:avLst/>
            </a:prstGeom>
            <a:solidFill>
              <a:srgbClr val="EF41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ïSḷïďè">
              <a:extLst>
                <a:ext uri="{FF2B5EF4-FFF2-40B4-BE49-F238E27FC236}">
                  <a16:creationId xmlns:a16="http://schemas.microsoft.com/office/drawing/2014/main" id="{39C704EC-E064-5C76-C8D9-D3A47D55205D}"/>
                </a:ext>
              </a:extLst>
            </p:cNvPr>
            <p:cNvSpPr/>
            <p:nvPr/>
          </p:nvSpPr>
          <p:spPr bwMode="auto">
            <a:xfrm>
              <a:off x="8103448" y="2879932"/>
              <a:ext cx="122504" cy="114414"/>
            </a:xfrm>
            <a:custGeom>
              <a:avLst/>
              <a:gdLst>
                <a:gd name="T0" fmla="*/ 23 w 61"/>
                <a:gd name="T1" fmla="*/ 57 h 57"/>
                <a:gd name="T2" fmla="*/ 0 w 61"/>
                <a:gd name="T3" fmla="*/ 31 h 57"/>
                <a:gd name="T4" fmla="*/ 61 w 61"/>
                <a:gd name="T5" fmla="*/ 0 h 57"/>
                <a:gd name="T6" fmla="*/ 23 w 61"/>
                <a:gd name="T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57">
                  <a:moveTo>
                    <a:pt x="23" y="57"/>
                  </a:moveTo>
                  <a:cubicBezTo>
                    <a:pt x="13" y="51"/>
                    <a:pt x="5" y="42"/>
                    <a:pt x="0" y="31"/>
                  </a:cubicBezTo>
                  <a:cubicBezTo>
                    <a:pt x="61" y="0"/>
                    <a:pt x="61" y="0"/>
                    <a:pt x="61" y="0"/>
                  </a:cubicBezTo>
                  <a:lnTo>
                    <a:pt x="23" y="57"/>
                  </a:lnTo>
                  <a:close/>
                </a:path>
              </a:pathLst>
            </a:custGeom>
            <a:solidFill>
              <a:srgbClr val="FCD8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í$ḷîďè">
              <a:extLst>
                <a:ext uri="{FF2B5EF4-FFF2-40B4-BE49-F238E27FC236}">
                  <a16:creationId xmlns:a16="http://schemas.microsoft.com/office/drawing/2014/main" id="{C9FEC18D-490C-1689-64BD-1DD7534C9E9F}"/>
                </a:ext>
              </a:extLst>
            </p:cNvPr>
            <p:cNvSpPr/>
            <p:nvPr/>
          </p:nvSpPr>
          <p:spPr bwMode="auto">
            <a:xfrm>
              <a:off x="8087269" y="2771296"/>
              <a:ext cx="138684" cy="169888"/>
            </a:xfrm>
            <a:custGeom>
              <a:avLst/>
              <a:gdLst>
                <a:gd name="T0" fmla="*/ 8 w 69"/>
                <a:gd name="T1" fmla="*/ 85 h 85"/>
                <a:gd name="T2" fmla="*/ 0 w 69"/>
                <a:gd name="T3" fmla="*/ 54 h 85"/>
                <a:gd name="T4" fmla="*/ 27 w 69"/>
                <a:gd name="T5" fmla="*/ 0 h 85"/>
                <a:gd name="T6" fmla="*/ 69 w 69"/>
                <a:gd name="T7" fmla="*/ 54 h 85"/>
                <a:gd name="T8" fmla="*/ 8 w 6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85">
                  <a:moveTo>
                    <a:pt x="8" y="85"/>
                  </a:moveTo>
                  <a:cubicBezTo>
                    <a:pt x="3" y="76"/>
                    <a:pt x="0" y="65"/>
                    <a:pt x="0" y="54"/>
                  </a:cubicBezTo>
                  <a:cubicBezTo>
                    <a:pt x="0" y="32"/>
                    <a:pt x="11" y="13"/>
                    <a:pt x="27" y="0"/>
                  </a:cubicBezTo>
                  <a:cubicBezTo>
                    <a:pt x="69" y="54"/>
                    <a:pt x="69" y="54"/>
                    <a:pt x="69" y="54"/>
                  </a:cubicBezTo>
                  <a:lnTo>
                    <a:pt x="8" y="85"/>
                  </a:lnTo>
                  <a:close/>
                </a:path>
              </a:pathLst>
            </a:custGeom>
            <a:solidFill>
              <a:srgbClr val="F9B3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íṣlïḓê">
              <a:extLst>
                <a:ext uri="{FF2B5EF4-FFF2-40B4-BE49-F238E27FC236}">
                  <a16:creationId xmlns:a16="http://schemas.microsoft.com/office/drawing/2014/main" id="{AD9698FB-3119-B3CA-4C77-0DD7DC896ADC}"/>
                </a:ext>
              </a:extLst>
            </p:cNvPr>
            <p:cNvSpPr/>
            <p:nvPr/>
          </p:nvSpPr>
          <p:spPr bwMode="auto">
            <a:xfrm>
              <a:off x="8141587" y="2743560"/>
              <a:ext cx="84366" cy="136372"/>
            </a:xfrm>
            <a:custGeom>
              <a:avLst/>
              <a:gdLst>
                <a:gd name="T0" fmla="*/ 0 w 42"/>
                <a:gd name="T1" fmla="*/ 14 h 68"/>
                <a:gd name="T2" fmla="*/ 42 w 42"/>
                <a:gd name="T3" fmla="*/ 0 h 68"/>
                <a:gd name="T4" fmla="*/ 42 w 42"/>
                <a:gd name="T5" fmla="*/ 68 h 68"/>
                <a:gd name="T6" fmla="*/ 0 w 42"/>
                <a:gd name="T7" fmla="*/ 1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68">
                  <a:moveTo>
                    <a:pt x="0" y="14"/>
                  </a:moveTo>
                  <a:cubicBezTo>
                    <a:pt x="11" y="5"/>
                    <a:pt x="26" y="0"/>
                    <a:pt x="42" y="0"/>
                  </a:cubicBezTo>
                  <a:cubicBezTo>
                    <a:pt x="42" y="68"/>
                    <a:pt x="42" y="68"/>
                    <a:pt x="42" y="68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rgbClr val="F48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îŝļíḍê">
              <a:extLst>
                <a:ext uri="{FF2B5EF4-FFF2-40B4-BE49-F238E27FC236}">
                  <a16:creationId xmlns:a16="http://schemas.microsoft.com/office/drawing/2014/main" id="{FF08B8F9-194E-EA2B-BCE6-B82189FCA210}"/>
                </a:ext>
              </a:extLst>
            </p:cNvPr>
            <p:cNvSpPr/>
            <p:nvPr/>
          </p:nvSpPr>
          <p:spPr bwMode="auto">
            <a:xfrm>
              <a:off x="8225953" y="2743560"/>
              <a:ext cx="98234" cy="136372"/>
            </a:xfrm>
            <a:custGeom>
              <a:avLst/>
              <a:gdLst>
                <a:gd name="T0" fmla="*/ 0 w 49"/>
                <a:gd name="T1" fmla="*/ 0 h 68"/>
                <a:gd name="T2" fmla="*/ 0 w 49"/>
                <a:gd name="T3" fmla="*/ 68 h 68"/>
                <a:gd name="T4" fmla="*/ 49 w 49"/>
                <a:gd name="T5" fmla="*/ 20 h 68"/>
                <a:gd name="T6" fmla="*/ 0 w 49"/>
                <a:gd name="T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68">
                  <a:moveTo>
                    <a:pt x="0" y="0"/>
                  </a:moveTo>
                  <a:cubicBezTo>
                    <a:pt x="0" y="68"/>
                    <a:pt x="0" y="68"/>
                    <a:pt x="0" y="68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36" y="8"/>
                    <a:pt x="19" y="0"/>
                    <a:pt x="0" y="0"/>
                  </a:cubicBezTo>
                  <a:close/>
                </a:path>
              </a:pathLst>
            </a:custGeom>
            <a:solidFill>
              <a:srgbClr val="F267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ïṣ1îḋe">
              <a:extLst>
                <a:ext uri="{FF2B5EF4-FFF2-40B4-BE49-F238E27FC236}">
                  <a16:creationId xmlns:a16="http://schemas.microsoft.com/office/drawing/2014/main" id="{B2381854-1ACE-AF03-1C80-7B605D31457A}"/>
                </a:ext>
              </a:extLst>
            </p:cNvPr>
            <p:cNvSpPr/>
            <p:nvPr/>
          </p:nvSpPr>
          <p:spPr bwMode="auto">
            <a:xfrm>
              <a:off x="7306016" y="3039419"/>
              <a:ext cx="629856" cy="1618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iṧ1iďê">
              <a:extLst>
                <a:ext uri="{FF2B5EF4-FFF2-40B4-BE49-F238E27FC236}">
                  <a16:creationId xmlns:a16="http://schemas.microsoft.com/office/drawing/2014/main" id="{DEDE022B-88ED-03A6-7CED-908953221F10}"/>
                </a:ext>
              </a:extLst>
            </p:cNvPr>
            <p:cNvSpPr/>
            <p:nvPr/>
          </p:nvSpPr>
          <p:spPr bwMode="auto">
            <a:xfrm>
              <a:off x="7306016" y="2703110"/>
              <a:ext cx="112103" cy="336308"/>
            </a:xfrm>
            <a:prstGeom prst="rect">
              <a:avLst/>
            </a:prstGeom>
            <a:solidFill>
              <a:srgbClr val="4C8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íṥ1ïďè">
              <a:extLst>
                <a:ext uri="{FF2B5EF4-FFF2-40B4-BE49-F238E27FC236}">
                  <a16:creationId xmlns:a16="http://schemas.microsoft.com/office/drawing/2014/main" id="{1FE91D53-9E4F-7EF4-61EA-46402B69D752}"/>
                </a:ext>
              </a:extLst>
            </p:cNvPr>
            <p:cNvSpPr/>
            <p:nvPr/>
          </p:nvSpPr>
          <p:spPr bwMode="auto">
            <a:xfrm>
              <a:off x="7436610" y="2829081"/>
              <a:ext cx="109791" cy="210337"/>
            </a:xfrm>
            <a:prstGeom prst="rect">
              <a:avLst/>
            </a:prstGeom>
            <a:solidFill>
              <a:srgbClr val="609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îşľiḑê">
              <a:extLst>
                <a:ext uri="{FF2B5EF4-FFF2-40B4-BE49-F238E27FC236}">
                  <a16:creationId xmlns:a16="http://schemas.microsoft.com/office/drawing/2014/main" id="{B767BE3D-B1BA-98DA-0B24-7A7A5947D7BF}"/>
                </a:ext>
              </a:extLst>
            </p:cNvPr>
            <p:cNvSpPr/>
            <p:nvPr/>
          </p:nvSpPr>
          <p:spPr bwMode="auto">
            <a:xfrm>
              <a:off x="7564893" y="2901890"/>
              <a:ext cx="112103" cy="137528"/>
            </a:xfrm>
            <a:prstGeom prst="rect">
              <a:avLst/>
            </a:prstGeom>
            <a:solidFill>
              <a:srgbClr val="73A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íṧļïḋê">
              <a:extLst>
                <a:ext uri="{FF2B5EF4-FFF2-40B4-BE49-F238E27FC236}">
                  <a16:creationId xmlns:a16="http://schemas.microsoft.com/office/drawing/2014/main" id="{BE024DB5-A09D-04EA-61BB-354FFA4B0051}"/>
                </a:ext>
              </a:extLst>
            </p:cNvPr>
            <p:cNvSpPr/>
            <p:nvPr/>
          </p:nvSpPr>
          <p:spPr bwMode="auto">
            <a:xfrm>
              <a:off x="7693175" y="2836016"/>
              <a:ext cx="112103" cy="203403"/>
            </a:xfrm>
            <a:prstGeom prst="rect">
              <a:avLst/>
            </a:pr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íṩḷïdè">
              <a:extLst>
                <a:ext uri="{FF2B5EF4-FFF2-40B4-BE49-F238E27FC236}">
                  <a16:creationId xmlns:a16="http://schemas.microsoft.com/office/drawing/2014/main" id="{439585D6-B2C2-A6E4-A720-6BC4C7580EEC}"/>
                </a:ext>
              </a:extLst>
            </p:cNvPr>
            <p:cNvSpPr/>
            <p:nvPr/>
          </p:nvSpPr>
          <p:spPr bwMode="auto">
            <a:xfrm>
              <a:off x="7823769" y="2893801"/>
              <a:ext cx="112103" cy="14561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išḻîḑe">
              <a:extLst>
                <a:ext uri="{FF2B5EF4-FFF2-40B4-BE49-F238E27FC236}">
                  <a16:creationId xmlns:a16="http://schemas.microsoft.com/office/drawing/2014/main" id="{214F31D9-261C-FEF2-09AE-72DE05CEF9D1}"/>
                </a:ext>
              </a:extLst>
            </p:cNvPr>
            <p:cNvSpPr/>
            <p:nvPr/>
          </p:nvSpPr>
          <p:spPr bwMode="auto">
            <a:xfrm>
              <a:off x="8097670" y="3039419"/>
              <a:ext cx="55474" cy="1618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íṩḷíḍè">
              <a:extLst>
                <a:ext uri="{FF2B5EF4-FFF2-40B4-BE49-F238E27FC236}">
                  <a16:creationId xmlns:a16="http://schemas.microsoft.com/office/drawing/2014/main" id="{4A79EDE6-474A-B099-6C7E-FB8843F906A2}"/>
                </a:ext>
              </a:extLst>
            </p:cNvPr>
            <p:cNvSpPr/>
            <p:nvPr/>
          </p:nvSpPr>
          <p:spPr bwMode="auto">
            <a:xfrm>
              <a:off x="8179725" y="3039419"/>
              <a:ext cx="167576" cy="1618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ïṧḻíḓè">
              <a:extLst>
                <a:ext uri="{FF2B5EF4-FFF2-40B4-BE49-F238E27FC236}">
                  <a16:creationId xmlns:a16="http://schemas.microsoft.com/office/drawing/2014/main" id="{79F5525A-3B9F-3E08-6611-6F51499D9261}"/>
                </a:ext>
              </a:extLst>
            </p:cNvPr>
            <p:cNvSpPr/>
            <p:nvPr/>
          </p:nvSpPr>
          <p:spPr bwMode="auto">
            <a:xfrm>
              <a:off x="8295294" y="1954218"/>
              <a:ext cx="184912" cy="186067"/>
            </a:xfrm>
            <a:custGeom>
              <a:avLst/>
              <a:gdLst>
                <a:gd name="T0" fmla="*/ 0 w 160"/>
                <a:gd name="T1" fmla="*/ 161 h 161"/>
                <a:gd name="T2" fmla="*/ 160 w 160"/>
                <a:gd name="T3" fmla="*/ 161 h 161"/>
                <a:gd name="T4" fmla="*/ 0 w 160"/>
                <a:gd name="T5" fmla="*/ 0 h 161"/>
                <a:gd name="T6" fmla="*/ 0 w 160"/>
                <a:gd name="T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" h="161">
                  <a:moveTo>
                    <a:pt x="0" y="161"/>
                  </a:moveTo>
                  <a:lnTo>
                    <a:pt x="160" y="161"/>
                  </a:lnTo>
                  <a:lnTo>
                    <a:pt x="0" y="0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íŝ1idè">
              <a:extLst>
                <a:ext uri="{FF2B5EF4-FFF2-40B4-BE49-F238E27FC236}">
                  <a16:creationId xmlns:a16="http://schemas.microsoft.com/office/drawing/2014/main" id="{3FD85844-7827-BA48-A084-8CF0089B5420}"/>
                </a:ext>
              </a:extLst>
            </p:cNvPr>
            <p:cNvSpPr/>
            <p:nvPr/>
          </p:nvSpPr>
          <p:spPr bwMode="auto">
            <a:xfrm>
              <a:off x="7306016" y="3218552"/>
              <a:ext cx="223050" cy="68186"/>
            </a:xfrm>
            <a:prstGeom prst="rect">
              <a:avLst/>
            </a:prstGeom>
            <a:solidFill>
              <a:srgbClr val="EF41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î$ľiḑè">
              <a:extLst>
                <a:ext uri="{FF2B5EF4-FFF2-40B4-BE49-F238E27FC236}">
                  <a16:creationId xmlns:a16="http://schemas.microsoft.com/office/drawing/2014/main" id="{06CCA295-F59E-F238-CD1D-6D1D72D7E976}"/>
                </a:ext>
              </a:extLst>
            </p:cNvPr>
            <p:cNvSpPr/>
            <p:nvPr/>
          </p:nvSpPr>
          <p:spPr bwMode="auto">
            <a:xfrm>
              <a:off x="7584540" y="3218552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iṥľîḓê">
              <a:extLst>
                <a:ext uri="{FF2B5EF4-FFF2-40B4-BE49-F238E27FC236}">
                  <a16:creationId xmlns:a16="http://schemas.microsoft.com/office/drawing/2014/main" id="{7DE4DDB8-A2EB-0F54-73B4-D2FCF7180C49}"/>
                </a:ext>
              </a:extLst>
            </p:cNvPr>
            <p:cNvSpPr/>
            <p:nvPr/>
          </p:nvSpPr>
          <p:spPr bwMode="auto">
            <a:xfrm>
              <a:off x="7860752" y="3218552"/>
              <a:ext cx="225361" cy="68186"/>
            </a:xfrm>
            <a:prstGeom prst="rect">
              <a:avLst/>
            </a:prstGeom>
            <a:solidFill>
              <a:srgbClr val="609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íşľiḓe">
              <a:extLst>
                <a:ext uri="{FF2B5EF4-FFF2-40B4-BE49-F238E27FC236}">
                  <a16:creationId xmlns:a16="http://schemas.microsoft.com/office/drawing/2014/main" id="{DE63BEA5-24F5-26C3-F795-3C8C2B4ED233}"/>
                </a:ext>
              </a:extLst>
            </p:cNvPr>
            <p:cNvSpPr/>
            <p:nvPr/>
          </p:nvSpPr>
          <p:spPr bwMode="auto">
            <a:xfrm>
              <a:off x="8139275" y="3218552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iSľídé">
              <a:extLst>
                <a:ext uri="{FF2B5EF4-FFF2-40B4-BE49-F238E27FC236}">
                  <a16:creationId xmlns:a16="http://schemas.microsoft.com/office/drawing/2014/main" id="{9086AD88-E187-D33E-BD6F-F537E15691E8}"/>
                </a:ext>
              </a:extLst>
            </p:cNvPr>
            <p:cNvSpPr/>
            <p:nvPr/>
          </p:nvSpPr>
          <p:spPr bwMode="auto">
            <a:xfrm>
              <a:off x="7306016" y="3331810"/>
              <a:ext cx="223050" cy="68186"/>
            </a:xfrm>
            <a:prstGeom prst="rect">
              <a:avLst/>
            </a:prstGeom>
            <a:solidFill>
              <a:srgbClr val="F267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iSļíḍè">
              <a:extLst>
                <a:ext uri="{FF2B5EF4-FFF2-40B4-BE49-F238E27FC236}">
                  <a16:creationId xmlns:a16="http://schemas.microsoft.com/office/drawing/2014/main" id="{5D5AA3E8-5077-4BB1-FB9D-C5BBC64A07BD}"/>
                </a:ext>
              </a:extLst>
            </p:cNvPr>
            <p:cNvSpPr/>
            <p:nvPr/>
          </p:nvSpPr>
          <p:spPr bwMode="auto">
            <a:xfrm>
              <a:off x="7306016" y="3446224"/>
              <a:ext cx="223050" cy="68186"/>
            </a:xfrm>
            <a:prstGeom prst="rect">
              <a:avLst/>
            </a:prstGeom>
            <a:solidFill>
              <a:srgbClr val="F48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íşḷíḋè">
              <a:extLst>
                <a:ext uri="{FF2B5EF4-FFF2-40B4-BE49-F238E27FC236}">
                  <a16:creationId xmlns:a16="http://schemas.microsoft.com/office/drawing/2014/main" id="{DE79E5F2-E97C-3DD3-5110-B36718F864E5}"/>
                </a:ext>
              </a:extLst>
            </p:cNvPr>
            <p:cNvSpPr/>
            <p:nvPr/>
          </p:nvSpPr>
          <p:spPr bwMode="auto">
            <a:xfrm>
              <a:off x="7306016" y="3560639"/>
              <a:ext cx="223050" cy="68186"/>
            </a:xfrm>
            <a:prstGeom prst="rect">
              <a:avLst/>
            </a:prstGeom>
            <a:solidFill>
              <a:srgbClr val="FCD8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î$ḷíḋê">
              <a:extLst>
                <a:ext uri="{FF2B5EF4-FFF2-40B4-BE49-F238E27FC236}">
                  <a16:creationId xmlns:a16="http://schemas.microsoft.com/office/drawing/2014/main" id="{E0807979-F291-E4C2-50B0-CF95DD60C0D5}"/>
                </a:ext>
              </a:extLst>
            </p:cNvPr>
            <p:cNvSpPr/>
            <p:nvPr/>
          </p:nvSpPr>
          <p:spPr bwMode="auto">
            <a:xfrm>
              <a:off x="7860752" y="3331810"/>
              <a:ext cx="225361" cy="68186"/>
            </a:xfrm>
            <a:prstGeom prst="rect">
              <a:avLst/>
            </a:prstGeom>
            <a:solidFill>
              <a:srgbClr val="609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ï$ḻïďê">
              <a:extLst>
                <a:ext uri="{FF2B5EF4-FFF2-40B4-BE49-F238E27FC236}">
                  <a16:creationId xmlns:a16="http://schemas.microsoft.com/office/drawing/2014/main" id="{1F2D1825-96D2-7437-3964-3E4A06FFB1EC}"/>
                </a:ext>
              </a:extLst>
            </p:cNvPr>
            <p:cNvSpPr/>
            <p:nvPr/>
          </p:nvSpPr>
          <p:spPr bwMode="auto">
            <a:xfrm>
              <a:off x="8139275" y="3331810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ï$ḻïde">
              <a:extLst>
                <a:ext uri="{FF2B5EF4-FFF2-40B4-BE49-F238E27FC236}">
                  <a16:creationId xmlns:a16="http://schemas.microsoft.com/office/drawing/2014/main" id="{6B60E761-8498-5FFE-4D97-57E1D749F36A}"/>
                </a:ext>
              </a:extLst>
            </p:cNvPr>
            <p:cNvSpPr/>
            <p:nvPr/>
          </p:nvSpPr>
          <p:spPr bwMode="auto">
            <a:xfrm>
              <a:off x="8139275" y="3446224"/>
              <a:ext cx="223050" cy="68186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is1ïdé">
              <a:extLst>
                <a:ext uri="{FF2B5EF4-FFF2-40B4-BE49-F238E27FC236}">
                  <a16:creationId xmlns:a16="http://schemas.microsoft.com/office/drawing/2014/main" id="{5CC8CC40-E0DB-0175-4097-B15170F3FB1A}"/>
                </a:ext>
              </a:extLst>
            </p:cNvPr>
            <p:cNvSpPr/>
            <p:nvPr/>
          </p:nvSpPr>
          <p:spPr bwMode="auto">
            <a:xfrm>
              <a:off x="4432950" y="3142276"/>
              <a:ext cx="2985169" cy="1962376"/>
            </a:xfrm>
            <a:custGeom>
              <a:avLst/>
              <a:gdLst>
                <a:gd name="T0" fmla="*/ 52 w 1491"/>
                <a:gd name="T1" fmla="*/ 0 h 980"/>
                <a:gd name="T2" fmla="*/ 1440 w 1491"/>
                <a:gd name="T3" fmla="*/ 0 h 980"/>
                <a:gd name="T4" fmla="*/ 1491 w 1491"/>
                <a:gd name="T5" fmla="*/ 51 h 980"/>
                <a:gd name="T6" fmla="*/ 1491 w 1491"/>
                <a:gd name="T7" fmla="*/ 928 h 980"/>
                <a:gd name="T8" fmla="*/ 1440 w 1491"/>
                <a:gd name="T9" fmla="*/ 980 h 980"/>
                <a:gd name="T10" fmla="*/ 52 w 1491"/>
                <a:gd name="T11" fmla="*/ 980 h 980"/>
                <a:gd name="T12" fmla="*/ 0 w 1491"/>
                <a:gd name="T13" fmla="*/ 928 h 980"/>
                <a:gd name="T14" fmla="*/ 0 w 1491"/>
                <a:gd name="T15" fmla="*/ 51 h 980"/>
                <a:gd name="T16" fmla="*/ 52 w 1491"/>
                <a:gd name="T17" fmla="*/ 0 h 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1" h="980">
                  <a:moveTo>
                    <a:pt x="52" y="0"/>
                  </a:moveTo>
                  <a:cubicBezTo>
                    <a:pt x="1440" y="0"/>
                    <a:pt x="1440" y="0"/>
                    <a:pt x="1440" y="0"/>
                  </a:cubicBezTo>
                  <a:cubicBezTo>
                    <a:pt x="1468" y="0"/>
                    <a:pt x="1491" y="23"/>
                    <a:pt x="1491" y="51"/>
                  </a:cubicBezTo>
                  <a:cubicBezTo>
                    <a:pt x="1491" y="928"/>
                    <a:pt x="1491" y="928"/>
                    <a:pt x="1491" y="928"/>
                  </a:cubicBezTo>
                  <a:cubicBezTo>
                    <a:pt x="1491" y="957"/>
                    <a:pt x="1468" y="980"/>
                    <a:pt x="1440" y="980"/>
                  </a:cubicBezTo>
                  <a:cubicBezTo>
                    <a:pt x="52" y="980"/>
                    <a:pt x="52" y="980"/>
                    <a:pt x="52" y="980"/>
                  </a:cubicBezTo>
                  <a:cubicBezTo>
                    <a:pt x="23" y="980"/>
                    <a:pt x="0" y="957"/>
                    <a:pt x="0" y="928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23"/>
                    <a:pt x="23" y="0"/>
                    <a:pt x="52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ïṧ1ïḍê">
              <a:extLst>
                <a:ext uri="{FF2B5EF4-FFF2-40B4-BE49-F238E27FC236}">
                  <a16:creationId xmlns:a16="http://schemas.microsoft.com/office/drawing/2014/main" id="{879E1D80-6D76-19C3-F7B9-5E439A64F044}"/>
                </a:ext>
              </a:extLst>
            </p:cNvPr>
            <p:cNvSpPr/>
            <p:nvPr/>
          </p:nvSpPr>
          <p:spPr bwMode="auto">
            <a:xfrm>
              <a:off x="4586658" y="3346834"/>
              <a:ext cx="2677754" cy="14376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iSḷiḑé">
              <a:extLst>
                <a:ext uri="{FF2B5EF4-FFF2-40B4-BE49-F238E27FC236}">
                  <a16:creationId xmlns:a16="http://schemas.microsoft.com/office/drawing/2014/main" id="{748B1C8E-384C-AD71-17C2-AD8CE327657D}"/>
                </a:ext>
              </a:extLst>
            </p:cNvPr>
            <p:cNvSpPr/>
            <p:nvPr/>
          </p:nvSpPr>
          <p:spPr bwMode="auto">
            <a:xfrm>
              <a:off x="5862549" y="4872357"/>
              <a:ext cx="125971" cy="128283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íṧḻîḑê">
              <a:extLst>
                <a:ext uri="{FF2B5EF4-FFF2-40B4-BE49-F238E27FC236}">
                  <a16:creationId xmlns:a16="http://schemas.microsoft.com/office/drawing/2014/main" id="{473A7457-8663-F3DB-6B4B-942999012441}"/>
                </a:ext>
              </a:extLst>
            </p:cNvPr>
            <p:cNvSpPr/>
            <p:nvPr/>
          </p:nvSpPr>
          <p:spPr bwMode="auto">
            <a:xfrm>
              <a:off x="3914041" y="5104652"/>
              <a:ext cx="4022987" cy="340931"/>
            </a:xfrm>
            <a:custGeom>
              <a:avLst/>
              <a:gdLst>
                <a:gd name="T0" fmla="*/ 449 w 3481"/>
                <a:gd name="T1" fmla="*/ 0 h 295"/>
                <a:gd name="T2" fmla="*/ 3032 w 3481"/>
                <a:gd name="T3" fmla="*/ 0 h 295"/>
                <a:gd name="T4" fmla="*/ 3481 w 3481"/>
                <a:gd name="T5" fmla="*/ 295 h 295"/>
                <a:gd name="T6" fmla="*/ 0 w 3481"/>
                <a:gd name="T7" fmla="*/ 295 h 295"/>
                <a:gd name="T8" fmla="*/ 449 w 3481"/>
                <a:gd name="T9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81" h="295">
                  <a:moveTo>
                    <a:pt x="449" y="0"/>
                  </a:moveTo>
                  <a:lnTo>
                    <a:pt x="3032" y="0"/>
                  </a:lnTo>
                  <a:lnTo>
                    <a:pt x="3481" y="295"/>
                  </a:lnTo>
                  <a:lnTo>
                    <a:pt x="0" y="295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î$lïḑe">
              <a:extLst>
                <a:ext uri="{FF2B5EF4-FFF2-40B4-BE49-F238E27FC236}">
                  <a16:creationId xmlns:a16="http://schemas.microsoft.com/office/drawing/2014/main" id="{5ED33129-EA0D-EFD0-7650-F4C639B240EF}"/>
                </a:ext>
              </a:extLst>
            </p:cNvPr>
            <p:cNvSpPr/>
            <p:nvPr/>
          </p:nvSpPr>
          <p:spPr bwMode="auto">
            <a:xfrm>
              <a:off x="3914041" y="5445583"/>
              <a:ext cx="4022987" cy="189535"/>
            </a:xfrm>
            <a:custGeom>
              <a:avLst/>
              <a:gdLst>
                <a:gd name="T0" fmla="*/ 0 w 2009"/>
                <a:gd name="T1" fmla="*/ 0 h 95"/>
                <a:gd name="T2" fmla="*/ 2009 w 2009"/>
                <a:gd name="T3" fmla="*/ 0 h 95"/>
                <a:gd name="T4" fmla="*/ 2009 w 2009"/>
                <a:gd name="T5" fmla="*/ 58 h 95"/>
                <a:gd name="T6" fmla="*/ 1972 w 2009"/>
                <a:gd name="T7" fmla="*/ 95 h 95"/>
                <a:gd name="T8" fmla="*/ 37 w 2009"/>
                <a:gd name="T9" fmla="*/ 95 h 95"/>
                <a:gd name="T10" fmla="*/ 0 w 2009"/>
                <a:gd name="T11" fmla="*/ 58 h 95"/>
                <a:gd name="T12" fmla="*/ 0 w 2009"/>
                <a:gd name="T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9" h="95">
                  <a:moveTo>
                    <a:pt x="0" y="0"/>
                  </a:moveTo>
                  <a:cubicBezTo>
                    <a:pt x="2009" y="0"/>
                    <a:pt x="2009" y="0"/>
                    <a:pt x="2009" y="0"/>
                  </a:cubicBezTo>
                  <a:cubicBezTo>
                    <a:pt x="2009" y="58"/>
                    <a:pt x="2009" y="58"/>
                    <a:pt x="2009" y="58"/>
                  </a:cubicBezTo>
                  <a:cubicBezTo>
                    <a:pt x="2009" y="78"/>
                    <a:pt x="1993" y="95"/>
                    <a:pt x="1972" y="95"/>
                  </a:cubicBezTo>
                  <a:cubicBezTo>
                    <a:pt x="37" y="95"/>
                    <a:pt x="37" y="95"/>
                    <a:pt x="37" y="95"/>
                  </a:cubicBezTo>
                  <a:cubicBezTo>
                    <a:pt x="17" y="95"/>
                    <a:pt x="0" y="78"/>
                    <a:pt x="0" y="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îśḻîḍe">
              <a:extLst>
                <a:ext uri="{FF2B5EF4-FFF2-40B4-BE49-F238E27FC236}">
                  <a16:creationId xmlns:a16="http://schemas.microsoft.com/office/drawing/2014/main" id="{38DAF7A2-D05A-8BA1-B1B0-388A613978C7}"/>
                </a:ext>
              </a:extLst>
            </p:cNvPr>
            <p:cNvSpPr/>
            <p:nvPr/>
          </p:nvSpPr>
          <p:spPr bwMode="auto">
            <a:xfrm>
              <a:off x="5520462" y="5543817"/>
              <a:ext cx="812456" cy="52006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4" name="iṧ1iḑè">
              <a:extLst>
                <a:ext uri="{FF2B5EF4-FFF2-40B4-BE49-F238E27FC236}">
                  <a16:creationId xmlns:a16="http://schemas.microsoft.com/office/drawing/2014/main" id="{01914AA4-78BF-E1BB-0C18-EA213EE6C380}"/>
                </a:ext>
              </a:extLst>
            </p:cNvPr>
            <p:cNvSpPr/>
            <p:nvPr/>
          </p:nvSpPr>
          <p:spPr bwMode="auto">
            <a:xfrm>
              <a:off x="3914041" y="5445583"/>
              <a:ext cx="4022987" cy="57785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5" name="ïšḻiḑê">
              <a:extLst>
                <a:ext uri="{FF2B5EF4-FFF2-40B4-BE49-F238E27FC236}">
                  <a16:creationId xmlns:a16="http://schemas.microsoft.com/office/drawing/2014/main" id="{F01AF309-8964-63B5-2295-DDAB23F64019}"/>
                </a:ext>
              </a:extLst>
            </p:cNvPr>
            <p:cNvSpPr/>
            <p:nvPr/>
          </p:nvSpPr>
          <p:spPr bwMode="auto">
            <a:xfrm>
              <a:off x="4022677" y="5126610"/>
              <a:ext cx="3762955" cy="286613"/>
            </a:xfrm>
            <a:custGeom>
              <a:avLst/>
              <a:gdLst>
                <a:gd name="T0" fmla="*/ 1852 w 1879"/>
                <a:gd name="T1" fmla="*/ 120 h 143"/>
                <a:gd name="T2" fmla="*/ 1566 w 1879"/>
                <a:gd name="T3" fmla="*/ 52 h 143"/>
                <a:gd name="T4" fmla="*/ 1566 w 1879"/>
                <a:gd name="T5" fmla="*/ 87 h 143"/>
                <a:gd name="T6" fmla="*/ 1566 w 1879"/>
                <a:gd name="T7" fmla="*/ 38 h 143"/>
                <a:gd name="T8" fmla="*/ 1728 w 1879"/>
                <a:gd name="T9" fmla="*/ 38 h 143"/>
                <a:gd name="T10" fmla="*/ 1566 w 1879"/>
                <a:gd name="T11" fmla="*/ 4 h 143"/>
                <a:gd name="T12" fmla="*/ 1803 w 1879"/>
                <a:gd name="T13" fmla="*/ 87 h 143"/>
                <a:gd name="T14" fmla="*/ 337 w 1879"/>
                <a:gd name="T15" fmla="*/ 105 h 143"/>
                <a:gd name="T16" fmla="*/ 914 w 1879"/>
                <a:gd name="T17" fmla="*/ 140 h 143"/>
                <a:gd name="T18" fmla="*/ 1566 w 1879"/>
                <a:gd name="T19" fmla="*/ 2 h 143"/>
                <a:gd name="T20" fmla="*/ 1566 w 1879"/>
                <a:gd name="T21" fmla="*/ 36 h 143"/>
                <a:gd name="T22" fmla="*/ 1433 w 1879"/>
                <a:gd name="T23" fmla="*/ 20 h 143"/>
                <a:gd name="T24" fmla="*/ 1566 w 1879"/>
                <a:gd name="T25" fmla="*/ 52 h 143"/>
                <a:gd name="T26" fmla="*/ 1462 w 1879"/>
                <a:gd name="T27" fmla="*/ 52 h 143"/>
                <a:gd name="T28" fmla="*/ 1517 w 1879"/>
                <a:gd name="T29" fmla="*/ 138 h 143"/>
                <a:gd name="T30" fmla="*/ 1486 w 1879"/>
                <a:gd name="T31" fmla="*/ 103 h 143"/>
                <a:gd name="T32" fmla="*/ 434 w 1879"/>
                <a:gd name="T33" fmla="*/ 52 h 143"/>
                <a:gd name="T34" fmla="*/ 337 w 1879"/>
                <a:gd name="T35" fmla="*/ 38 h 143"/>
                <a:gd name="T36" fmla="*/ 490 w 1879"/>
                <a:gd name="T37" fmla="*/ 1 h 143"/>
                <a:gd name="T38" fmla="*/ 337 w 1879"/>
                <a:gd name="T39" fmla="*/ 5 h 143"/>
                <a:gd name="T40" fmla="*/ 966 w 1879"/>
                <a:gd name="T41" fmla="*/ 104 h 143"/>
                <a:gd name="T42" fmla="*/ 964 w 1879"/>
                <a:gd name="T43" fmla="*/ 140 h 143"/>
                <a:gd name="T44" fmla="*/ 598 w 1879"/>
                <a:gd name="T45" fmla="*/ 52 h 143"/>
                <a:gd name="T46" fmla="*/ 457 w 1879"/>
                <a:gd name="T47" fmla="*/ 71 h 143"/>
                <a:gd name="T48" fmla="*/ 754 w 1879"/>
                <a:gd name="T49" fmla="*/ 71 h 143"/>
                <a:gd name="T50" fmla="*/ 640 w 1879"/>
                <a:gd name="T51" fmla="*/ 52 h 143"/>
                <a:gd name="T52" fmla="*/ 922 w 1879"/>
                <a:gd name="T53" fmla="*/ 89 h 143"/>
                <a:gd name="T54" fmla="*/ 969 w 1879"/>
                <a:gd name="T55" fmla="*/ 52 h 143"/>
                <a:gd name="T56" fmla="*/ 967 w 1879"/>
                <a:gd name="T57" fmla="*/ 88 h 143"/>
                <a:gd name="T58" fmla="*/ 1256 w 1879"/>
                <a:gd name="T59" fmla="*/ 52 h 143"/>
                <a:gd name="T60" fmla="*/ 1138 w 1879"/>
                <a:gd name="T61" fmla="*/ 70 h 143"/>
                <a:gd name="T62" fmla="*/ 1435 w 1879"/>
                <a:gd name="T63" fmla="*/ 70 h 143"/>
                <a:gd name="T64" fmla="*/ 1298 w 1879"/>
                <a:gd name="T65" fmla="*/ 52 h 143"/>
                <a:gd name="T66" fmla="*/ 610 w 1879"/>
                <a:gd name="T67" fmla="*/ 38 h 143"/>
                <a:gd name="T68" fmla="*/ 676 w 1879"/>
                <a:gd name="T69" fmla="*/ 1 h 143"/>
                <a:gd name="T70" fmla="*/ 650 w 1879"/>
                <a:gd name="T71" fmla="*/ 38 h 143"/>
                <a:gd name="T72" fmla="*/ 934 w 1879"/>
                <a:gd name="T73" fmla="*/ 1 h 143"/>
                <a:gd name="T74" fmla="*/ 817 w 1879"/>
                <a:gd name="T75" fmla="*/ 19 h 143"/>
                <a:gd name="T76" fmla="*/ 1086 w 1879"/>
                <a:gd name="T77" fmla="*/ 20 h 143"/>
                <a:gd name="T78" fmla="*/ 972 w 1879"/>
                <a:gd name="T79" fmla="*/ 1 h 143"/>
                <a:gd name="T80" fmla="*/ 1249 w 1879"/>
                <a:gd name="T81" fmla="*/ 38 h 143"/>
                <a:gd name="T82" fmla="*/ 1268 w 1879"/>
                <a:gd name="T83" fmla="*/ 2 h 143"/>
                <a:gd name="T84" fmla="*/ 1290 w 1879"/>
                <a:gd name="T85" fmla="*/ 38 h 143"/>
                <a:gd name="T86" fmla="*/ 337 w 1879"/>
                <a:gd name="T87" fmla="*/ 105 h 143"/>
                <a:gd name="T88" fmla="*/ 337 w 1879"/>
                <a:gd name="T89" fmla="*/ 1 h 143"/>
                <a:gd name="T90" fmla="*/ 266 w 1879"/>
                <a:gd name="T91" fmla="*/ 38 h 143"/>
                <a:gd name="T92" fmla="*/ 331 w 1879"/>
                <a:gd name="T93" fmla="*/ 38 h 143"/>
                <a:gd name="T94" fmla="*/ 337 w 1879"/>
                <a:gd name="T95" fmla="*/ 90 h 143"/>
                <a:gd name="T96" fmla="*/ 312 w 1879"/>
                <a:gd name="T97" fmla="*/ 52 h 143"/>
                <a:gd name="T98" fmla="*/ 266 w 1879"/>
                <a:gd name="T99" fmla="*/ 52 h 143"/>
                <a:gd name="T100" fmla="*/ 266 w 1879"/>
                <a:gd name="T101" fmla="*/ 142 h 143"/>
                <a:gd name="T102" fmla="*/ 266 w 1879"/>
                <a:gd name="T103" fmla="*/ 0 h 143"/>
                <a:gd name="T104" fmla="*/ 232 w 1879"/>
                <a:gd name="T105" fmla="*/ 0 h 143"/>
                <a:gd name="T106" fmla="*/ 243 w 1879"/>
                <a:gd name="T107" fmla="*/ 71 h 143"/>
                <a:gd name="T108" fmla="*/ 148 w 1879"/>
                <a:gd name="T109" fmla="*/ 52 h 143"/>
                <a:gd name="T110" fmla="*/ 266 w 1879"/>
                <a:gd name="T111" fmla="*/ 9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79" h="143">
                  <a:moveTo>
                    <a:pt x="1566" y="138"/>
                  </a:moveTo>
                  <a:cubicBezTo>
                    <a:pt x="1566" y="102"/>
                    <a:pt x="1566" y="102"/>
                    <a:pt x="1566" y="102"/>
                  </a:cubicBezTo>
                  <a:cubicBezTo>
                    <a:pt x="1825" y="102"/>
                    <a:pt x="1825" y="102"/>
                    <a:pt x="1825" y="102"/>
                  </a:cubicBezTo>
                  <a:cubicBezTo>
                    <a:pt x="1834" y="108"/>
                    <a:pt x="1843" y="114"/>
                    <a:pt x="1852" y="120"/>
                  </a:cubicBezTo>
                  <a:cubicBezTo>
                    <a:pt x="1861" y="125"/>
                    <a:pt x="1870" y="131"/>
                    <a:pt x="1879" y="137"/>
                  </a:cubicBezTo>
                  <a:cubicBezTo>
                    <a:pt x="1774" y="138"/>
                    <a:pt x="1670" y="138"/>
                    <a:pt x="1566" y="138"/>
                  </a:cubicBezTo>
                  <a:close/>
                  <a:moveTo>
                    <a:pt x="1566" y="87"/>
                  </a:moveTo>
                  <a:cubicBezTo>
                    <a:pt x="1566" y="52"/>
                    <a:pt x="1566" y="52"/>
                    <a:pt x="1566" y="52"/>
                  </a:cubicBezTo>
                  <a:cubicBezTo>
                    <a:pt x="1585" y="52"/>
                    <a:pt x="1585" y="52"/>
                    <a:pt x="1585" y="52"/>
                  </a:cubicBezTo>
                  <a:cubicBezTo>
                    <a:pt x="1592" y="58"/>
                    <a:pt x="1599" y="63"/>
                    <a:pt x="1606" y="70"/>
                  </a:cubicBezTo>
                  <a:cubicBezTo>
                    <a:pt x="1612" y="75"/>
                    <a:pt x="1619" y="81"/>
                    <a:pt x="1626" y="87"/>
                  </a:cubicBezTo>
                  <a:cubicBezTo>
                    <a:pt x="1566" y="87"/>
                    <a:pt x="1566" y="87"/>
                    <a:pt x="1566" y="87"/>
                  </a:cubicBezTo>
                  <a:close/>
                  <a:moveTo>
                    <a:pt x="1566" y="38"/>
                  </a:moveTo>
                  <a:cubicBezTo>
                    <a:pt x="1566" y="36"/>
                    <a:pt x="1566" y="36"/>
                    <a:pt x="1566" y="36"/>
                  </a:cubicBezTo>
                  <a:cubicBezTo>
                    <a:pt x="1568" y="38"/>
                    <a:pt x="1568" y="38"/>
                    <a:pt x="1568" y="38"/>
                  </a:cubicBezTo>
                  <a:cubicBezTo>
                    <a:pt x="1566" y="38"/>
                    <a:pt x="1566" y="38"/>
                    <a:pt x="1566" y="38"/>
                  </a:cubicBezTo>
                  <a:close/>
                  <a:moveTo>
                    <a:pt x="1566" y="4"/>
                  </a:moveTo>
                  <a:cubicBezTo>
                    <a:pt x="1573" y="9"/>
                    <a:pt x="1580" y="14"/>
                    <a:pt x="1587" y="20"/>
                  </a:cubicBezTo>
                  <a:cubicBezTo>
                    <a:pt x="1595" y="26"/>
                    <a:pt x="1602" y="32"/>
                    <a:pt x="1609" y="38"/>
                  </a:cubicBezTo>
                  <a:cubicBezTo>
                    <a:pt x="1649" y="38"/>
                    <a:pt x="1688" y="38"/>
                    <a:pt x="1728" y="38"/>
                  </a:cubicBezTo>
                  <a:cubicBezTo>
                    <a:pt x="1719" y="32"/>
                    <a:pt x="1711" y="26"/>
                    <a:pt x="1702" y="20"/>
                  </a:cubicBezTo>
                  <a:cubicBezTo>
                    <a:pt x="1693" y="14"/>
                    <a:pt x="1684" y="8"/>
                    <a:pt x="1675" y="2"/>
                  </a:cubicBezTo>
                  <a:cubicBezTo>
                    <a:pt x="1566" y="2"/>
                    <a:pt x="1566" y="2"/>
                    <a:pt x="1566" y="2"/>
                  </a:cubicBezTo>
                  <a:cubicBezTo>
                    <a:pt x="1566" y="4"/>
                    <a:pt x="1566" y="4"/>
                    <a:pt x="1566" y="4"/>
                  </a:cubicBezTo>
                  <a:close/>
                  <a:moveTo>
                    <a:pt x="1627" y="52"/>
                  </a:moveTo>
                  <a:cubicBezTo>
                    <a:pt x="1667" y="52"/>
                    <a:pt x="1708" y="52"/>
                    <a:pt x="1749" y="52"/>
                  </a:cubicBezTo>
                  <a:cubicBezTo>
                    <a:pt x="1758" y="57"/>
                    <a:pt x="1767" y="63"/>
                    <a:pt x="1776" y="69"/>
                  </a:cubicBezTo>
                  <a:cubicBezTo>
                    <a:pt x="1785" y="75"/>
                    <a:pt x="1794" y="81"/>
                    <a:pt x="1803" y="87"/>
                  </a:cubicBezTo>
                  <a:cubicBezTo>
                    <a:pt x="1759" y="87"/>
                    <a:pt x="1715" y="87"/>
                    <a:pt x="1672" y="87"/>
                  </a:cubicBezTo>
                  <a:cubicBezTo>
                    <a:pt x="1664" y="81"/>
                    <a:pt x="1657" y="75"/>
                    <a:pt x="1649" y="69"/>
                  </a:cubicBezTo>
                  <a:cubicBezTo>
                    <a:pt x="1642" y="63"/>
                    <a:pt x="1634" y="58"/>
                    <a:pt x="1627" y="52"/>
                  </a:cubicBezTo>
                  <a:close/>
                  <a:moveTo>
                    <a:pt x="337" y="105"/>
                  </a:moveTo>
                  <a:cubicBezTo>
                    <a:pt x="490" y="105"/>
                    <a:pt x="490" y="105"/>
                    <a:pt x="490" y="105"/>
                  </a:cubicBezTo>
                  <a:cubicBezTo>
                    <a:pt x="633" y="104"/>
                    <a:pt x="776" y="104"/>
                    <a:pt x="920" y="104"/>
                  </a:cubicBezTo>
                  <a:cubicBezTo>
                    <a:pt x="919" y="110"/>
                    <a:pt x="918" y="116"/>
                    <a:pt x="917" y="122"/>
                  </a:cubicBezTo>
                  <a:cubicBezTo>
                    <a:pt x="916" y="128"/>
                    <a:pt x="915" y="134"/>
                    <a:pt x="914" y="140"/>
                  </a:cubicBezTo>
                  <a:cubicBezTo>
                    <a:pt x="762" y="141"/>
                    <a:pt x="609" y="141"/>
                    <a:pt x="457" y="142"/>
                  </a:cubicBezTo>
                  <a:cubicBezTo>
                    <a:pt x="337" y="142"/>
                    <a:pt x="337" y="142"/>
                    <a:pt x="337" y="142"/>
                  </a:cubicBezTo>
                  <a:cubicBezTo>
                    <a:pt x="337" y="105"/>
                    <a:pt x="337" y="105"/>
                    <a:pt x="337" y="105"/>
                  </a:cubicBezTo>
                  <a:close/>
                  <a:moveTo>
                    <a:pt x="1566" y="2"/>
                  </a:moveTo>
                  <a:cubicBezTo>
                    <a:pt x="1566" y="4"/>
                    <a:pt x="1566" y="4"/>
                    <a:pt x="1566" y="4"/>
                  </a:cubicBezTo>
                  <a:cubicBezTo>
                    <a:pt x="1564" y="2"/>
                    <a:pt x="1564" y="2"/>
                    <a:pt x="1564" y="2"/>
                  </a:cubicBezTo>
                  <a:cubicBezTo>
                    <a:pt x="1566" y="2"/>
                    <a:pt x="1566" y="2"/>
                    <a:pt x="1566" y="2"/>
                  </a:cubicBezTo>
                  <a:close/>
                  <a:moveTo>
                    <a:pt x="1566" y="36"/>
                  </a:moveTo>
                  <a:cubicBezTo>
                    <a:pt x="1560" y="31"/>
                    <a:pt x="1554" y="25"/>
                    <a:pt x="1548" y="20"/>
                  </a:cubicBezTo>
                  <a:cubicBezTo>
                    <a:pt x="1541" y="14"/>
                    <a:pt x="1533" y="8"/>
                    <a:pt x="1527" y="2"/>
                  </a:cubicBezTo>
                  <a:cubicBezTo>
                    <a:pt x="1490" y="2"/>
                    <a:pt x="1453" y="2"/>
                    <a:pt x="1416" y="2"/>
                  </a:cubicBezTo>
                  <a:cubicBezTo>
                    <a:pt x="1422" y="8"/>
                    <a:pt x="1427" y="14"/>
                    <a:pt x="1433" y="20"/>
                  </a:cubicBezTo>
                  <a:cubicBezTo>
                    <a:pt x="1439" y="26"/>
                    <a:pt x="1444" y="32"/>
                    <a:pt x="1449" y="38"/>
                  </a:cubicBezTo>
                  <a:cubicBezTo>
                    <a:pt x="1488" y="38"/>
                    <a:pt x="1527" y="38"/>
                    <a:pt x="1566" y="38"/>
                  </a:cubicBezTo>
                  <a:cubicBezTo>
                    <a:pt x="1566" y="36"/>
                    <a:pt x="1566" y="36"/>
                    <a:pt x="1566" y="36"/>
                  </a:cubicBezTo>
                  <a:close/>
                  <a:moveTo>
                    <a:pt x="1566" y="52"/>
                  </a:moveTo>
                  <a:cubicBezTo>
                    <a:pt x="1566" y="87"/>
                    <a:pt x="1566" y="87"/>
                    <a:pt x="1566" y="87"/>
                  </a:cubicBezTo>
                  <a:cubicBezTo>
                    <a:pt x="1495" y="88"/>
                    <a:pt x="1495" y="88"/>
                    <a:pt x="1495" y="88"/>
                  </a:cubicBezTo>
                  <a:cubicBezTo>
                    <a:pt x="1490" y="82"/>
                    <a:pt x="1484" y="76"/>
                    <a:pt x="1479" y="70"/>
                  </a:cubicBezTo>
                  <a:cubicBezTo>
                    <a:pt x="1473" y="64"/>
                    <a:pt x="1468" y="58"/>
                    <a:pt x="1462" y="52"/>
                  </a:cubicBezTo>
                  <a:cubicBezTo>
                    <a:pt x="1497" y="52"/>
                    <a:pt x="1532" y="52"/>
                    <a:pt x="1566" y="52"/>
                  </a:cubicBezTo>
                  <a:close/>
                  <a:moveTo>
                    <a:pt x="1566" y="102"/>
                  </a:moveTo>
                  <a:cubicBezTo>
                    <a:pt x="1566" y="138"/>
                    <a:pt x="1566" y="138"/>
                    <a:pt x="1566" y="138"/>
                  </a:cubicBezTo>
                  <a:cubicBezTo>
                    <a:pt x="1517" y="138"/>
                    <a:pt x="1517" y="138"/>
                    <a:pt x="1517" y="138"/>
                  </a:cubicBezTo>
                  <a:cubicBezTo>
                    <a:pt x="1397" y="139"/>
                    <a:pt x="1277" y="139"/>
                    <a:pt x="1157" y="140"/>
                  </a:cubicBezTo>
                  <a:cubicBezTo>
                    <a:pt x="1155" y="133"/>
                    <a:pt x="1153" y="127"/>
                    <a:pt x="1152" y="121"/>
                  </a:cubicBezTo>
                  <a:cubicBezTo>
                    <a:pt x="1150" y="115"/>
                    <a:pt x="1149" y="109"/>
                    <a:pt x="1147" y="103"/>
                  </a:cubicBezTo>
                  <a:cubicBezTo>
                    <a:pt x="1260" y="103"/>
                    <a:pt x="1373" y="103"/>
                    <a:pt x="1486" y="103"/>
                  </a:cubicBezTo>
                  <a:cubicBezTo>
                    <a:pt x="1566" y="102"/>
                    <a:pt x="1566" y="102"/>
                    <a:pt x="1566" y="102"/>
                  </a:cubicBezTo>
                  <a:close/>
                  <a:moveTo>
                    <a:pt x="337" y="90"/>
                  </a:moveTo>
                  <a:cubicBezTo>
                    <a:pt x="337" y="52"/>
                    <a:pt x="337" y="52"/>
                    <a:pt x="337" y="52"/>
                  </a:cubicBezTo>
                  <a:cubicBezTo>
                    <a:pt x="369" y="52"/>
                    <a:pt x="401" y="52"/>
                    <a:pt x="434" y="52"/>
                  </a:cubicBezTo>
                  <a:cubicBezTo>
                    <a:pt x="427" y="59"/>
                    <a:pt x="420" y="65"/>
                    <a:pt x="414" y="71"/>
                  </a:cubicBezTo>
                  <a:cubicBezTo>
                    <a:pt x="407" y="77"/>
                    <a:pt x="400" y="83"/>
                    <a:pt x="393" y="89"/>
                  </a:cubicBezTo>
                  <a:cubicBezTo>
                    <a:pt x="337" y="90"/>
                    <a:pt x="337" y="90"/>
                    <a:pt x="337" y="90"/>
                  </a:cubicBezTo>
                  <a:close/>
                  <a:moveTo>
                    <a:pt x="337" y="38"/>
                  </a:moveTo>
                  <a:cubicBezTo>
                    <a:pt x="337" y="34"/>
                    <a:pt x="337" y="34"/>
                    <a:pt x="337" y="34"/>
                  </a:cubicBezTo>
                  <a:cubicBezTo>
                    <a:pt x="343" y="29"/>
                    <a:pt x="349" y="24"/>
                    <a:pt x="356" y="19"/>
                  </a:cubicBezTo>
                  <a:cubicBezTo>
                    <a:pt x="364" y="13"/>
                    <a:pt x="372" y="7"/>
                    <a:pt x="380" y="1"/>
                  </a:cubicBezTo>
                  <a:cubicBezTo>
                    <a:pt x="417" y="1"/>
                    <a:pt x="453" y="1"/>
                    <a:pt x="490" y="1"/>
                  </a:cubicBezTo>
                  <a:cubicBezTo>
                    <a:pt x="483" y="7"/>
                    <a:pt x="477" y="13"/>
                    <a:pt x="470" y="19"/>
                  </a:cubicBezTo>
                  <a:cubicBezTo>
                    <a:pt x="463" y="25"/>
                    <a:pt x="456" y="32"/>
                    <a:pt x="450" y="38"/>
                  </a:cubicBezTo>
                  <a:cubicBezTo>
                    <a:pt x="412" y="38"/>
                    <a:pt x="374" y="38"/>
                    <a:pt x="337" y="38"/>
                  </a:cubicBezTo>
                  <a:close/>
                  <a:moveTo>
                    <a:pt x="337" y="5"/>
                  </a:moveTo>
                  <a:cubicBezTo>
                    <a:pt x="338" y="3"/>
                    <a:pt x="340" y="2"/>
                    <a:pt x="342" y="1"/>
                  </a:cubicBezTo>
                  <a:cubicBezTo>
                    <a:pt x="337" y="1"/>
                    <a:pt x="337" y="1"/>
                    <a:pt x="337" y="1"/>
                  </a:cubicBezTo>
                  <a:cubicBezTo>
                    <a:pt x="337" y="5"/>
                    <a:pt x="337" y="5"/>
                    <a:pt x="337" y="5"/>
                  </a:cubicBezTo>
                  <a:close/>
                  <a:moveTo>
                    <a:pt x="966" y="104"/>
                  </a:moveTo>
                  <a:cubicBezTo>
                    <a:pt x="1011" y="104"/>
                    <a:pt x="1056" y="103"/>
                    <a:pt x="1101" y="103"/>
                  </a:cubicBezTo>
                  <a:cubicBezTo>
                    <a:pt x="1102" y="109"/>
                    <a:pt x="1103" y="115"/>
                    <a:pt x="1104" y="121"/>
                  </a:cubicBezTo>
                  <a:cubicBezTo>
                    <a:pt x="1105" y="128"/>
                    <a:pt x="1106" y="134"/>
                    <a:pt x="1107" y="140"/>
                  </a:cubicBezTo>
                  <a:cubicBezTo>
                    <a:pt x="1059" y="140"/>
                    <a:pt x="1012" y="140"/>
                    <a:pt x="964" y="140"/>
                  </a:cubicBezTo>
                  <a:cubicBezTo>
                    <a:pt x="964" y="134"/>
                    <a:pt x="965" y="128"/>
                    <a:pt x="965" y="122"/>
                  </a:cubicBezTo>
                  <a:cubicBezTo>
                    <a:pt x="965" y="116"/>
                    <a:pt x="966" y="110"/>
                    <a:pt x="966" y="104"/>
                  </a:cubicBezTo>
                  <a:close/>
                  <a:moveTo>
                    <a:pt x="476" y="52"/>
                  </a:moveTo>
                  <a:cubicBezTo>
                    <a:pt x="517" y="52"/>
                    <a:pt x="558" y="52"/>
                    <a:pt x="598" y="52"/>
                  </a:cubicBezTo>
                  <a:cubicBezTo>
                    <a:pt x="594" y="58"/>
                    <a:pt x="589" y="64"/>
                    <a:pt x="584" y="71"/>
                  </a:cubicBezTo>
                  <a:cubicBezTo>
                    <a:pt x="579" y="77"/>
                    <a:pt x="574" y="83"/>
                    <a:pt x="570" y="89"/>
                  </a:cubicBezTo>
                  <a:cubicBezTo>
                    <a:pt x="526" y="89"/>
                    <a:pt x="482" y="89"/>
                    <a:pt x="438" y="89"/>
                  </a:cubicBezTo>
                  <a:cubicBezTo>
                    <a:pt x="445" y="83"/>
                    <a:pt x="451" y="77"/>
                    <a:pt x="457" y="71"/>
                  </a:cubicBezTo>
                  <a:cubicBezTo>
                    <a:pt x="464" y="65"/>
                    <a:pt x="470" y="58"/>
                    <a:pt x="476" y="52"/>
                  </a:cubicBezTo>
                  <a:close/>
                  <a:moveTo>
                    <a:pt x="640" y="52"/>
                  </a:moveTo>
                  <a:cubicBezTo>
                    <a:pt x="681" y="52"/>
                    <a:pt x="722" y="52"/>
                    <a:pt x="763" y="52"/>
                  </a:cubicBezTo>
                  <a:cubicBezTo>
                    <a:pt x="760" y="58"/>
                    <a:pt x="757" y="64"/>
                    <a:pt x="754" y="71"/>
                  </a:cubicBezTo>
                  <a:cubicBezTo>
                    <a:pt x="751" y="77"/>
                    <a:pt x="749" y="83"/>
                    <a:pt x="746" y="89"/>
                  </a:cubicBezTo>
                  <a:cubicBezTo>
                    <a:pt x="702" y="89"/>
                    <a:pt x="658" y="89"/>
                    <a:pt x="615" y="89"/>
                  </a:cubicBezTo>
                  <a:cubicBezTo>
                    <a:pt x="619" y="83"/>
                    <a:pt x="623" y="77"/>
                    <a:pt x="628" y="71"/>
                  </a:cubicBezTo>
                  <a:cubicBezTo>
                    <a:pt x="632" y="65"/>
                    <a:pt x="636" y="58"/>
                    <a:pt x="640" y="52"/>
                  </a:cubicBezTo>
                  <a:close/>
                  <a:moveTo>
                    <a:pt x="805" y="52"/>
                  </a:moveTo>
                  <a:cubicBezTo>
                    <a:pt x="846" y="52"/>
                    <a:pt x="886" y="52"/>
                    <a:pt x="927" y="52"/>
                  </a:cubicBezTo>
                  <a:cubicBezTo>
                    <a:pt x="926" y="58"/>
                    <a:pt x="925" y="64"/>
                    <a:pt x="924" y="70"/>
                  </a:cubicBezTo>
                  <a:cubicBezTo>
                    <a:pt x="924" y="76"/>
                    <a:pt x="923" y="82"/>
                    <a:pt x="922" y="89"/>
                  </a:cubicBezTo>
                  <a:cubicBezTo>
                    <a:pt x="878" y="89"/>
                    <a:pt x="834" y="89"/>
                    <a:pt x="791" y="89"/>
                  </a:cubicBezTo>
                  <a:cubicBezTo>
                    <a:pt x="793" y="83"/>
                    <a:pt x="796" y="77"/>
                    <a:pt x="798" y="70"/>
                  </a:cubicBezTo>
                  <a:cubicBezTo>
                    <a:pt x="800" y="64"/>
                    <a:pt x="802" y="58"/>
                    <a:pt x="805" y="52"/>
                  </a:cubicBezTo>
                  <a:close/>
                  <a:moveTo>
                    <a:pt x="969" y="52"/>
                  </a:moveTo>
                  <a:cubicBezTo>
                    <a:pt x="1010" y="52"/>
                    <a:pt x="1051" y="52"/>
                    <a:pt x="1091" y="52"/>
                  </a:cubicBezTo>
                  <a:cubicBezTo>
                    <a:pt x="1092" y="58"/>
                    <a:pt x="1093" y="64"/>
                    <a:pt x="1095" y="70"/>
                  </a:cubicBezTo>
                  <a:cubicBezTo>
                    <a:pt x="1096" y="76"/>
                    <a:pt x="1097" y="82"/>
                    <a:pt x="1098" y="88"/>
                  </a:cubicBezTo>
                  <a:cubicBezTo>
                    <a:pt x="1054" y="88"/>
                    <a:pt x="1010" y="88"/>
                    <a:pt x="967" y="88"/>
                  </a:cubicBezTo>
                  <a:cubicBezTo>
                    <a:pt x="967" y="82"/>
                    <a:pt x="968" y="76"/>
                    <a:pt x="968" y="70"/>
                  </a:cubicBezTo>
                  <a:cubicBezTo>
                    <a:pt x="968" y="64"/>
                    <a:pt x="969" y="58"/>
                    <a:pt x="969" y="52"/>
                  </a:cubicBezTo>
                  <a:close/>
                  <a:moveTo>
                    <a:pt x="1133" y="52"/>
                  </a:moveTo>
                  <a:cubicBezTo>
                    <a:pt x="1174" y="52"/>
                    <a:pt x="1215" y="52"/>
                    <a:pt x="1256" y="52"/>
                  </a:cubicBezTo>
                  <a:cubicBezTo>
                    <a:pt x="1259" y="58"/>
                    <a:pt x="1262" y="64"/>
                    <a:pt x="1265" y="70"/>
                  </a:cubicBezTo>
                  <a:cubicBezTo>
                    <a:pt x="1268" y="76"/>
                    <a:pt x="1271" y="82"/>
                    <a:pt x="1274" y="88"/>
                  </a:cubicBezTo>
                  <a:cubicBezTo>
                    <a:pt x="1230" y="88"/>
                    <a:pt x="1187" y="88"/>
                    <a:pt x="1143" y="88"/>
                  </a:cubicBezTo>
                  <a:cubicBezTo>
                    <a:pt x="1142" y="82"/>
                    <a:pt x="1140" y="76"/>
                    <a:pt x="1138" y="70"/>
                  </a:cubicBezTo>
                  <a:cubicBezTo>
                    <a:pt x="1137" y="64"/>
                    <a:pt x="1135" y="58"/>
                    <a:pt x="1133" y="52"/>
                  </a:cubicBezTo>
                  <a:close/>
                  <a:moveTo>
                    <a:pt x="1298" y="52"/>
                  </a:moveTo>
                  <a:cubicBezTo>
                    <a:pt x="1339" y="52"/>
                    <a:pt x="1379" y="52"/>
                    <a:pt x="1420" y="52"/>
                  </a:cubicBezTo>
                  <a:cubicBezTo>
                    <a:pt x="1425" y="58"/>
                    <a:pt x="1430" y="64"/>
                    <a:pt x="1435" y="70"/>
                  </a:cubicBezTo>
                  <a:cubicBezTo>
                    <a:pt x="1440" y="76"/>
                    <a:pt x="1445" y="82"/>
                    <a:pt x="1450" y="88"/>
                  </a:cubicBezTo>
                  <a:cubicBezTo>
                    <a:pt x="1406" y="88"/>
                    <a:pt x="1363" y="88"/>
                    <a:pt x="1319" y="88"/>
                  </a:cubicBezTo>
                  <a:cubicBezTo>
                    <a:pt x="1316" y="82"/>
                    <a:pt x="1312" y="76"/>
                    <a:pt x="1309" y="70"/>
                  </a:cubicBezTo>
                  <a:cubicBezTo>
                    <a:pt x="1305" y="64"/>
                    <a:pt x="1301" y="58"/>
                    <a:pt x="1298" y="52"/>
                  </a:cubicBezTo>
                  <a:close/>
                  <a:moveTo>
                    <a:pt x="528" y="1"/>
                  </a:moveTo>
                  <a:cubicBezTo>
                    <a:pt x="565" y="1"/>
                    <a:pt x="602" y="1"/>
                    <a:pt x="638" y="1"/>
                  </a:cubicBezTo>
                  <a:cubicBezTo>
                    <a:pt x="634" y="7"/>
                    <a:pt x="629" y="13"/>
                    <a:pt x="624" y="19"/>
                  </a:cubicBezTo>
                  <a:cubicBezTo>
                    <a:pt x="619" y="26"/>
                    <a:pt x="614" y="32"/>
                    <a:pt x="610" y="38"/>
                  </a:cubicBezTo>
                  <a:cubicBezTo>
                    <a:pt x="570" y="38"/>
                    <a:pt x="530" y="38"/>
                    <a:pt x="491" y="38"/>
                  </a:cubicBezTo>
                  <a:cubicBezTo>
                    <a:pt x="497" y="32"/>
                    <a:pt x="503" y="26"/>
                    <a:pt x="509" y="19"/>
                  </a:cubicBezTo>
                  <a:cubicBezTo>
                    <a:pt x="516" y="13"/>
                    <a:pt x="522" y="7"/>
                    <a:pt x="528" y="1"/>
                  </a:cubicBezTo>
                  <a:close/>
                  <a:moveTo>
                    <a:pt x="676" y="1"/>
                  </a:moveTo>
                  <a:cubicBezTo>
                    <a:pt x="713" y="1"/>
                    <a:pt x="750" y="1"/>
                    <a:pt x="786" y="1"/>
                  </a:cubicBezTo>
                  <a:cubicBezTo>
                    <a:pt x="783" y="7"/>
                    <a:pt x="781" y="13"/>
                    <a:pt x="778" y="19"/>
                  </a:cubicBezTo>
                  <a:cubicBezTo>
                    <a:pt x="775" y="26"/>
                    <a:pt x="772" y="32"/>
                    <a:pt x="769" y="38"/>
                  </a:cubicBezTo>
                  <a:cubicBezTo>
                    <a:pt x="730" y="38"/>
                    <a:pt x="690" y="38"/>
                    <a:pt x="650" y="38"/>
                  </a:cubicBezTo>
                  <a:cubicBezTo>
                    <a:pt x="655" y="32"/>
                    <a:pt x="659" y="26"/>
                    <a:pt x="663" y="19"/>
                  </a:cubicBezTo>
                  <a:cubicBezTo>
                    <a:pt x="668" y="13"/>
                    <a:pt x="672" y="7"/>
                    <a:pt x="676" y="1"/>
                  </a:cubicBezTo>
                  <a:close/>
                  <a:moveTo>
                    <a:pt x="824" y="1"/>
                  </a:moveTo>
                  <a:cubicBezTo>
                    <a:pt x="861" y="1"/>
                    <a:pt x="898" y="1"/>
                    <a:pt x="934" y="1"/>
                  </a:cubicBezTo>
                  <a:cubicBezTo>
                    <a:pt x="933" y="7"/>
                    <a:pt x="933" y="13"/>
                    <a:pt x="932" y="20"/>
                  </a:cubicBezTo>
                  <a:cubicBezTo>
                    <a:pt x="931" y="26"/>
                    <a:pt x="930" y="32"/>
                    <a:pt x="929" y="38"/>
                  </a:cubicBezTo>
                  <a:cubicBezTo>
                    <a:pt x="889" y="38"/>
                    <a:pt x="850" y="38"/>
                    <a:pt x="810" y="38"/>
                  </a:cubicBezTo>
                  <a:cubicBezTo>
                    <a:pt x="813" y="32"/>
                    <a:pt x="815" y="26"/>
                    <a:pt x="817" y="19"/>
                  </a:cubicBezTo>
                  <a:cubicBezTo>
                    <a:pt x="820" y="13"/>
                    <a:pt x="822" y="7"/>
                    <a:pt x="824" y="1"/>
                  </a:cubicBezTo>
                  <a:close/>
                  <a:moveTo>
                    <a:pt x="972" y="1"/>
                  </a:moveTo>
                  <a:cubicBezTo>
                    <a:pt x="1009" y="1"/>
                    <a:pt x="1046" y="1"/>
                    <a:pt x="1082" y="1"/>
                  </a:cubicBezTo>
                  <a:cubicBezTo>
                    <a:pt x="1084" y="8"/>
                    <a:pt x="1085" y="14"/>
                    <a:pt x="1086" y="20"/>
                  </a:cubicBezTo>
                  <a:cubicBezTo>
                    <a:pt x="1087" y="26"/>
                    <a:pt x="1088" y="32"/>
                    <a:pt x="1089" y="38"/>
                  </a:cubicBezTo>
                  <a:cubicBezTo>
                    <a:pt x="1049" y="38"/>
                    <a:pt x="1010" y="38"/>
                    <a:pt x="970" y="38"/>
                  </a:cubicBezTo>
                  <a:cubicBezTo>
                    <a:pt x="970" y="32"/>
                    <a:pt x="971" y="26"/>
                    <a:pt x="971" y="20"/>
                  </a:cubicBezTo>
                  <a:cubicBezTo>
                    <a:pt x="972" y="13"/>
                    <a:pt x="972" y="7"/>
                    <a:pt x="972" y="1"/>
                  </a:cubicBezTo>
                  <a:close/>
                  <a:moveTo>
                    <a:pt x="1120" y="1"/>
                  </a:moveTo>
                  <a:cubicBezTo>
                    <a:pt x="1157" y="2"/>
                    <a:pt x="1194" y="2"/>
                    <a:pt x="1230" y="2"/>
                  </a:cubicBezTo>
                  <a:cubicBezTo>
                    <a:pt x="1234" y="8"/>
                    <a:pt x="1237" y="14"/>
                    <a:pt x="1240" y="20"/>
                  </a:cubicBezTo>
                  <a:cubicBezTo>
                    <a:pt x="1243" y="26"/>
                    <a:pt x="1246" y="32"/>
                    <a:pt x="1249" y="38"/>
                  </a:cubicBezTo>
                  <a:cubicBezTo>
                    <a:pt x="1209" y="38"/>
                    <a:pt x="1169" y="38"/>
                    <a:pt x="1130" y="38"/>
                  </a:cubicBezTo>
                  <a:cubicBezTo>
                    <a:pt x="1128" y="32"/>
                    <a:pt x="1127" y="26"/>
                    <a:pt x="1125" y="20"/>
                  </a:cubicBezTo>
                  <a:cubicBezTo>
                    <a:pt x="1123" y="14"/>
                    <a:pt x="1122" y="8"/>
                    <a:pt x="1120" y="1"/>
                  </a:cubicBezTo>
                  <a:close/>
                  <a:moveTo>
                    <a:pt x="1268" y="2"/>
                  </a:moveTo>
                  <a:cubicBezTo>
                    <a:pt x="1305" y="2"/>
                    <a:pt x="1342" y="2"/>
                    <a:pt x="1378" y="2"/>
                  </a:cubicBezTo>
                  <a:cubicBezTo>
                    <a:pt x="1384" y="8"/>
                    <a:pt x="1389" y="14"/>
                    <a:pt x="1393" y="20"/>
                  </a:cubicBezTo>
                  <a:cubicBezTo>
                    <a:pt x="1399" y="26"/>
                    <a:pt x="1404" y="32"/>
                    <a:pt x="1409" y="38"/>
                  </a:cubicBezTo>
                  <a:cubicBezTo>
                    <a:pt x="1369" y="38"/>
                    <a:pt x="1329" y="38"/>
                    <a:pt x="1290" y="38"/>
                  </a:cubicBezTo>
                  <a:cubicBezTo>
                    <a:pt x="1286" y="32"/>
                    <a:pt x="1282" y="26"/>
                    <a:pt x="1279" y="20"/>
                  </a:cubicBezTo>
                  <a:cubicBezTo>
                    <a:pt x="1275" y="14"/>
                    <a:pt x="1272" y="8"/>
                    <a:pt x="1268" y="2"/>
                  </a:cubicBezTo>
                  <a:close/>
                  <a:moveTo>
                    <a:pt x="266" y="105"/>
                  </a:moveTo>
                  <a:cubicBezTo>
                    <a:pt x="337" y="105"/>
                    <a:pt x="337" y="105"/>
                    <a:pt x="337" y="105"/>
                  </a:cubicBezTo>
                  <a:cubicBezTo>
                    <a:pt x="337" y="142"/>
                    <a:pt x="337" y="142"/>
                    <a:pt x="337" y="142"/>
                  </a:cubicBezTo>
                  <a:cubicBezTo>
                    <a:pt x="266" y="142"/>
                    <a:pt x="266" y="142"/>
                    <a:pt x="266" y="142"/>
                  </a:cubicBezTo>
                  <a:cubicBezTo>
                    <a:pt x="266" y="105"/>
                    <a:pt x="266" y="105"/>
                    <a:pt x="266" y="105"/>
                  </a:cubicBezTo>
                  <a:close/>
                  <a:moveTo>
                    <a:pt x="337" y="1"/>
                  </a:moveTo>
                  <a:cubicBezTo>
                    <a:pt x="337" y="5"/>
                    <a:pt x="337" y="5"/>
                    <a:pt x="337" y="5"/>
                  </a:cubicBezTo>
                  <a:cubicBezTo>
                    <a:pt x="330" y="9"/>
                    <a:pt x="323" y="14"/>
                    <a:pt x="316" y="19"/>
                  </a:cubicBezTo>
                  <a:cubicBezTo>
                    <a:pt x="307" y="25"/>
                    <a:pt x="298" y="32"/>
                    <a:pt x="290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90" y="0"/>
                    <a:pt x="313" y="1"/>
                    <a:pt x="337" y="1"/>
                  </a:cubicBezTo>
                  <a:close/>
                  <a:moveTo>
                    <a:pt x="337" y="34"/>
                  </a:moveTo>
                  <a:cubicBezTo>
                    <a:pt x="335" y="35"/>
                    <a:pt x="333" y="36"/>
                    <a:pt x="331" y="38"/>
                  </a:cubicBezTo>
                  <a:cubicBezTo>
                    <a:pt x="337" y="38"/>
                    <a:pt x="337" y="38"/>
                    <a:pt x="337" y="38"/>
                  </a:cubicBezTo>
                  <a:cubicBezTo>
                    <a:pt x="337" y="34"/>
                    <a:pt x="337" y="34"/>
                    <a:pt x="337" y="34"/>
                  </a:cubicBezTo>
                  <a:close/>
                  <a:moveTo>
                    <a:pt x="337" y="52"/>
                  </a:moveTo>
                  <a:cubicBezTo>
                    <a:pt x="337" y="90"/>
                    <a:pt x="337" y="90"/>
                    <a:pt x="337" y="90"/>
                  </a:cubicBezTo>
                  <a:cubicBezTo>
                    <a:pt x="266" y="90"/>
                    <a:pt x="266" y="90"/>
                    <a:pt x="266" y="90"/>
                  </a:cubicBezTo>
                  <a:cubicBezTo>
                    <a:pt x="266" y="87"/>
                    <a:pt x="266" y="87"/>
                    <a:pt x="266" y="87"/>
                  </a:cubicBezTo>
                  <a:cubicBezTo>
                    <a:pt x="273" y="82"/>
                    <a:pt x="280" y="76"/>
                    <a:pt x="287" y="71"/>
                  </a:cubicBezTo>
                  <a:cubicBezTo>
                    <a:pt x="295" y="65"/>
                    <a:pt x="304" y="59"/>
                    <a:pt x="312" y="52"/>
                  </a:cubicBezTo>
                  <a:cubicBezTo>
                    <a:pt x="337" y="52"/>
                    <a:pt x="337" y="52"/>
                    <a:pt x="337" y="52"/>
                  </a:cubicBezTo>
                  <a:close/>
                  <a:moveTo>
                    <a:pt x="266" y="55"/>
                  </a:moveTo>
                  <a:cubicBezTo>
                    <a:pt x="270" y="52"/>
                    <a:pt x="270" y="52"/>
                    <a:pt x="270" y="52"/>
                  </a:cubicBezTo>
                  <a:cubicBezTo>
                    <a:pt x="266" y="52"/>
                    <a:pt x="266" y="52"/>
                    <a:pt x="266" y="52"/>
                  </a:cubicBezTo>
                  <a:lnTo>
                    <a:pt x="266" y="55"/>
                  </a:lnTo>
                  <a:close/>
                  <a:moveTo>
                    <a:pt x="61" y="105"/>
                  </a:moveTo>
                  <a:cubicBezTo>
                    <a:pt x="266" y="105"/>
                    <a:pt x="266" y="105"/>
                    <a:pt x="266" y="105"/>
                  </a:cubicBezTo>
                  <a:cubicBezTo>
                    <a:pt x="266" y="142"/>
                    <a:pt x="266" y="142"/>
                    <a:pt x="266" y="142"/>
                  </a:cubicBezTo>
                  <a:cubicBezTo>
                    <a:pt x="177" y="142"/>
                    <a:pt x="89" y="143"/>
                    <a:pt x="0" y="143"/>
                  </a:cubicBezTo>
                  <a:cubicBezTo>
                    <a:pt x="10" y="137"/>
                    <a:pt x="20" y="130"/>
                    <a:pt x="31" y="124"/>
                  </a:cubicBezTo>
                  <a:cubicBezTo>
                    <a:pt x="41" y="118"/>
                    <a:pt x="51" y="112"/>
                    <a:pt x="61" y="105"/>
                  </a:cubicBezTo>
                  <a:close/>
                  <a:moveTo>
                    <a:pt x="266" y="0"/>
                  </a:moveTo>
                  <a:cubicBezTo>
                    <a:pt x="266" y="38"/>
                    <a:pt x="266" y="38"/>
                    <a:pt x="266" y="38"/>
                  </a:cubicBezTo>
                  <a:cubicBezTo>
                    <a:pt x="234" y="38"/>
                    <a:pt x="203" y="38"/>
                    <a:pt x="171" y="38"/>
                  </a:cubicBezTo>
                  <a:cubicBezTo>
                    <a:pt x="181" y="32"/>
                    <a:pt x="192" y="25"/>
                    <a:pt x="202" y="19"/>
                  </a:cubicBezTo>
                  <a:cubicBezTo>
                    <a:pt x="212" y="13"/>
                    <a:pt x="222" y="7"/>
                    <a:pt x="232" y="0"/>
                  </a:cubicBezTo>
                  <a:cubicBezTo>
                    <a:pt x="266" y="0"/>
                    <a:pt x="266" y="0"/>
                    <a:pt x="266" y="0"/>
                  </a:cubicBezTo>
                  <a:close/>
                  <a:moveTo>
                    <a:pt x="266" y="52"/>
                  </a:moveTo>
                  <a:cubicBezTo>
                    <a:pt x="266" y="55"/>
                    <a:pt x="266" y="55"/>
                    <a:pt x="266" y="55"/>
                  </a:cubicBezTo>
                  <a:cubicBezTo>
                    <a:pt x="258" y="60"/>
                    <a:pt x="251" y="66"/>
                    <a:pt x="243" y="71"/>
                  </a:cubicBezTo>
                  <a:cubicBezTo>
                    <a:pt x="235" y="77"/>
                    <a:pt x="226" y="84"/>
                    <a:pt x="217" y="90"/>
                  </a:cubicBezTo>
                  <a:cubicBezTo>
                    <a:pt x="174" y="90"/>
                    <a:pt x="130" y="90"/>
                    <a:pt x="86" y="90"/>
                  </a:cubicBezTo>
                  <a:cubicBezTo>
                    <a:pt x="97" y="84"/>
                    <a:pt x="107" y="77"/>
                    <a:pt x="117" y="71"/>
                  </a:cubicBezTo>
                  <a:cubicBezTo>
                    <a:pt x="127" y="65"/>
                    <a:pt x="137" y="59"/>
                    <a:pt x="148" y="52"/>
                  </a:cubicBezTo>
                  <a:cubicBezTo>
                    <a:pt x="187" y="52"/>
                    <a:pt x="226" y="52"/>
                    <a:pt x="266" y="52"/>
                  </a:cubicBezTo>
                  <a:close/>
                  <a:moveTo>
                    <a:pt x="266" y="87"/>
                  </a:moveTo>
                  <a:cubicBezTo>
                    <a:pt x="262" y="90"/>
                    <a:pt x="262" y="90"/>
                    <a:pt x="262" y="90"/>
                  </a:cubicBezTo>
                  <a:cubicBezTo>
                    <a:pt x="266" y="90"/>
                    <a:pt x="266" y="90"/>
                    <a:pt x="266" y="90"/>
                  </a:cubicBezTo>
                  <a:lnTo>
                    <a:pt x="266" y="8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7" name="iŝḷíḓè">
              <a:extLst>
                <a:ext uri="{FF2B5EF4-FFF2-40B4-BE49-F238E27FC236}">
                  <a16:creationId xmlns:a16="http://schemas.microsoft.com/office/drawing/2014/main" id="{BD726B3E-BF47-2DE7-AF29-42D71BB7B3F7}"/>
                </a:ext>
              </a:extLst>
            </p:cNvPr>
            <p:cNvSpPr/>
            <p:nvPr/>
          </p:nvSpPr>
          <p:spPr bwMode="auto">
            <a:xfrm>
              <a:off x="4586658" y="1375213"/>
              <a:ext cx="2677754" cy="2484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8" name="iṥļíḍê">
              <a:extLst>
                <a:ext uri="{FF2B5EF4-FFF2-40B4-BE49-F238E27FC236}">
                  <a16:creationId xmlns:a16="http://schemas.microsoft.com/office/drawing/2014/main" id="{51DEDCB8-30D7-14DA-AD73-7C65657E232E}"/>
                </a:ext>
              </a:extLst>
            </p:cNvPr>
            <p:cNvSpPr/>
            <p:nvPr/>
          </p:nvSpPr>
          <p:spPr bwMode="auto">
            <a:xfrm>
              <a:off x="4586658" y="1569370"/>
              <a:ext cx="2641927" cy="54318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9" name="íşlïḍe">
              <a:extLst>
                <a:ext uri="{FF2B5EF4-FFF2-40B4-BE49-F238E27FC236}">
                  <a16:creationId xmlns:a16="http://schemas.microsoft.com/office/drawing/2014/main" id="{DAA8ACE4-3598-B823-0211-5871D09C9E02}"/>
                </a:ext>
              </a:extLst>
            </p:cNvPr>
            <p:cNvSpPr/>
            <p:nvPr/>
          </p:nvSpPr>
          <p:spPr bwMode="auto">
            <a:xfrm>
              <a:off x="4586658" y="1451489"/>
              <a:ext cx="28892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0" name="ïṩļïďé">
              <a:extLst>
                <a:ext uri="{FF2B5EF4-FFF2-40B4-BE49-F238E27FC236}">
                  <a16:creationId xmlns:a16="http://schemas.microsoft.com/office/drawing/2014/main" id="{590C8DCF-071A-E3B7-B807-F25D7A5D23F6}"/>
                </a:ext>
              </a:extLst>
            </p:cNvPr>
            <p:cNvSpPr/>
            <p:nvPr/>
          </p:nvSpPr>
          <p:spPr bwMode="auto">
            <a:xfrm>
              <a:off x="4651377" y="1500028"/>
              <a:ext cx="11557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1" name="íslîḓé">
              <a:extLst>
                <a:ext uri="{FF2B5EF4-FFF2-40B4-BE49-F238E27FC236}">
                  <a16:creationId xmlns:a16="http://schemas.microsoft.com/office/drawing/2014/main" id="{5C39C228-AB0E-1932-CAC2-4F13CC2D8774}"/>
                </a:ext>
              </a:extLst>
            </p:cNvPr>
            <p:cNvSpPr/>
            <p:nvPr/>
          </p:nvSpPr>
          <p:spPr bwMode="auto">
            <a:xfrm>
              <a:off x="470107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2" name="ïṩļíďê">
              <a:extLst>
                <a:ext uri="{FF2B5EF4-FFF2-40B4-BE49-F238E27FC236}">
                  <a16:creationId xmlns:a16="http://schemas.microsoft.com/office/drawing/2014/main" id="{57802396-AE99-7C15-3ED9-797A2DE79C4E}"/>
                </a:ext>
              </a:extLst>
            </p:cNvPr>
            <p:cNvSpPr/>
            <p:nvPr/>
          </p:nvSpPr>
          <p:spPr bwMode="auto">
            <a:xfrm>
              <a:off x="4750767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3" name="îsļîḑê">
              <a:extLst>
                <a:ext uri="{FF2B5EF4-FFF2-40B4-BE49-F238E27FC236}">
                  <a16:creationId xmlns:a16="http://schemas.microsoft.com/office/drawing/2014/main" id="{726548A4-C776-60E7-7967-6217A334C775}"/>
                </a:ext>
              </a:extLst>
            </p:cNvPr>
            <p:cNvSpPr/>
            <p:nvPr/>
          </p:nvSpPr>
          <p:spPr bwMode="auto">
            <a:xfrm>
              <a:off x="479930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4" name="íşľiḓé">
              <a:extLst>
                <a:ext uri="{FF2B5EF4-FFF2-40B4-BE49-F238E27FC236}">
                  <a16:creationId xmlns:a16="http://schemas.microsoft.com/office/drawing/2014/main" id="{A7310307-A6FD-AE58-98EE-80EEBBC8161F}"/>
                </a:ext>
              </a:extLst>
            </p:cNvPr>
            <p:cNvSpPr/>
            <p:nvPr/>
          </p:nvSpPr>
          <p:spPr bwMode="auto">
            <a:xfrm>
              <a:off x="4849001" y="1451489"/>
              <a:ext cx="28892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5" name="işľïde">
              <a:extLst>
                <a:ext uri="{FF2B5EF4-FFF2-40B4-BE49-F238E27FC236}">
                  <a16:creationId xmlns:a16="http://schemas.microsoft.com/office/drawing/2014/main" id="{D6A13885-404E-ADBD-6EF9-E89D5BC79297}"/>
                </a:ext>
              </a:extLst>
            </p:cNvPr>
            <p:cNvSpPr/>
            <p:nvPr/>
          </p:nvSpPr>
          <p:spPr bwMode="auto">
            <a:xfrm>
              <a:off x="4913720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6" name="i$ḷïďé">
              <a:extLst>
                <a:ext uri="{FF2B5EF4-FFF2-40B4-BE49-F238E27FC236}">
                  <a16:creationId xmlns:a16="http://schemas.microsoft.com/office/drawing/2014/main" id="{E5001E04-857D-4F39-9C0E-DA5A3FBF72AB}"/>
                </a:ext>
              </a:extLst>
            </p:cNvPr>
            <p:cNvSpPr/>
            <p:nvPr/>
          </p:nvSpPr>
          <p:spPr bwMode="auto">
            <a:xfrm>
              <a:off x="4961104" y="1500028"/>
              <a:ext cx="12713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7" name="ïŝḷïḋê">
              <a:extLst>
                <a:ext uri="{FF2B5EF4-FFF2-40B4-BE49-F238E27FC236}">
                  <a16:creationId xmlns:a16="http://schemas.microsoft.com/office/drawing/2014/main" id="{909A0423-B3A5-D870-648E-D93826EC3CBA}"/>
                </a:ext>
              </a:extLst>
            </p:cNvPr>
            <p:cNvSpPr/>
            <p:nvPr/>
          </p:nvSpPr>
          <p:spPr bwMode="auto">
            <a:xfrm>
              <a:off x="5011955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8" name="íş1îḋè">
              <a:extLst>
                <a:ext uri="{FF2B5EF4-FFF2-40B4-BE49-F238E27FC236}">
                  <a16:creationId xmlns:a16="http://schemas.microsoft.com/office/drawing/2014/main" id="{CB8343B9-6A90-8A5C-AAA4-F909F73E9B40}"/>
                </a:ext>
              </a:extLst>
            </p:cNvPr>
            <p:cNvSpPr/>
            <p:nvPr/>
          </p:nvSpPr>
          <p:spPr bwMode="auto">
            <a:xfrm>
              <a:off x="5061650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9" name="íṡḻïḍe">
              <a:extLst>
                <a:ext uri="{FF2B5EF4-FFF2-40B4-BE49-F238E27FC236}">
                  <a16:creationId xmlns:a16="http://schemas.microsoft.com/office/drawing/2014/main" id="{0808E947-5470-0A31-1327-74AE0D89EDDF}"/>
                </a:ext>
              </a:extLst>
            </p:cNvPr>
            <p:cNvSpPr/>
            <p:nvPr/>
          </p:nvSpPr>
          <p:spPr bwMode="auto">
            <a:xfrm>
              <a:off x="5110189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0" name="íślîḍê">
              <a:extLst>
                <a:ext uri="{FF2B5EF4-FFF2-40B4-BE49-F238E27FC236}">
                  <a16:creationId xmlns:a16="http://schemas.microsoft.com/office/drawing/2014/main" id="{CA3743C5-5076-2F41-BEB3-E81F6A86F46F}"/>
                </a:ext>
              </a:extLst>
            </p:cNvPr>
            <p:cNvSpPr/>
            <p:nvPr/>
          </p:nvSpPr>
          <p:spPr bwMode="auto">
            <a:xfrm>
              <a:off x="5173753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1" name="íslîḋé">
              <a:extLst>
                <a:ext uri="{FF2B5EF4-FFF2-40B4-BE49-F238E27FC236}">
                  <a16:creationId xmlns:a16="http://schemas.microsoft.com/office/drawing/2014/main" id="{87722BC2-8611-CCB7-12FB-DABC9DA62861}"/>
                </a:ext>
              </a:extLst>
            </p:cNvPr>
            <p:cNvSpPr/>
            <p:nvPr/>
          </p:nvSpPr>
          <p:spPr bwMode="auto">
            <a:xfrm>
              <a:off x="522344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2" name="iṥ1iḑê">
              <a:extLst>
                <a:ext uri="{FF2B5EF4-FFF2-40B4-BE49-F238E27FC236}">
                  <a16:creationId xmlns:a16="http://schemas.microsoft.com/office/drawing/2014/main" id="{E3528FDD-D9E5-6C1B-5864-CC5BB336E6D3}"/>
                </a:ext>
              </a:extLst>
            </p:cNvPr>
            <p:cNvSpPr/>
            <p:nvPr/>
          </p:nvSpPr>
          <p:spPr bwMode="auto">
            <a:xfrm>
              <a:off x="5271987" y="1500028"/>
              <a:ext cx="11557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3" name="iṩļîďê">
              <a:extLst>
                <a:ext uri="{FF2B5EF4-FFF2-40B4-BE49-F238E27FC236}">
                  <a16:creationId xmlns:a16="http://schemas.microsoft.com/office/drawing/2014/main" id="{ACC376F6-EFAD-F977-412D-6B798DF6869B}"/>
                </a:ext>
              </a:extLst>
            </p:cNvPr>
            <p:cNvSpPr/>
            <p:nvPr/>
          </p:nvSpPr>
          <p:spPr bwMode="auto">
            <a:xfrm>
              <a:off x="532168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4" name="íṥļiḍé">
              <a:extLst>
                <a:ext uri="{FF2B5EF4-FFF2-40B4-BE49-F238E27FC236}">
                  <a16:creationId xmlns:a16="http://schemas.microsoft.com/office/drawing/2014/main" id="{A14EB644-7C25-222A-F196-78B2E4552FB2}"/>
                </a:ext>
              </a:extLst>
            </p:cNvPr>
            <p:cNvSpPr/>
            <p:nvPr/>
          </p:nvSpPr>
          <p:spPr bwMode="auto">
            <a:xfrm>
              <a:off x="5372533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5" name="iṩḻîḑé">
              <a:extLst>
                <a:ext uri="{FF2B5EF4-FFF2-40B4-BE49-F238E27FC236}">
                  <a16:creationId xmlns:a16="http://schemas.microsoft.com/office/drawing/2014/main" id="{B09CBA6F-59C6-F2D6-1B0C-9151041FB644}"/>
                </a:ext>
              </a:extLst>
            </p:cNvPr>
            <p:cNvSpPr/>
            <p:nvPr/>
          </p:nvSpPr>
          <p:spPr bwMode="auto">
            <a:xfrm>
              <a:off x="543609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6" name="íślïḓe">
              <a:extLst>
                <a:ext uri="{FF2B5EF4-FFF2-40B4-BE49-F238E27FC236}">
                  <a16:creationId xmlns:a16="http://schemas.microsoft.com/office/drawing/2014/main" id="{C2BD1D4E-B391-8355-FFA8-22656BF32472}"/>
                </a:ext>
              </a:extLst>
            </p:cNvPr>
            <p:cNvSpPr/>
            <p:nvPr/>
          </p:nvSpPr>
          <p:spPr bwMode="auto">
            <a:xfrm>
              <a:off x="5484635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7" name="îṧḷîḍê">
              <a:extLst>
                <a:ext uri="{FF2B5EF4-FFF2-40B4-BE49-F238E27FC236}">
                  <a16:creationId xmlns:a16="http://schemas.microsoft.com/office/drawing/2014/main" id="{48880885-AF87-1FE2-ED8D-DEAE5DC468B4}"/>
                </a:ext>
              </a:extLst>
            </p:cNvPr>
            <p:cNvSpPr/>
            <p:nvPr/>
          </p:nvSpPr>
          <p:spPr bwMode="auto">
            <a:xfrm>
              <a:off x="5534330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8" name="iṡḷiḑê">
              <a:extLst>
                <a:ext uri="{FF2B5EF4-FFF2-40B4-BE49-F238E27FC236}">
                  <a16:creationId xmlns:a16="http://schemas.microsoft.com/office/drawing/2014/main" id="{9F482A62-6A1C-AE4B-C453-AFF3C39CD385}"/>
                </a:ext>
              </a:extLst>
            </p:cNvPr>
            <p:cNvSpPr/>
            <p:nvPr/>
          </p:nvSpPr>
          <p:spPr bwMode="auto">
            <a:xfrm>
              <a:off x="558402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9" name="íṧľîḋê">
              <a:extLst>
                <a:ext uri="{FF2B5EF4-FFF2-40B4-BE49-F238E27FC236}">
                  <a16:creationId xmlns:a16="http://schemas.microsoft.com/office/drawing/2014/main" id="{EB6EC1E3-D8F3-9987-BE2C-130FDC505523}"/>
                </a:ext>
              </a:extLst>
            </p:cNvPr>
            <p:cNvSpPr/>
            <p:nvPr/>
          </p:nvSpPr>
          <p:spPr bwMode="auto">
            <a:xfrm>
              <a:off x="5632565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0" name="iśḷîḍê">
              <a:extLst>
                <a:ext uri="{FF2B5EF4-FFF2-40B4-BE49-F238E27FC236}">
                  <a16:creationId xmlns:a16="http://schemas.microsoft.com/office/drawing/2014/main" id="{AB1BDD34-444C-A267-CECE-7842BC20B889}"/>
                </a:ext>
              </a:extLst>
            </p:cNvPr>
            <p:cNvSpPr/>
            <p:nvPr/>
          </p:nvSpPr>
          <p:spPr bwMode="auto">
            <a:xfrm>
              <a:off x="569612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1" name="îṡḻíḓè">
              <a:extLst>
                <a:ext uri="{FF2B5EF4-FFF2-40B4-BE49-F238E27FC236}">
                  <a16:creationId xmlns:a16="http://schemas.microsoft.com/office/drawing/2014/main" id="{4277827C-9A1D-32B4-B1A8-922E77E694D9}"/>
                </a:ext>
              </a:extLst>
            </p:cNvPr>
            <p:cNvSpPr/>
            <p:nvPr/>
          </p:nvSpPr>
          <p:spPr bwMode="auto">
            <a:xfrm>
              <a:off x="5746979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2" name="îsḷíďe">
              <a:extLst>
                <a:ext uri="{FF2B5EF4-FFF2-40B4-BE49-F238E27FC236}">
                  <a16:creationId xmlns:a16="http://schemas.microsoft.com/office/drawing/2014/main" id="{1A4F2AD7-D574-44B5-A5E8-EA0F759D9E86}"/>
                </a:ext>
              </a:extLst>
            </p:cNvPr>
            <p:cNvSpPr/>
            <p:nvPr/>
          </p:nvSpPr>
          <p:spPr bwMode="auto">
            <a:xfrm>
              <a:off x="5794363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3" name="iş1ïḓe">
              <a:extLst>
                <a:ext uri="{FF2B5EF4-FFF2-40B4-BE49-F238E27FC236}">
                  <a16:creationId xmlns:a16="http://schemas.microsoft.com/office/drawing/2014/main" id="{1CDD8227-9179-47F2-BFC5-109BAFB5C537}"/>
                </a:ext>
              </a:extLst>
            </p:cNvPr>
            <p:cNvSpPr/>
            <p:nvPr/>
          </p:nvSpPr>
          <p:spPr bwMode="auto">
            <a:xfrm>
              <a:off x="5845213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4" name="ïSḷïḋê">
              <a:extLst>
                <a:ext uri="{FF2B5EF4-FFF2-40B4-BE49-F238E27FC236}">
                  <a16:creationId xmlns:a16="http://schemas.microsoft.com/office/drawing/2014/main" id="{84D64555-070E-8C0E-8CEF-6A1950B3406D}"/>
                </a:ext>
              </a:extLst>
            </p:cNvPr>
            <p:cNvSpPr/>
            <p:nvPr/>
          </p:nvSpPr>
          <p:spPr bwMode="auto">
            <a:xfrm>
              <a:off x="5894908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5" name="íṧ1íďè">
              <a:extLst>
                <a:ext uri="{FF2B5EF4-FFF2-40B4-BE49-F238E27FC236}">
                  <a16:creationId xmlns:a16="http://schemas.microsoft.com/office/drawing/2014/main" id="{0D85BAAE-6088-5C90-1DE2-471521449709}"/>
                </a:ext>
              </a:extLst>
            </p:cNvPr>
            <p:cNvSpPr/>
            <p:nvPr/>
          </p:nvSpPr>
          <p:spPr bwMode="auto">
            <a:xfrm>
              <a:off x="595847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6" name="íşľiḓê">
              <a:extLst>
                <a:ext uri="{FF2B5EF4-FFF2-40B4-BE49-F238E27FC236}">
                  <a16:creationId xmlns:a16="http://schemas.microsoft.com/office/drawing/2014/main" id="{34681A31-3F10-3314-BB33-CB01CFF40102}"/>
                </a:ext>
              </a:extLst>
            </p:cNvPr>
            <p:cNvSpPr/>
            <p:nvPr/>
          </p:nvSpPr>
          <p:spPr bwMode="auto">
            <a:xfrm>
              <a:off x="6007011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7" name="ïṧļîḍé">
              <a:extLst>
                <a:ext uri="{FF2B5EF4-FFF2-40B4-BE49-F238E27FC236}">
                  <a16:creationId xmlns:a16="http://schemas.microsoft.com/office/drawing/2014/main" id="{CF3C01BC-D236-0118-F4DD-441ED82787A6}"/>
                </a:ext>
              </a:extLst>
            </p:cNvPr>
            <p:cNvSpPr/>
            <p:nvPr/>
          </p:nvSpPr>
          <p:spPr bwMode="auto">
            <a:xfrm>
              <a:off x="6056706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8" name="išḷiḍe">
              <a:extLst>
                <a:ext uri="{FF2B5EF4-FFF2-40B4-BE49-F238E27FC236}">
                  <a16:creationId xmlns:a16="http://schemas.microsoft.com/office/drawing/2014/main" id="{1EACD8FB-3974-BC7D-1A57-01418C96DED3}"/>
                </a:ext>
              </a:extLst>
            </p:cNvPr>
            <p:cNvSpPr/>
            <p:nvPr/>
          </p:nvSpPr>
          <p:spPr bwMode="auto">
            <a:xfrm>
              <a:off x="6105246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9" name="îśļîḑè">
              <a:extLst>
                <a:ext uri="{FF2B5EF4-FFF2-40B4-BE49-F238E27FC236}">
                  <a16:creationId xmlns:a16="http://schemas.microsoft.com/office/drawing/2014/main" id="{E9F8E4D0-D45B-8E59-DE1B-A4979C2C1BC6}"/>
                </a:ext>
              </a:extLst>
            </p:cNvPr>
            <p:cNvSpPr/>
            <p:nvPr/>
          </p:nvSpPr>
          <p:spPr bwMode="auto">
            <a:xfrm>
              <a:off x="6154941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0" name="iṧ1ïḋe">
              <a:extLst>
                <a:ext uri="{FF2B5EF4-FFF2-40B4-BE49-F238E27FC236}">
                  <a16:creationId xmlns:a16="http://schemas.microsoft.com/office/drawing/2014/main" id="{7800386F-8CD3-5894-FD33-FCFF433EBD1F}"/>
                </a:ext>
              </a:extLst>
            </p:cNvPr>
            <p:cNvSpPr/>
            <p:nvPr/>
          </p:nvSpPr>
          <p:spPr bwMode="auto">
            <a:xfrm>
              <a:off x="6219660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1" name="iślíde">
              <a:extLst>
                <a:ext uri="{FF2B5EF4-FFF2-40B4-BE49-F238E27FC236}">
                  <a16:creationId xmlns:a16="http://schemas.microsoft.com/office/drawing/2014/main" id="{035D778A-CC50-06E8-FA73-A71313368E91}"/>
                </a:ext>
              </a:extLst>
            </p:cNvPr>
            <p:cNvSpPr/>
            <p:nvPr/>
          </p:nvSpPr>
          <p:spPr bwMode="auto">
            <a:xfrm>
              <a:off x="6269355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2" name="îSliďê">
              <a:extLst>
                <a:ext uri="{FF2B5EF4-FFF2-40B4-BE49-F238E27FC236}">
                  <a16:creationId xmlns:a16="http://schemas.microsoft.com/office/drawing/2014/main" id="{C509C4FA-0447-52FD-CAA8-1415860FC1B4}"/>
                </a:ext>
              </a:extLst>
            </p:cNvPr>
            <p:cNvSpPr/>
            <p:nvPr/>
          </p:nvSpPr>
          <p:spPr bwMode="auto">
            <a:xfrm>
              <a:off x="631673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3" name="îṡļiḓè">
              <a:extLst>
                <a:ext uri="{FF2B5EF4-FFF2-40B4-BE49-F238E27FC236}">
                  <a16:creationId xmlns:a16="http://schemas.microsoft.com/office/drawing/2014/main" id="{B18594EB-7BF8-FDF6-DE1C-DE54213E57F2}"/>
                </a:ext>
              </a:extLst>
            </p:cNvPr>
            <p:cNvSpPr/>
            <p:nvPr/>
          </p:nvSpPr>
          <p:spPr bwMode="auto">
            <a:xfrm>
              <a:off x="6367589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4" name="iSlïḑé">
              <a:extLst>
                <a:ext uri="{FF2B5EF4-FFF2-40B4-BE49-F238E27FC236}">
                  <a16:creationId xmlns:a16="http://schemas.microsoft.com/office/drawing/2014/main" id="{D37969B1-11CA-1A3B-A921-DB0F2CDFAE43}"/>
                </a:ext>
              </a:extLst>
            </p:cNvPr>
            <p:cNvSpPr/>
            <p:nvPr/>
          </p:nvSpPr>
          <p:spPr bwMode="auto">
            <a:xfrm>
              <a:off x="6414973" y="1451489"/>
              <a:ext cx="30048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5" name="ïṣliďe">
              <a:extLst>
                <a:ext uri="{FF2B5EF4-FFF2-40B4-BE49-F238E27FC236}">
                  <a16:creationId xmlns:a16="http://schemas.microsoft.com/office/drawing/2014/main" id="{1FBBD9FD-AA22-A8A7-BECB-7EF994CBA92E}"/>
                </a:ext>
              </a:extLst>
            </p:cNvPr>
            <p:cNvSpPr/>
            <p:nvPr/>
          </p:nvSpPr>
          <p:spPr bwMode="auto">
            <a:xfrm>
              <a:off x="6479692" y="1500028"/>
              <a:ext cx="11557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6" name="ïşļíḋe">
              <a:extLst>
                <a:ext uri="{FF2B5EF4-FFF2-40B4-BE49-F238E27FC236}">
                  <a16:creationId xmlns:a16="http://schemas.microsoft.com/office/drawing/2014/main" id="{31B1773D-29D0-2F68-5802-781042850C8E}"/>
                </a:ext>
              </a:extLst>
            </p:cNvPr>
            <p:cNvSpPr/>
            <p:nvPr/>
          </p:nvSpPr>
          <p:spPr bwMode="auto">
            <a:xfrm>
              <a:off x="6529387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7" name="íşḷïḍè">
              <a:extLst>
                <a:ext uri="{FF2B5EF4-FFF2-40B4-BE49-F238E27FC236}">
                  <a16:creationId xmlns:a16="http://schemas.microsoft.com/office/drawing/2014/main" id="{CA1E798C-614D-49F4-159E-E934C23CB81A}"/>
                </a:ext>
              </a:extLst>
            </p:cNvPr>
            <p:cNvSpPr/>
            <p:nvPr/>
          </p:nvSpPr>
          <p:spPr bwMode="auto">
            <a:xfrm>
              <a:off x="6579082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8" name="iṣľîḋè">
              <a:extLst>
                <a:ext uri="{FF2B5EF4-FFF2-40B4-BE49-F238E27FC236}">
                  <a16:creationId xmlns:a16="http://schemas.microsoft.com/office/drawing/2014/main" id="{4616CD54-FB9C-FB03-2174-A6A06E50AD8E}"/>
                </a:ext>
              </a:extLst>
            </p:cNvPr>
            <p:cNvSpPr/>
            <p:nvPr/>
          </p:nvSpPr>
          <p:spPr bwMode="auto">
            <a:xfrm>
              <a:off x="6627621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9" name="îš1ïďe">
              <a:extLst>
                <a:ext uri="{FF2B5EF4-FFF2-40B4-BE49-F238E27FC236}">
                  <a16:creationId xmlns:a16="http://schemas.microsoft.com/office/drawing/2014/main" id="{C9C86F80-5C3B-D948-E28B-033DC5CB8496}"/>
                </a:ext>
              </a:extLst>
            </p:cNvPr>
            <p:cNvSpPr/>
            <p:nvPr/>
          </p:nvSpPr>
          <p:spPr bwMode="auto">
            <a:xfrm>
              <a:off x="6677316" y="1451489"/>
              <a:ext cx="28892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0" name="ïṩḷîḋè">
              <a:extLst>
                <a:ext uri="{FF2B5EF4-FFF2-40B4-BE49-F238E27FC236}">
                  <a16:creationId xmlns:a16="http://schemas.microsoft.com/office/drawing/2014/main" id="{4CBACDD0-E055-040E-8FAA-0F1DEDBB3FAD}"/>
                </a:ext>
              </a:extLst>
            </p:cNvPr>
            <p:cNvSpPr/>
            <p:nvPr/>
          </p:nvSpPr>
          <p:spPr bwMode="auto">
            <a:xfrm>
              <a:off x="6742036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1" name="îṣ1iḋê">
              <a:extLst>
                <a:ext uri="{FF2B5EF4-FFF2-40B4-BE49-F238E27FC236}">
                  <a16:creationId xmlns:a16="http://schemas.microsoft.com/office/drawing/2014/main" id="{7713A384-7FA5-C7FD-4B61-513EFF21FE27}"/>
                </a:ext>
              </a:extLst>
            </p:cNvPr>
            <p:cNvSpPr/>
            <p:nvPr/>
          </p:nvSpPr>
          <p:spPr bwMode="auto">
            <a:xfrm>
              <a:off x="6791731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2" name="íS1íďé">
              <a:extLst>
                <a:ext uri="{FF2B5EF4-FFF2-40B4-BE49-F238E27FC236}">
                  <a16:creationId xmlns:a16="http://schemas.microsoft.com/office/drawing/2014/main" id="{EF10DE65-0A7F-E751-C189-4A8E05338A94}"/>
                </a:ext>
              </a:extLst>
            </p:cNvPr>
            <p:cNvSpPr/>
            <p:nvPr/>
          </p:nvSpPr>
          <p:spPr bwMode="auto">
            <a:xfrm>
              <a:off x="6840270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3" name="îṡļïḓê">
              <a:extLst>
                <a:ext uri="{FF2B5EF4-FFF2-40B4-BE49-F238E27FC236}">
                  <a16:creationId xmlns:a16="http://schemas.microsoft.com/office/drawing/2014/main" id="{B733A2C8-D09B-4CAD-63F0-D40F1A64D74B}"/>
                </a:ext>
              </a:extLst>
            </p:cNvPr>
            <p:cNvSpPr/>
            <p:nvPr/>
          </p:nvSpPr>
          <p:spPr bwMode="auto">
            <a:xfrm>
              <a:off x="6889965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4" name="iṩľiḍe">
              <a:extLst>
                <a:ext uri="{FF2B5EF4-FFF2-40B4-BE49-F238E27FC236}">
                  <a16:creationId xmlns:a16="http://schemas.microsoft.com/office/drawing/2014/main" id="{A53057AA-250B-3AF1-0669-BE3DDFFAFC64}"/>
                </a:ext>
              </a:extLst>
            </p:cNvPr>
            <p:cNvSpPr/>
            <p:nvPr/>
          </p:nvSpPr>
          <p:spPr bwMode="auto">
            <a:xfrm>
              <a:off x="6938504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5" name="ïs1íḓê">
              <a:extLst>
                <a:ext uri="{FF2B5EF4-FFF2-40B4-BE49-F238E27FC236}">
                  <a16:creationId xmlns:a16="http://schemas.microsoft.com/office/drawing/2014/main" id="{096EBA4E-585C-1477-C27F-BC13A3AB7896}"/>
                </a:ext>
              </a:extLst>
            </p:cNvPr>
            <p:cNvSpPr/>
            <p:nvPr/>
          </p:nvSpPr>
          <p:spPr bwMode="auto">
            <a:xfrm>
              <a:off x="7002068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6" name="íṥļídê">
              <a:extLst>
                <a:ext uri="{FF2B5EF4-FFF2-40B4-BE49-F238E27FC236}">
                  <a16:creationId xmlns:a16="http://schemas.microsoft.com/office/drawing/2014/main" id="{15C127CC-B6B5-5656-8DDC-2FE8F06ED8EE}"/>
                </a:ext>
              </a:extLst>
            </p:cNvPr>
            <p:cNvSpPr/>
            <p:nvPr/>
          </p:nvSpPr>
          <p:spPr bwMode="auto">
            <a:xfrm>
              <a:off x="7051763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7" name="íšlíde">
              <a:extLst>
                <a:ext uri="{FF2B5EF4-FFF2-40B4-BE49-F238E27FC236}">
                  <a16:creationId xmlns:a16="http://schemas.microsoft.com/office/drawing/2014/main" id="{448E3A6B-3E7D-D9FB-8886-C4E865454252}"/>
                </a:ext>
              </a:extLst>
            </p:cNvPr>
            <p:cNvSpPr/>
            <p:nvPr/>
          </p:nvSpPr>
          <p:spPr bwMode="auto">
            <a:xfrm>
              <a:off x="7102613" y="1500028"/>
              <a:ext cx="9246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8" name="i$ḻíḋé">
              <a:extLst>
                <a:ext uri="{FF2B5EF4-FFF2-40B4-BE49-F238E27FC236}">
                  <a16:creationId xmlns:a16="http://schemas.microsoft.com/office/drawing/2014/main" id="{2CB6B004-F59B-67D2-5357-C55D89BE84B6}"/>
                </a:ext>
              </a:extLst>
            </p:cNvPr>
            <p:cNvSpPr/>
            <p:nvPr/>
          </p:nvSpPr>
          <p:spPr bwMode="auto">
            <a:xfrm>
              <a:off x="7149997" y="1500028"/>
              <a:ext cx="10401" cy="123660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9" name="îşļîḑê">
              <a:extLst>
                <a:ext uri="{FF2B5EF4-FFF2-40B4-BE49-F238E27FC236}">
                  <a16:creationId xmlns:a16="http://schemas.microsoft.com/office/drawing/2014/main" id="{CCB240D8-6119-CBB0-92CB-1083BABBB8B7}"/>
                </a:ext>
              </a:extLst>
            </p:cNvPr>
            <p:cNvSpPr/>
            <p:nvPr/>
          </p:nvSpPr>
          <p:spPr bwMode="auto">
            <a:xfrm>
              <a:off x="7200848" y="1451489"/>
              <a:ext cx="27737" cy="172199"/>
            </a:xfrm>
            <a:prstGeom prst="rect">
              <a:avLst/>
            </a:pr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0" name="iṣ1ïḋe">
              <a:extLst>
                <a:ext uri="{FF2B5EF4-FFF2-40B4-BE49-F238E27FC236}">
                  <a16:creationId xmlns:a16="http://schemas.microsoft.com/office/drawing/2014/main" id="{105AB364-66AF-AFDD-3B20-935106C513A3}"/>
                </a:ext>
              </a:extLst>
            </p:cNvPr>
            <p:cNvSpPr/>
            <p:nvPr/>
          </p:nvSpPr>
          <p:spPr bwMode="auto">
            <a:xfrm>
              <a:off x="3974137" y="3735149"/>
              <a:ext cx="144462" cy="918780"/>
            </a:xfrm>
            <a:custGeom>
              <a:avLst/>
              <a:gdLst>
                <a:gd name="T0" fmla="*/ 2 w 125"/>
                <a:gd name="T1" fmla="*/ 0 h 795"/>
                <a:gd name="T2" fmla="*/ 125 w 125"/>
                <a:gd name="T3" fmla="*/ 0 h 795"/>
                <a:gd name="T4" fmla="*/ 123 w 125"/>
                <a:gd name="T5" fmla="*/ 795 h 795"/>
                <a:gd name="T6" fmla="*/ 0 w 125"/>
                <a:gd name="T7" fmla="*/ 793 h 795"/>
                <a:gd name="T8" fmla="*/ 2 w 125"/>
                <a:gd name="T9" fmla="*/ 0 h 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795">
                  <a:moveTo>
                    <a:pt x="2" y="0"/>
                  </a:moveTo>
                  <a:lnTo>
                    <a:pt x="125" y="0"/>
                  </a:lnTo>
                  <a:lnTo>
                    <a:pt x="123" y="795"/>
                  </a:lnTo>
                  <a:lnTo>
                    <a:pt x="0" y="79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1" name="ïşľiďè">
              <a:extLst>
                <a:ext uri="{FF2B5EF4-FFF2-40B4-BE49-F238E27FC236}">
                  <a16:creationId xmlns:a16="http://schemas.microsoft.com/office/drawing/2014/main" id="{CD967628-3A41-8A03-7694-F755FA2EDA3F}"/>
                </a:ext>
              </a:extLst>
            </p:cNvPr>
            <p:cNvSpPr/>
            <p:nvPr/>
          </p:nvSpPr>
          <p:spPr bwMode="auto">
            <a:xfrm>
              <a:off x="4001874" y="3774443"/>
              <a:ext cx="88989" cy="837881"/>
            </a:xfrm>
            <a:custGeom>
              <a:avLst/>
              <a:gdLst>
                <a:gd name="T0" fmla="*/ 2 w 77"/>
                <a:gd name="T1" fmla="*/ 0 h 725"/>
                <a:gd name="T2" fmla="*/ 0 w 77"/>
                <a:gd name="T3" fmla="*/ 725 h 725"/>
                <a:gd name="T4" fmla="*/ 75 w 77"/>
                <a:gd name="T5" fmla="*/ 725 h 725"/>
                <a:gd name="T6" fmla="*/ 77 w 77"/>
                <a:gd name="T7" fmla="*/ 2 h 725"/>
                <a:gd name="T8" fmla="*/ 2 w 77"/>
                <a:gd name="T9" fmla="*/ 0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25">
                  <a:moveTo>
                    <a:pt x="2" y="0"/>
                  </a:moveTo>
                  <a:lnTo>
                    <a:pt x="0" y="725"/>
                  </a:lnTo>
                  <a:lnTo>
                    <a:pt x="75" y="725"/>
                  </a:lnTo>
                  <a:lnTo>
                    <a:pt x="77" y="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2" name="i$lïḍê">
              <a:extLst>
                <a:ext uri="{FF2B5EF4-FFF2-40B4-BE49-F238E27FC236}">
                  <a16:creationId xmlns:a16="http://schemas.microsoft.com/office/drawing/2014/main" id="{98E486D4-7011-68A8-5D23-B6276864AE63}"/>
                </a:ext>
              </a:extLst>
            </p:cNvPr>
            <p:cNvSpPr/>
            <p:nvPr/>
          </p:nvSpPr>
          <p:spPr bwMode="auto">
            <a:xfrm>
              <a:off x="3875903" y="3502854"/>
              <a:ext cx="344398" cy="317817"/>
            </a:xfrm>
            <a:custGeom>
              <a:avLst/>
              <a:gdLst>
                <a:gd name="T0" fmla="*/ 131 w 172"/>
                <a:gd name="T1" fmla="*/ 0 h 159"/>
                <a:gd name="T2" fmla="*/ 172 w 172"/>
                <a:gd name="T3" fmla="*/ 74 h 159"/>
                <a:gd name="T4" fmla="*/ 86 w 172"/>
                <a:gd name="T5" fmla="*/ 159 h 159"/>
                <a:gd name="T6" fmla="*/ 0 w 172"/>
                <a:gd name="T7" fmla="*/ 73 h 159"/>
                <a:gd name="T8" fmla="*/ 42 w 172"/>
                <a:gd name="T9" fmla="*/ 0 h 159"/>
                <a:gd name="T10" fmla="*/ 41 w 172"/>
                <a:gd name="T11" fmla="*/ 49 h 159"/>
                <a:gd name="T12" fmla="*/ 41 w 172"/>
                <a:gd name="T13" fmla="*/ 74 h 159"/>
                <a:gd name="T14" fmla="*/ 64 w 172"/>
                <a:gd name="T15" fmla="*/ 87 h 159"/>
                <a:gd name="T16" fmla="*/ 86 w 172"/>
                <a:gd name="T17" fmla="*/ 100 h 159"/>
                <a:gd name="T18" fmla="*/ 108 w 172"/>
                <a:gd name="T19" fmla="*/ 88 h 159"/>
                <a:gd name="T20" fmla="*/ 131 w 172"/>
                <a:gd name="T21" fmla="*/ 75 h 159"/>
                <a:gd name="T22" fmla="*/ 131 w 172"/>
                <a:gd name="T23" fmla="*/ 49 h 159"/>
                <a:gd name="T24" fmla="*/ 131 w 172"/>
                <a:gd name="T25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159">
                  <a:moveTo>
                    <a:pt x="131" y="0"/>
                  </a:moveTo>
                  <a:cubicBezTo>
                    <a:pt x="155" y="16"/>
                    <a:pt x="172" y="43"/>
                    <a:pt x="172" y="74"/>
                  </a:cubicBezTo>
                  <a:cubicBezTo>
                    <a:pt x="171" y="121"/>
                    <a:pt x="133" y="159"/>
                    <a:pt x="86" y="159"/>
                  </a:cubicBezTo>
                  <a:cubicBezTo>
                    <a:pt x="38" y="159"/>
                    <a:pt x="0" y="120"/>
                    <a:pt x="0" y="73"/>
                  </a:cubicBezTo>
                  <a:cubicBezTo>
                    <a:pt x="0" y="42"/>
                    <a:pt x="17" y="15"/>
                    <a:pt x="42" y="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64" y="87"/>
                    <a:pt x="64" y="87"/>
                    <a:pt x="64" y="87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31" y="75"/>
                    <a:pt x="131" y="75"/>
                    <a:pt x="131" y="75"/>
                  </a:cubicBezTo>
                  <a:cubicBezTo>
                    <a:pt x="131" y="49"/>
                    <a:pt x="131" y="49"/>
                    <a:pt x="131" y="49"/>
                  </a:cubicBezTo>
                  <a:lnTo>
                    <a:pt x="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3" name="îŝlíďe">
              <a:extLst>
                <a:ext uri="{FF2B5EF4-FFF2-40B4-BE49-F238E27FC236}">
                  <a16:creationId xmlns:a16="http://schemas.microsoft.com/office/drawing/2014/main" id="{D107A4EA-97D7-EE96-3B73-9FD17C7B3FDC}"/>
                </a:ext>
              </a:extLst>
            </p:cNvPr>
            <p:cNvSpPr/>
            <p:nvPr/>
          </p:nvSpPr>
          <p:spPr bwMode="auto">
            <a:xfrm>
              <a:off x="3873592" y="4536048"/>
              <a:ext cx="343242" cy="317817"/>
            </a:xfrm>
            <a:custGeom>
              <a:avLst/>
              <a:gdLst>
                <a:gd name="T0" fmla="*/ 130 w 171"/>
                <a:gd name="T1" fmla="*/ 159 h 159"/>
                <a:gd name="T2" fmla="*/ 171 w 171"/>
                <a:gd name="T3" fmla="*/ 86 h 159"/>
                <a:gd name="T4" fmla="*/ 86 w 171"/>
                <a:gd name="T5" fmla="*/ 0 h 159"/>
                <a:gd name="T6" fmla="*/ 0 w 171"/>
                <a:gd name="T7" fmla="*/ 85 h 159"/>
                <a:gd name="T8" fmla="*/ 40 w 171"/>
                <a:gd name="T9" fmla="*/ 158 h 159"/>
                <a:gd name="T10" fmla="*/ 41 w 171"/>
                <a:gd name="T11" fmla="*/ 110 h 159"/>
                <a:gd name="T12" fmla="*/ 41 w 171"/>
                <a:gd name="T13" fmla="*/ 84 h 159"/>
                <a:gd name="T14" fmla="*/ 63 w 171"/>
                <a:gd name="T15" fmla="*/ 71 h 159"/>
                <a:gd name="T16" fmla="*/ 85 w 171"/>
                <a:gd name="T17" fmla="*/ 59 h 159"/>
                <a:gd name="T18" fmla="*/ 108 w 171"/>
                <a:gd name="T19" fmla="*/ 72 h 159"/>
                <a:gd name="T20" fmla="*/ 130 w 171"/>
                <a:gd name="T21" fmla="*/ 85 h 159"/>
                <a:gd name="T22" fmla="*/ 130 w 171"/>
                <a:gd name="T23" fmla="*/ 110 h 159"/>
                <a:gd name="T24" fmla="*/ 130 w 171"/>
                <a:gd name="T2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1" h="159">
                  <a:moveTo>
                    <a:pt x="130" y="159"/>
                  </a:moveTo>
                  <a:cubicBezTo>
                    <a:pt x="154" y="144"/>
                    <a:pt x="171" y="117"/>
                    <a:pt x="171" y="86"/>
                  </a:cubicBezTo>
                  <a:cubicBezTo>
                    <a:pt x="171" y="39"/>
                    <a:pt x="133" y="0"/>
                    <a:pt x="86" y="0"/>
                  </a:cubicBezTo>
                  <a:cubicBezTo>
                    <a:pt x="38" y="0"/>
                    <a:pt x="0" y="38"/>
                    <a:pt x="0" y="85"/>
                  </a:cubicBezTo>
                  <a:cubicBezTo>
                    <a:pt x="0" y="116"/>
                    <a:pt x="16" y="143"/>
                    <a:pt x="40" y="158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63" y="71"/>
                    <a:pt x="63" y="71"/>
                    <a:pt x="63" y="71"/>
                  </a:cubicBezTo>
                  <a:cubicBezTo>
                    <a:pt x="85" y="59"/>
                    <a:pt x="85" y="59"/>
                    <a:pt x="85" y="59"/>
                  </a:cubicBezTo>
                  <a:cubicBezTo>
                    <a:pt x="108" y="72"/>
                    <a:pt x="108" y="72"/>
                    <a:pt x="108" y="72"/>
                  </a:cubicBezTo>
                  <a:cubicBezTo>
                    <a:pt x="130" y="85"/>
                    <a:pt x="130" y="85"/>
                    <a:pt x="130" y="85"/>
                  </a:cubicBezTo>
                  <a:cubicBezTo>
                    <a:pt x="130" y="110"/>
                    <a:pt x="130" y="110"/>
                    <a:pt x="130" y="110"/>
                  </a:cubicBezTo>
                  <a:lnTo>
                    <a:pt x="130" y="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4" name="iṣḻîďé">
              <a:extLst>
                <a:ext uri="{FF2B5EF4-FFF2-40B4-BE49-F238E27FC236}">
                  <a16:creationId xmlns:a16="http://schemas.microsoft.com/office/drawing/2014/main" id="{3BAE5882-99DD-7635-9A18-317048D06753}"/>
                </a:ext>
              </a:extLst>
            </p:cNvPr>
            <p:cNvSpPr/>
            <p:nvPr/>
          </p:nvSpPr>
          <p:spPr bwMode="auto">
            <a:xfrm>
              <a:off x="3900173" y="4563785"/>
              <a:ext cx="287769" cy="228828"/>
            </a:xfrm>
            <a:custGeom>
              <a:avLst/>
              <a:gdLst>
                <a:gd name="T0" fmla="*/ 131 w 144"/>
                <a:gd name="T1" fmla="*/ 114 h 114"/>
                <a:gd name="T2" fmla="*/ 144 w 144"/>
                <a:gd name="T3" fmla="*/ 72 h 114"/>
                <a:gd name="T4" fmla="*/ 73 w 144"/>
                <a:gd name="T5" fmla="*/ 0 h 114"/>
                <a:gd name="T6" fmla="*/ 0 w 144"/>
                <a:gd name="T7" fmla="*/ 71 h 114"/>
                <a:gd name="T8" fmla="*/ 14 w 144"/>
                <a:gd name="T9" fmla="*/ 113 h 114"/>
                <a:gd name="T10" fmla="*/ 14 w 144"/>
                <a:gd name="T11" fmla="*/ 62 h 114"/>
                <a:gd name="T12" fmla="*/ 73 w 144"/>
                <a:gd name="T13" fmla="*/ 29 h 114"/>
                <a:gd name="T14" fmla="*/ 131 w 144"/>
                <a:gd name="T15" fmla="*/ 63 h 114"/>
                <a:gd name="T16" fmla="*/ 131 w 144"/>
                <a:gd name="T1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114">
                  <a:moveTo>
                    <a:pt x="131" y="114"/>
                  </a:moveTo>
                  <a:cubicBezTo>
                    <a:pt x="139" y="102"/>
                    <a:pt x="144" y="87"/>
                    <a:pt x="144" y="72"/>
                  </a:cubicBezTo>
                  <a:cubicBezTo>
                    <a:pt x="144" y="32"/>
                    <a:pt x="112" y="0"/>
                    <a:pt x="73" y="0"/>
                  </a:cubicBezTo>
                  <a:cubicBezTo>
                    <a:pt x="33" y="0"/>
                    <a:pt x="1" y="32"/>
                    <a:pt x="0" y="71"/>
                  </a:cubicBezTo>
                  <a:cubicBezTo>
                    <a:pt x="0" y="87"/>
                    <a:pt x="5" y="101"/>
                    <a:pt x="14" y="113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73" y="29"/>
                    <a:pt x="73" y="29"/>
                    <a:pt x="73" y="29"/>
                  </a:cubicBezTo>
                  <a:cubicBezTo>
                    <a:pt x="131" y="63"/>
                    <a:pt x="131" y="63"/>
                    <a:pt x="131" y="63"/>
                  </a:cubicBezTo>
                  <a:lnTo>
                    <a:pt x="131" y="114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5" name="iṧḻîḋè">
              <a:extLst>
                <a:ext uri="{FF2B5EF4-FFF2-40B4-BE49-F238E27FC236}">
                  <a16:creationId xmlns:a16="http://schemas.microsoft.com/office/drawing/2014/main" id="{0E29DF90-9540-3A07-12F4-ECAA0F43CA50}"/>
                </a:ext>
              </a:extLst>
            </p:cNvPr>
            <p:cNvSpPr/>
            <p:nvPr/>
          </p:nvSpPr>
          <p:spPr bwMode="auto">
            <a:xfrm>
              <a:off x="3903640" y="3564106"/>
              <a:ext cx="288925" cy="228828"/>
            </a:xfrm>
            <a:custGeom>
              <a:avLst/>
              <a:gdLst>
                <a:gd name="T0" fmla="*/ 14 w 144"/>
                <a:gd name="T1" fmla="*/ 0 h 114"/>
                <a:gd name="T2" fmla="*/ 0 w 144"/>
                <a:gd name="T3" fmla="*/ 41 h 114"/>
                <a:gd name="T4" fmla="*/ 72 w 144"/>
                <a:gd name="T5" fmla="*/ 114 h 114"/>
                <a:gd name="T6" fmla="*/ 144 w 144"/>
                <a:gd name="T7" fmla="*/ 42 h 114"/>
                <a:gd name="T8" fmla="*/ 131 w 144"/>
                <a:gd name="T9" fmla="*/ 0 h 114"/>
                <a:gd name="T10" fmla="*/ 130 w 144"/>
                <a:gd name="T11" fmla="*/ 51 h 114"/>
                <a:gd name="T12" fmla="*/ 72 w 144"/>
                <a:gd name="T13" fmla="*/ 85 h 114"/>
                <a:gd name="T14" fmla="*/ 13 w 144"/>
                <a:gd name="T15" fmla="*/ 51 h 114"/>
                <a:gd name="T16" fmla="*/ 14 w 144"/>
                <a:gd name="T1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114">
                  <a:moveTo>
                    <a:pt x="14" y="0"/>
                  </a:moveTo>
                  <a:cubicBezTo>
                    <a:pt x="5" y="12"/>
                    <a:pt x="0" y="26"/>
                    <a:pt x="0" y="41"/>
                  </a:cubicBezTo>
                  <a:cubicBezTo>
                    <a:pt x="0" y="81"/>
                    <a:pt x="32" y="113"/>
                    <a:pt x="72" y="114"/>
                  </a:cubicBezTo>
                  <a:cubicBezTo>
                    <a:pt x="111" y="114"/>
                    <a:pt x="144" y="82"/>
                    <a:pt x="144" y="42"/>
                  </a:cubicBezTo>
                  <a:cubicBezTo>
                    <a:pt x="144" y="27"/>
                    <a:pt x="139" y="12"/>
                    <a:pt x="131" y="0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72" y="85"/>
                    <a:pt x="72" y="85"/>
                    <a:pt x="72" y="85"/>
                  </a:cubicBezTo>
                  <a:cubicBezTo>
                    <a:pt x="13" y="51"/>
                    <a:pt x="13" y="51"/>
                    <a:pt x="13" y="5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6" name="îṥļiḍe">
              <a:extLst>
                <a:ext uri="{FF2B5EF4-FFF2-40B4-BE49-F238E27FC236}">
                  <a16:creationId xmlns:a16="http://schemas.microsoft.com/office/drawing/2014/main" id="{E1B060FD-096D-E434-0161-C598BCF9EB80}"/>
                </a:ext>
              </a:extLst>
            </p:cNvPr>
            <p:cNvSpPr/>
            <p:nvPr/>
          </p:nvSpPr>
          <p:spPr bwMode="auto">
            <a:xfrm>
              <a:off x="7627301" y="3502854"/>
              <a:ext cx="129438" cy="1351012"/>
            </a:xfrm>
            <a:custGeom>
              <a:avLst/>
              <a:gdLst>
                <a:gd name="T0" fmla="*/ 65 w 65"/>
                <a:gd name="T1" fmla="*/ 74 h 675"/>
                <a:gd name="T2" fmla="*/ 32 w 65"/>
                <a:gd name="T3" fmla="*/ 0 h 675"/>
                <a:gd name="T4" fmla="*/ 0 w 65"/>
                <a:gd name="T5" fmla="*/ 74 h 675"/>
                <a:gd name="T6" fmla="*/ 0 w 65"/>
                <a:gd name="T7" fmla="*/ 657 h 675"/>
                <a:gd name="T8" fmla="*/ 18 w 65"/>
                <a:gd name="T9" fmla="*/ 675 h 675"/>
                <a:gd name="T10" fmla="*/ 47 w 65"/>
                <a:gd name="T11" fmla="*/ 675 h 675"/>
                <a:gd name="T12" fmla="*/ 65 w 65"/>
                <a:gd name="T13" fmla="*/ 657 h 675"/>
                <a:gd name="T14" fmla="*/ 65 w 65"/>
                <a:gd name="T15" fmla="*/ 7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675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57"/>
                    <a:pt x="0" y="657"/>
                    <a:pt x="0" y="657"/>
                  </a:cubicBezTo>
                  <a:cubicBezTo>
                    <a:pt x="0" y="667"/>
                    <a:pt x="8" y="675"/>
                    <a:pt x="18" y="675"/>
                  </a:cubicBezTo>
                  <a:cubicBezTo>
                    <a:pt x="47" y="675"/>
                    <a:pt x="47" y="675"/>
                    <a:pt x="47" y="675"/>
                  </a:cubicBezTo>
                  <a:cubicBezTo>
                    <a:pt x="57" y="675"/>
                    <a:pt x="65" y="667"/>
                    <a:pt x="65" y="657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FFEE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7" name="ïšlîḋê">
              <a:extLst>
                <a:ext uri="{FF2B5EF4-FFF2-40B4-BE49-F238E27FC236}">
                  <a16:creationId xmlns:a16="http://schemas.microsoft.com/office/drawing/2014/main" id="{1D7E71D4-3B6C-B218-EEB9-98C2D239A2B1}"/>
                </a:ext>
              </a:extLst>
            </p:cNvPr>
            <p:cNvSpPr/>
            <p:nvPr/>
          </p:nvSpPr>
          <p:spPr bwMode="auto">
            <a:xfrm>
              <a:off x="7690864" y="3502854"/>
              <a:ext cx="65875" cy="1351012"/>
            </a:xfrm>
            <a:custGeom>
              <a:avLst/>
              <a:gdLst>
                <a:gd name="T0" fmla="*/ 33 w 33"/>
                <a:gd name="T1" fmla="*/ 74 h 675"/>
                <a:gd name="T2" fmla="*/ 0 w 33"/>
                <a:gd name="T3" fmla="*/ 0 h 675"/>
                <a:gd name="T4" fmla="*/ 15 w 33"/>
                <a:gd name="T5" fmla="*/ 77 h 675"/>
                <a:gd name="T6" fmla="*/ 15 w 33"/>
                <a:gd name="T7" fmla="*/ 675 h 675"/>
                <a:gd name="T8" fmla="*/ 15 w 33"/>
                <a:gd name="T9" fmla="*/ 675 h 675"/>
                <a:gd name="T10" fmla="*/ 33 w 33"/>
                <a:gd name="T11" fmla="*/ 657 h 675"/>
                <a:gd name="T12" fmla="*/ 33 w 33"/>
                <a:gd name="T13" fmla="*/ 7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675">
                  <a:moveTo>
                    <a:pt x="3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15" y="675"/>
                    <a:pt x="15" y="675"/>
                    <a:pt x="15" y="675"/>
                  </a:cubicBezTo>
                  <a:cubicBezTo>
                    <a:pt x="15" y="675"/>
                    <a:pt x="15" y="675"/>
                    <a:pt x="15" y="675"/>
                  </a:cubicBezTo>
                  <a:cubicBezTo>
                    <a:pt x="25" y="675"/>
                    <a:pt x="33" y="667"/>
                    <a:pt x="33" y="657"/>
                  </a:cubicBezTo>
                  <a:lnTo>
                    <a:pt x="33" y="74"/>
                  </a:lnTo>
                  <a:close/>
                </a:path>
              </a:pathLst>
            </a:custGeom>
            <a:solidFill>
              <a:srgbClr val="FFC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8" name="íṧļîdê">
              <a:extLst>
                <a:ext uri="{FF2B5EF4-FFF2-40B4-BE49-F238E27FC236}">
                  <a16:creationId xmlns:a16="http://schemas.microsoft.com/office/drawing/2014/main" id="{202FA634-0F4E-B651-98B4-97BC2A54D5FE}"/>
                </a:ext>
              </a:extLst>
            </p:cNvPr>
            <p:cNvSpPr/>
            <p:nvPr/>
          </p:nvSpPr>
          <p:spPr bwMode="auto">
            <a:xfrm>
              <a:off x="7627301" y="3502854"/>
              <a:ext cx="129438" cy="1271268"/>
            </a:xfrm>
            <a:custGeom>
              <a:avLst/>
              <a:gdLst>
                <a:gd name="T0" fmla="*/ 65 w 65"/>
                <a:gd name="T1" fmla="*/ 74 h 635"/>
                <a:gd name="T2" fmla="*/ 32 w 65"/>
                <a:gd name="T3" fmla="*/ 0 h 635"/>
                <a:gd name="T4" fmla="*/ 0 w 65"/>
                <a:gd name="T5" fmla="*/ 74 h 635"/>
                <a:gd name="T6" fmla="*/ 0 w 65"/>
                <a:gd name="T7" fmla="*/ 631 h 635"/>
                <a:gd name="T8" fmla="*/ 65 w 65"/>
                <a:gd name="T9" fmla="*/ 631 h 635"/>
                <a:gd name="T10" fmla="*/ 65 w 65"/>
                <a:gd name="T11" fmla="*/ 74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35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1"/>
                    <a:pt x="0" y="631"/>
                    <a:pt x="0" y="631"/>
                  </a:cubicBezTo>
                  <a:cubicBezTo>
                    <a:pt x="23" y="635"/>
                    <a:pt x="44" y="635"/>
                    <a:pt x="65" y="631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C0F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9" name="îṧḷïḓé">
              <a:extLst>
                <a:ext uri="{FF2B5EF4-FFF2-40B4-BE49-F238E27FC236}">
                  <a16:creationId xmlns:a16="http://schemas.microsoft.com/office/drawing/2014/main" id="{A4650CB8-22CD-13BC-E650-5A0EAB53BE40}"/>
                </a:ext>
              </a:extLst>
            </p:cNvPr>
            <p:cNvSpPr/>
            <p:nvPr/>
          </p:nvSpPr>
          <p:spPr bwMode="auto">
            <a:xfrm>
              <a:off x="7690864" y="3502854"/>
              <a:ext cx="65875" cy="1268957"/>
            </a:xfrm>
            <a:custGeom>
              <a:avLst/>
              <a:gdLst>
                <a:gd name="T0" fmla="*/ 33 w 33"/>
                <a:gd name="T1" fmla="*/ 74 h 634"/>
                <a:gd name="T2" fmla="*/ 0 w 33"/>
                <a:gd name="T3" fmla="*/ 0 h 634"/>
                <a:gd name="T4" fmla="*/ 15 w 33"/>
                <a:gd name="T5" fmla="*/ 77 h 634"/>
                <a:gd name="T6" fmla="*/ 15 w 33"/>
                <a:gd name="T7" fmla="*/ 634 h 634"/>
                <a:gd name="T8" fmla="*/ 33 w 33"/>
                <a:gd name="T9" fmla="*/ 631 h 634"/>
                <a:gd name="T10" fmla="*/ 33 w 33"/>
                <a:gd name="T11" fmla="*/ 74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634">
                  <a:moveTo>
                    <a:pt x="3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15" y="634"/>
                    <a:pt x="15" y="634"/>
                    <a:pt x="15" y="634"/>
                  </a:cubicBezTo>
                  <a:cubicBezTo>
                    <a:pt x="26" y="634"/>
                    <a:pt x="22" y="633"/>
                    <a:pt x="33" y="631"/>
                  </a:cubicBezTo>
                  <a:lnTo>
                    <a:pt x="33" y="74"/>
                  </a:lnTo>
                  <a:close/>
                </a:path>
              </a:pathLst>
            </a:custGeom>
            <a:solidFill>
              <a:srgbClr val="A2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0" name="iṡ1îďe">
              <a:extLst>
                <a:ext uri="{FF2B5EF4-FFF2-40B4-BE49-F238E27FC236}">
                  <a16:creationId xmlns:a16="http://schemas.microsoft.com/office/drawing/2014/main" id="{2D4200D9-40A7-D62B-F74D-30C6A1FC4506}"/>
                </a:ext>
              </a:extLst>
            </p:cNvPr>
            <p:cNvSpPr/>
            <p:nvPr/>
          </p:nvSpPr>
          <p:spPr bwMode="auto">
            <a:xfrm>
              <a:off x="7627301" y="3502854"/>
              <a:ext cx="129438" cy="1229663"/>
            </a:xfrm>
            <a:custGeom>
              <a:avLst/>
              <a:gdLst>
                <a:gd name="T0" fmla="*/ 65 w 65"/>
                <a:gd name="T1" fmla="*/ 74 h 614"/>
                <a:gd name="T2" fmla="*/ 32 w 65"/>
                <a:gd name="T3" fmla="*/ 0 h 614"/>
                <a:gd name="T4" fmla="*/ 0 w 65"/>
                <a:gd name="T5" fmla="*/ 74 h 614"/>
                <a:gd name="T6" fmla="*/ 0 w 65"/>
                <a:gd name="T7" fmla="*/ 610 h 614"/>
                <a:gd name="T8" fmla="*/ 65 w 65"/>
                <a:gd name="T9" fmla="*/ 610 h 614"/>
                <a:gd name="T10" fmla="*/ 65 w 65"/>
                <a:gd name="T11" fmla="*/ 74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14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10"/>
                    <a:pt x="0" y="610"/>
                    <a:pt x="0" y="610"/>
                  </a:cubicBezTo>
                  <a:cubicBezTo>
                    <a:pt x="23" y="614"/>
                    <a:pt x="45" y="614"/>
                    <a:pt x="65" y="610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87B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1" name="íṡḻïdê">
              <a:extLst>
                <a:ext uri="{FF2B5EF4-FFF2-40B4-BE49-F238E27FC236}">
                  <a16:creationId xmlns:a16="http://schemas.microsoft.com/office/drawing/2014/main" id="{1C04CAB1-B2CB-DF71-68DD-7EB12B825577}"/>
                </a:ext>
              </a:extLst>
            </p:cNvPr>
            <p:cNvSpPr/>
            <p:nvPr/>
          </p:nvSpPr>
          <p:spPr bwMode="auto">
            <a:xfrm>
              <a:off x="7693175" y="3508632"/>
              <a:ext cx="63563" cy="1219262"/>
            </a:xfrm>
            <a:custGeom>
              <a:avLst/>
              <a:gdLst>
                <a:gd name="T0" fmla="*/ 32 w 32"/>
                <a:gd name="T1" fmla="*/ 74 h 609"/>
                <a:gd name="T2" fmla="*/ 0 w 32"/>
                <a:gd name="T3" fmla="*/ 0 h 609"/>
                <a:gd name="T4" fmla="*/ 16 w 32"/>
                <a:gd name="T5" fmla="*/ 74 h 609"/>
                <a:gd name="T6" fmla="*/ 16 w 32"/>
                <a:gd name="T7" fmla="*/ 607 h 609"/>
                <a:gd name="T8" fmla="*/ 32 w 32"/>
                <a:gd name="T9" fmla="*/ 607 h 609"/>
                <a:gd name="T10" fmla="*/ 32 w 32"/>
                <a:gd name="T11" fmla="*/ 74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09">
                  <a:moveTo>
                    <a:pt x="32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607"/>
                    <a:pt x="16" y="607"/>
                    <a:pt x="16" y="607"/>
                  </a:cubicBezTo>
                  <a:cubicBezTo>
                    <a:pt x="27" y="607"/>
                    <a:pt x="21" y="609"/>
                    <a:pt x="32" y="607"/>
                  </a:cubicBezTo>
                  <a:lnTo>
                    <a:pt x="32" y="74"/>
                  </a:lnTo>
                  <a:close/>
                </a:path>
              </a:pathLst>
            </a:custGeom>
            <a:solidFill>
              <a:srgbClr val="4C8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2" name="íṥliḍe">
              <a:extLst>
                <a:ext uri="{FF2B5EF4-FFF2-40B4-BE49-F238E27FC236}">
                  <a16:creationId xmlns:a16="http://schemas.microsoft.com/office/drawing/2014/main" id="{E3C2531C-233A-F5CD-EADE-F78F131A2BD5}"/>
                </a:ext>
              </a:extLst>
            </p:cNvPr>
            <p:cNvSpPr/>
            <p:nvPr/>
          </p:nvSpPr>
          <p:spPr bwMode="auto">
            <a:xfrm>
              <a:off x="7627301" y="3502854"/>
              <a:ext cx="129438" cy="153708"/>
            </a:xfrm>
            <a:custGeom>
              <a:avLst/>
              <a:gdLst>
                <a:gd name="T0" fmla="*/ 65 w 65"/>
                <a:gd name="T1" fmla="*/ 74 h 77"/>
                <a:gd name="T2" fmla="*/ 32 w 65"/>
                <a:gd name="T3" fmla="*/ 0 h 77"/>
                <a:gd name="T4" fmla="*/ 0 w 65"/>
                <a:gd name="T5" fmla="*/ 74 h 77"/>
                <a:gd name="T6" fmla="*/ 32 w 65"/>
                <a:gd name="T7" fmla="*/ 77 h 77"/>
                <a:gd name="T8" fmla="*/ 65 w 65"/>
                <a:gd name="T9" fmla="*/ 7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77">
                  <a:moveTo>
                    <a:pt x="65" y="7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0" y="76"/>
                    <a:pt x="21" y="77"/>
                    <a:pt x="32" y="77"/>
                  </a:cubicBezTo>
                  <a:cubicBezTo>
                    <a:pt x="44" y="77"/>
                    <a:pt x="55" y="76"/>
                    <a:pt x="65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3" name="iŝľïḋe">
              <a:extLst>
                <a:ext uri="{FF2B5EF4-FFF2-40B4-BE49-F238E27FC236}">
                  <a16:creationId xmlns:a16="http://schemas.microsoft.com/office/drawing/2014/main" id="{F397A829-AA39-9A13-5947-E88B558F8613}"/>
                </a:ext>
              </a:extLst>
            </p:cNvPr>
            <p:cNvSpPr/>
            <p:nvPr/>
          </p:nvSpPr>
          <p:spPr bwMode="auto">
            <a:xfrm>
              <a:off x="7690864" y="3502854"/>
              <a:ext cx="65875" cy="153708"/>
            </a:xfrm>
            <a:custGeom>
              <a:avLst/>
              <a:gdLst>
                <a:gd name="T0" fmla="*/ 33 w 33"/>
                <a:gd name="T1" fmla="*/ 74 h 77"/>
                <a:gd name="T2" fmla="*/ 0 w 33"/>
                <a:gd name="T3" fmla="*/ 0 h 77"/>
                <a:gd name="T4" fmla="*/ 17 w 33"/>
                <a:gd name="T5" fmla="*/ 77 h 77"/>
                <a:gd name="T6" fmla="*/ 33 w 33"/>
                <a:gd name="T7" fmla="*/ 7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77">
                  <a:moveTo>
                    <a:pt x="3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28" y="77"/>
                    <a:pt x="23" y="76"/>
                    <a:pt x="33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4" name="iṥḷidé">
              <a:extLst>
                <a:ext uri="{FF2B5EF4-FFF2-40B4-BE49-F238E27FC236}">
                  <a16:creationId xmlns:a16="http://schemas.microsoft.com/office/drawing/2014/main" id="{C1BF666A-6DD5-BFE6-5B59-EAD794D12188}"/>
                </a:ext>
              </a:extLst>
            </p:cNvPr>
            <p:cNvSpPr/>
            <p:nvPr/>
          </p:nvSpPr>
          <p:spPr bwMode="auto">
            <a:xfrm>
              <a:off x="7671217" y="3502854"/>
              <a:ext cx="41605" cy="52006"/>
            </a:xfrm>
            <a:custGeom>
              <a:avLst/>
              <a:gdLst>
                <a:gd name="T0" fmla="*/ 21 w 21"/>
                <a:gd name="T1" fmla="*/ 25 h 26"/>
                <a:gd name="T2" fmla="*/ 10 w 21"/>
                <a:gd name="T3" fmla="*/ 0 h 26"/>
                <a:gd name="T4" fmla="*/ 0 w 21"/>
                <a:gd name="T5" fmla="*/ 25 h 26"/>
                <a:gd name="T6" fmla="*/ 10 w 21"/>
                <a:gd name="T7" fmla="*/ 26 h 26"/>
                <a:gd name="T8" fmla="*/ 21 w 21"/>
                <a:gd name="T9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6">
                  <a:moveTo>
                    <a:pt x="21" y="2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" y="26"/>
                    <a:pt x="7" y="26"/>
                    <a:pt x="10" y="26"/>
                  </a:cubicBezTo>
                  <a:cubicBezTo>
                    <a:pt x="14" y="26"/>
                    <a:pt x="18" y="26"/>
                    <a:pt x="21" y="25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5" name="ïṧḻiďe">
              <a:extLst>
                <a:ext uri="{FF2B5EF4-FFF2-40B4-BE49-F238E27FC236}">
                  <a16:creationId xmlns:a16="http://schemas.microsoft.com/office/drawing/2014/main" id="{06C40CC5-0454-67C1-50D0-7EB250CD88CF}"/>
                </a:ext>
              </a:extLst>
            </p:cNvPr>
            <p:cNvSpPr/>
            <p:nvPr/>
          </p:nvSpPr>
          <p:spPr bwMode="auto">
            <a:xfrm>
              <a:off x="3619338" y="2062853"/>
              <a:ext cx="543178" cy="542023"/>
            </a:xfrm>
            <a:custGeom>
              <a:avLst/>
              <a:gdLst>
                <a:gd name="T0" fmla="*/ 239 w 271"/>
                <a:gd name="T1" fmla="*/ 189 h 271"/>
                <a:gd name="T2" fmla="*/ 254 w 271"/>
                <a:gd name="T3" fmla="*/ 202 h 271"/>
                <a:gd name="T4" fmla="*/ 222 w 271"/>
                <a:gd name="T5" fmla="*/ 241 h 271"/>
                <a:gd name="T6" fmla="*/ 207 w 271"/>
                <a:gd name="T7" fmla="*/ 228 h 271"/>
                <a:gd name="T8" fmla="*/ 171 w 271"/>
                <a:gd name="T9" fmla="*/ 246 h 271"/>
                <a:gd name="T10" fmla="*/ 172 w 271"/>
                <a:gd name="T11" fmla="*/ 266 h 271"/>
                <a:gd name="T12" fmla="*/ 136 w 271"/>
                <a:gd name="T13" fmla="*/ 270 h 271"/>
                <a:gd name="T14" fmla="*/ 136 w 271"/>
                <a:gd name="T15" fmla="*/ 213 h 271"/>
                <a:gd name="T16" fmla="*/ 195 w 271"/>
                <a:gd name="T17" fmla="*/ 186 h 271"/>
                <a:gd name="T18" fmla="*/ 186 w 271"/>
                <a:gd name="T19" fmla="*/ 76 h 271"/>
                <a:gd name="T20" fmla="*/ 186 w 271"/>
                <a:gd name="T21" fmla="*/ 76 h 271"/>
                <a:gd name="T22" fmla="*/ 158 w 271"/>
                <a:gd name="T23" fmla="*/ 61 h 271"/>
                <a:gd name="T24" fmla="*/ 136 w 271"/>
                <a:gd name="T25" fmla="*/ 57 h 271"/>
                <a:gd name="T26" fmla="*/ 136 w 271"/>
                <a:gd name="T27" fmla="*/ 1 h 271"/>
                <a:gd name="T28" fmla="*/ 149 w 271"/>
                <a:gd name="T29" fmla="*/ 0 h 271"/>
                <a:gd name="T30" fmla="*/ 151 w 271"/>
                <a:gd name="T31" fmla="*/ 20 h 271"/>
                <a:gd name="T32" fmla="*/ 190 w 271"/>
                <a:gd name="T33" fmla="*/ 32 h 271"/>
                <a:gd name="T34" fmla="*/ 203 w 271"/>
                <a:gd name="T35" fmla="*/ 17 h 271"/>
                <a:gd name="T36" fmla="*/ 241 w 271"/>
                <a:gd name="T37" fmla="*/ 49 h 271"/>
                <a:gd name="T38" fmla="*/ 228 w 271"/>
                <a:gd name="T39" fmla="*/ 64 h 271"/>
                <a:gd name="T40" fmla="*/ 247 w 271"/>
                <a:gd name="T41" fmla="*/ 101 h 271"/>
                <a:gd name="T42" fmla="*/ 267 w 271"/>
                <a:gd name="T43" fmla="*/ 99 h 271"/>
                <a:gd name="T44" fmla="*/ 271 w 271"/>
                <a:gd name="T45" fmla="*/ 149 h 271"/>
                <a:gd name="T46" fmla="*/ 251 w 271"/>
                <a:gd name="T47" fmla="*/ 150 h 271"/>
                <a:gd name="T48" fmla="*/ 239 w 271"/>
                <a:gd name="T49" fmla="*/ 189 h 271"/>
                <a:gd name="T50" fmla="*/ 136 w 271"/>
                <a:gd name="T51" fmla="*/ 270 h 271"/>
                <a:gd name="T52" fmla="*/ 123 w 271"/>
                <a:gd name="T53" fmla="*/ 271 h 271"/>
                <a:gd name="T54" fmla="*/ 121 w 271"/>
                <a:gd name="T55" fmla="*/ 251 h 271"/>
                <a:gd name="T56" fmla="*/ 82 w 271"/>
                <a:gd name="T57" fmla="*/ 238 h 271"/>
                <a:gd name="T58" fmla="*/ 69 w 271"/>
                <a:gd name="T59" fmla="*/ 254 h 271"/>
                <a:gd name="T60" fmla="*/ 31 w 271"/>
                <a:gd name="T61" fmla="*/ 222 h 271"/>
                <a:gd name="T62" fmla="*/ 44 w 271"/>
                <a:gd name="T63" fmla="*/ 206 h 271"/>
                <a:gd name="T64" fmla="*/ 25 w 271"/>
                <a:gd name="T65" fmla="*/ 170 h 271"/>
                <a:gd name="T66" fmla="*/ 5 w 271"/>
                <a:gd name="T67" fmla="*/ 172 h 271"/>
                <a:gd name="T68" fmla="*/ 0 w 271"/>
                <a:gd name="T69" fmla="*/ 122 h 271"/>
                <a:gd name="T70" fmla="*/ 20 w 271"/>
                <a:gd name="T71" fmla="*/ 120 h 271"/>
                <a:gd name="T72" fmla="*/ 33 w 271"/>
                <a:gd name="T73" fmla="*/ 82 h 271"/>
                <a:gd name="T74" fmla="*/ 17 w 271"/>
                <a:gd name="T75" fmla="*/ 69 h 271"/>
                <a:gd name="T76" fmla="*/ 49 w 271"/>
                <a:gd name="T77" fmla="*/ 30 h 271"/>
                <a:gd name="T78" fmla="*/ 65 w 271"/>
                <a:gd name="T79" fmla="*/ 43 h 271"/>
                <a:gd name="T80" fmla="*/ 101 w 271"/>
                <a:gd name="T81" fmla="*/ 24 h 271"/>
                <a:gd name="T82" fmla="*/ 99 w 271"/>
                <a:gd name="T83" fmla="*/ 4 h 271"/>
                <a:gd name="T84" fmla="*/ 136 w 271"/>
                <a:gd name="T85" fmla="*/ 1 h 271"/>
                <a:gd name="T86" fmla="*/ 136 w 271"/>
                <a:gd name="T87" fmla="*/ 57 h 271"/>
                <a:gd name="T88" fmla="*/ 76 w 271"/>
                <a:gd name="T89" fmla="*/ 85 h 271"/>
                <a:gd name="T90" fmla="*/ 86 w 271"/>
                <a:gd name="T91" fmla="*/ 195 h 271"/>
                <a:gd name="T92" fmla="*/ 113 w 271"/>
                <a:gd name="T93" fmla="*/ 210 h 271"/>
                <a:gd name="T94" fmla="*/ 136 w 271"/>
                <a:gd name="T95" fmla="*/ 213 h 271"/>
                <a:gd name="T96" fmla="*/ 136 w 271"/>
                <a:gd name="T97" fmla="*/ 27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71" h="271">
                  <a:moveTo>
                    <a:pt x="239" y="189"/>
                  </a:moveTo>
                  <a:cubicBezTo>
                    <a:pt x="254" y="202"/>
                    <a:pt x="254" y="202"/>
                    <a:pt x="254" y="202"/>
                  </a:cubicBezTo>
                  <a:cubicBezTo>
                    <a:pt x="222" y="241"/>
                    <a:pt x="222" y="241"/>
                    <a:pt x="222" y="241"/>
                  </a:cubicBezTo>
                  <a:cubicBezTo>
                    <a:pt x="207" y="228"/>
                    <a:pt x="207" y="228"/>
                    <a:pt x="207" y="228"/>
                  </a:cubicBezTo>
                  <a:cubicBezTo>
                    <a:pt x="196" y="236"/>
                    <a:pt x="184" y="242"/>
                    <a:pt x="171" y="246"/>
                  </a:cubicBezTo>
                  <a:cubicBezTo>
                    <a:pt x="172" y="266"/>
                    <a:pt x="172" y="266"/>
                    <a:pt x="172" y="266"/>
                  </a:cubicBezTo>
                  <a:cubicBezTo>
                    <a:pt x="136" y="270"/>
                    <a:pt x="136" y="270"/>
                    <a:pt x="136" y="270"/>
                  </a:cubicBezTo>
                  <a:cubicBezTo>
                    <a:pt x="136" y="213"/>
                    <a:pt x="136" y="213"/>
                    <a:pt x="136" y="213"/>
                  </a:cubicBezTo>
                  <a:cubicBezTo>
                    <a:pt x="158" y="213"/>
                    <a:pt x="180" y="204"/>
                    <a:pt x="195" y="186"/>
                  </a:cubicBezTo>
                  <a:cubicBezTo>
                    <a:pt x="223" y="153"/>
                    <a:pt x="219" y="103"/>
                    <a:pt x="186" y="76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78" y="69"/>
                    <a:pt x="169" y="64"/>
                    <a:pt x="158" y="61"/>
                  </a:cubicBezTo>
                  <a:cubicBezTo>
                    <a:pt x="151" y="59"/>
                    <a:pt x="143" y="57"/>
                    <a:pt x="136" y="57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51" y="20"/>
                    <a:pt x="151" y="20"/>
                    <a:pt x="151" y="20"/>
                  </a:cubicBezTo>
                  <a:cubicBezTo>
                    <a:pt x="164" y="22"/>
                    <a:pt x="178" y="26"/>
                    <a:pt x="190" y="32"/>
                  </a:cubicBezTo>
                  <a:cubicBezTo>
                    <a:pt x="203" y="17"/>
                    <a:pt x="203" y="17"/>
                    <a:pt x="203" y="17"/>
                  </a:cubicBezTo>
                  <a:cubicBezTo>
                    <a:pt x="241" y="49"/>
                    <a:pt x="241" y="49"/>
                    <a:pt x="241" y="49"/>
                  </a:cubicBezTo>
                  <a:cubicBezTo>
                    <a:pt x="228" y="64"/>
                    <a:pt x="228" y="64"/>
                    <a:pt x="228" y="64"/>
                  </a:cubicBezTo>
                  <a:cubicBezTo>
                    <a:pt x="236" y="75"/>
                    <a:pt x="243" y="88"/>
                    <a:pt x="247" y="101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71" y="149"/>
                    <a:pt x="271" y="149"/>
                    <a:pt x="271" y="149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49" y="164"/>
                    <a:pt x="245" y="177"/>
                    <a:pt x="239" y="189"/>
                  </a:cubicBezTo>
                  <a:close/>
                  <a:moveTo>
                    <a:pt x="136" y="270"/>
                  </a:moveTo>
                  <a:cubicBezTo>
                    <a:pt x="123" y="271"/>
                    <a:pt x="123" y="271"/>
                    <a:pt x="123" y="271"/>
                  </a:cubicBezTo>
                  <a:cubicBezTo>
                    <a:pt x="121" y="251"/>
                    <a:pt x="121" y="251"/>
                    <a:pt x="121" y="251"/>
                  </a:cubicBezTo>
                  <a:cubicBezTo>
                    <a:pt x="107" y="249"/>
                    <a:pt x="94" y="245"/>
                    <a:pt x="82" y="238"/>
                  </a:cubicBezTo>
                  <a:cubicBezTo>
                    <a:pt x="69" y="254"/>
                    <a:pt x="69" y="254"/>
                    <a:pt x="69" y="254"/>
                  </a:cubicBezTo>
                  <a:cubicBezTo>
                    <a:pt x="31" y="222"/>
                    <a:pt x="31" y="222"/>
                    <a:pt x="31" y="222"/>
                  </a:cubicBezTo>
                  <a:cubicBezTo>
                    <a:pt x="44" y="206"/>
                    <a:pt x="44" y="206"/>
                    <a:pt x="44" y="206"/>
                  </a:cubicBezTo>
                  <a:cubicBezTo>
                    <a:pt x="35" y="195"/>
                    <a:pt x="29" y="183"/>
                    <a:pt x="25" y="170"/>
                  </a:cubicBezTo>
                  <a:cubicBezTo>
                    <a:pt x="5" y="172"/>
                    <a:pt x="5" y="172"/>
                    <a:pt x="5" y="172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20" y="120"/>
                    <a:pt x="20" y="120"/>
                    <a:pt x="20" y="120"/>
                  </a:cubicBezTo>
                  <a:cubicBezTo>
                    <a:pt x="22" y="107"/>
                    <a:pt x="26" y="94"/>
                    <a:pt x="33" y="82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76" y="35"/>
                    <a:pt x="88" y="29"/>
                    <a:pt x="101" y="24"/>
                  </a:cubicBezTo>
                  <a:cubicBezTo>
                    <a:pt x="99" y="4"/>
                    <a:pt x="99" y="4"/>
                    <a:pt x="99" y="4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36" y="57"/>
                    <a:pt x="136" y="57"/>
                    <a:pt x="136" y="57"/>
                  </a:cubicBezTo>
                  <a:cubicBezTo>
                    <a:pt x="113" y="57"/>
                    <a:pt x="91" y="67"/>
                    <a:pt x="76" y="85"/>
                  </a:cubicBezTo>
                  <a:cubicBezTo>
                    <a:pt x="48" y="118"/>
                    <a:pt x="53" y="168"/>
                    <a:pt x="86" y="195"/>
                  </a:cubicBezTo>
                  <a:cubicBezTo>
                    <a:pt x="94" y="202"/>
                    <a:pt x="103" y="207"/>
                    <a:pt x="113" y="210"/>
                  </a:cubicBezTo>
                  <a:cubicBezTo>
                    <a:pt x="121" y="212"/>
                    <a:pt x="128" y="213"/>
                    <a:pt x="136" y="213"/>
                  </a:cubicBezTo>
                  <a:lnTo>
                    <a:pt x="136" y="27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6" name="isḻïdê">
              <a:extLst>
                <a:ext uri="{FF2B5EF4-FFF2-40B4-BE49-F238E27FC236}">
                  <a16:creationId xmlns:a16="http://schemas.microsoft.com/office/drawing/2014/main" id="{FB47F03F-882C-E2E6-931B-E5F42BA02236}"/>
                </a:ext>
              </a:extLst>
            </p:cNvPr>
            <p:cNvSpPr/>
            <p:nvPr/>
          </p:nvSpPr>
          <p:spPr bwMode="auto">
            <a:xfrm>
              <a:off x="7726691" y="1159097"/>
              <a:ext cx="538556" cy="374446"/>
            </a:xfrm>
            <a:custGeom>
              <a:avLst/>
              <a:gdLst>
                <a:gd name="T0" fmla="*/ 213 w 269"/>
                <a:gd name="T1" fmla="*/ 68 h 187"/>
                <a:gd name="T2" fmla="*/ 269 w 269"/>
                <a:gd name="T3" fmla="*/ 127 h 187"/>
                <a:gd name="T4" fmla="*/ 269 w 269"/>
                <a:gd name="T5" fmla="*/ 127 h 187"/>
                <a:gd name="T6" fmla="*/ 211 w 269"/>
                <a:gd name="T7" fmla="*/ 187 h 187"/>
                <a:gd name="T8" fmla="*/ 63 w 269"/>
                <a:gd name="T9" fmla="*/ 187 h 187"/>
                <a:gd name="T10" fmla="*/ 0 w 269"/>
                <a:gd name="T11" fmla="*/ 127 h 187"/>
                <a:gd name="T12" fmla="*/ 0 w 269"/>
                <a:gd name="T13" fmla="*/ 127 h 187"/>
                <a:gd name="T14" fmla="*/ 55 w 269"/>
                <a:gd name="T15" fmla="*/ 68 h 187"/>
                <a:gd name="T16" fmla="*/ 55 w 269"/>
                <a:gd name="T17" fmla="*/ 66 h 187"/>
                <a:gd name="T18" fmla="*/ 134 w 269"/>
                <a:gd name="T19" fmla="*/ 0 h 187"/>
                <a:gd name="T20" fmla="*/ 213 w 269"/>
                <a:gd name="T21" fmla="*/ 66 h 187"/>
                <a:gd name="T22" fmla="*/ 213 w 269"/>
                <a:gd name="T23" fmla="*/ 68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9" h="187">
                  <a:moveTo>
                    <a:pt x="213" y="68"/>
                  </a:moveTo>
                  <a:cubicBezTo>
                    <a:pt x="245" y="75"/>
                    <a:pt x="269" y="99"/>
                    <a:pt x="269" y="127"/>
                  </a:cubicBezTo>
                  <a:cubicBezTo>
                    <a:pt x="269" y="127"/>
                    <a:pt x="269" y="127"/>
                    <a:pt x="269" y="127"/>
                  </a:cubicBezTo>
                  <a:cubicBezTo>
                    <a:pt x="269" y="157"/>
                    <a:pt x="244" y="187"/>
                    <a:pt x="211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27" y="187"/>
                    <a:pt x="0" y="158"/>
                    <a:pt x="0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99"/>
                    <a:pt x="23" y="75"/>
                    <a:pt x="55" y="68"/>
                  </a:cubicBezTo>
                  <a:cubicBezTo>
                    <a:pt x="55" y="68"/>
                    <a:pt x="55" y="67"/>
                    <a:pt x="55" y="66"/>
                  </a:cubicBezTo>
                  <a:cubicBezTo>
                    <a:pt x="55" y="30"/>
                    <a:pt x="91" y="0"/>
                    <a:pt x="134" y="0"/>
                  </a:cubicBezTo>
                  <a:cubicBezTo>
                    <a:pt x="178" y="0"/>
                    <a:pt x="213" y="30"/>
                    <a:pt x="213" y="66"/>
                  </a:cubicBezTo>
                  <a:cubicBezTo>
                    <a:pt x="213" y="67"/>
                    <a:pt x="213" y="68"/>
                    <a:pt x="213" y="68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7" name="iṥḷîḍè">
              <a:extLst>
                <a:ext uri="{FF2B5EF4-FFF2-40B4-BE49-F238E27FC236}">
                  <a16:creationId xmlns:a16="http://schemas.microsoft.com/office/drawing/2014/main" id="{7088AAFE-7E49-48F2-0760-58B6C4A1AD59}"/>
                </a:ext>
              </a:extLst>
            </p:cNvPr>
            <p:cNvSpPr/>
            <p:nvPr/>
          </p:nvSpPr>
          <p:spPr bwMode="auto">
            <a:xfrm>
              <a:off x="7619211" y="1151007"/>
              <a:ext cx="376758" cy="262344"/>
            </a:xfrm>
            <a:custGeom>
              <a:avLst/>
              <a:gdLst>
                <a:gd name="T0" fmla="*/ 149 w 188"/>
                <a:gd name="T1" fmla="*/ 48 h 131"/>
                <a:gd name="T2" fmla="*/ 188 w 188"/>
                <a:gd name="T3" fmla="*/ 89 h 131"/>
                <a:gd name="T4" fmla="*/ 188 w 188"/>
                <a:gd name="T5" fmla="*/ 89 h 131"/>
                <a:gd name="T6" fmla="*/ 147 w 188"/>
                <a:gd name="T7" fmla="*/ 131 h 131"/>
                <a:gd name="T8" fmla="*/ 44 w 188"/>
                <a:gd name="T9" fmla="*/ 131 h 131"/>
                <a:gd name="T10" fmla="*/ 0 w 188"/>
                <a:gd name="T11" fmla="*/ 89 h 131"/>
                <a:gd name="T12" fmla="*/ 0 w 188"/>
                <a:gd name="T13" fmla="*/ 89 h 131"/>
                <a:gd name="T14" fmla="*/ 39 w 188"/>
                <a:gd name="T15" fmla="*/ 48 h 131"/>
                <a:gd name="T16" fmla="*/ 39 w 188"/>
                <a:gd name="T17" fmla="*/ 47 h 131"/>
                <a:gd name="T18" fmla="*/ 94 w 188"/>
                <a:gd name="T19" fmla="*/ 0 h 131"/>
                <a:gd name="T20" fmla="*/ 149 w 188"/>
                <a:gd name="T21" fmla="*/ 47 h 131"/>
                <a:gd name="T22" fmla="*/ 149 w 188"/>
                <a:gd name="T23" fmla="*/ 48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8" h="131">
                  <a:moveTo>
                    <a:pt x="149" y="48"/>
                  </a:moveTo>
                  <a:cubicBezTo>
                    <a:pt x="172" y="53"/>
                    <a:pt x="188" y="69"/>
                    <a:pt x="188" y="89"/>
                  </a:cubicBezTo>
                  <a:cubicBezTo>
                    <a:pt x="188" y="89"/>
                    <a:pt x="188" y="89"/>
                    <a:pt x="188" y="89"/>
                  </a:cubicBezTo>
                  <a:cubicBezTo>
                    <a:pt x="188" y="110"/>
                    <a:pt x="171" y="131"/>
                    <a:pt x="147" y="131"/>
                  </a:cubicBezTo>
                  <a:cubicBezTo>
                    <a:pt x="44" y="131"/>
                    <a:pt x="44" y="131"/>
                    <a:pt x="44" y="131"/>
                  </a:cubicBezTo>
                  <a:cubicBezTo>
                    <a:pt x="19" y="131"/>
                    <a:pt x="0" y="111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69"/>
                    <a:pt x="17" y="53"/>
                    <a:pt x="39" y="48"/>
                  </a:cubicBezTo>
                  <a:cubicBezTo>
                    <a:pt x="39" y="48"/>
                    <a:pt x="39" y="47"/>
                    <a:pt x="39" y="47"/>
                  </a:cubicBezTo>
                  <a:cubicBezTo>
                    <a:pt x="39" y="21"/>
                    <a:pt x="64" y="0"/>
                    <a:pt x="94" y="0"/>
                  </a:cubicBezTo>
                  <a:cubicBezTo>
                    <a:pt x="125" y="0"/>
                    <a:pt x="149" y="21"/>
                    <a:pt x="149" y="47"/>
                  </a:cubicBezTo>
                  <a:cubicBezTo>
                    <a:pt x="149" y="47"/>
                    <a:pt x="149" y="48"/>
                    <a:pt x="149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8" name="îṡlîďe">
              <a:extLst>
                <a:ext uri="{FF2B5EF4-FFF2-40B4-BE49-F238E27FC236}">
                  <a16:creationId xmlns:a16="http://schemas.microsoft.com/office/drawing/2014/main" id="{C1F68787-1A80-9237-656D-6982A8DD5D07}"/>
                </a:ext>
              </a:extLst>
            </p:cNvPr>
            <p:cNvSpPr/>
            <p:nvPr/>
          </p:nvSpPr>
          <p:spPr bwMode="auto">
            <a:xfrm>
              <a:off x="4913720" y="1954218"/>
              <a:ext cx="2024784" cy="2830306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9" name="iś1ïḑè">
              <a:extLst>
                <a:ext uri="{FF2B5EF4-FFF2-40B4-BE49-F238E27FC236}">
                  <a16:creationId xmlns:a16="http://schemas.microsoft.com/office/drawing/2014/main" id="{C19BB58B-1D59-2E1D-8E78-3EEDF333E237}"/>
                </a:ext>
              </a:extLst>
            </p:cNvPr>
            <p:cNvSpPr/>
            <p:nvPr/>
          </p:nvSpPr>
          <p:spPr bwMode="auto">
            <a:xfrm>
              <a:off x="5061650" y="2118327"/>
              <a:ext cx="970787" cy="35827"/>
            </a:xfrm>
            <a:prstGeom prst="rect">
              <a:avLst/>
            </a:prstGeom>
            <a:solidFill>
              <a:srgbClr val="F267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0" name="íślíďè">
              <a:extLst>
                <a:ext uri="{FF2B5EF4-FFF2-40B4-BE49-F238E27FC236}">
                  <a16:creationId xmlns:a16="http://schemas.microsoft.com/office/drawing/2014/main" id="{908D703A-5F59-0518-C378-A6CAEE698A96}"/>
                </a:ext>
              </a:extLst>
            </p:cNvPr>
            <p:cNvSpPr/>
            <p:nvPr/>
          </p:nvSpPr>
          <p:spPr bwMode="auto">
            <a:xfrm>
              <a:off x="5061650" y="2208471"/>
              <a:ext cx="31088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1" name="i$ļidè">
              <a:extLst>
                <a:ext uri="{FF2B5EF4-FFF2-40B4-BE49-F238E27FC236}">
                  <a16:creationId xmlns:a16="http://schemas.microsoft.com/office/drawing/2014/main" id="{F1577B05-8AE4-9351-E19B-7D8519C72603}"/>
                </a:ext>
              </a:extLst>
            </p:cNvPr>
            <p:cNvSpPr/>
            <p:nvPr/>
          </p:nvSpPr>
          <p:spPr bwMode="auto">
            <a:xfrm>
              <a:off x="5061650" y="2300927"/>
              <a:ext cx="5027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2" name="iSļîďé">
              <a:extLst>
                <a:ext uri="{FF2B5EF4-FFF2-40B4-BE49-F238E27FC236}">
                  <a16:creationId xmlns:a16="http://schemas.microsoft.com/office/drawing/2014/main" id="{B6C7D6D5-CB14-D3C2-F532-5B942A34F61D}"/>
                </a:ext>
              </a:extLst>
            </p:cNvPr>
            <p:cNvSpPr/>
            <p:nvPr/>
          </p:nvSpPr>
          <p:spPr bwMode="auto">
            <a:xfrm>
              <a:off x="5296257" y="2391072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3" name="íṡ1íḍê">
              <a:extLst>
                <a:ext uri="{FF2B5EF4-FFF2-40B4-BE49-F238E27FC236}">
                  <a16:creationId xmlns:a16="http://schemas.microsoft.com/office/drawing/2014/main" id="{C153B2C7-CD2F-C1F6-6317-48C282587C29}"/>
                </a:ext>
              </a:extLst>
            </p:cNvPr>
            <p:cNvSpPr/>
            <p:nvPr/>
          </p:nvSpPr>
          <p:spPr bwMode="auto">
            <a:xfrm>
              <a:off x="5296257" y="2483527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4" name="ísḻïďé">
              <a:extLst>
                <a:ext uri="{FF2B5EF4-FFF2-40B4-BE49-F238E27FC236}">
                  <a16:creationId xmlns:a16="http://schemas.microsoft.com/office/drawing/2014/main" id="{FDEF787A-4361-3B89-A43F-D12AC47635F3}"/>
                </a:ext>
              </a:extLst>
            </p:cNvPr>
            <p:cNvSpPr/>
            <p:nvPr/>
          </p:nvSpPr>
          <p:spPr bwMode="auto">
            <a:xfrm>
              <a:off x="5498504" y="2573672"/>
              <a:ext cx="28661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5" name="ï$ļíḍê">
              <a:extLst>
                <a:ext uri="{FF2B5EF4-FFF2-40B4-BE49-F238E27FC236}">
                  <a16:creationId xmlns:a16="http://schemas.microsoft.com/office/drawing/2014/main" id="{B454A669-4FD4-7218-882E-695A8607113E}"/>
                </a:ext>
              </a:extLst>
            </p:cNvPr>
            <p:cNvSpPr/>
            <p:nvPr/>
          </p:nvSpPr>
          <p:spPr bwMode="auto">
            <a:xfrm>
              <a:off x="5477701" y="2208471"/>
              <a:ext cx="53162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6" name="îŝļíḓe">
              <a:extLst>
                <a:ext uri="{FF2B5EF4-FFF2-40B4-BE49-F238E27FC236}">
                  <a16:creationId xmlns:a16="http://schemas.microsoft.com/office/drawing/2014/main" id="{CC3C6575-9C3A-9D6F-42D4-76AFEF5D4A8E}"/>
                </a:ext>
              </a:extLst>
            </p:cNvPr>
            <p:cNvSpPr/>
            <p:nvPr/>
          </p:nvSpPr>
          <p:spPr bwMode="auto">
            <a:xfrm>
              <a:off x="6084443" y="2208471"/>
              <a:ext cx="25540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7" name="ïṥliḑê">
              <a:extLst>
                <a:ext uri="{FF2B5EF4-FFF2-40B4-BE49-F238E27FC236}">
                  <a16:creationId xmlns:a16="http://schemas.microsoft.com/office/drawing/2014/main" id="{561CFAFF-27CF-D1B0-FBB5-A503720C72EF}"/>
                </a:ext>
              </a:extLst>
            </p:cNvPr>
            <p:cNvSpPr/>
            <p:nvPr/>
          </p:nvSpPr>
          <p:spPr bwMode="auto">
            <a:xfrm>
              <a:off x="6435775" y="2208471"/>
              <a:ext cx="342087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8" name="íŝľíḍe">
              <a:extLst>
                <a:ext uri="{FF2B5EF4-FFF2-40B4-BE49-F238E27FC236}">
                  <a16:creationId xmlns:a16="http://schemas.microsoft.com/office/drawing/2014/main" id="{7B76BD45-38A1-B037-497A-09F9A0DAB976}"/>
                </a:ext>
              </a:extLst>
            </p:cNvPr>
            <p:cNvSpPr/>
            <p:nvPr/>
          </p:nvSpPr>
          <p:spPr bwMode="auto">
            <a:xfrm>
              <a:off x="5648745" y="2300927"/>
              <a:ext cx="298170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9" name="í$ḻídê">
              <a:extLst>
                <a:ext uri="{FF2B5EF4-FFF2-40B4-BE49-F238E27FC236}">
                  <a16:creationId xmlns:a16="http://schemas.microsoft.com/office/drawing/2014/main" id="{9ED9B817-5B18-A084-F57F-162C4BBF18C5}"/>
                </a:ext>
              </a:extLst>
            </p:cNvPr>
            <p:cNvSpPr/>
            <p:nvPr/>
          </p:nvSpPr>
          <p:spPr bwMode="auto">
            <a:xfrm>
              <a:off x="5678793" y="2391072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0" name="í$ľidê">
              <a:extLst>
                <a:ext uri="{FF2B5EF4-FFF2-40B4-BE49-F238E27FC236}">
                  <a16:creationId xmlns:a16="http://schemas.microsoft.com/office/drawing/2014/main" id="{7580EC2F-5DD3-2BAF-B4C4-6239E035F6B8}"/>
                </a:ext>
              </a:extLst>
            </p:cNvPr>
            <p:cNvSpPr/>
            <p:nvPr/>
          </p:nvSpPr>
          <p:spPr bwMode="auto">
            <a:xfrm>
              <a:off x="5678793" y="2483527"/>
              <a:ext cx="29239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1" name="îŝļîḓe">
              <a:extLst>
                <a:ext uri="{FF2B5EF4-FFF2-40B4-BE49-F238E27FC236}">
                  <a16:creationId xmlns:a16="http://schemas.microsoft.com/office/drawing/2014/main" id="{52EA2104-F079-6461-E8A8-7642F4D1D8A9}"/>
                </a:ext>
              </a:extLst>
            </p:cNvPr>
            <p:cNvSpPr/>
            <p:nvPr/>
          </p:nvSpPr>
          <p:spPr bwMode="auto">
            <a:xfrm>
              <a:off x="5930735" y="2391072"/>
              <a:ext cx="32475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2" name="iSļïḍê">
              <a:extLst>
                <a:ext uri="{FF2B5EF4-FFF2-40B4-BE49-F238E27FC236}">
                  <a16:creationId xmlns:a16="http://schemas.microsoft.com/office/drawing/2014/main" id="{4FC54A20-02D5-45C8-48CA-12EDCF397472}"/>
                </a:ext>
              </a:extLst>
            </p:cNvPr>
            <p:cNvSpPr/>
            <p:nvPr/>
          </p:nvSpPr>
          <p:spPr bwMode="auto">
            <a:xfrm>
              <a:off x="6321361" y="2391072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3" name="íśļïḍe">
              <a:extLst>
                <a:ext uri="{FF2B5EF4-FFF2-40B4-BE49-F238E27FC236}">
                  <a16:creationId xmlns:a16="http://schemas.microsoft.com/office/drawing/2014/main" id="{5071F898-A809-7DA1-84A3-417E1DD02574}"/>
                </a:ext>
              </a:extLst>
            </p:cNvPr>
            <p:cNvSpPr/>
            <p:nvPr/>
          </p:nvSpPr>
          <p:spPr bwMode="auto">
            <a:xfrm>
              <a:off x="6565214" y="2391072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4" name="íṣḻídè">
              <a:extLst>
                <a:ext uri="{FF2B5EF4-FFF2-40B4-BE49-F238E27FC236}">
                  <a16:creationId xmlns:a16="http://schemas.microsoft.com/office/drawing/2014/main" id="{4CFA56E9-AAD2-CE50-193B-323B9E774CBD}"/>
                </a:ext>
              </a:extLst>
            </p:cNvPr>
            <p:cNvSpPr/>
            <p:nvPr/>
          </p:nvSpPr>
          <p:spPr bwMode="auto">
            <a:xfrm>
              <a:off x="6037059" y="2483527"/>
              <a:ext cx="368668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5" name="ïśḷîďé">
              <a:extLst>
                <a:ext uri="{FF2B5EF4-FFF2-40B4-BE49-F238E27FC236}">
                  <a16:creationId xmlns:a16="http://schemas.microsoft.com/office/drawing/2014/main" id="{BB3AED24-C8C6-81A8-9938-38F2FBF39037}"/>
                </a:ext>
              </a:extLst>
            </p:cNvPr>
            <p:cNvSpPr/>
            <p:nvPr/>
          </p:nvSpPr>
          <p:spPr bwMode="auto">
            <a:xfrm>
              <a:off x="6461201" y="2483527"/>
              <a:ext cx="110947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6" name="ïṧľíḍê">
              <a:extLst>
                <a:ext uri="{FF2B5EF4-FFF2-40B4-BE49-F238E27FC236}">
                  <a16:creationId xmlns:a16="http://schemas.microsoft.com/office/drawing/2014/main" id="{E6970CA0-EF49-D334-0942-4CE5709403C8}"/>
                </a:ext>
              </a:extLst>
            </p:cNvPr>
            <p:cNvSpPr/>
            <p:nvPr/>
          </p:nvSpPr>
          <p:spPr bwMode="auto">
            <a:xfrm>
              <a:off x="5864860" y="2573672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7" name="íṧḻidè">
              <a:extLst>
                <a:ext uri="{FF2B5EF4-FFF2-40B4-BE49-F238E27FC236}">
                  <a16:creationId xmlns:a16="http://schemas.microsoft.com/office/drawing/2014/main" id="{DDE1B941-41A6-89A7-F5FD-F4B46DDAA5DB}"/>
                </a:ext>
              </a:extLst>
            </p:cNvPr>
            <p:cNvSpPr/>
            <p:nvPr/>
          </p:nvSpPr>
          <p:spPr bwMode="auto">
            <a:xfrm>
              <a:off x="5296257" y="2755117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8" name="îṥḷïďê">
              <a:extLst>
                <a:ext uri="{FF2B5EF4-FFF2-40B4-BE49-F238E27FC236}">
                  <a16:creationId xmlns:a16="http://schemas.microsoft.com/office/drawing/2014/main" id="{6B1E83A9-39DA-A81D-9268-AADE3DFD3E2E}"/>
                </a:ext>
              </a:extLst>
            </p:cNvPr>
            <p:cNvSpPr/>
            <p:nvPr/>
          </p:nvSpPr>
          <p:spPr bwMode="auto">
            <a:xfrm>
              <a:off x="5296257" y="2847573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9" name="iṩḻiḓé">
              <a:extLst>
                <a:ext uri="{FF2B5EF4-FFF2-40B4-BE49-F238E27FC236}">
                  <a16:creationId xmlns:a16="http://schemas.microsoft.com/office/drawing/2014/main" id="{915D0C07-1758-EE56-6B35-157DE6A50625}"/>
                </a:ext>
              </a:extLst>
            </p:cNvPr>
            <p:cNvSpPr/>
            <p:nvPr/>
          </p:nvSpPr>
          <p:spPr bwMode="auto">
            <a:xfrm>
              <a:off x="5678793" y="2755117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0" name="iśļiḓé">
              <a:extLst>
                <a:ext uri="{FF2B5EF4-FFF2-40B4-BE49-F238E27FC236}">
                  <a16:creationId xmlns:a16="http://schemas.microsoft.com/office/drawing/2014/main" id="{4A835EE4-329F-1120-6632-DBC92D8C92B5}"/>
                </a:ext>
              </a:extLst>
            </p:cNvPr>
            <p:cNvSpPr/>
            <p:nvPr/>
          </p:nvSpPr>
          <p:spPr bwMode="auto">
            <a:xfrm>
              <a:off x="5678793" y="2847573"/>
              <a:ext cx="26234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1" name="îṥ1idé">
              <a:extLst>
                <a:ext uri="{FF2B5EF4-FFF2-40B4-BE49-F238E27FC236}">
                  <a16:creationId xmlns:a16="http://schemas.microsoft.com/office/drawing/2014/main" id="{DEFE64BD-E7D8-C575-3294-730C567B9237}"/>
                </a:ext>
              </a:extLst>
            </p:cNvPr>
            <p:cNvSpPr/>
            <p:nvPr/>
          </p:nvSpPr>
          <p:spPr bwMode="auto">
            <a:xfrm>
              <a:off x="5930735" y="2755117"/>
              <a:ext cx="250787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2" name="îSḻîḑé">
              <a:extLst>
                <a:ext uri="{FF2B5EF4-FFF2-40B4-BE49-F238E27FC236}">
                  <a16:creationId xmlns:a16="http://schemas.microsoft.com/office/drawing/2014/main" id="{3D91E928-ED85-F82D-5A9B-83A2209AF3B2}"/>
                </a:ext>
              </a:extLst>
            </p:cNvPr>
            <p:cNvSpPr/>
            <p:nvPr/>
          </p:nvSpPr>
          <p:spPr bwMode="auto">
            <a:xfrm>
              <a:off x="6231217" y="2755117"/>
              <a:ext cx="131750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3" name="íSľîḓè">
              <a:extLst>
                <a:ext uri="{FF2B5EF4-FFF2-40B4-BE49-F238E27FC236}">
                  <a16:creationId xmlns:a16="http://schemas.microsoft.com/office/drawing/2014/main" id="{8F4DAB75-0EC2-F3B5-CE84-83A28953CEFF}"/>
                </a:ext>
              </a:extLst>
            </p:cNvPr>
            <p:cNvSpPr/>
            <p:nvPr/>
          </p:nvSpPr>
          <p:spPr bwMode="auto">
            <a:xfrm>
              <a:off x="6419596" y="2755117"/>
              <a:ext cx="16179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4" name="îslïḍé">
              <a:extLst>
                <a:ext uri="{FF2B5EF4-FFF2-40B4-BE49-F238E27FC236}">
                  <a16:creationId xmlns:a16="http://schemas.microsoft.com/office/drawing/2014/main" id="{A373CEC4-1C3F-FF26-01E5-C331617A8873}"/>
                </a:ext>
              </a:extLst>
            </p:cNvPr>
            <p:cNvSpPr/>
            <p:nvPr/>
          </p:nvSpPr>
          <p:spPr bwMode="auto">
            <a:xfrm>
              <a:off x="6198857" y="2847573"/>
              <a:ext cx="29239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5" name="îṥ1ïḍe">
              <a:extLst>
                <a:ext uri="{FF2B5EF4-FFF2-40B4-BE49-F238E27FC236}">
                  <a16:creationId xmlns:a16="http://schemas.microsoft.com/office/drawing/2014/main" id="{F567D77D-4B4B-FA6C-594D-EF87616E66E8}"/>
                </a:ext>
              </a:extLst>
            </p:cNvPr>
            <p:cNvSpPr/>
            <p:nvPr/>
          </p:nvSpPr>
          <p:spPr bwMode="auto">
            <a:xfrm>
              <a:off x="5296257" y="2937717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6" name="is1íḓé">
              <a:extLst>
                <a:ext uri="{FF2B5EF4-FFF2-40B4-BE49-F238E27FC236}">
                  <a16:creationId xmlns:a16="http://schemas.microsoft.com/office/drawing/2014/main" id="{41F7318B-246B-E216-CA5E-39C8109AAD24}"/>
                </a:ext>
              </a:extLst>
            </p:cNvPr>
            <p:cNvSpPr/>
            <p:nvPr/>
          </p:nvSpPr>
          <p:spPr bwMode="auto">
            <a:xfrm>
              <a:off x="5296257" y="3030173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7" name="íṥľiḋê">
              <a:extLst>
                <a:ext uri="{FF2B5EF4-FFF2-40B4-BE49-F238E27FC236}">
                  <a16:creationId xmlns:a16="http://schemas.microsoft.com/office/drawing/2014/main" id="{C2B92A48-2335-5837-6A67-31ED0B0B09CA}"/>
                </a:ext>
              </a:extLst>
            </p:cNvPr>
            <p:cNvSpPr/>
            <p:nvPr/>
          </p:nvSpPr>
          <p:spPr bwMode="auto">
            <a:xfrm>
              <a:off x="5678793" y="2937717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8" name="ïṥḷíďé">
              <a:extLst>
                <a:ext uri="{FF2B5EF4-FFF2-40B4-BE49-F238E27FC236}">
                  <a16:creationId xmlns:a16="http://schemas.microsoft.com/office/drawing/2014/main" id="{DBAD630D-8A77-CC14-5E7B-668D5AE6916B}"/>
                </a:ext>
              </a:extLst>
            </p:cNvPr>
            <p:cNvSpPr/>
            <p:nvPr/>
          </p:nvSpPr>
          <p:spPr bwMode="auto">
            <a:xfrm>
              <a:off x="5678793" y="3030173"/>
              <a:ext cx="53624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9" name="iṥľiḓé">
              <a:extLst>
                <a:ext uri="{FF2B5EF4-FFF2-40B4-BE49-F238E27FC236}">
                  <a16:creationId xmlns:a16="http://schemas.microsoft.com/office/drawing/2014/main" id="{F4F35F05-0DC9-3A34-1E85-95B9A8A1E19B}"/>
                </a:ext>
              </a:extLst>
            </p:cNvPr>
            <p:cNvSpPr/>
            <p:nvPr/>
          </p:nvSpPr>
          <p:spPr bwMode="auto">
            <a:xfrm>
              <a:off x="5930735" y="2937717"/>
              <a:ext cx="32475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0" name="íṣ1îḍè">
              <a:extLst>
                <a:ext uri="{FF2B5EF4-FFF2-40B4-BE49-F238E27FC236}">
                  <a16:creationId xmlns:a16="http://schemas.microsoft.com/office/drawing/2014/main" id="{D6348EFE-FDAD-303B-9E5D-3AE28080F757}"/>
                </a:ext>
              </a:extLst>
            </p:cNvPr>
            <p:cNvSpPr/>
            <p:nvPr/>
          </p:nvSpPr>
          <p:spPr bwMode="auto">
            <a:xfrm>
              <a:off x="6321361" y="2937717"/>
              <a:ext cx="169888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1" name="îŝļïḍè">
              <a:extLst>
                <a:ext uri="{FF2B5EF4-FFF2-40B4-BE49-F238E27FC236}">
                  <a16:creationId xmlns:a16="http://schemas.microsoft.com/office/drawing/2014/main" id="{2BF57019-E437-A90B-95DA-99DB6C101CFE}"/>
                </a:ext>
              </a:extLst>
            </p:cNvPr>
            <p:cNvSpPr/>
            <p:nvPr/>
          </p:nvSpPr>
          <p:spPr bwMode="auto">
            <a:xfrm>
              <a:off x="6565214" y="2937717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2" name="îSľïḋè">
              <a:extLst>
                <a:ext uri="{FF2B5EF4-FFF2-40B4-BE49-F238E27FC236}">
                  <a16:creationId xmlns:a16="http://schemas.microsoft.com/office/drawing/2014/main" id="{2A385EEB-4E58-7441-B17A-07531036BBFB}"/>
                </a:ext>
              </a:extLst>
            </p:cNvPr>
            <p:cNvSpPr/>
            <p:nvPr/>
          </p:nvSpPr>
          <p:spPr bwMode="auto">
            <a:xfrm>
              <a:off x="6280912" y="3030173"/>
              <a:ext cx="30048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3" name="ïṩḷíďê">
              <a:extLst>
                <a:ext uri="{FF2B5EF4-FFF2-40B4-BE49-F238E27FC236}">
                  <a16:creationId xmlns:a16="http://schemas.microsoft.com/office/drawing/2014/main" id="{AA14D33A-AC6B-FA67-39AF-50807FB773DB}"/>
                </a:ext>
              </a:extLst>
            </p:cNvPr>
            <p:cNvSpPr/>
            <p:nvPr/>
          </p:nvSpPr>
          <p:spPr bwMode="auto">
            <a:xfrm>
              <a:off x="6001233" y="2847573"/>
              <a:ext cx="123660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4" name="îṩļíḓê">
              <a:extLst>
                <a:ext uri="{FF2B5EF4-FFF2-40B4-BE49-F238E27FC236}">
                  <a16:creationId xmlns:a16="http://schemas.microsoft.com/office/drawing/2014/main" id="{B0E30E56-4B0D-0C9F-BD74-F84E43E112F3}"/>
                </a:ext>
              </a:extLst>
            </p:cNvPr>
            <p:cNvSpPr/>
            <p:nvPr/>
          </p:nvSpPr>
          <p:spPr bwMode="auto">
            <a:xfrm>
              <a:off x="5061650" y="3211618"/>
              <a:ext cx="31088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5" name="îSľíde">
              <a:extLst>
                <a:ext uri="{FF2B5EF4-FFF2-40B4-BE49-F238E27FC236}">
                  <a16:creationId xmlns:a16="http://schemas.microsoft.com/office/drawing/2014/main" id="{263C41D2-9580-47CC-FDD3-3E79474082FB}"/>
                </a:ext>
              </a:extLst>
            </p:cNvPr>
            <p:cNvSpPr/>
            <p:nvPr/>
          </p:nvSpPr>
          <p:spPr bwMode="auto">
            <a:xfrm>
              <a:off x="5061650" y="3304074"/>
              <a:ext cx="5027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6" name="îŝ1iḍé">
              <a:extLst>
                <a:ext uri="{FF2B5EF4-FFF2-40B4-BE49-F238E27FC236}">
                  <a16:creationId xmlns:a16="http://schemas.microsoft.com/office/drawing/2014/main" id="{3DE3BA68-C164-2A73-96C4-3D10A718D4AF}"/>
                </a:ext>
              </a:extLst>
            </p:cNvPr>
            <p:cNvSpPr/>
            <p:nvPr/>
          </p:nvSpPr>
          <p:spPr bwMode="auto">
            <a:xfrm>
              <a:off x="5296257" y="3394218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7" name="íS1íḓê">
              <a:extLst>
                <a:ext uri="{FF2B5EF4-FFF2-40B4-BE49-F238E27FC236}">
                  <a16:creationId xmlns:a16="http://schemas.microsoft.com/office/drawing/2014/main" id="{75D9AD4C-51CB-2A71-76DB-203B1BF8AA2C}"/>
                </a:ext>
              </a:extLst>
            </p:cNvPr>
            <p:cNvSpPr/>
            <p:nvPr/>
          </p:nvSpPr>
          <p:spPr bwMode="auto">
            <a:xfrm>
              <a:off x="5296257" y="3486674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8" name="íśliḋe">
              <a:extLst>
                <a:ext uri="{FF2B5EF4-FFF2-40B4-BE49-F238E27FC236}">
                  <a16:creationId xmlns:a16="http://schemas.microsoft.com/office/drawing/2014/main" id="{D813A901-A21C-F2EE-AF6B-ECD1643ECB64}"/>
                </a:ext>
              </a:extLst>
            </p:cNvPr>
            <p:cNvSpPr/>
            <p:nvPr/>
          </p:nvSpPr>
          <p:spPr bwMode="auto">
            <a:xfrm>
              <a:off x="5498504" y="3576818"/>
              <a:ext cx="286613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9" name="ïšḷiḓê">
              <a:extLst>
                <a:ext uri="{FF2B5EF4-FFF2-40B4-BE49-F238E27FC236}">
                  <a16:creationId xmlns:a16="http://schemas.microsoft.com/office/drawing/2014/main" id="{1407F993-B4CC-55EF-C4DF-8119E256964B}"/>
                </a:ext>
              </a:extLst>
            </p:cNvPr>
            <p:cNvSpPr/>
            <p:nvPr/>
          </p:nvSpPr>
          <p:spPr bwMode="auto">
            <a:xfrm>
              <a:off x="5477701" y="3211618"/>
              <a:ext cx="294703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0" name="ïṡḻîḋè">
              <a:extLst>
                <a:ext uri="{FF2B5EF4-FFF2-40B4-BE49-F238E27FC236}">
                  <a16:creationId xmlns:a16="http://schemas.microsoft.com/office/drawing/2014/main" id="{05384563-9598-522E-AE34-B665FAA51ACE}"/>
                </a:ext>
              </a:extLst>
            </p:cNvPr>
            <p:cNvSpPr/>
            <p:nvPr/>
          </p:nvSpPr>
          <p:spPr bwMode="auto">
            <a:xfrm>
              <a:off x="5848681" y="3211618"/>
              <a:ext cx="14792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1" name="is1íḋé">
              <a:extLst>
                <a:ext uri="{FF2B5EF4-FFF2-40B4-BE49-F238E27FC236}">
                  <a16:creationId xmlns:a16="http://schemas.microsoft.com/office/drawing/2014/main" id="{5F24604C-8E82-AF7F-FD24-6E5DAA461202}"/>
                </a:ext>
              </a:extLst>
            </p:cNvPr>
            <p:cNvSpPr/>
            <p:nvPr/>
          </p:nvSpPr>
          <p:spPr bwMode="auto">
            <a:xfrm>
              <a:off x="6092533" y="3211618"/>
              <a:ext cx="47268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2" name="iş1ídê">
              <a:extLst>
                <a:ext uri="{FF2B5EF4-FFF2-40B4-BE49-F238E27FC236}">
                  <a16:creationId xmlns:a16="http://schemas.microsoft.com/office/drawing/2014/main" id="{896A6FCE-6497-2C85-1429-17C403268654}"/>
                </a:ext>
              </a:extLst>
            </p:cNvPr>
            <p:cNvSpPr/>
            <p:nvPr/>
          </p:nvSpPr>
          <p:spPr bwMode="auto">
            <a:xfrm>
              <a:off x="5648745" y="3304074"/>
              <a:ext cx="298170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3" name="ïṡḷîdè">
              <a:extLst>
                <a:ext uri="{FF2B5EF4-FFF2-40B4-BE49-F238E27FC236}">
                  <a16:creationId xmlns:a16="http://schemas.microsoft.com/office/drawing/2014/main" id="{032E89AF-28B3-76EA-1A60-AA20796D70BD}"/>
                </a:ext>
              </a:extLst>
            </p:cNvPr>
            <p:cNvSpPr/>
            <p:nvPr/>
          </p:nvSpPr>
          <p:spPr bwMode="auto">
            <a:xfrm>
              <a:off x="5678793" y="3394218"/>
              <a:ext cx="331685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4" name="îṡḷiḑe">
              <a:extLst>
                <a:ext uri="{FF2B5EF4-FFF2-40B4-BE49-F238E27FC236}">
                  <a16:creationId xmlns:a16="http://schemas.microsoft.com/office/drawing/2014/main" id="{7249DF72-2E0A-5FC7-6195-8496F08E419D}"/>
                </a:ext>
              </a:extLst>
            </p:cNvPr>
            <p:cNvSpPr/>
            <p:nvPr/>
          </p:nvSpPr>
          <p:spPr bwMode="auto">
            <a:xfrm>
              <a:off x="5678793" y="3486674"/>
              <a:ext cx="225361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5" name="íṩḻiḋe">
              <a:extLst>
                <a:ext uri="{FF2B5EF4-FFF2-40B4-BE49-F238E27FC236}">
                  <a16:creationId xmlns:a16="http://schemas.microsoft.com/office/drawing/2014/main" id="{AA0F24EE-C65C-C4C0-387C-38A39FF2BAD0}"/>
                </a:ext>
              </a:extLst>
            </p:cNvPr>
            <p:cNvSpPr/>
            <p:nvPr/>
          </p:nvSpPr>
          <p:spPr bwMode="auto">
            <a:xfrm>
              <a:off x="6092533" y="3394218"/>
              <a:ext cx="248475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6" name="îŝḷîḍé">
              <a:extLst>
                <a:ext uri="{FF2B5EF4-FFF2-40B4-BE49-F238E27FC236}">
                  <a16:creationId xmlns:a16="http://schemas.microsoft.com/office/drawing/2014/main" id="{E3180C81-62E4-FA2E-3BB3-A42DC07E7BB6}"/>
                </a:ext>
              </a:extLst>
            </p:cNvPr>
            <p:cNvSpPr/>
            <p:nvPr/>
          </p:nvSpPr>
          <p:spPr bwMode="auto">
            <a:xfrm>
              <a:off x="5971185" y="3486674"/>
              <a:ext cx="434543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7" name="ïš1îdè">
              <a:extLst>
                <a:ext uri="{FF2B5EF4-FFF2-40B4-BE49-F238E27FC236}">
                  <a16:creationId xmlns:a16="http://schemas.microsoft.com/office/drawing/2014/main" id="{88A0190B-0BF0-D5B2-9D6D-E2D9511BDBBA}"/>
                </a:ext>
              </a:extLst>
            </p:cNvPr>
            <p:cNvSpPr/>
            <p:nvPr/>
          </p:nvSpPr>
          <p:spPr bwMode="auto">
            <a:xfrm>
              <a:off x="6461201" y="3486674"/>
              <a:ext cx="110947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8" name="iṥḻïḍè">
              <a:extLst>
                <a:ext uri="{FF2B5EF4-FFF2-40B4-BE49-F238E27FC236}">
                  <a16:creationId xmlns:a16="http://schemas.microsoft.com/office/drawing/2014/main" id="{DD6426DB-4FFF-628C-5AD9-E51314144CAC}"/>
                </a:ext>
              </a:extLst>
            </p:cNvPr>
            <p:cNvSpPr/>
            <p:nvPr/>
          </p:nvSpPr>
          <p:spPr bwMode="auto">
            <a:xfrm>
              <a:off x="5864860" y="3576818"/>
              <a:ext cx="212649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9" name="ísľîďê">
              <a:extLst>
                <a:ext uri="{FF2B5EF4-FFF2-40B4-BE49-F238E27FC236}">
                  <a16:creationId xmlns:a16="http://schemas.microsoft.com/office/drawing/2014/main" id="{FBE79128-57E1-454B-9E39-A0E021B73F02}"/>
                </a:ext>
              </a:extLst>
            </p:cNvPr>
            <p:cNvSpPr/>
            <p:nvPr/>
          </p:nvSpPr>
          <p:spPr bwMode="auto">
            <a:xfrm>
              <a:off x="6124892" y="3576818"/>
              <a:ext cx="394093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0" name="îṧľïdé">
              <a:extLst>
                <a:ext uri="{FF2B5EF4-FFF2-40B4-BE49-F238E27FC236}">
                  <a16:creationId xmlns:a16="http://schemas.microsoft.com/office/drawing/2014/main" id="{902549B5-294D-3154-82A1-1994033A244F}"/>
                </a:ext>
              </a:extLst>
            </p:cNvPr>
            <p:cNvSpPr/>
            <p:nvPr/>
          </p:nvSpPr>
          <p:spPr bwMode="auto">
            <a:xfrm>
              <a:off x="6577926" y="3576818"/>
              <a:ext cx="11788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1" name="îSḷiḓè">
              <a:extLst>
                <a:ext uri="{FF2B5EF4-FFF2-40B4-BE49-F238E27FC236}">
                  <a16:creationId xmlns:a16="http://schemas.microsoft.com/office/drawing/2014/main" id="{72409A79-7210-1810-E256-9712B7C88ABF}"/>
                </a:ext>
              </a:extLst>
            </p:cNvPr>
            <p:cNvSpPr/>
            <p:nvPr/>
          </p:nvSpPr>
          <p:spPr bwMode="auto">
            <a:xfrm>
              <a:off x="5296257" y="3759419"/>
              <a:ext cx="292392" cy="36982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2" name="is1iďe">
              <a:extLst>
                <a:ext uri="{FF2B5EF4-FFF2-40B4-BE49-F238E27FC236}">
                  <a16:creationId xmlns:a16="http://schemas.microsoft.com/office/drawing/2014/main" id="{A63342F0-AD8E-1B7B-CE80-2F202146AB3E}"/>
                </a:ext>
              </a:extLst>
            </p:cNvPr>
            <p:cNvSpPr/>
            <p:nvPr/>
          </p:nvSpPr>
          <p:spPr bwMode="auto">
            <a:xfrm>
              <a:off x="5296257" y="3850719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3" name="íşlîde">
              <a:extLst>
                <a:ext uri="{FF2B5EF4-FFF2-40B4-BE49-F238E27FC236}">
                  <a16:creationId xmlns:a16="http://schemas.microsoft.com/office/drawing/2014/main" id="{A999FDA2-A4B2-DABB-5076-4997D0046C3E}"/>
                </a:ext>
              </a:extLst>
            </p:cNvPr>
            <p:cNvSpPr/>
            <p:nvPr/>
          </p:nvSpPr>
          <p:spPr bwMode="auto">
            <a:xfrm>
              <a:off x="5678793" y="3759419"/>
              <a:ext cx="481926" cy="3698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4" name="iṥ1íďe">
              <a:extLst>
                <a:ext uri="{FF2B5EF4-FFF2-40B4-BE49-F238E27FC236}">
                  <a16:creationId xmlns:a16="http://schemas.microsoft.com/office/drawing/2014/main" id="{5354B49E-10C3-34BC-44DE-5906FA1DD898}"/>
                </a:ext>
              </a:extLst>
            </p:cNvPr>
            <p:cNvSpPr/>
            <p:nvPr/>
          </p:nvSpPr>
          <p:spPr bwMode="auto">
            <a:xfrm>
              <a:off x="5678793" y="3850719"/>
              <a:ext cx="26234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5" name="îSḷïdé">
              <a:extLst>
                <a:ext uri="{FF2B5EF4-FFF2-40B4-BE49-F238E27FC236}">
                  <a16:creationId xmlns:a16="http://schemas.microsoft.com/office/drawing/2014/main" id="{0F207507-133A-4F32-E3D6-7267C1613A7D}"/>
                </a:ext>
              </a:extLst>
            </p:cNvPr>
            <p:cNvSpPr/>
            <p:nvPr/>
          </p:nvSpPr>
          <p:spPr bwMode="auto">
            <a:xfrm>
              <a:off x="6231217" y="3759419"/>
              <a:ext cx="131750" cy="3698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6" name="işḻíde">
              <a:extLst>
                <a:ext uri="{FF2B5EF4-FFF2-40B4-BE49-F238E27FC236}">
                  <a16:creationId xmlns:a16="http://schemas.microsoft.com/office/drawing/2014/main" id="{D52887B1-0AD3-EC78-EF91-07379C49A26B}"/>
                </a:ext>
              </a:extLst>
            </p:cNvPr>
            <p:cNvSpPr/>
            <p:nvPr/>
          </p:nvSpPr>
          <p:spPr bwMode="auto">
            <a:xfrm>
              <a:off x="6419596" y="3759419"/>
              <a:ext cx="161798" cy="3698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7" name="îsḷîḑe">
              <a:extLst>
                <a:ext uri="{FF2B5EF4-FFF2-40B4-BE49-F238E27FC236}">
                  <a16:creationId xmlns:a16="http://schemas.microsoft.com/office/drawing/2014/main" id="{E7E83DB7-4889-D650-8A5C-079C1783AE29}"/>
                </a:ext>
              </a:extLst>
            </p:cNvPr>
            <p:cNvSpPr/>
            <p:nvPr/>
          </p:nvSpPr>
          <p:spPr bwMode="auto">
            <a:xfrm>
              <a:off x="6198857" y="3850719"/>
              <a:ext cx="292392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8" name="í$líḋe">
              <a:extLst>
                <a:ext uri="{FF2B5EF4-FFF2-40B4-BE49-F238E27FC236}">
                  <a16:creationId xmlns:a16="http://schemas.microsoft.com/office/drawing/2014/main" id="{EE3C0C0F-549E-DC19-5385-4A21F75C1BB4}"/>
                </a:ext>
              </a:extLst>
            </p:cNvPr>
            <p:cNvSpPr/>
            <p:nvPr/>
          </p:nvSpPr>
          <p:spPr bwMode="auto">
            <a:xfrm>
              <a:off x="6001233" y="3850719"/>
              <a:ext cx="123660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9" name="îSḷíḓé">
              <a:extLst>
                <a:ext uri="{FF2B5EF4-FFF2-40B4-BE49-F238E27FC236}">
                  <a16:creationId xmlns:a16="http://schemas.microsoft.com/office/drawing/2014/main" id="{75F57943-532A-DC62-B276-E291AF283705}"/>
                </a:ext>
              </a:extLst>
            </p:cNvPr>
            <p:cNvSpPr/>
            <p:nvPr/>
          </p:nvSpPr>
          <p:spPr bwMode="auto">
            <a:xfrm>
              <a:off x="5061650" y="4000960"/>
              <a:ext cx="310883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0" name="îs1îḍé">
              <a:extLst>
                <a:ext uri="{FF2B5EF4-FFF2-40B4-BE49-F238E27FC236}">
                  <a16:creationId xmlns:a16="http://schemas.microsoft.com/office/drawing/2014/main" id="{E1B80F5A-0E78-D35B-18F1-B69F3191561C}"/>
                </a:ext>
              </a:extLst>
            </p:cNvPr>
            <p:cNvSpPr/>
            <p:nvPr/>
          </p:nvSpPr>
          <p:spPr bwMode="auto">
            <a:xfrm>
              <a:off x="5061650" y="4091104"/>
              <a:ext cx="5027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1" name="îṡḻíďê">
              <a:extLst>
                <a:ext uri="{FF2B5EF4-FFF2-40B4-BE49-F238E27FC236}">
                  <a16:creationId xmlns:a16="http://schemas.microsoft.com/office/drawing/2014/main" id="{C9A651AD-1EA6-01D8-8D91-25713ED787C9}"/>
                </a:ext>
              </a:extLst>
            </p:cNvPr>
            <p:cNvSpPr/>
            <p:nvPr/>
          </p:nvSpPr>
          <p:spPr bwMode="auto">
            <a:xfrm>
              <a:off x="5296257" y="4183560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2" name="işḻidê">
              <a:extLst>
                <a:ext uri="{FF2B5EF4-FFF2-40B4-BE49-F238E27FC236}">
                  <a16:creationId xmlns:a16="http://schemas.microsoft.com/office/drawing/2014/main" id="{44670BC6-A536-9EB2-A6B4-C8C066A6B534}"/>
                </a:ext>
              </a:extLst>
            </p:cNvPr>
            <p:cNvSpPr/>
            <p:nvPr/>
          </p:nvSpPr>
          <p:spPr bwMode="auto">
            <a:xfrm>
              <a:off x="5296257" y="4273705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3" name="íŝḻïdé">
              <a:extLst>
                <a:ext uri="{FF2B5EF4-FFF2-40B4-BE49-F238E27FC236}">
                  <a16:creationId xmlns:a16="http://schemas.microsoft.com/office/drawing/2014/main" id="{7890D5F6-E57C-E5EA-2CFF-7B49D478BDDF}"/>
                </a:ext>
              </a:extLst>
            </p:cNvPr>
            <p:cNvSpPr/>
            <p:nvPr/>
          </p:nvSpPr>
          <p:spPr bwMode="auto">
            <a:xfrm>
              <a:off x="5498504" y="4366161"/>
              <a:ext cx="286613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4" name="ïṡḻîde">
              <a:extLst>
                <a:ext uri="{FF2B5EF4-FFF2-40B4-BE49-F238E27FC236}">
                  <a16:creationId xmlns:a16="http://schemas.microsoft.com/office/drawing/2014/main" id="{DA2B4C63-D18B-4CDF-0F8B-5CDEAACE5082}"/>
                </a:ext>
              </a:extLst>
            </p:cNvPr>
            <p:cNvSpPr/>
            <p:nvPr/>
          </p:nvSpPr>
          <p:spPr bwMode="auto">
            <a:xfrm>
              <a:off x="5477701" y="4000960"/>
              <a:ext cx="294703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5" name="ïŝlíḓê">
              <a:extLst>
                <a:ext uri="{FF2B5EF4-FFF2-40B4-BE49-F238E27FC236}">
                  <a16:creationId xmlns:a16="http://schemas.microsoft.com/office/drawing/2014/main" id="{C092E2D0-5FC1-C498-A078-D09387CEC148}"/>
                </a:ext>
              </a:extLst>
            </p:cNvPr>
            <p:cNvSpPr/>
            <p:nvPr/>
          </p:nvSpPr>
          <p:spPr bwMode="auto">
            <a:xfrm>
              <a:off x="5848681" y="4000960"/>
              <a:ext cx="1479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6" name="ïṧḷiḓè">
              <a:extLst>
                <a:ext uri="{FF2B5EF4-FFF2-40B4-BE49-F238E27FC236}">
                  <a16:creationId xmlns:a16="http://schemas.microsoft.com/office/drawing/2014/main" id="{2A93E037-85E5-8E56-BA81-5981D6229304}"/>
                </a:ext>
              </a:extLst>
            </p:cNvPr>
            <p:cNvSpPr/>
            <p:nvPr/>
          </p:nvSpPr>
          <p:spPr bwMode="auto">
            <a:xfrm>
              <a:off x="6092533" y="4000960"/>
              <a:ext cx="68532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7" name="işlíde">
              <a:extLst>
                <a:ext uri="{FF2B5EF4-FFF2-40B4-BE49-F238E27FC236}">
                  <a16:creationId xmlns:a16="http://schemas.microsoft.com/office/drawing/2014/main" id="{A9DC2CDD-3876-D6DE-004C-D66542942DC0}"/>
                </a:ext>
              </a:extLst>
            </p:cNvPr>
            <p:cNvSpPr/>
            <p:nvPr/>
          </p:nvSpPr>
          <p:spPr bwMode="auto">
            <a:xfrm>
              <a:off x="5648745" y="4091104"/>
              <a:ext cx="298170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8" name="iṡḻïdê">
              <a:extLst>
                <a:ext uri="{FF2B5EF4-FFF2-40B4-BE49-F238E27FC236}">
                  <a16:creationId xmlns:a16="http://schemas.microsoft.com/office/drawing/2014/main" id="{1CE61A37-9D1B-5ACB-0F98-4B523CA6A87E}"/>
                </a:ext>
              </a:extLst>
            </p:cNvPr>
            <p:cNvSpPr/>
            <p:nvPr/>
          </p:nvSpPr>
          <p:spPr bwMode="auto">
            <a:xfrm>
              <a:off x="5678793" y="4183560"/>
              <a:ext cx="331685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9" name="îŝ1íďe">
              <a:extLst>
                <a:ext uri="{FF2B5EF4-FFF2-40B4-BE49-F238E27FC236}">
                  <a16:creationId xmlns:a16="http://schemas.microsoft.com/office/drawing/2014/main" id="{1060F839-BADF-06DA-10A9-004D7BC19509}"/>
                </a:ext>
              </a:extLst>
            </p:cNvPr>
            <p:cNvSpPr/>
            <p:nvPr/>
          </p:nvSpPr>
          <p:spPr bwMode="auto">
            <a:xfrm>
              <a:off x="5678793" y="4273705"/>
              <a:ext cx="225361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0" name="ïşlïḓe">
              <a:extLst>
                <a:ext uri="{FF2B5EF4-FFF2-40B4-BE49-F238E27FC236}">
                  <a16:creationId xmlns:a16="http://schemas.microsoft.com/office/drawing/2014/main" id="{09343C7D-E71B-7069-953F-4582DC58F7E6}"/>
                </a:ext>
              </a:extLst>
            </p:cNvPr>
            <p:cNvSpPr/>
            <p:nvPr/>
          </p:nvSpPr>
          <p:spPr bwMode="auto">
            <a:xfrm>
              <a:off x="6092533" y="4183560"/>
              <a:ext cx="248475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1" name="îşlïḋe">
              <a:extLst>
                <a:ext uri="{FF2B5EF4-FFF2-40B4-BE49-F238E27FC236}">
                  <a16:creationId xmlns:a16="http://schemas.microsoft.com/office/drawing/2014/main" id="{ED71C00E-F4C4-5808-3153-CD428E02C356}"/>
                </a:ext>
              </a:extLst>
            </p:cNvPr>
            <p:cNvSpPr/>
            <p:nvPr/>
          </p:nvSpPr>
          <p:spPr bwMode="auto">
            <a:xfrm>
              <a:off x="6406883" y="4183560"/>
              <a:ext cx="150241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2" name="íśḻîḑe">
              <a:extLst>
                <a:ext uri="{FF2B5EF4-FFF2-40B4-BE49-F238E27FC236}">
                  <a16:creationId xmlns:a16="http://schemas.microsoft.com/office/drawing/2014/main" id="{124799F9-E045-666D-70C7-DFC1539807C8}"/>
                </a:ext>
              </a:extLst>
            </p:cNvPr>
            <p:cNvSpPr/>
            <p:nvPr/>
          </p:nvSpPr>
          <p:spPr bwMode="auto">
            <a:xfrm>
              <a:off x="6631088" y="4183560"/>
              <a:ext cx="146774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3" name="íṡľîḑé">
              <a:extLst>
                <a:ext uri="{FF2B5EF4-FFF2-40B4-BE49-F238E27FC236}">
                  <a16:creationId xmlns:a16="http://schemas.microsoft.com/office/drawing/2014/main" id="{D65E1183-4D16-AD05-49F7-158E5552C18C}"/>
                </a:ext>
              </a:extLst>
            </p:cNvPr>
            <p:cNvSpPr/>
            <p:nvPr/>
          </p:nvSpPr>
          <p:spPr bwMode="auto">
            <a:xfrm>
              <a:off x="5971185" y="4273705"/>
              <a:ext cx="434543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4" name="işḷíḓê">
              <a:extLst>
                <a:ext uri="{FF2B5EF4-FFF2-40B4-BE49-F238E27FC236}">
                  <a16:creationId xmlns:a16="http://schemas.microsoft.com/office/drawing/2014/main" id="{550DA1B5-E5B7-98A8-C0DC-9C6162400877}"/>
                </a:ext>
              </a:extLst>
            </p:cNvPr>
            <p:cNvSpPr/>
            <p:nvPr/>
          </p:nvSpPr>
          <p:spPr bwMode="auto">
            <a:xfrm>
              <a:off x="6461201" y="4273705"/>
              <a:ext cx="110947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5" name="ïṩḻîḋê">
              <a:extLst>
                <a:ext uri="{FF2B5EF4-FFF2-40B4-BE49-F238E27FC236}">
                  <a16:creationId xmlns:a16="http://schemas.microsoft.com/office/drawing/2014/main" id="{8850DD08-846F-0AC9-5AD2-66CE5D850AC3}"/>
                </a:ext>
              </a:extLst>
            </p:cNvPr>
            <p:cNvSpPr/>
            <p:nvPr/>
          </p:nvSpPr>
          <p:spPr bwMode="auto">
            <a:xfrm>
              <a:off x="5864860" y="4366161"/>
              <a:ext cx="212649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6" name="iṡlïḓe">
              <a:extLst>
                <a:ext uri="{FF2B5EF4-FFF2-40B4-BE49-F238E27FC236}">
                  <a16:creationId xmlns:a16="http://schemas.microsoft.com/office/drawing/2014/main" id="{6AC629A8-D045-A137-9415-21C872BA3EBA}"/>
                </a:ext>
              </a:extLst>
            </p:cNvPr>
            <p:cNvSpPr/>
            <p:nvPr/>
          </p:nvSpPr>
          <p:spPr bwMode="auto">
            <a:xfrm>
              <a:off x="5296257" y="4547605"/>
              <a:ext cx="292392" cy="35827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7" name="ïś1ïḑé">
              <a:extLst>
                <a:ext uri="{FF2B5EF4-FFF2-40B4-BE49-F238E27FC236}">
                  <a16:creationId xmlns:a16="http://schemas.microsoft.com/office/drawing/2014/main" id="{7D409C39-95CD-C825-4ED1-15FEA5AACE52}"/>
                </a:ext>
              </a:extLst>
            </p:cNvPr>
            <p:cNvSpPr/>
            <p:nvPr/>
          </p:nvSpPr>
          <p:spPr bwMode="auto">
            <a:xfrm>
              <a:off x="5296257" y="4637750"/>
              <a:ext cx="292392" cy="38138"/>
            </a:xfrm>
            <a:prstGeom prst="rect">
              <a:avLst/>
            </a:prstGeom>
            <a:solidFill>
              <a:srgbClr val="9A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8" name="iş1ïďè">
              <a:extLst>
                <a:ext uri="{FF2B5EF4-FFF2-40B4-BE49-F238E27FC236}">
                  <a16:creationId xmlns:a16="http://schemas.microsoft.com/office/drawing/2014/main" id="{3421EA30-4E9B-6E5C-11BD-E8DBCB5EEB39}"/>
                </a:ext>
              </a:extLst>
            </p:cNvPr>
            <p:cNvSpPr/>
            <p:nvPr/>
          </p:nvSpPr>
          <p:spPr bwMode="auto">
            <a:xfrm>
              <a:off x="5678793" y="4547605"/>
              <a:ext cx="481926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9" name="î$ľíḓê">
              <a:extLst>
                <a:ext uri="{FF2B5EF4-FFF2-40B4-BE49-F238E27FC236}">
                  <a16:creationId xmlns:a16="http://schemas.microsoft.com/office/drawing/2014/main" id="{6DD5699A-3E88-4921-3A63-D0CC84E9B967}"/>
                </a:ext>
              </a:extLst>
            </p:cNvPr>
            <p:cNvSpPr/>
            <p:nvPr/>
          </p:nvSpPr>
          <p:spPr bwMode="auto">
            <a:xfrm>
              <a:off x="5678793" y="4637750"/>
              <a:ext cx="262344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0" name="î$líďê">
              <a:extLst>
                <a:ext uri="{FF2B5EF4-FFF2-40B4-BE49-F238E27FC236}">
                  <a16:creationId xmlns:a16="http://schemas.microsoft.com/office/drawing/2014/main" id="{DED61A9F-D987-AD55-57A0-BB8190417340}"/>
                </a:ext>
              </a:extLst>
            </p:cNvPr>
            <p:cNvSpPr/>
            <p:nvPr/>
          </p:nvSpPr>
          <p:spPr bwMode="auto">
            <a:xfrm>
              <a:off x="6231217" y="4547605"/>
              <a:ext cx="131750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1" name="iṣ1iḑè">
              <a:extLst>
                <a:ext uri="{FF2B5EF4-FFF2-40B4-BE49-F238E27FC236}">
                  <a16:creationId xmlns:a16="http://schemas.microsoft.com/office/drawing/2014/main" id="{7738A892-B6AF-80B5-3D16-8DDC7DFE39CD}"/>
                </a:ext>
              </a:extLst>
            </p:cNvPr>
            <p:cNvSpPr/>
            <p:nvPr/>
          </p:nvSpPr>
          <p:spPr bwMode="auto">
            <a:xfrm>
              <a:off x="6419596" y="4547605"/>
              <a:ext cx="161798" cy="35827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2" name="ïṥļíḓè">
              <a:extLst>
                <a:ext uri="{FF2B5EF4-FFF2-40B4-BE49-F238E27FC236}">
                  <a16:creationId xmlns:a16="http://schemas.microsoft.com/office/drawing/2014/main" id="{008EF75C-6D1A-5F28-BFE2-7248163F2010}"/>
                </a:ext>
              </a:extLst>
            </p:cNvPr>
            <p:cNvSpPr/>
            <p:nvPr/>
          </p:nvSpPr>
          <p:spPr bwMode="auto">
            <a:xfrm>
              <a:off x="6198857" y="4637750"/>
              <a:ext cx="292392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3" name="îṡľiḋé">
              <a:extLst>
                <a:ext uri="{FF2B5EF4-FFF2-40B4-BE49-F238E27FC236}">
                  <a16:creationId xmlns:a16="http://schemas.microsoft.com/office/drawing/2014/main" id="{8EA90B14-8221-B720-DA6B-F3855A3F0D84}"/>
                </a:ext>
              </a:extLst>
            </p:cNvPr>
            <p:cNvSpPr/>
            <p:nvPr/>
          </p:nvSpPr>
          <p:spPr bwMode="auto">
            <a:xfrm>
              <a:off x="6001233" y="4637750"/>
              <a:ext cx="123660" cy="3813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B766840-C6D1-CD71-FF41-CC00C93300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124" y="9032144"/>
            <a:ext cx="769390" cy="76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9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gradFill>
          <a:gsLst>
            <a:gs pos="0">
              <a:srgbClr val="184E5F"/>
            </a:gs>
            <a:gs pos="74000">
              <a:srgbClr val="213745"/>
            </a:gs>
            <a:gs pos="83000">
              <a:srgbClr val="1D2C3C"/>
            </a:gs>
            <a:gs pos="100000">
              <a:srgbClr val="0B202B"/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02158E4-F4BE-22BE-DBA5-34D9E0ABAF06}"/>
              </a:ext>
            </a:extLst>
          </p:cNvPr>
          <p:cNvSpPr/>
          <p:nvPr userDrawn="1"/>
        </p:nvSpPr>
        <p:spPr>
          <a:xfrm>
            <a:off x="303133" y="2048639"/>
            <a:ext cx="6251734" cy="5808721"/>
          </a:xfrm>
          <a:custGeom>
            <a:avLst/>
            <a:gdLst>
              <a:gd name="connsiteX0" fmla="*/ 3807697 w 6251734"/>
              <a:gd name="connsiteY0" fmla="*/ 5598000 h 5808721"/>
              <a:gd name="connsiteX1" fmla="*/ 3792649 w 6251734"/>
              <a:gd name="connsiteY1" fmla="*/ 5610966 h 5808721"/>
              <a:gd name="connsiteX2" fmla="*/ 3724407 w 6251734"/>
              <a:gd name="connsiteY2" fmla="*/ 5654281 h 5808721"/>
              <a:gd name="connsiteX3" fmla="*/ 3737518 w 6251734"/>
              <a:gd name="connsiteY3" fmla="*/ 5683584 h 5808721"/>
              <a:gd name="connsiteX4" fmla="*/ 3807904 w 6251734"/>
              <a:gd name="connsiteY4" fmla="*/ 5741855 h 5808721"/>
              <a:gd name="connsiteX5" fmla="*/ 3878291 w 6251734"/>
              <a:gd name="connsiteY5" fmla="*/ 5683584 h 5808721"/>
              <a:gd name="connsiteX6" fmla="*/ 3891370 w 6251734"/>
              <a:gd name="connsiteY6" fmla="*/ 5654352 h 5808721"/>
              <a:gd name="connsiteX7" fmla="*/ 3821929 w 6251734"/>
              <a:gd name="connsiteY7" fmla="*/ 5610228 h 5808721"/>
              <a:gd name="connsiteX8" fmla="*/ 3827101 w 6251734"/>
              <a:gd name="connsiteY8" fmla="*/ 5549255 h 5808721"/>
              <a:gd name="connsiteX9" fmla="*/ 3807904 w 6251734"/>
              <a:gd name="connsiteY9" fmla="*/ 5550689 h 5808721"/>
              <a:gd name="connsiteX10" fmla="*/ 3788212 w 6251734"/>
              <a:gd name="connsiteY10" fmla="*/ 5549599 h 5808721"/>
              <a:gd name="connsiteX11" fmla="*/ 3807470 w 6251734"/>
              <a:gd name="connsiteY11" fmla="*/ 5566172 h 5808721"/>
              <a:gd name="connsiteX12" fmla="*/ 3694058 w 6251734"/>
              <a:gd name="connsiteY12" fmla="*/ 5544387 h 5808721"/>
              <a:gd name="connsiteX13" fmla="*/ 3703452 w 6251734"/>
              <a:gd name="connsiteY13" fmla="*/ 5591293 h 5808721"/>
              <a:gd name="connsiteX14" fmla="*/ 3714172 w 6251734"/>
              <a:gd name="connsiteY14" fmla="*/ 5626491 h 5808721"/>
              <a:gd name="connsiteX15" fmla="*/ 3722717 w 6251734"/>
              <a:gd name="connsiteY15" fmla="*/ 5622628 h 5808721"/>
              <a:gd name="connsiteX16" fmla="*/ 3788068 w 6251734"/>
              <a:gd name="connsiteY16" fmla="*/ 5581136 h 5808721"/>
              <a:gd name="connsiteX17" fmla="*/ 3748826 w 6251734"/>
              <a:gd name="connsiteY17" fmla="*/ 5547419 h 5808721"/>
              <a:gd name="connsiteX18" fmla="*/ 3922198 w 6251734"/>
              <a:gd name="connsiteY18" fmla="*/ 5542152 h 5808721"/>
              <a:gd name="connsiteX19" fmla="*/ 3867799 w 6251734"/>
              <a:gd name="connsiteY19" fmla="*/ 5546215 h 5808721"/>
              <a:gd name="connsiteX20" fmla="*/ 3827145 w 6251734"/>
              <a:gd name="connsiteY20" fmla="*/ 5581244 h 5808721"/>
              <a:gd name="connsiteX21" fmla="*/ 3901775 w 6251734"/>
              <a:gd name="connsiteY21" fmla="*/ 5626039 h 5808721"/>
              <a:gd name="connsiteX22" fmla="*/ 3912357 w 6251734"/>
              <a:gd name="connsiteY22" fmla="*/ 5591293 h 5808721"/>
              <a:gd name="connsiteX23" fmla="*/ 3568695 w 6251734"/>
              <a:gd name="connsiteY23" fmla="*/ 5521810 h 5808721"/>
              <a:gd name="connsiteX24" fmla="*/ 3557706 w 6251734"/>
              <a:gd name="connsiteY24" fmla="*/ 5550648 h 5808721"/>
              <a:gd name="connsiteX25" fmla="*/ 3566160 w 6251734"/>
              <a:gd name="connsiteY25" fmla="*/ 5641559 h 5808721"/>
              <a:gd name="connsiteX26" fmla="*/ 3672538 w 6251734"/>
              <a:gd name="connsiteY26" fmla="*/ 5645312 h 5808721"/>
              <a:gd name="connsiteX27" fmla="*/ 3686711 w 6251734"/>
              <a:gd name="connsiteY27" fmla="*/ 5638905 h 5808721"/>
              <a:gd name="connsiteX28" fmla="*/ 3683653 w 6251734"/>
              <a:gd name="connsiteY28" fmla="*/ 5628857 h 5808721"/>
              <a:gd name="connsiteX29" fmla="*/ 3669753 w 6251734"/>
              <a:gd name="connsiteY29" fmla="*/ 5559542 h 5808721"/>
              <a:gd name="connsiteX30" fmla="*/ 3668350 w 6251734"/>
              <a:gd name="connsiteY30" fmla="*/ 5540767 h 5808721"/>
              <a:gd name="connsiteX31" fmla="*/ 3579717 w 6251734"/>
              <a:gd name="connsiteY31" fmla="*/ 5525147 h 5808721"/>
              <a:gd name="connsiteX32" fmla="*/ 4046585 w 6251734"/>
              <a:gd name="connsiteY32" fmla="*/ 5520939 h 5808721"/>
              <a:gd name="connsiteX33" fmla="*/ 3966777 w 6251734"/>
              <a:gd name="connsiteY33" fmla="*/ 5538822 h 5808721"/>
              <a:gd name="connsiteX34" fmla="*/ 3947602 w 6251734"/>
              <a:gd name="connsiteY34" fmla="*/ 5540254 h 5808721"/>
              <a:gd name="connsiteX35" fmla="*/ 3946176 w 6251734"/>
              <a:gd name="connsiteY35" fmla="*/ 5559542 h 5808721"/>
              <a:gd name="connsiteX36" fmla="*/ 3932381 w 6251734"/>
              <a:gd name="connsiteY36" fmla="*/ 5628857 h 5808721"/>
              <a:gd name="connsiteX37" fmla="*/ 3929132 w 6251734"/>
              <a:gd name="connsiteY37" fmla="*/ 5639587 h 5808721"/>
              <a:gd name="connsiteX38" fmla="*/ 3958740 w 6251734"/>
              <a:gd name="connsiteY38" fmla="*/ 5650869 h 5808721"/>
              <a:gd name="connsiteX39" fmla="*/ 4049650 w 6251734"/>
              <a:gd name="connsiteY39" fmla="*/ 5642415 h 5808721"/>
              <a:gd name="connsiteX40" fmla="*/ 4058104 w 6251734"/>
              <a:gd name="connsiteY40" fmla="*/ 5551128 h 5808721"/>
              <a:gd name="connsiteX41" fmla="*/ 3688846 w 6251734"/>
              <a:gd name="connsiteY41" fmla="*/ 5493292 h 5808721"/>
              <a:gd name="connsiteX42" fmla="*/ 3690677 w 6251734"/>
              <a:gd name="connsiteY42" fmla="*/ 5517905 h 5808721"/>
              <a:gd name="connsiteX43" fmla="*/ 3706306 w 6251734"/>
              <a:gd name="connsiteY43" fmla="*/ 5520689 h 5808721"/>
              <a:gd name="connsiteX44" fmla="*/ 3718556 w 6251734"/>
              <a:gd name="connsiteY44" fmla="*/ 5521412 h 5808721"/>
              <a:gd name="connsiteX45" fmla="*/ 3700748 w 6251734"/>
              <a:gd name="connsiteY45" fmla="*/ 5506112 h 5808721"/>
              <a:gd name="connsiteX46" fmla="*/ 3927084 w 6251734"/>
              <a:gd name="connsiteY46" fmla="*/ 5491676 h 5808721"/>
              <a:gd name="connsiteX47" fmla="*/ 3913348 w 6251734"/>
              <a:gd name="connsiteY47" fmla="*/ 5506970 h 5808721"/>
              <a:gd name="connsiteX48" fmla="*/ 3898270 w 6251734"/>
              <a:gd name="connsiteY48" fmla="*/ 5519961 h 5808721"/>
              <a:gd name="connsiteX49" fmla="*/ 3925127 w 6251734"/>
              <a:gd name="connsiteY49" fmla="*/ 5517962 h 5808721"/>
              <a:gd name="connsiteX50" fmla="*/ 2666906 w 6251734"/>
              <a:gd name="connsiteY50" fmla="*/ 5428104 h 5808721"/>
              <a:gd name="connsiteX51" fmla="*/ 2906936 w 6251734"/>
              <a:gd name="connsiteY51" fmla="*/ 5566121 h 5808721"/>
              <a:gd name="connsiteX52" fmla="*/ 2986661 w 6251734"/>
              <a:gd name="connsiteY52" fmla="*/ 5428961 h 5808721"/>
              <a:gd name="connsiteX53" fmla="*/ 2421698 w 6251734"/>
              <a:gd name="connsiteY53" fmla="*/ 5427947 h 5808721"/>
              <a:gd name="connsiteX54" fmla="*/ 2911499 w 6251734"/>
              <a:gd name="connsiteY54" fmla="*/ 5711122 h 5808721"/>
              <a:gd name="connsiteX55" fmla="*/ 2873313 w 6251734"/>
              <a:gd name="connsiteY55" fmla="*/ 5777171 h 5808721"/>
              <a:gd name="connsiteX56" fmla="*/ 2383512 w 6251734"/>
              <a:gd name="connsiteY56" fmla="*/ 5493996 h 5808721"/>
              <a:gd name="connsiteX57" fmla="*/ 3626020 w 6251734"/>
              <a:gd name="connsiteY57" fmla="*/ 5422235 h 5808721"/>
              <a:gd name="connsiteX58" fmla="*/ 3598818 w 6251734"/>
              <a:gd name="connsiteY58" fmla="*/ 5461243 h 5808721"/>
              <a:gd name="connsiteX59" fmla="*/ 3581388 w 6251734"/>
              <a:gd name="connsiteY59" fmla="*/ 5494011 h 5808721"/>
              <a:gd name="connsiteX60" fmla="*/ 3616801 w 6251734"/>
              <a:gd name="connsiteY60" fmla="*/ 5504746 h 5808721"/>
              <a:gd name="connsiteX61" fmla="*/ 3666318 w 6251734"/>
              <a:gd name="connsiteY61" fmla="*/ 5513566 h 5808721"/>
              <a:gd name="connsiteX62" fmla="*/ 3662700 w 6251734"/>
              <a:gd name="connsiteY62" fmla="*/ 5465131 h 5808721"/>
              <a:gd name="connsiteX63" fmla="*/ 3644732 w 6251734"/>
              <a:gd name="connsiteY63" fmla="*/ 5445778 h 5808721"/>
              <a:gd name="connsiteX64" fmla="*/ 3990100 w 6251734"/>
              <a:gd name="connsiteY64" fmla="*/ 5421513 h 5808721"/>
              <a:gd name="connsiteX65" fmla="*/ 3953357 w 6251734"/>
              <a:gd name="connsiteY65" fmla="*/ 5462423 h 5808721"/>
              <a:gd name="connsiteX66" fmla="*/ 3949475 w 6251734"/>
              <a:gd name="connsiteY66" fmla="*/ 5514925 h 5808721"/>
              <a:gd name="connsiteX67" fmla="*/ 4025703 w 6251734"/>
              <a:gd name="connsiteY67" fmla="*/ 5497859 h 5808721"/>
              <a:gd name="connsiteX68" fmla="*/ 4034309 w 6251734"/>
              <a:gd name="connsiteY68" fmla="*/ 5494362 h 5808721"/>
              <a:gd name="connsiteX69" fmla="*/ 4016993 w 6251734"/>
              <a:gd name="connsiteY69" fmla="*/ 5461874 h 5808721"/>
              <a:gd name="connsiteX70" fmla="*/ 3956426 w 6251734"/>
              <a:gd name="connsiteY70" fmla="*/ 5380419 h 5808721"/>
              <a:gd name="connsiteX71" fmla="*/ 3957923 w 6251734"/>
              <a:gd name="connsiteY71" fmla="*/ 5400670 h 5808721"/>
              <a:gd name="connsiteX72" fmla="*/ 3956295 w 6251734"/>
              <a:gd name="connsiteY72" fmla="*/ 5422687 h 5808721"/>
              <a:gd name="connsiteX73" fmla="*/ 3964989 w 6251734"/>
              <a:gd name="connsiteY73" fmla="*/ 5412959 h 5808721"/>
              <a:gd name="connsiteX74" fmla="*/ 3973699 w 6251734"/>
              <a:gd name="connsiteY74" fmla="*/ 5400468 h 5808721"/>
              <a:gd name="connsiteX75" fmla="*/ 3659650 w 6251734"/>
              <a:gd name="connsiteY75" fmla="*/ 5376790 h 5808721"/>
              <a:gd name="connsiteX76" fmla="*/ 3650822 w 6251734"/>
              <a:gd name="connsiteY76" fmla="*/ 5386669 h 5808721"/>
              <a:gd name="connsiteX77" fmla="*/ 3641492 w 6251734"/>
              <a:gd name="connsiteY77" fmla="*/ 5400048 h 5808721"/>
              <a:gd name="connsiteX78" fmla="*/ 3659392 w 6251734"/>
              <a:gd name="connsiteY78" fmla="*/ 5420848 h 5808721"/>
              <a:gd name="connsiteX79" fmla="*/ 3657885 w 6251734"/>
              <a:gd name="connsiteY79" fmla="*/ 5400670 h 5808721"/>
              <a:gd name="connsiteX80" fmla="*/ 2450878 w 6251734"/>
              <a:gd name="connsiteY80" fmla="*/ 5356093 h 5808721"/>
              <a:gd name="connsiteX81" fmla="*/ 3103247 w 6251734"/>
              <a:gd name="connsiteY81" fmla="*/ 5381811 h 5808721"/>
              <a:gd name="connsiteX82" fmla="*/ 2950656 w 6251734"/>
              <a:gd name="connsiteY82" fmla="*/ 5644988 h 5808721"/>
              <a:gd name="connsiteX83" fmla="*/ 3808763 w 6251734"/>
              <a:gd name="connsiteY83" fmla="*/ 5338091 h 5808721"/>
              <a:gd name="connsiteX84" fmla="*/ 3871342 w 6251734"/>
              <a:gd name="connsiteY84" fmla="*/ 5400671 h 5808721"/>
              <a:gd name="connsiteX85" fmla="*/ 3808763 w 6251734"/>
              <a:gd name="connsiteY85" fmla="*/ 5463250 h 5808721"/>
              <a:gd name="connsiteX86" fmla="*/ 3746183 w 6251734"/>
              <a:gd name="connsiteY86" fmla="*/ 5400671 h 5808721"/>
              <a:gd name="connsiteX87" fmla="*/ 3808763 w 6251734"/>
              <a:gd name="connsiteY87" fmla="*/ 5338091 h 5808721"/>
              <a:gd name="connsiteX88" fmla="*/ 3553198 w 6251734"/>
              <a:gd name="connsiteY88" fmla="*/ 5318476 h 5808721"/>
              <a:gd name="connsiteX89" fmla="*/ 3524133 w 6251734"/>
              <a:gd name="connsiteY89" fmla="*/ 5330284 h 5808721"/>
              <a:gd name="connsiteX90" fmla="*/ 3465862 w 6251734"/>
              <a:gd name="connsiteY90" fmla="*/ 5400670 h 5808721"/>
              <a:gd name="connsiteX91" fmla="*/ 3524359 w 6251734"/>
              <a:gd name="connsiteY91" fmla="*/ 5470831 h 5808721"/>
              <a:gd name="connsiteX92" fmla="*/ 3552494 w 6251734"/>
              <a:gd name="connsiteY92" fmla="*/ 5483326 h 5808721"/>
              <a:gd name="connsiteX93" fmla="*/ 3557534 w 6251734"/>
              <a:gd name="connsiteY93" fmla="*/ 5473887 h 5808721"/>
              <a:gd name="connsiteX94" fmla="*/ 3608797 w 6251734"/>
              <a:gd name="connsiteY94" fmla="*/ 5400567 h 5808721"/>
              <a:gd name="connsiteX95" fmla="*/ 3596753 w 6251734"/>
              <a:gd name="connsiteY95" fmla="*/ 5385414 h 5808721"/>
              <a:gd name="connsiteX96" fmla="*/ 3557534 w 6251734"/>
              <a:gd name="connsiteY96" fmla="*/ 5326597 h 5808721"/>
              <a:gd name="connsiteX97" fmla="*/ 4062445 w 6251734"/>
              <a:gd name="connsiteY97" fmla="*/ 5317336 h 5808721"/>
              <a:gd name="connsiteX98" fmla="*/ 4057165 w 6251734"/>
              <a:gd name="connsiteY98" fmla="*/ 5327229 h 5808721"/>
              <a:gd name="connsiteX99" fmla="*/ 4006091 w 6251734"/>
              <a:gd name="connsiteY99" fmla="*/ 5400156 h 5808721"/>
              <a:gd name="connsiteX100" fmla="*/ 4017343 w 6251734"/>
              <a:gd name="connsiteY100" fmla="*/ 5414333 h 5808721"/>
              <a:gd name="connsiteX101" fmla="*/ 4056562 w 6251734"/>
              <a:gd name="connsiteY101" fmla="*/ 5473256 h 5808721"/>
              <a:gd name="connsiteX102" fmla="*/ 4061849 w 6251734"/>
              <a:gd name="connsiteY102" fmla="*/ 5483174 h 5808721"/>
              <a:gd name="connsiteX103" fmla="*/ 4091676 w 6251734"/>
              <a:gd name="connsiteY103" fmla="*/ 5471057 h 5808721"/>
              <a:gd name="connsiteX104" fmla="*/ 4149947 w 6251734"/>
              <a:gd name="connsiteY104" fmla="*/ 5400670 h 5808721"/>
              <a:gd name="connsiteX105" fmla="*/ 4091450 w 6251734"/>
              <a:gd name="connsiteY105" fmla="*/ 5330284 h 5808721"/>
              <a:gd name="connsiteX106" fmla="*/ 3949551 w 6251734"/>
              <a:gd name="connsiteY106" fmla="*/ 5287441 h 5808721"/>
              <a:gd name="connsiteX107" fmla="*/ 3953173 w 6251734"/>
              <a:gd name="connsiteY107" fmla="*/ 5336435 h 5808721"/>
              <a:gd name="connsiteX108" fmla="*/ 3969364 w 6251734"/>
              <a:gd name="connsiteY108" fmla="*/ 5353884 h 5808721"/>
              <a:gd name="connsiteX109" fmla="*/ 3988964 w 6251734"/>
              <a:gd name="connsiteY109" fmla="*/ 5378578 h 5808721"/>
              <a:gd name="connsiteX110" fmla="*/ 4016993 w 6251734"/>
              <a:gd name="connsiteY110" fmla="*/ 5338385 h 5808721"/>
              <a:gd name="connsiteX111" fmla="*/ 4033793 w 6251734"/>
              <a:gd name="connsiteY111" fmla="*/ 5306800 h 5808721"/>
              <a:gd name="connsiteX112" fmla="*/ 3999007 w 6251734"/>
              <a:gd name="connsiteY112" fmla="*/ 5296218 h 5808721"/>
              <a:gd name="connsiteX113" fmla="*/ 3666333 w 6251734"/>
              <a:gd name="connsiteY113" fmla="*/ 5286416 h 5808721"/>
              <a:gd name="connsiteX114" fmla="*/ 3590106 w 6251734"/>
              <a:gd name="connsiteY114" fmla="*/ 5303482 h 5808721"/>
              <a:gd name="connsiteX115" fmla="*/ 3581629 w 6251734"/>
              <a:gd name="connsiteY115" fmla="*/ 5306926 h 5808721"/>
              <a:gd name="connsiteX116" fmla="*/ 3598818 w 6251734"/>
              <a:gd name="connsiteY116" fmla="*/ 5339241 h 5808721"/>
              <a:gd name="connsiteX117" fmla="*/ 3625164 w 6251734"/>
              <a:gd name="connsiteY117" fmla="*/ 5378866 h 5808721"/>
              <a:gd name="connsiteX118" fmla="*/ 3662590 w 6251734"/>
              <a:gd name="connsiteY118" fmla="*/ 5337028 h 5808721"/>
              <a:gd name="connsiteX119" fmla="*/ 1925384 w 6251734"/>
              <a:gd name="connsiteY119" fmla="*/ 5284084 h 5808721"/>
              <a:gd name="connsiteX120" fmla="*/ 1867091 w 6251734"/>
              <a:gd name="connsiteY120" fmla="*/ 5343235 h 5808721"/>
              <a:gd name="connsiteX121" fmla="*/ 1925384 w 6251734"/>
              <a:gd name="connsiteY121" fmla="*/ 5402385 h 5808721"/>
              <a:gd name="connsiteX122" fmla="*/ 1983677 w 6251734"/>
              <a:gd name="connsiteY122" fmla="*/ 5343235 h 5808721"/>
              <a:gd name="connsiteX123" fmla="*/ 1925384 w 6251734"/>
              <a:gd name="connsiteY123" fmla="*/ 5284084 h 5808721"/>
              <a:gd name="connsiteX124" fmla="*/ 3715682 w 6251734"/>
              <a:gd name="connsiteY124" fmla="*/ 5281518 h 5808721"/>
              <a:gd name="connsiteX125" fmla="*/ 3690553 w 6251734"/>
              <a:gd name="connsiteY125" fmla="*/ 5283388 h 5808721"/>
              <a:gd name="connsiteX126" fmla="*/ 3688737 w 6251734"/>
              <a:gd name="connsiteY126" fmla="*/ 5307799 h 5808721"/>
              <a:gd name="connsiteX127" fmla="*/ 3700748 w 6251734"/>
              <a:gd name="connsiteY127" fmla="*/ 5294372 h 5808721"/>
              <a:gd name="connsiteX128" fmla="*/ 3897255 w 6251734"/>
              <a:gd name="connsiteY128" fmla="*/ 5279649 h 5808721"/>
              <a:gd name="connsiteX129" fmla="*/ 3913348 w 6251734"/>
              <a:gd name="connsiteY129" fmla="*/ 5293515 h 5808721"/>
              <a:gd name="connsiteX130" fmla="*/ 3927113 w 6251734"/>
              <a:gd name="connsiteY130" fmla="*/ 5308350 h 5808721"/>
              <a:gd name="connsiteX131" fmla="*/ 3925236 w 6251734"/>
              <a:gd name="connsiteY131" fmla="*/ 5283126 h 5808721"/>
              <a:gd name="connsiteX132" fmla="*/ 3909502 w 6251734"/>
              <a:gd name="connsiteY132" fmla="*/ 5280333 h 5808721"/>
              <a:gd name="connsiteX133" fmla="*/ 3807904 w 6251734"/>
              <a:gd name="connsiteY133" fmla="*/ 5274654 h 5808721"/>
              <a:gd name="connsiteX134" fmla="*/ 3756063 w 6251734"/>
              <a:gd name="connsiteY134" fmla="*/ 5278512 h 5808721"/>
              <a:gd name="connsiteX135" fmla="*/ 3718751 w 6251734"/>
              <a:gd name="connsiteY135" fmla="*/ 5310660 h 5808721"/>
              <a:gd name="connsiteX136" fmla="*/ 3685778 w 6251734"/>
              <a:gd name="connsiteY136" fmla="*/ 5347555 h 5808721"/>
              <a:gd name="connsiteX137" fmla="*/ 3681889 w 6251734"/>
              <a:gd name="connsiteY137" fmla="*/ 5399812 h 5808721"/>
              <a:gd name="connsiteX138" fmla="*/ 3685732 w 6251734"/>
              <a:gd name="connsiteY138" fmla="*/ 5451455 h 5808721"/>
              <a:gd name="connsiteX139" fmla="*/ 3718751 w 6251734"/>
              <a:gd name="connsiteY139" fmla="*/ 5489824 h 5808721"/>
              <a:gd name="connsiteX140" fmla="*/ 3758175 w 6251734"/>
              <a:gd name="connsiteY140" fmla="*/ 5523751 h 5808721"/>
              <a:gd name="connsiteX141" fmla="*/ 3807904 w 6251734"/>
              <a:gd name="connsiteY141" fmla="*/ 5526686 h 5808721"/>
              <a:gd name="connsiteX142" fmla="*/ 3857581 w 6251734"/>
              <a:gd name="connsiteY142" fmla="*/ 5522989 h 5808721"/>
              <a:gd name="connsiteX143" fmla="*/ 3897060 w 6251734"/>
              <a:gd name="connsiteY143" fmla="*/ 5488968 h 5808721"/>
              <a:gd name="connsiteX144" fmla="*/ 3930031 w 6251734"/>
              <a:gd name="connsiteY144" fmla="*/ 5452075 h 5808721"/>
              <a:gd name="connsiteX145" fmla="*/ 3933920 w 6251734"/>
              <a:gd name="connsiteY145" fmla="*/ 5399812 h 5808721"/>
              <a:gd name="connsiteX146" fmla="*/ 3930213 w 6251734"/>
              <a:gd name="connsiteY146" fmla="*/ 5349995 h 5808721"/>
              <a:gd name="connsiteX147" fmla="*/ 3897060 w 6251734"/>
              <a:gd name="connsiteY147" fmla="*/ 5311517 h 5808721"/>
              <a:gd name="connsiteX148" fmla="*/ 3857442 w 6251734"/>
              <a:gd name="connsiteY148" fmla="*/ 5277423 h 5808721"/>
              <a:gd name="connsiteX149" fmla="*/ 3807355 w 6251734"/>
              <a:gd name="connsiteY149" fmla="*/ 5234320 h 5808721"/>
              <a:gd name="connsiteX150" fmla="*/ 3786569 w 6251734"/>
              <a:gd name="connsiteY150" fmla="*/ 5252229 h 5808721"/>
              <a:gd name="connsiteX151" fmla="*/ 3807904 w 6251734"/>
              <a:gd name="connsiteY151" fmla="*/ 5250651 h 5808721"/>
              <a:gd name="connsiteX152" fmla="*/ 3827599 w 6251734"/>
              <a:gd name="connsiteY152" fmla="*/ 5251741 h 5808721"/>
              <a:gd name="connsiteX153" fmla="*/ 1827657 w 6251734"/>
              <a:gd name="connsiteY153" fmla="*/ 5200074 h 5808721"/>
              <a:gd name="connsiteX154" fmla="*/ 1773650 w 6251734"/>
              <a:gd name="connsiteY154" fmla="*/ 5254938 h 5808721"/>
              <a:gd name="connsiteX155" fmla="*/ 1827657 w 6251734"/>
              <a:gd name="connsiteY155" fmla="*/ 5309802 h 5808721"/>
              <a:gd name="connsiteX156" fmla="*/ 1881664 w 6251734"/>
              <a:gd name="connsiteY156" fmla="*/ 5254938 h 5808721"/>
              <a:gd name="connsiteX157" fmla="*/ 1827657 w 6251734"/>
              <a:gd name="connsiteY157" fmla="*/ 5200074 h 5808721"/>
              <a:gd name="connsiteX158" fmla="*/ 3713592 w 6251734"/>
              <a:gd name="connsiteY158" fmla="*/ 5175036 h 5808721"/>
              <a:gd name="connsiteX159" fmla="*/ 3703452 w 6251734"/>
              <a:gd name="connsiteY159" fmla="*/ 5208333 h 5808721"/>
              <a:gd name="connsiteX160" fmla="*/ 3693280 w 6251734"/>
              <a:gd name="connsiteY160" fmla="*/ 5259127 h 5808721"/>
              <a:gd name="connsiteX161" fmla="*/ 3746245 w 6251734"/>
              <a:gd name="connsiteY161" fmla="*/ 5255210 h 5808721"/>
              <a:gd name="connsiteX162" fmla="*/ 3787708 w 6251734"/>
              <a:gd name="connsiteY162" fmla="*/ 5219522 h 5808721"/>
              <a:gd name="connsiteX163" fmla="*/ 3901951 w 6251734"/>
              <a:gd name="connsiteY163" fmla="*/ 5174164 h 5808721"/>
              <a:gd name="connsiteX164" fmla="*/ 3827088 w 6251734"/>
              <a:gd name="connsiteY164" fmla="*/ 5219192 h 5808721"/>
              <a:gd name="connsiteX165" fmla="*/ 3867424 w 6251734"/>
              <a:gd name="connsiteY165" fmla="*/ 5253946 h 5808721"/>
              <a:gd name="connsiteX166" fmla="*/ 3922098 w 6251734"/>
              <a:gd name="connsiteY166" fmla="*/ 5256973 h 5808721"/>
              <a:gd name="connsiteX167" fmla="*/ 3912357 w 6251734"/>
              <a:gd name="connsiteY167" fmla="*/ 5208333 h 5808721"/>
              <a:gd name="connsiteX168" fmla="*/ 4932831 w 6251734"/>
              <a:gd name="connsiteY168" fmla="*/ 5171785 h 5808721"/>
              <a:gd name="connsiteX169" fmla="*/ 4857179 w 6251734"/>
              <a:gd name="connsiteY169" fmla="*/ 5190645 h 5808721"/>
              <a:gd name="connsiteX170" fmla="*/ 4836605 w 6251734"/>
              <a:gd name="connsiteY170" fmla="*/ 5332091 h 5808721"/>
              <a:gd name="connsiteX171" fmla="*/ 4978051 w 6251734"/>
              <a:gd name="connsiteY171" fmla="*/ 5353523 h 5808721"/>
              <a:gd name="connsiteX172" fmla="*/ 4999483 w 6251734"/>
              <a:gd name="connsiteY172" fmla="*/ 5212076 h 5808721"/>
              <a:gd name="connsiteX173" fmla="*/ 4932831 w 6251734"/>
              <a:gd name="connsiteY173" fmla="*/ 5171785 h 5808721"/>
              <a:gd name="connsiteX174" fmla="*/ 3619671 w 6251734"/>
              <a:gd name="connsiteY174" fmla="*/ 5143348 h 5808721"/>
              <a:gd name="connsiteX175" fmla="*/ 3566160 w 6251734"/>
              <a:gd name="connsiteY175" fmla="*/ 5158925 h 5808721"/>
              <a:gd name="connsiteX176" fmla="*/ 3557706 w 6251734"/>
              <a:gd name="connsiteY176" fmla="*/ 5249836 h 5808721"/>
              <a:gd name="connsiteX177" fmla="*/ 3569257 w 6251734"/>
              <a:gd name="connsiteY177" fmla="*/ 5280149 h 5808721"/>
              <a:gd name="connsiteX178" fmla="*/ 3649032 w 6251734"/>
              <a:gd name="connsiteY178" fmla="*/ 5262398 h 5808721"/>
              <a:gd name="connsiteX179" fmla="*/ 3668214 w 6251734"/>
              <a:gd name="connsiteY179" fmla="*/ 5260980 h 5808721"/>
              <a:gd name="connsiteX180" fmla="*/ 3669632 w 6251734"/>
              <a:gd name="connsiteY180" fmla="*/ 5241797 h 5808721"/>
              <a:gd name="connsiteX181" fmla="*/ 3683427 w 6251734"/>
              <a:gd name="connsiteY181" fmla="*/ 5172482 h 5808721"/>
              <a:gd name="connsiteX182" fmla="*/ 3686676 w 6251734"/>
              <a:gd name="connsiteY182" fmla="*/ 5161753 h 5808721"/>
              <a:gd name="connsiteX183" fmla="*/ 3657070 w 6251734"/>
              <a:gd name="connsiteY183" fmla="*/ 5150472 h 5808721"/>
              <a:gd name="connsiteX184" fmla="*/ 3619671 w 6251734"/>
              <a:gd name="connsiteY184" fmla="*/ 5143348 h 5808721"/>
              <a:gd name="connsiteX185" fmla="*/ 3995778 w 6251734"/>
              <a:gd name="connsiteY185" fmla="*/ 5142491 h 5808721"/>
              <a:gd name="connsiteX186" fmla="*/ 3958364 w 6251734"/>
              <a:gd name="connsiteY186" fmla="*/ 5149615 h 5808721"/>
              <a:gd name="connsiteX187" fmla="*/ 3928865 w 6251734"/>
              <a:gd name="connsiteY187" fmla="*/ 5160870 h 5808721"/>
              <a:gd name="connsiteX188" fmla="*/ 3932381 w 6251734"/>
              <a:gd name="connsiteY188" fmla="*/ 5172482 h 5808721"/>
              <a:gd name="connsiteX189" fmla="*/ 3946176 w 6251734"/>
              <a:gd name="connsiteY189" fmla="*/ 5241797 h 5808721"/>
              <a:gd name="connsiteX190" fmla="*/ 3947566 w 6251734"/>
              <a:gd name="connsiteY190" fmla="*/ 5260592 h 5808721"/>
              <a:gd name="connsiteX191" fmla="*/ 4036092 w 6251734"/>
              <a:gd name="connsiteY191" fmla="*/ 5276193 h 5808721"/>
              <a:gd name="connsiteX192" fmla="*/ 4046530 w 6251734"/>
              <a:gd name="connsiteY192" fmla="*/ 5279354 h 5808721"/>
              <a:gd name="connsiteX193" fmla="*/ 4058104 w 6251734"/>
              <a:gd name="connsiteY193" fmla="*/ 5248980 h 5808721"/>
              <a:gd name="connsiteX194" fmla="*/ 4049650 w 6251734"/>
              <a:gd name="connsiteY194" fmla="*/ 5158069 h 5808721"/>
              <a:gd name="connsiteX195" fmla="*/ 3995778 w 6251734"/>
              <a:gd name="connsiteY195" fmla="*/ 5142491 h 5808721"/>
              <a:gd name="connsiteX196" fmla="*/ 1795082 w 6251734"/>
              <a:gd name="connsiteY196" fmla="*/ 5089489 h 5808721"/>
              <a:gd name="connsiteX197" fmla="*/ 1747933 w 6251734"/>
              <a:gd name="connsiteY197" fmla="*/ 5137495 h 5808721"/>
              <a:gd name="connsiteX198" fmla="*/ 1795082 w 6251734"/>
              <a:gd name="connsiteY198" fmla="*/ 5185501 h 5808721"/>
              <a:gd name="connsiteX199" fmla="*/ 1813298 w 6251734"/>
              <a:gd name="connsiteY199" fmla="*/ 5181737 h 5808721"/>
              <a:gd name="connsiteX200" fmla="*/ 1824372 w 6251734"/>
              <a:gd name="connsiteY200" fmla="*/ 5174153 h 5808721"/>
              <a:gd name="connsiteX201" fmla="*/ 1839840 w 6251734"/>
              <a:gd name="connsiteY201" fmla="*/ 5131531 h 5808721"/>
              <a:gd name="connsiteX202" fmla="*/ 1828621 w 6251734"/>
              <a:gd name="connsiteY202" fmla="*/ 5103526 h 5808721"/>
              <a:gd name="connsiteX203" fmla="*/ 1795082 w 6251734"/>
              <a:gd name="connsiteY203" fmla="*/ 5089489 h 5808721"/>
              <a:gd name="connsiteX204" fmla="*/ 3807904 w 6251734"/>
              <a:gd name="connsiteY204" fmla="*/ 5057770 h 5808721"/>
              <a:gd name="connsiteX205" fmla="*/ 3737518 w 6251734"/>
              <a:gd name="connsiteY205" fmla="*/ 5116041 h 5808721"/>
              <a:gd name="connsiteX206" fmla="*/ 3724435 w 6251734"/>
              <a:gd name="connsiteY206" fmla="*/ 5145282 h 5808721"/>
              <a:gd name="connsiteX207" fmla="*/ 3733832 w 6251734"/>
              <a:gd name="connsiteY207" fmla="*/ 5150300 h 5808721"/>
              <a:gd name="connsiteX208" fmla="*/ 3792649 w 6251734"/>
              <a:gd name="connsiteY208" fmla="*/ 5189519 h 5808721"/>
              <a:gd name="connsiteX209" fmla="*/ 3807599 w 6251734"/>
              <a:gd name="connsiteY209" fmla="*/ 5202400 h 5808721"/>
              <a:gd name="connsiteX210" fmla="*/ 3821568 w 6251734"/>
              <a:gd name="connsiteY210" fmla="*/ 5190377 h 5808721"/>
              <a:gd name="connsiteX211" fmla="*/ 3880491 w 6251734"/>
              <a:gd name="connsiteY211" fmla="*/ 5151158 h 5808721"/>
              <a:gd name="connsiteX212" fmla="*/ 3891401 w 6251734"/>
              <a:gd name="connsiteY212" fmla="*/ 5145342 h 5808721"/>
              <a:gd name="connsiteX213" fmla="*/ 3878291 w 6251734"/>
              <a:gd name="connsiteY213" fmla="*/ 5116041 h 5808721"/>
              <a:gd name="connsiteX214" fmla="*/ 3807904 w 6251734"/>
              <a:gd name="connsiteY214" fmla="*/ 5057770 h 5808721"/>
              <a:gd name="connsiteX215" fmla="*/ 1830229 w 6251734"/>
              <a:gd name="connsiteY215" fmla="*/ 4995190 h 5808721"/>
              <a:gd name="connsiteX216" fmla="*/ 1795082 w 6251734"/>
              <a:gd name="connsiteY216" fmla="*/ 5031195 h 5808721"/>
              <a:gd name="connsiteX217" fmla="*/ 1830229 w 6251734"/>
              <a:gd name="connsiteY217" fmla="*/ 5067200 h 5808721"/>
              <a:gd name="connsiteX218" fmla="*/ 1865376 w 6251734"/>
              <a:gd name="connsiteY218" fmla="*/ 5031195 h 5808721"/>
              <a:gd name="connsiteX219" fmla="*/ 1830229 w 6251734"/>
              <a:gd name="connsiteY219" fmla="*/ 4995190 h 5808721"/>
              <a:gd name="connsiteX220" fmla="*/ 3807904 w 6251734"/>
              <a:gd name="connsiteY220" fmla="*/ 4992618 h 5808721"/>
              <a:gd name="connsiteX221" fmla="*/ 3914096 w 6251734"/>
              <a:gd name="connsiteY221" fmla="*/ 5112098 h 5808721"/>
              <a:gd name="connsiteX222" fmla="*/ 3919610 w 6251734"/>
              <a:gd name="connsiteY222" fmla="*/ 5130307 h 5808721"/>
              <a:gd name="connsiteX223" fmla="*/ 3936279 w 6251734"/>
              <a:gd name="connsiteY223" fmla="*/ 5121422 h 5808721"/>
              <a:gd name="connsiteX224" fmla="*/ 4032023 w 6251734"/>
              <a:gd name="connsiteY224" fmla="*/ 5093293 h 5808721"/>
              <a:gd name="connsiteX225" fmla="*/ 4095942 w 6251734"/>
              <a:gd name="connsiteY225" fmla="*/ 5111777 h 5808721"/>
              <a:gd name="connsiteX226" fmla="*/ 4086941 w 6251734"/>
              <a:gd name="connsiteY226" fmla="*/ 5271440 h 5808721"/>
              <a:gd name="connsiteX227" fmla="*/ 4077682 w 6251734"/>
              <a:gd name="connsiteY227" fmla="*/ 5288787 h 5808721"/>
              <a:gd name="connsiteX228" fmla="*/ 4096476 w 6251734"/>
              <a:gd name="connsiteY228" fmla="*/ 5294478 h 5808721"/>
              <a:gd name="connsiteX229" fmla="*/ 4215956 w 6251734"/>
              <a:gd name="connsiteY229" fmla="*/ 5400670 h 5808721"/>
              <a:gd name="connsiteX230" fmla="*/ 4146292 w 6251734"/>
              <a:gd name="connsiteY230" fmla="*/ 5484302 h 5808721"/>
              <a:gd name="connsiteX231" fmla="*/ 4077351 w 6251734"/>
              <a:gd name="connsiteY231" fmla="*/ 5512259 h 5808721"/>
              <a:gd name="connsiteX232" fmla="*/ 4086298 w 6251734"/>
              <a:gd name="connsiteY232" fmla="*/ 5529044 h 5808721"/>
              <a:gd name="connsiteX233" fmla="*/ 4095942 w 6251734"/>
              <a:gd name="connsiteY233" fmla="*/ 5688707 h 5808721"/>
              <a:gd name="connsiteX234" fmla="*/ 3987551 w 6251734"/>
              <a:gd name="connsiteY234" fmla="*/ 5698969 h 5808721"/>
              <a:gd name="connsiteX235" fmla="*/ 3919857 w 6251734"/>
              <a:gd name="connsiteY235" fmla="*/ 5670215 h 5808721"/>
              <a:gd name="connsiteX236" fmla="*/ 3914096 w 6251734"/>
              <a:gd name="connsiteY236" fmla="*/ 5689242 h 5808721"/>
              <a:gd name="connsiteX237" fmla="*/ 3807904 w 6251734"/>
              <a:gd name="connsiteY237" fmla="*/ 5808721 h 5808721"/>
              <a:gd name="connsiteX238" fmla="*/ 3702033 w 6251734"/>
              <a:gd name="connsiteY238" fmla="*/ 5689242 h 5808721"/>
              <a:gd name="connsiteX239" fmla="*/ 3696238 w 6251734"/>
              <a:gd name="connsiteY239" fmla="*/ 5670203 h 5808721"/>
              <a:gd name="connsiteX240" fmla="*/ 3627147 w 6251734"/>
              <a:gd name="connsiteY240" fmla="*/ 5699451 h 5808721"/>
              <a:gd name="connsiteX241" fmla="*/ 3518154 w 6251734"/>
              <a:gd name="connsiteY241" fmla="*/ 5689565 h 5808721"/>
              <a:gd name="connsiteX242" fmla="*/ 3527798 w 6251734"/>
              <a:gd name="connsiteY242" fmla="*/ 5529580 h 5808721"/>
              <a:gd name="connsiteX243" fmla="*/ 3537061 w 6251734"/>
              <a:gd name="connsiteY243" fmla="*/ 5512231 h 5808721"/>
              <a:gd name="connsiteX244" fmla="*/ 3519332 w 6251734"/>
              <a:gd name="connsiteY244" fmla="*/ 5506862 h 5808721"/>
              <a:gd name="connsiteX245" fmla="*/ 3399853 w 6251734"/>
              <a:gd name="connsiteY245" fmla="*/ 5400670 h 5808721"/>
              <a:gd name="connsiteX246" fmla="*/ 3469516 w 6251734"/>
              <a:gd name="connsiteY246" fmla="*/ 5316662 h 5808721"/>
              <a:gd name="connsiteX247" fmla="*/ 3537546 w 6251734"/>
              <a:gd name="connsiteY247" fmla="*/ 5289161 h 5808721"/>
              <a:gd name="connsiteX248" fmla="*/ 3527798 w 6251734"/>
              <a:gd name="connsiteY248" fmla="*/ 5270904 h 5808721"/>
              <a:gd name="connsiteX249" fmla="*/ 3518154 w 6251734"/>
              <a:gd name="connsiteY249" fmla="*/ 5110919 h 5808721"/>
              <a:gd name="connsiteX250" fmla="*/ 3582435 w 6251734"/>
              <a:gd name="connsiteY250" fmla="*/ 5092435 h 5808721"/>
              <a:gd name="connsiteX251" fmla="*/ 3678139 w 6251734"/>
              <a:gd name="connsiteY251" fmla="*/ 5120564 h 5808721"/>
              <a:gd name="connsiteX252" fmla="*/ 3696224 w 6251734"/>
              <a:gd name="connsiteY252" fmla="*/ 5130220 h 5808721"/>
              <a:gd name="connsiteX253" fmla="*/ 3701712 w 6251734"/>
              <a:gd name="connsiteY253" fmla="*/ 5112098 h 5808721"/>
              <a:gd name="connsiteX254" fmla="*/ 3807904 w 6251734"/>
              <a:gd name="connsiteY254" fmla="*/ 4992618 h 5808721"/>
              <a:gd name="connsiteX255" fmla="*/ 2165414 w 6251734"/>
              <a:gd name="connsiteY255" fmla="*/ 4987475 h 5808721"/>
              <a:gd name="connsiteX256" fmla="*/ 2099834 w 6251734"/>
              <a:gd name="connsiteY256" fmla="*/ 5030874 h 5808721"/>
              <a:gd name="connsiteX257" fmla="*/ 2095529 w 6251734"/>
              <a:gd name="connsiteY257" fmla="*/ 5052318 h 5808721"/>
              <a:gd name="connsiteX258" fmla="*/ 2115842 w 6251734"/>
              <a:gd name="connsiteY258" fmla="*/ 5109524 h 5808721"/>
              <a:gd name="connsiteX259" fmla="*/ 2137660 w 6251734"/>
              <a:gd name="connsiteY259" fmla="*/ 5124207 h 5808721"/>
              <a:gd name="connsiteX260" fmla="*/ 2165414 w 6251734"/>
              <a:gd name="connsiteY260" fmla="*/ 5129779 h 5808721"/>
              <a:gd name="connsiteX261" fmla="*/ 2236565 w 6251734"/>
              <a:gd name="connsiteY261" fmla="*/ 5058628 h 5808721"/>
              <a:gd name="connsiteX262" fmla="*/ 2165414 w 6251734"/>
              <a:gd name="connsiteY262" fmla="*/ 4987475 h 5808721"/>
              <a:gd name="connsiteX263" fmla="*/ 5334024 w 6251734"/>
              <a:gd name="connsiteY263" fmla="*/ 4966796 h 5808721"/>
              <a:gd name="connsiteX264" fmla="*/ 5296091 w 6251734"/>
              <a:gd name="connsiteY264" fmla="*/ 4976333 h 5808721"/>
              <a:gd name="connsiteX265" fmla="*/ 5285804 w 6251734"/>
              <a:gd name="connsiteY265" fmla="*/ 5048341 h 5808721"/>
              <a:gd name="connsiteX266" fmla="*/ 5356956 w 6251734"/>
              <a:gd name="connsiteY266" fmla="*/ 5059486 h 5808721"/>
              <a:gd name="connsiteX267" fmla="*/ 5368100 w 6251734"/>
              <a:gd name="connsiteY267" fmla="*/ 4987477 h 5808721"/>
              <a:gd name="connsiteX268" fmla="*/ 5334024 w 6251734"/>
              <a:gd name="connsiteY268" fmla="*/ 4966796 h 5808721"/>
              <a:gd name="connsiteX269" fmla="*/ 1939100 w 6251734"/>
              <a:gd name="connsiteY269" fmla="*/ 4858031 h 5808721"/>
              <a:gd name="connsiteX270" fmla="*/ 2026539 w 6251734"/>
              <a:gd name="connsiteY270" fmla="*/ 4858031 h 5808721"/>
              <a:gd name="connsiteX271" fmla="*/ 2042850 w 6251734"/>
              <a:gd name="connsiteY271" fmla="*/ 4903966 h 5808721"/>
              <a:gd name="connsiteX272" fmla="*/ 2112264 w 6251734"/>
              <a:gd name="connsiteY272" fmla="*/ 4899178 h 5808721"/>
              <a:gd name="connsiteX273" fmla="*/ 2286286 w 6251734"/>
              <a:gd name="connsiteY273" fmla="*/ 5018336 h 5808721"/>
              <a:gd name="connsiteX274" fmla="*/ 2136267 w 6251734"/>
              <a:gd name="connsiteY274" fmla="*/ 5212076 h 5808721"/>
              <a:gd name="connsiteX275" fmla="*/ 1901381 w 6251734"/>
              <a:gd name="connsiteY275" fmla="*/ 5428960 h 5808721"/>
              <a:gd name="connsiteX276" fmla="*/ 1852317 w 6251734"/>
              <a:gd name="connsiteY276" fmla="*/ 4950224 h 5808721"/>
              <a:gd name="connsiteX277" fmla="*/ 1914216 w 6251734"/>
              <a:gd name="connsiteY277" fmla="*/ 4926595 h 5808721"/>
              <a:gd name="connsiteX278" fmla="*/ 5285697 w 6251734"/>
              <a:gd name="connsiteY278" fmla="*/ 4798238 h 5808721"/>
              <a:gd name="connsiteX279" fmla="*/ 5235226 w 6251734"/>
              <a:gd name="connsiteY279" fmla="*/ 4810882 h 5808721"/>
              <a:gd name="connsiteX280" fmla="*/ 5221511 w 6251734"/>
              <a:gd name="connsiteY280" fmla="*/ 4906038 h 5808721"/>
              <a:gd name="connsiteX281" fmla="*/ 5316665 w 6251734"/>
              <a:gd name="connsiteY281" fmla="*/ 4920611 h 5808721"/>
              <a:gd name="connsiteX282" fmla="*/ 5330381 w 6251734"/>
              <a:gd name="connsiteY282" fmla="*/ 4825456 h 5808721"/>
              <a:gd name="connsiteX283" fmla="*/ 5285697 w 6251734"/>
              <a:gd name="connsiteY283" fmla="*/ 4798238 h 5808721"/>
              <a:gd name="connsiteX284" fmla="*/ 5149716 w 6251734"/>
              <a:gd name="connsiteY284" fmla="*/ 4681759 h 5808721"/>
              <a:gd name="connsiteX285" fmla="*/ 5092066 w 6251734"/>
              <a:gd name="connsiteY285" fmla="*/ 4696011 h 5808721"/>
              <a:gd name="connsiteX286" fmla="*/ 5076635 w 6251734"/>
              <a:gd name="connsiteY286" fmla="*/ 4804881 h 5808721"/>
              <a:gd name="connsiteX287" fmla="*/ 5185506 w 6251734"/>
              <a:gd name="connsiteY287" fmla="*/ 4822027 h 5808721"/>
              <a:gd name="connsiteX288" fmla="*/ 5200936 w 6251734"/>
              <a:gd name="connsiteY288" fmla="*/ 4713156 h 5808721"/>
              <a:gd name="connsiteX289" fmla="*/ 5149716 w 6251734"/>
              <a:gd name="connsiteY289" fmla="*/ 4681759 h 5808721"/>
              <a:gd name="connsiteX290" fmla="*/ 4961978 w 6251734"/>
              <a:gd name="connsiteY290" fmla="*/ 4656899 h 5808721"/>
              <a:gd name="connsiteX291" fmla="*/ 4900042 w 6251734"/>
              <a:gd name="connsiteY291" fmla="*/ 4672008 h 5808721"/>
              <a:gd name="connsiteX292" fmla="*/ 4882897 w 6251734"/>
              <a:gd name="connsiteY292" fmla="*/ 4789451 h 5808721"/>
              <a:gd name="connsiteX293" fmla="*/ 5000340 w 6251734"/>
              <a:gd name="connsiteY293" fmla="*/ 4807453 h 5808721"/>
              <a:gd name="connsiteX294" fmla="*/ 5017485 w 6251734"/>
              <a:gd name="connsiteY294" fmla="*/ 4690010 h 5808721"/>
              <a:gd name="connsiteX295" fmla="*/ 4961978 w 6251734"/>
              <a:gd name="connsiteY295" fmla="*/ 4656899 h 5808721"/>
              <a:gd name="connsiteX296" fmla="*/ 4998395 w 6251734"/>
              <a:gd name="connsiteY296" fmla="*/ 4598030 h 5808721"/>
              <a:gd name="connsiteX297" fmla="*/ 5114354 w 6251734"/>
              <a:gd name="connsiteY297" fmla="*/ 5410101 h 5808721"/>
              <a:gd name="connsiteX298" fmla="*/ 4811745 w 6251734"/>
              <a:gd name="connsiteY298" fmla="*/ 5421245 h 5808721"/>
              <a:gd name="connsiteX299" fmla="*/ 4821175 w 6251734"/>
              <a:gd name="connsiteY299" fmla="*/ 5069772 h 5808721"/>
              <a:gd name="connsiteX300" fmla="*/ 4906043 w 6251734"/>
              <a:gd name="connsiteY300" fmla="*/ 4620573 h 5808721"/>
              <a:gd name="connsiteX301" fmla="*/ 4998395 w 6251734"/>
              <a:gd name="connsiteY301" fmla="*/ 4598030 h 5808721"/>
              <a:gd name="connsiteX302" fmla="*/ 4274249 w 6251734"/>
              <a:gd name="connsiteY302" fmla="*/ 4584568 h 5808721"/>
              <a:gd name="connsiteX303" fmla="*/ 4374548 w 6251734"/>
              <a:gd name="connsiteY303" fmla="*/ 4755161 h 5808721"/>
              <a:gd name="connsiteX304" fmla="*/ 4257961 w 6251734"/>
              <a:gd name="connsiteY304" fmla="*/ 4835742 h 5808721"/>
              <a:gd name="connsiteX305" fmla="*/ 4411409 w 6251734"/>
              <a:gd name="connsiteY305" fmla="*/ 4762876 h 5808721"/>
              <a:gd name="connsiteX306" fmla="*/ 4274249 w 6251734"/>
              <a:gd name="connsiteY306" fmla="*/ 4584568 h 5808721"/>
              <a:gd name="connsiteX307" fmla="*/ 3351982 w 6251734"/>
              <a:gd name="connsiteY307" fmla="*/ 4540192 h 5808721"/>
              <a:gd name="connsiteX308" fmla="*/ 3423000 w 6251734"/>
              <a:gd name="connsiteY308" fmla="*/ 4575995 h 5808721"/>
              <a:gd name="connsiteX309" fmla="*/ 3655315 w 6251734"/>
              <a:gd name="connsiteY309" fmla="*/ 4575995 h 5808721"/>
              <a:gd name="connsiteX310" fmla="*/ 3655315 w 6251734"/>
              <a:gd name="connsiteY310" fmla="*/ 4916325 h 5808721"/>
              <a:gd name="connsiteX311" fmla="*/ 3417856 w 6251734"/>
              <a:gd name="connsiteY311" fmla="*/ 4918039 h 5808721"/>
              <a:gd name="connsiteX312" fmla="*/ 3190684 w 6251734"/>
              <a:gd name="connsiteY312" fmla="*/ 4914610 h 5808721"/>
              <a:gd name="connsiteX313" fmla="*/ 3190684 w 6251734"/>
              <a:gd name="connsiteY313" fmla="*/ 4575995 h 5808721"/>
              <a:gd name="connsiteX314" fmla="*/ 3351982 w 6251734"/>
              <a:gd name="connsiteY314" fmla="*/ 4540192 h 5808721"/>
              <a:gd name="connsiteX315" fmla="*/ 2448416 w 6251734"/>
              <a:gd name="connsiteY315" fmla="*/ 4421371 h 5808721"/>
              <a:gd name="connsiteX316" fmla="*/ 2457738 w 6251734"/>
              <a:gd name="connsiteY316" fmla="*/ 4427692 h 5808721"/>
              <a:gd name="connsiteX317" fmla="*/ 2484119 w 6251734"/>
              <a:gd name="connsiteY317" fmla="*/ 4467601 h 5808721"/>
              <a:gd name="connsiteX318" fmla="*/ 2494346 w 6251734"/>
              <a:gd name="connsiteY318" fmla="*/ 4463537 h 5808721"/>
              <a:gd name="connsiteX319" fmla="*/ 2578610 w 6251734"/>
              <a:gd name="connsiteY319" fmla="*/ 4499701 h 5808721"/>
              <a:gd name="connsiteX320" fmla="*/ 2590397 w 6251734"/>
              <a:gd name="connsiteY320" fmla="*/ 4561960 h 5808721"/>
              <a:gd name="connsiteX321" fmla="*/ 2583304 w 6251734"/>
              <a:gd name="connsiteY321" fmla="*/ 4578864 h 5808721"/>
              <a:gd name="connsiteX322" fmla="*/ 2600248 w 6251734"/>
              <a:gd name="connsiteY322" fmla="*/ 4591301 h 5808721"/>
              <a:gd name="connsiteX323" fmla="*/ 3017521 w 6251734"/>
              <a:gd name="connsiteY323" fmla="*/ 4906038 h 5808721"/>
              <a:gd name="connsiteX324" fmla="*/ 2910365 w 6251734"/>
              <a:gd name="connsiteY324" fmla="*/ 4886321 h 5808721"/>
              <a:gd name="connsiteX325" fmla="*/ 2580176 w 6251734"/>
              <a:gd name="connsiteY325" fmla="*/ 4648353 h 5808721"/>
              <a:gd name="connsiteX326" fmla="*/ 2571469 w 6251734"/>
              <a:gd name="connsiteY326" fmla="*/ 4642020 h 5808721"/>
              <a:gd name="connsiteX327" fmla="*/ 2632617 w 6251734"/>
              <a:gd name="connsiteY327" fmla="*/ 5059485 h 5808721"/>
              <a:gd name="connsiteX328" fmla="*/ 2611186 w 6251734"/>
              <a:gd name="connsiteY328" fmla="*/ 5161498 h 5808721"/>
              <a:gd name="connsiteX329" fmla="*/ 2574324 w 6251734"/>
              <a:gd name="connsiteY329" fmla="*/ 5065486 h 5808721"/>
              <a:gd name="connsiteX330" fmla="*/ 2504337 w 6251734"/>
              <a:gd name="connsiteY330" fmla="*/ 4626262 h 5808721"/>
              <a:gd name="connsiteX331" fmla="*/ 2492028 w 6251734"/>
              <a:gd name="connsiteY331" fmla="*/ 4626039 h 5808721"/>
              <a:gd name="connsiteX332" fmla="*/ 2439736 w 6251734"/>
              <a:gd name="connsiteY332" fmla="*/ 4590570 h 5808721"/>
              <a:gd name="connsiteX333" fmla="*/ 2440218 w 6251734"/>
              <a:gd name="connsiteY333" fmla="*/ 4499073 h 5808721"/>
              <a:gd name="connsiteX334" fmla="*/ 2457768 w 6251734"/>
              <a:gd name="connsiteY334" fmla="*/ 4481633 h 5808721"/>
              <a:gd name="connsiteX335" fmla="*/ 2432878 w 6251734"/>
              <a:gd name="connsiteY335" fmla="*/ 4443980 h 5808721"/>
              <a:gd name="connsiteX336" fmla="*/ 2437164 w 6251734"/>
              <a:gd name="connsiteY336" fmla="*/ 4423406 h 5808721"/>
              <a:gd name="connsiteX337" fmla="*/ 2448416 w 6251734"/>
              <a:gd name="connsiteY337" fmla="*/ 4421371 h 5808721"/>
              <a:gd name="connsiteX338" fmla="*/ 1177862 w 6251734"/>
              <a:gd name="connsiteY338" fmla="*/ 4374542 h 5808721"/>
              <a:gd name="connsiteX339" fmla="*/ 1272159 w 6251734"/>
              <a:gd name="connsiteY339" fmla="*/ 4609429 h 5808721"/>
              <a:gd name="connsiteX340" fmla="*/ 1177862 w 6251734"/>
              <a:gd name="connsiteY340" fmla="*/ 4374542 h 5808721"/>
              <a:gd name="connsiteX341" fmla="*/ 1102424 w 6251734"/>
              <a:gd name="connsiteY341" fmla="*/ 4309391 h 5808721"/>
              <a:gd name="connsiteX342" fmla="*/ 1108424 w 6251734"/>
              <a:gd name="connsiteY342" fmla="*/ 4309391 h 5808721"/>
              <a:gd name="connsiteX343" fmla="*/ 1109281 w 6251734"/>
              <a:gd name="connsiteY343" fmla="*/ 4309391 h 5808721"/>
              <a:gd name="connsiteX344" fmla="*/ 1115282 w 6251734"/>
              <a:gd name="connsiteY344" fmla="*/ 4309391 h 5808721"/>
              <a:gd name="connsiteX345" fmla="*/ 1276445 w 6251734"/>
              <a:gd name="connsiteY345" fmla="*/ 4720014 h 5808721"/>
              <a:gd name="connsiteX346" fmla="*/ 1193292 w 6251734"/>
              <a:gd name="connsiteY346" fmla="*/ 4900894 h 5808721"/>
              <a:gd name="connsiteX347" fmla="*/ 1121283 w 6251734"/>
              <a:gd name="connsiteY347" fmla="*/ 4900894 h 5808721"/>
              <a:gd name="connsiteX348" fmla="*/ 1108424 w 6251734"/>
              <a:gd name="connsiteY348" fmla="*/ 4900894 h 5808721"/>
              <a:gd name="connsiteX349" fmla="*/ 1030415 w 6251734"/>
              <a:gd name="connsiteY349" fmla="*/ 4900894 h 5808721"/>
              <a:gd name="connsiteX350" fmla="*/ 944690 w 6251734"/>
              <a:gd name="connsiteY350" fmla="*/ 4720014 h 5808721"/>
              <a:gd name="connsiteX351" fmla="*/ 1102424 w 6251734"/>
              <a:gd name="connsiteY351" fmla="*/ 4309391 h 5808721"/>
              <a:gd name="connsiteX352" fmla="*/ 4160235 w 6251734"/>
              <a:gd name="connsiteY352" fmla="*/ 4161086 h 5808721"/>
              <a:gd name="connsiteX353" fmla="*/ 4264820 w 6251734"/>
              <a:gd name="connsiteY353" fmla="*/ 4201377 h 5808721"/>
              <a:gd name="connsiteX354" fmla="*/ 4264820 w 6251734"/>
              <a:gd name="connsiteY354" fmla="*/ 4203949 h 5808721"/>
              <a:gd name="connsiteX355" fmla="*/ 4269106 w 6251734"/>
              <a:gd name="connsiteY355" fmla="*/ 4203949 h 5808721"/>
              <a:gd name="connsiteX356" fmla="*/ 4269106 w 6251734"/>
              <a:gd name="connsiteY356" fmla="*/ 4279387 h 5808721"/>
              <a:gd name="connsiteX357" fmla="*/ 4264820 w 6251734"/>
              <a:gd name="connsiteY357" fmla="*/ 4279387 h 5808721"/>
              <a:gd name="connsiteX358" fmla="*/ 4247675 w 6251734"/>
              <a:gd name="connsiteY358" fmla="*/ 4301676 h 5808721"/>
              <a:gd name="connsiteX359" fmla="*/ 4247675 w 6251734"/>
              <a:gd name="connsiteY359" fmla="*/ 4473126 h 5808721"/>
              <a:gd name="connsiteX360" fmla="*/ 4263962 w 6251734"/>
              <a:gd name="connsiteY360" fmla="*/ 4515131 h 5808721"/>
              <a:gd name="connsiteX361" fmla="*/ 4425983 w 6251734"/>
              <a:gd name="connsiteY361" fmla="*/ 4833171 h 5808721"/>
              <a:gd name="connsiteX362" fmla="*/ 4161091 w 6251734"/>
              <a:gd name="connsiteY362" fmla="*/ 4891464 h 5808721"/>
              <a:gd name="connsiteX363" fmla="*/ 3896201 w 6251734"/>
              <a:gd name="connsiteY363" fmla="*/ 4833171 h 5808721"/>
              <a:gd name="connsiteX364" fmla="*/ 4062507 w 6251734"/>
              <a:gd name="connsiteY364" fmla="*/ 4515131 h 5808721"/>
              <a:gd name="connsiteX365" fmla="*/ 4085653 w 6251734"/>
              <a:gd name="connsiteY365" fmla="*/ 4473126 h 5808721"/>
              <a:gd name="connsiteX366" fmla="*/ 4085653 w 6251734"/>
              <a:gd name="connsiteY366" fmla="*/ 4302533 h 5808721"/>
              <a:gd name="connsiteX367" fmla="*/ 4055650 w 6251734"/>
              <a:gd name="connsiteY367" fmla="*/ 4279387 h 5808721"/>
              <a:gd name="connsiteX368" fmla="*/ 4053935 w 6251734"/>
              <a:gd name="connsiteY368" fmla="*/ 4279387 h 5808721"/>
              <a:gd name="connsiteX369" fmla="*/ 4053935 w 6251734"/>
              <a:gd name="connsiteY369" fmla="*/ 4203949 h 5808721"/>
              <a:gd name="connsiteX370" fmla="*/ 4055650 w 6251734"/>
              <a:gd name="connsiteY370" fmla="*/ 4203949 h 5808721"/>
              <a:gd name="connsiteX371" fmla="*/ 4055650 w 6251734"/>
              <a:gd name="connsiteY371" fmla="*/ 4201377 h 5808721"/>
              <a:gd name="connsiteX372" fmla="*/ 4160235 w 6251734"/>
              <a:gd name="connsiteY372" fmla="*/ 4161086 h 5808721"/>
              <a:gd name="connsiteX373" fmla="*/ 1690622 w 6251734"/>
              <a:gd name="connsiteY373" fmla="*/ 3905928 h 5808721"/>
              <a:gd name="connsiteX374" fmla="*/ 1557624 w 6251734"/>
              <a:gd name="connsiteY374" fmla="*/ 3959633 h 5808721"/>
              <a:gd name="connsiteX375" fmla="*/ 1521619 w 6251734"/>
              <a:gd name="connsiteY375" fmla="*/ 4304248 h 5808721"/>
              <a:gd name="connsiteX376" fmla="*/ 1866235 w 6251734"/>
              <a:gd name="connsiteY376" fmla="*/ 4340253 h 5808721"/>
              <a:gd name="connsiteX377" fmla="*/ 1902239 w 6251734"/>
              <a:gd name="connsiteY377" fmla="*/ 3995637 h 5808721"/>
              <a:gd name="connsiteX378" fmla="*/ 1690622 w 6251734"/>
              <a:gd name="connsiteY378" fmla="*/ 3905928 h 5808721"/>
              <a:gd name="connsiteX379" fmla="*/ 1684921 w 6251734"/>
              <a:gd name="connsiteY379" fmla="*/ 3849926 h 5808721"/>
              <a:gd name="connsiteX380" fmla="*/ 1945102 w 6251734"/>
              <a:gd name="connsiteY380" fmla="*/ 3960490 h 5808721"/>
              <a:gd name="connsiteX381" fmla="*/ 1944751 w 6251734"/>
              <a:gd name="connsiteY381" fmla="*/ 4341023 h 5808721"/>
              <a:gd name="connsiteX382" fmla="*/ 1930222 w 6251734"/>
              <a:gd name="connsiteY382" fmla="*/ 4355411 h 5808721"/>
              <a:gd name="connsiteX383" fmla="*/ 1980119 w 6251734"/>
              <a:gd name="connsiteY383" fmla="*/ 4416919 h 5808721"/>
              <a:gd name="connsiteX384" fmla="*/ 1986891 w 6251734"/>
              <a:gd name="connsiteY384" fmla="*/ 4416333 h 5808721"/>
              <a:gd name="connsiteX385" fmla="*/ 2030826 w 6251734"/>
              <a:gd name="connsiteY385" fmla="*/ 4439693 h 5808721"/>
              <a:gd name="connsiteX386" fmla="*/ 2204848 w 6251734"/>
              <a:gd name="connsiteY386" fmla="*/ 4654864 h 5808721"/>
              <a:gd name="connsiteX387" fmla="*/ 2195418 w 6251734"/>
              <a:gd name="connsiteY387" fmla="*/ 4746590 h 5808721"/>
              <a:gd name="connsiteX388" fmla="*/ 2103692 w 6251734"/>
              <a:gd name="connsiteY388" fmla="*/ 4737160 h 5808721"/>
              <a:gd name="connsiteX389" fmla="*/ 1929670 w 6251734"/>
              <a:gd name="connsiteY389" fmla="*/ 4521990 h 5808721"/>
              <a:gd name="connsiteX390" fmla="*/ 1915740 w 6251734"/>
              <a:gd name="connsiteY390" fmla="*/ 4474198 h 5808721"/>
              <a:gd name="connsiteX391" fmla="*/ 1917360 w 6251734"/>
              <a:gd name="connsiteY391" fmla="*/ 4468826 h 5808721"/>
              <a:gd name="connsiteX392" fmla="*/ 1866912 w 6251734"/>
              <a:gd name="connsiteY392" fmla="*/ 4406639 h 5808721"/>
              <a:gd name="connsiteX393" fmla="*/ 1850557 w 6251734"/>
              <a:gd name="connsiteY393" fmla="*/ 4417393 h 5808721"/>
              <a:gd name="connsiteX394" fmla="*/ 1477899 w 6251734"/>
              <a:gd name="connsiteY394" fmla="*/ 4339396 h 5808721"/>
              <a:gd name="connsiteX395" fmla="*/ 1521619 w 6251734"/>
              <a:gd name="connsiteY395" fmla="*/ 3915913 h 5808721"/>
              <a:gd name="connsiteX396" fmla="*/ 1684921 w 6251734"/>
              <a:gd name="connsiteY396" fmla="*/ 3849926 h 5808721"/>
              <a:gd name="connsiteX397" fmla="*/ 812246 w 6251734"/>
              <a:gd name="connsiteY397" fmla="*/ 3781539 h 5808721"/>
              <a:gd name="connsiteX398" fmla="*/ 822961 w 6251734"/>
              <a:gd name="connsiteY398" fmla="*/ 3785611 h 5808721"/>
              <a:gd name="connsiteX399" fmla="*/ 823818 w 6251734"/>
              <a:gd name="connsiteY399" fmla="*/ 3807042 h 5808721"/>
              <a:gd name="connsiteX400" fmla="*/ 792194 w 6251734"/>
              <a:gd name="connsiteY400" fmla="*/ 3842032 h 5808721"/>
              <a:gd name="connsiteX401" fmla="*/ 798502 w 6251734"/>
              <a:gd name="connsiteY401" fmla="*/ 3850722 h 5808721"/>
              <a:gd name="connsiteX402" fmla="*/ 785241 w 6251734"/>
              <a:gd name="connsiteY402" fmla="*/ 3940773 h 5808721"/>
              <a:gd name="connsiteX403" fmla="*/ 727912 w 6251734"/>
              <a:gd name="connsiteY403" fmla="*/ 3967562 h 5808721"/>
              <a:gd name="connsiteX404" fmla="*/ 709923 w 6251734"/>
              <a:gd name="connsiteY404" fmla="*/ 3965051 h 5808721"/>
              <a:gd name="connsiteX405" fmla="*/ 701209 w 6251734"/>
              <a:gd name="connsiteY405" fmla="*/ 3986914 h 5808721"/>
              <a:gd name="connsiteX406" fmla="*/ 501492 w 6251734"/>
              <a:gd name="connsiteY406" fmla="*/ 4469697 h 5808721"/>
              <a:gd name="connsiteX407" fmla="*/ 493776 w 6251734"/>
              <a:gd name="connsiteY407" fmla="*/ 4360826 h 5808721"/>
              <a:gd name="connsiteX408" fmla="*/ 640969 w 6251734"/>
              <a:gd name="connsiteY408" fmla="*/ 3980729 h 5808721"/>
              <a:gd name="connsiteX409" fmla="*/ 644840 w 6251734"/>
              <a:gd name="connsiteY409" fmla="*/ 3970847 h 5808721"/>
              <a:gd name="connsiteX410" fmla="*/ 257175 w 6251734"/>
              <a:gd name="connsiteY410" fmla="*/ 4134512 h 5808721"/>
              <a:gd name="connsiteX411" fmla="*/ 152590 w 6251734"/>
              <a:gd name="connsiteY411" fmla="*/ 4139655 h 5808721"/>
              <a:gd name="connsiteX412" fmla="*/ 236601 w 6251734"/>
              <a:gd name="connsiteY412" fmla="*/ 4079647 h 5808721"/>
              <a:gd name="connsiteX413" fmla="*/ 644257 w 6251734"/>
              <a:gd name="connsiteY413" fmla="*/ 3901600 h 5808721"/>
              <a:gd name="connsiteX414" fmla="*/ 641223 w 6251734"/>
              <a:gd name="connsiteY414" fmla="*/ 3889445 h 5808721"/>
              <a:gd name="connsiteX415" fmla="*/ 662654 w 6251734"/>
              <a:gd name="connsiteY415" fmla="*/ 3830188 h 5808721"/>
              <a:gd name="connsiteX416" fmla="*/ 719983 w 6251734"/>
              <a:gd name="connsiteY416" fmla="*/ 3802756 h 5808721"/>
              <a:gd name="connsiteX417" fmla="*/ 751260 w 6251734"/>
              <a:gd name="connsiteY417" fmla="*/ 3807283 h 5808721"/>
              <a:gd name="connsiteX418" fmla="*/ 771606 w 6251734"/>
              <a:gd name="connsiteY418" fmla="*/ 3819575 h 5808721"/>
              <a:gd name="connsiteX419" fmla="*/ 801530 w 6251734"/>
              <a:gd name="connsiteY419" fmla="*/ 3786468 h 5808721"/>
              <a:gd name="connsiteX420" fmla="*/ 812246 w 6251734"/>
              <a:gd name="connsiteY420" fmla="*/ 3781539 h 5808721"/>
              <a:gd name="connsiteX421" fmla="*/ 5496913 w 6251734"/>
              <a:gd name="connsiteY421" fmla="*/ 3702672 h 5808721"/>
              <a:gd name="connsiteX422" fmla="*/ 5456397 w 6251734"/>
              <a:gd name="connsiteY422" fmla="*/ 3737606 h 5808721"/>
              <a:gd name="connsiteX423" fmla="*/ 5490901 w 6251734"/>
              <a:gd name="connsiteY423" fmla="*/ 3706745 h 5808721"/>
              <a:gd name="connsiteX424" fmla="*/ 5797583 w 6251734"/>
              <a:gd name="connsiteY424" fmla="*/ 3639879 h 5808721"/>
              <a:gd name="connsiteX425" fmla="*/ 5805112 w 6251734"/>
              <a:gd name="connsiteY425" fmla="*/ 3642965 h 5808721"/>
              <a:gd name="connsiteX426" fmla="*/ 5820840 w 6251734"/>
              <a:gd name="connsiteY426" fmla="*/ 3650383 h 5808721"/>
              <a:gd name="connsiteX427" fmla="*/ 5699857 w 6251734"/>
              <a:gd name="connsiteY427" fmla="*/ 3627877 h 5808721"/>
              <a:gd name="connsiteX428" fmla="*/ 5704143 w 6251734"/>
              <a:gd name="connsiteY428" fmla="*/ 3631306 h 5808721"/>
              <a:gd name="connsiteX429" fmla="*/ 5699857 w 6251734"/>
              <a:gd name="connsiteY429" fmla="*/ 3638164 h 5808721"/>
              <a:gd name="connsiteX430" fmla="*/ 5703285 w 6251734"/>
              <a:gd name="connsiteY430" fmla="*/ 3639022 h 5808721"/>
              <a:gd name="connsiteX431" fmla="*/ 5717002 w 6251734"/>
              <a:gd name="connsiteY431" fmla="*/ 3648451 h 5808721"/>
              <a:gd name="connsiteX432" fmla="*/ 5698999 w 6251734"/>
              <a:gd name="connsiteY432" fmla="*/ 3652738 h 5808721"/>
              <a:gd name="connsiteX433" fmla="*/ 5677567 w 6251734"/>
              <a:gd name="connsiteY433" fmla="*/ 3646737 h 5808721"/>
              <a:gd name="connsiteX434" fmla="*/ 5656993 w 6251734"/>
              <a:gd name="connsiteY434" fmla="*/ 3664739 h 5808721"/>
              <a:gd name="connsiteX435" fmla="*/ 5645849 w 6251734"/>
              <a:gd name="connsiteY435" fmla="*/ 3681027 h 5808721"/>
              <a:gd name="connsiteX436" fmla="*/ 5656136 w 6251734"/>
              <a:gd name="connsiteY436" fmla="*/ 3687028 h 5808721"/>
              <a:gd name="connsiteX437" fmla="*/ 5665566 w 6251734"/>
              <a:gd name="connsiteY437" fmla="*/ 3687885 h 5808721"/>
              <a:gd name="connsiteX438" fmla="*/ 5689569 w 6251734"/>
              <a:gd name="connsiteY438" fmla="*/ 3683599 h 5808721"/>
              <a:gd name="connsiteX439" fmla="*/ 5695569 w 6251734"/>
              <a:gd name="connsiteY439" fmla="*/ 3698172 h 5808721"/>
              <a:gd name="connsiteX440" fmla="*/ 5717859 w 6251734"/>
              <a:gd name="connsiteY440" fmla="*/ 3709316 h 5808721"/>
              <a:gd name="connsiteX441" fmla="*/ 5730718 w 6251734"/>
              <a:gd name="connsiteY441" fmla="*/ 3723889 h 5808721"/>
              <a:gd name="connsiteX442" fmla="*/ 5715287 w 6251734"/>
              <a:gd name="connsiteY442" fmla="*/ 3734176 h 5808721"/>
              <a:gd name="connsiteX443" fmla="*/ 5699857 w 6251734"/>
              <a:gd name="connsiteY443" fmla="*/ 3744463 h 5808721"/>
              <a:gd name="connsiteX444" fmla="*/ 5705857 w 6251734"/>
              <a:gd name="connsiteY444" fmla="*/ 3753893 h 5808721"/>
              <a:gd name="connsiteX445" fmla="*/ 5722145 w 6251734"/>
              <a:gd name="connsiteY445" fmla="*/ 3750464 h 5808721"/>
              <a:gd name="connsiteX446" fmla="*/ 5729003 w 6251734"/>
              <a:gd name="connsiteY446" fmla="*/ 3748750 h 5808721"/>
              <a:gd name="connsiteX447" fmla="*/ 5747863 w 6251734"/>
              <a:gd name="connsiteY447" fmla="*/ 3745321 h 5808721"/>
              <a:gd name="connsiteX448" fmla="*/ 5750435 w 6251734"/>
              <a:gd name="connsiteY448" fmla="*/ 3742749 h 5808721"/>
              <a:gd name="connsiteX449" fmla="*/ 5760722 w 6251734"/>
              <a:gd name="connsiteY449" fmla="*/ 3738463 h 5808721"/>
              <a:gd name="connsiteX450" fmla="*/ 5794154 w 6251734"/>
              <a:gd name="connsiteY450" fmla="*/ 3741892 h 5808721"/>
              <a:gd name="connsiteX451" fmla="*/ 5806156 w 6251734"/>
              <a:gd name="connsiteY451" fmla="*/ 3753036 h 5808721"/>
              <a:gd name="connsiteX452" fmla="*/ 5810442 w 6251734"/>
              <a:gd name="connsiteY452" fmla="*/ 3749607 h 5808721"/>
              <a:gd name="connsiteX453" fmla="*/ 5814728 w 6251734"/>
              <a:gd name="connsiteY453" fmla="*/ 3733319 h 5808721"/>
              <a:gd name="connsiteX454" fmla="*/ 5825015 w 6251734"/>
              <a:gd name="connsiteY454" fmla="*/ 3737606 h 5808721"/>
              <a:gd name="connsiteX455" fmla="*/ 5849018 w 6251734"/>
              <a:gd name="connsiteY455" fmla="*/ 3723032 h 5808721"/>
              <a:gd name="connsiteX456" fmla="*/ 5861877 w 6251734"/>
              <a:gd name="connsiteY456" fmla="*/ 3731605 h 5808721"/>
              <a:gd name="connsiteX457" fmla="*/ 5856733 w 6251734"/>
              <a:gd name="connsiteY457" fmla="*/ 3746178 h 5808721"/>
              <a:gd name="connsiteX458" fmla="*/ 5844732 w 6251734"/>
              <a:gd name="connsiteY458" fmla="*/ 3741034 h 5808721"/>
              <a:gd name="connsiteX459" fmla="*/ 5828444 w 6251734"/>
              <a:gd name="connsiteY459" fmla="*/ 3754751 h 5808721"/>
              <a:gd name="connsiteX460" fmla="*/ 5831016 w 6251734"/>
              <a:gd name="connsiteY460" fmla="*/ 3761608 h 5808721"/>
              <a:gd name="connsiteX461" fmla="*/ 5847304 w 6251734"/>
              <a:gd name="connsiteY461" fmla="*/ 3761608 h 5808721"/>
              <a:gd name="connsiteX462" fmla="*/ 5861877 w 6251734"/>
              <a:gd name="connsiteY462" fmla="*/ 3765895 h 5808721"/>
              <a:gd name="connsiteX463" fmla="*/ 5863592 w 6251734"/>
              <a:gd name="connsiteY463" fmla="*/ 3771896 h 5808721"/>
              <a:gd name="connsiteX464" fmla="*/ 5877308 w 6251734"/>
              <a:gd name="connsiteY464" fmla="*/ 3777039 h 5808721"/>
              <a:gd name="connsiteX465" fmla="*/ 5877308 w 6251734"/>
              <a:gd name="connsiteY465" fmla="*/ 3786469 h 5808721"/>
              <a:gd name="connsiteX466" fmla="*/ 5871307 w 6251734"/>
              <a:gd name="connsiteY466" fmla="*/ 3784754 h 5808721"/>
              <a:gd name="connsiteX467" fmla="*/ 5859305 w 6251734"/>
              <a:gd name="connsiteY467" fmla="*/ 3787326 h 5808721"/>
              <a:gd name="connsiteX468" fmla="*/ 5847304 w 6251734"/>
              <a:gd name="connsiteY468" fmla="*/ 3789898 h 5808721"/>
              <a:gd name="connsiteX469" fmla="*/ 5824158 w 6251734"/>
              <a:gd name="connsiteY469" fmla="*/ 3786469 h 5808721"/>
              <a:gd name="connsiteX470" fmla="*/ 5813871 w 6251734"/>
              <a:gd name="connsiteY470" fmla="*/ 3796756 h 5808721"/>
              <a:gd name="connsiteX471" fmla="*/ 5807013 w 6251734"/>
              <a:gd name="connsiteY471" fmla="*/ 3796756 h 5808721"/>
              <a:gd name="connsiteX472" fmla="*/ 5793297 w 6251734"/>
              <a:gd name="connsiteY472" fmla="*/ 3791612 h 5808721"/>
              <a:gd name="connsiteX473" fmla="*/ 5781295 w 6251734"/>
              <a:gd name="connsiteY473" fmla="*/ 3787326 h 5808721"/>
              <a:gd name="connsiteX474" fmla="*/ 5771866 w 6251734"/>
              <a:gd name="connsiteY474" fmla="*/ 3786469 h 5808721"/>
              <a:gd name="connsiteX475" fmla="*/ 5767580 w 6251734"/>
              <a:gd name="connsiteY475" fmla="*/ 3768466 h 5808721"/>
              <a:gd name="connsiteX476" fmla="*/ 5762436 w 6251734"/>
              <a:gd name="connsiteY476" fmla="*/ 3767609 h 5808721"/>
              <a:gd name="connsiteX477" fmla="*/ 5755578 w 6251734"/>
              <a:gd name="connsiteY477" fmla="*/ 3765895 h 5808721"/>
              <a:gd name="connsiteX478" fmla="*/ 5742719 w 6251734"/>
              <a:gd name="connsiteY478" fmla="*/ 3768466 h 5808721"/>
              <a:gd name="connsiteX479" fmla="*/ 5734147 w 6251734"/>
              <a:gd name="connsiteY479" fmla="*/ 3769324 h 5808721"/>
              <a:gd name="connsiteX480" fmla="*/ 5721288 w 6251734"/>
              <a:gd name="connsiteY480" fmla="*/ 3771896 h 5808721"/>
              <a:gd name="connsiteX481" fmla="*/ 5712715 w 6251734"/>
              <a:gd name="connsiteY481" fmla="*/ 3772753 h 5808721"/>
              <a:gd name="connsiteX482" fmla="*/ 5698999 w 6251734"/>
              <a:gd name="connsiteY482" fmla="*/ 3784754 h 5808721"/>
              <a:gd name="connsiteX483" fmla="*/ 5679282 w 6251734"/>
              <a:gd name="connsiteY483" fmla="*/ 3791612 h 5808721"/>
              <a:gd name="connsiteX484" fmla="*/ 5671567 w 6251734"/>
              <a:gd name="connsiteY484" fmla="*/ 3795898 h 5808721"/>
              <a:gd name="connsiteX485" fmla="*/ 5663851 w 6251734"/>
              <a:gd name="connsiteY485" fmla="*/ 3808757 h 5808721"/>
              <a:gd name="connsiteX486" fmla="*/ 5644134 w 6251734"/>
              <a:gd name="connsiteY486" fmla="*/ 3830188 h 5808721"/>
              <a:gd name="connsiteX487" fmla="*/ 5646706 w 6251734"/>
              <a:gd name="connsiteY487" fmla="*/ 3858478 h 5808721"/>
              <a:gd name="connsiteX488" fmla="*/ 5641563 w 6251734"/>
              <a:gd name="connsiteY488" fmla="*/ 3873051 h 5808721"/>
              <a:gd name="connsiteX489" fmla="*/ 5636419 w 6251734"/>
              <a:gd name="connsiteY489" fmla="*/ 3885052 h 5808721"/>
              <a:gd name="connsiteX490" fmla="*/ 5644992 w 6251734"/>
              <a:gd name="connsiteY490" fmla="*/ 3894482 h 5808721"/>
              <a:gd name="connsiteX491" fmla="*/ 5650135 w 6251734"/>
              <a:gd name="connsiteY491" fmla="*/ 3900483 h 5808721"/>
              <a:gd name="connsiteX492" fmla="*/ 5652707 w 6251734"/>
              <a:gd name="connsiteY492" fmla="*/ 3912484 h 5808721"/>
              <a:gd name="connsiteX493" fmla="*/ 5662137 w 6251734"/>
              <a:gd name="connsiteY493" fmla="*/ 3920200 h 5808721"/>
              <a:gd name="connsiteX494" fmla="*/ 5668995 w 6251734"/>
              <a:gd name="connsiteY494" fmla="*/ 3931344 h 5808721"/>
              <a:gd name="connsiteX495" fmla="*/ 5680139 w 6251734"/>
              <a:gd name="connsiteY495" fmla="*/ 3937345 h 5808721"/>
              <a:gd name="connsiteX496" fmla="*/ 5707571 w 6251734"/>
              <a:gd name="connsiteY496" fmla="*/ 3938202 h 5808721"/>
              <a:gd name="connsiteX497" fmla="*/ 5726432 w 6251734"/>
              <a:gd name="connsiteY497" fmla="*/ 3935630 h 5808721"/>
              <a:gd name="connsiteX498" fmla="*/ 5746148 w 6251734"/>
              <a:gd name="connsiteY498" fmla="*/ 3929629 h 5808721"/>
              <a:gd name="connsiteX499" fmla="*/ 5757293 w 6251734"/>
              <a:gd name="connsiteY499" fmla="*/ 3928772 h 5808721"/>
              <a:gd name="connsiteX500" fmla="*/ 5765008 w 6251734"/>
              <a:gd name="connsiteY500" fmla="*/ 3939916 h 5808721"/>
              <a:gd name="connsiteX501" fmla="*/ 5776152 w 6251734"/>
              <a:gd name="connsiteY501" fmla="*/ 3937345 h 5808721"/>
              <a:gd name="connsiteX502" fmla="*/ 5792440 w 6251734"/>
              <a:gd name="connsiteY502" fmla="*/ 3944203 h 5808721"/>
              <a:gd name="connsiteX503" fmla="*/ 5789011 w 6251734"/>
              <a:gd name="connsiteY503" fmla="*/ 3960491 h 5808721"/>
              <a:gd name="connsiteX504" fmla="*/ 5789011 w 6251734"/>
              <a:gd name="connsiteY504" fmla="*/ 3966491 h 5808721"/>
              <a:gd name="connsiteX505" fmla="*/ 5790725 w 6251734"/>
              <a:gd name="connsiteY505" fmla="*/ 3988780 h 5808721"/>
              <a:gd name="connsiteX506" fmla="*/ 5798440 w 6251734"/>
              <a:gd name="connsiteY506" fmla="*/ 3999924 h 5808721"/>
              <a:gd name="connsiteX507" fmla="*/ 5803584 w 6251734"/>
              <a:gd name="connsiteY507" fmla="*/ 4007639 h 5808721"/>
              <a:gd name="connsiteX508" fmla="*/ 5812157 w 6251734"/>
              <a:gd name="connsiteY508" fmla="*/ 4020498 h 5808721"/>
              <a:gd name="connsiteX509" fmla="*/ 5814728 w 6251734"/>
              <a:gd name="connsiteY509" fmla="*/ 4032499 h 5808721"/>
              <a:gd name="connsiteX510" fmla="*/ 5803584 w 6251734"/>
              <a:gd name="connsiteY510" fmla="*/ 4044501 h 5808721"/>
              <a:gd name="connsiteX511" fmla="*/ 5798440 w 6251734"/>
              <a:gd name="connsiteY511" fmla="*/ 4060789 h 5808721"/>
              <a:gd name="connsiteX512" fmla="*/ 5794154 w 6251734"/>
              <a:gd name="connsiteY512" fmla="*/ 4071075 h 5808721"/>
              <a:gd name="connsiteX513" fmla="*/ 5801012 w 6251734"/>
              <a:gd name="connsiteY513" fmla="*/ 4081363 h 5808721"/>
              <a:gd name="connsiteX514" fmla="*/ 5811299 w 6251734"/>
              <a:gd name="connsiteY514" fmla="*/ 4094221 h 5808721"/>
              <a:gd name="connsiteX515" fmla="*/ 5813871 w 6251734"/>
              <a:gd name="connsiteY515" fmla="*/ 4106223 h 5808721"/>
              <a:gd name="connsiteX516" fmla="*/ 5813871 w 6251734"/>
              <a:gd name="connsiteY516" fmla="*/ 4115653 h 5808721"/>
              <a:gd name="connsiteX517" fmla="*/ 5819015 w 6251734"/>
              <a:gd name="connsiteY517" fmla="*/ 4127654 h 5808721"/>
              <a:gd name="connsiteX518" fmla="*/ 5825873 w 6251734"/>
              <a:gd name="connsiteY518" fmla="*/ 4143942 h 5808721"/>
              <a:gd name="connsiteX519" fmla="*/ 5830159 w 6251734"/>
              <a:gd name="connsiteY519" fmla="*/ 4143942 h 5808721"/>
              <a:gd name="connsiteX520" fmla="*/ 5848161 w 6251734"/>
              <a:gd name="connsiteY520" fmla="*/ 4136227 h 5808721"/>
              <a:gd name="connsiteX521" fmla="*/ 5870450 w 6251734"/>
              <a:gd name="connsiteY521" fmla="*/ 4126797 h 5808721"/>
              <a:gd name="connsiteX522" fmla="*/ 5873878 w 6251734"/>
              <a:gd name="connsiteY522" fmla="*/ 4117367 h 5808721"/>
              <a:gd name="connsiteX523" fmla="*/ 5888452 w 6251734"/>
              <a:gd name="connsiteY523" fmla="*/ 4105365 h 5808721"/>
              <a:gd name="connsiteX524" fmla="*/ 5900453 w 6251734"/>
              <a:gd name="connsiteY524" fmla="*/ 4087363 h 5808721"/>
              <a:gd name="connsiteX525" fmla="*/ 5900453 w 6251734"/>
              <a:gd name="connsiteY525" fmla="*/ 4075362 h 5808721"/>
              <a:gd name="connsiteX526" fmla="*/ 5911598 w 6251734"/>
              <a:gd name="connsiteY526" fmla="*/ 4071933 h 5808721"/>
              <a:gd name="connsiteX527" fmla="*/ 5915884 w 6251734"/>
              <a:gd name="connsiteY527" fmla="*/ 4064218 h 5808721"/>
              <a:gd name="connsiteX528" fmla="*/ 5929600 w 6251734"/>
              <a:gd name="connsiteY528" fmla="*/ 4051359 h 5808721"/>
              <a:gd name="connsiteX529" fmla="*/ 5924456 w 6251734"/>
              <a:gd name="connsiteY529" fmla="*/ 4039358 h 5808721"/>
              <a:gd name="connsiteX530" fmla="*/ 5934743 w 6251734"/>
              <a:gd name="connsiteY530" fmla="*/ 4027356 h 5808721"/>
              <a:gd name="connsiteX531" fmla="*/ 5933886 w 6251734"/>
              <a:gd name="connsiteY531" fmla="*/ 4005925 h 5808721"/>
              <a:gd name="connsiteX532" fmla="*/ 5933886 w 6251734"/>
              <a:gd name="connsiteY532" fmla="*/ 3991351 h 5808721"/>
              <a:gd name="connsiteX533" fmla="*/ 5940744 w 6251734"/>
              <a:gd name="connsiteY533" fmla="*/ 3982779 h 5808721"/>
              <a:gd name="connsiteX534" fmla="*/ 5944173 w 6251734"/>
              <a:gd name="connsiteY534" fmla="*/ 3965634 h 5808721"/>
              <a:gd name="connsiteX535" fmla="*/ 5955317 w 6251734"/>
              <a:gd name="connsiteY535" fmla="*/ 3953632 h 5808721"/>
              <a:gd name="connsiteX536" fmla="*/ 5958746 w 6251734"/>
              <a:gd name="connsiteY536" fmla="*/ 3930487 h 5808721"/>
              <a:gd name="connsiteX537" fmla="*/ 5965604 w 6251734"/>
              <a:gd name="connsiteY537" fmla="*/ 3917628 h 5808721"/>
              <a:gd name="connsiteX538" fmla="*/ 5968176 w 6251734"/>
              <a:gd name="connsiteY538" fmla="*/ 3902197 h 5808721"/>
              <a:gd name="connsiteX539" fmla="*/ 5961318 w 6251734"/>
              <a:gd name="connsiteY539" fmla="*/ 3894482 h 5808721"/>
              <a:gd name="connsiteX540" fmla="*/ 5949317 w 6251734"/>
              <a:gd name="connsiteY540" fmla="*/ 3897054 h 5808721"/>
              <a:gd name="connsiteX541" fmla="*/ 5942458 w 6251734"/>
              <a:gd name="connsiteY541" fmla="*/ 3898768 h 5808721"/>
              <a:gd name="connsiteX542" fmla="*/ 5933029 w 6251734"/>
              <a:gd name="connsiteY542" fmla="*/ 3895339 h 5808721"/>
              <a:gd name="connsiteX543" fmla="*/ 5933029 w 6251734"/>
              <a:gd name="connsiteY543" fmla="*/ 3884195 h 5808721"/>
              <a:gd name="connsiteX544" fmla="*/ 5921885 w 6251734"/>
              <a:gd name="connsiteY544" fmla="*/ 3879909 h 5808721"/>
              <a:gd name="connsiteX545" fmla="*/ 5915884 w 6251734"/>
              <a:gd name="connsiteY545" fmla="*/ 3867050 h 5808721"/>
              <a:gd name="connsiteX546" fmla="*/ 5909883 w 6251734"/>
              <a:gd name="connsiteY546" fmla="*/ 3855049 h 5808721"/>
              <a:gd name="connsiteX547" fmla="*/ 5900453 w 6251734"/>
              <a:gd name="connsiteY547" fmla="*/ 3850762 h 5808721"/>
              <a:gd name="connsiteX548" fmla="*/ 5897024 w 6251734"/>
              <a:gd name="connsiteY548" fmla="*/ 3833617 h 5808721"/>
              <a:gd name="connsiteX549" fmla="*/ 5906454 w 6251734"/>
              <a:gd name="connsiteY549" fmla="*/ 3830188 h 5808721"/>
              <a:gd name="connsiteX550" fmla="*/ 5912455 w 6251734"/>
              <a:gd name="connsiteY550" fmla="*/ 3835332 h 5808721"/>
              <a:gd name="connsiteX551" fmla="*/ 5918455 w 6251734"/>
              <a:gd name="connsiteY551" fmla="*/ 3845619 h 5808721"/>
              <a:gd name="connsiteX552" fmla="*/ 5921027 w 6251734"/>
              <a:gd name="connsiteY552" fmla="*/ 3858478 h 5808721"/>
              <a:gd name="connsiteX553" fmla="*/ 5935600 w 6251734"/>
              <a:gd name="connsiteY553" fmla="*/ 3867907 h 5808721"/>
              <a:gd name="connsiteX554" fmla="*/ 5944173 w 6251734"/>
              <a:gd name="connsiteY554" fmla="*/ 3879052 h 5808721"/>
              <a:gd name="connsiteX555" fmla="*/ 5964747 w 6251734"/>
              <a:gd name="connsiteY555" fmla="*/ 3874766 h 5808721"/>
              <a:gd name="connsiteX556" fmla="*/ 5969033 w 6251734"/>
              <a:gd name="connsiteY556" fmla="*/ 3863621 h 5808721"/>
              <a:gd name="connsiteX557" fmla="*/ 5972462 w 6251734"/>
              <a:gd name="connsiteY557" fmla="*/ 3851620 h 5808721"/>
              <a:gd name="connsiteX558" fmla="*/ 5968176 w 6251734"/>
              <a:gd name="connsiteY558" fmla="*/ 3837046 h 5808721"/>
              <a:gd name="connsiteX559" fmla="*/ 5968176 w 6251734"/>
              <a:gd name="connsiteY559" fmla="*/ 3825045 h 5808721"/>
              <a:gd name="connsiteX560" fmla="*/ 5963890 w 6251734"/>
              <a:gd name="connsiteY560" fmla="*/ 3814758 h 5808721"/>
              <a:gd name="connsiteX561" fmla="*/ 5967319 w 6251734"/>
              <a:gd name="connsiteY561" fmla="*/ 3815615 h 5808721"/>
              <a:gd name="connsiteX562" fmla="*/ 5979320 w 6251734"/>
              <a:gd name="connsiteY562" fmla="*/ 3819901 h 5808721"/>
              <a:gd name="connsiteX563" fmla="*/ 5987893 w 6251734"/>
              <a:gd name="connsiteY563" fmla="*/ 3836189 h 5808721"/>
              <a:gd name="connsiteX564" fmla="*/ 5995608 w 6251734"/>
              <a:gd name="connsiteY564" fmla="*/ 3843904 h 5808721"/>
              <a:gd name="connsiteX565" fmla="*/ 6001609 w 6251734"/>
              <a:gd name="connsiteY565" fmla="*/ 3850762 h 5808721"/>
              <a:gd name="connsiteX566" fmla="*/ 6005895 w 6251734"/>
              <a:gd name="connsiteY566" fmla="*/ 3862764 h 5808721"/>
              <a:gd name="connsiteX567" fmla="*/ 6014468 w 6251734"/>
              <a:gd name="connsiteY567" fmla="*/ 3873051 h 5808721"/>
              <a:gd name="connsiteX568" fmla="*/ 6016182 w 6251734"/>
              <a:gd name="connsiteY568" fmla="*/ 3869622 h 5808721"/>
              <a:gd name="connsiteX569" fmla="*/ 5825350 w 6251734"/>
              <a:gd name="connsiteY569" fmla="*/ 3652510 h 5808721"/>
              <a:gd name="connsiteX570" fmla="*/ 5820840 w 6251734"/>
              <a:gd name="connsiteY570" fmla="*/ 3650383 h 5808721"/>
              <a:gd name="connsiteX571" fmla="*/ 5876805 w 6251734"/>
              <a:gd name="connsiteY571" fmla="*/ 3675659 h 5808721"/>
              <a:gd name="connsiteX572" fmla="*/ 5998180 w 6251734"/>
              <a:gd name="connsiteY572" fmla="*/ 4119082 h 5808721"/>
              <a:gd name="connsiteX573" fmla="*/ 5717002 w 6251734"/>
              <a:gd name="connsiteY573" fmla="*/ 4286246 h 5808721"/>
              <a:gd name="connsiteX574" fmla="*/ 5835302 w 6251734"/>
              <a:gd name="connsiteY574" fmla="*/ 4250241 h 5808721"/>
              <a:gd name="connsiteX575" fmla="*/ 5819015 w 6251734"/>
              <a:gd name="connsiteY575" fmla="*/ 4251098 h 5808721"/>
              <a:gd name="connsiteX576" fmla="*/ 5802727 w 6251734"/>
              <a:gd name="connsiteY576" fmla="*/ 4244240 h 5808721"/>
              <a:gd name="connsiteX577" fmla="*/ 5793297 w 6251734"/>
              <a:gd name="connsiteY577" fmla="*/ 4242525 h 5808721"/>
              <a:gd name="connsiteX578" fmla="*/ 5777867 w 6251734"/>
              <a:gd name="connsiteY578" fmla="*/ 4245098 h 5808721"/>
              <a:gd name="connsiteX579" fmla="*/ 5765865 w 6251734"/>
              <a:gd name="connsiteY579" fmla="*/ 4251098 h 5808721"/>
              <a:gd name="connsiteX580" fmla="*/ 5755578 w 6251734"/>
              <a:gd name="connsiteY580" fmla="*/ 4250241 h 5808721"/>
              <a:gd name="connsiteX581" fmla="*/ 5742719 w 6251734"/>
              <a:gd name="connsiteY581" fmla="*/ 4251098 h 5808721"/>
              <a:gd name="connsiteX582" fmla="*/ 5747005 w 6251734"/>
              <a:gd name="connsiteY582" fmla="*/ 4240811 h 5808721"/>
              <a:gd name="connsiteX583" fmla="*/ 5735861 w 6251734"/>
              <a:gd name="connsiteY583" fmla="*/ 4239097 h 5808721"/>
              <a:gd name="connsiteX584" fmla="*/ 5729003 w 6251734"/>
              <a:gd name="connsiteY584" fmla="*/ 4247669 h 5808721"/>
              <a:gd name="connsiteX585" fmla="*/ 5723003 w 6251734"/>
              <a:gd name="connsiteY585" fmla="*/ 4258813 h 5808721"/>
              <a:gd name="connsiteX586" fmla="*/ 5701571 w 6251734"/>
              <a:gd name="connsiteY586" fmla="*/ 4254527 h 5808721"/>
              <a:gd name="connsiteX587" fmla="*/ 5689569 w 6251734"/>
              <a:gd name="connsiteY587" fmla="*/ 4251956 h 5808721"/>
              <a:gd name="connsiteX588" fmla="*/ 5690426 w 6251734"/>
              <a:gd name="connsiteY588" fmla="*/ 4247669 h 5808721"/>
              <a:gd name="connsiteX589" fmla="*/ 5702427 w 6251734"/>
              <a:gd name="connsiteY589" fmla="*/ 4239097 h 5808721"/>
              <a:gd name="connsiteX590" fmla="*/ 5714430 w 6251734"/>
              <a:gd name="connsiteY590" fmla="*/ 4232239 h 5808721"/>
              <a:gd name="connsiteX591" fmla="*/ 5708429 w 6251734"/>
              <a:gd name="connsiteY591" fmla="*/ 4225380 h 5808721"/>
              <a:gd name="connsiteX592" fmla="*/ 5702427 w 6251734"/>
              <a:gd name="connsiteY592" fmla="*/ 4230524 h 5808721"/>
              <a:gd name="connsiteX593" fmla="*/ 5677567 w 6251734"/>
              <a:gd name="connsiteY593" fmla="*/ 4231381 h 5808721"/>
              <a:gd name="connsiteX594" fmla="*/ 5656993 w 6251734"/>
              <a:gd name="connsiteY594" fmla="*/ 4233096 h 5808721"/>
              <a:gd name="connsiteX595" fmla="*/ 5653564 w 6251734"/>
              <a:gd name="connsiteY595" fmla="*/ 4226238 h 5808721"/>
              <a:gd name="connsiteX596" fmla="*/ 5638991 w 6251734"/>
              <a:gd name="connsiteY596" fmla="*/ 4233096 h 5808721"/>
              <a:gd name="connsiteX597" fmla="*/ 5618417 w 6251734"/>
              <a:gd name="connsiteY597" fmla="*/ 4236525 h 5808721"/>
              <a:gd name="connsiteX598" fmla="*/ 5608130 w 6251734"/>
              <a:gd name="connsiteY598" fmla="*/ 4238239 h 5808721"/>
              <a:gd name="connsiteX599" fmla="*/ 5607273 w 6251734"/>
              <a:gd name="connsiteY599" fmla="*/ 4232239 h 5808721"/>
              <a:gd name="connsiteX600" fmla="*/ 5596986 w 6251734"/>
              <a:gd name="connsiteY600" fmla="*/ 4240811 h 5808721"/>
              <a:gd name="connsiteX601" fmla="*/ 5584984 w 6251734"/>
              <a:gd name="connsiteY601" fmla="*/ 4242525 h 5808721"/>
              <a:gd name="connsiteX602" fmla="*/ 5583270 w 6251734"/>
              <a:gd name="connsiteY602" fmla="*/ 4256242 h 5808721"/>
              <a:gd name="connsiteX603" fmla="*/ 5664709 w 6251734"/>
              <a:gd name="connsiteY603" fmla="*/ 4287103 h 5808721"/>
              <a:gd name="connsiteX604" fmla="*/ 5372386 w 6251734"/>
              <a:gd name="connsiteY604" fmla="*/ 3912484 h 5808721"/>
              <a:gd name="connsiteX605" fmla="*/ 5375815 w 6251734"/>
              <a:gd name="connsiteY605" fmla="*/ 3909913 h 5808721"/>
              <a:gd name="connsiteX606" fmla="*/ 5378387 w 6251734"/>
              <a:gd name="connsiteY606" fmla="*/ 3921057 h 5808721"/>
              <a:gd name="connsiteX607" fmla="*/ 5384388 w 6251734"/>
              <a:gd name="connsiteY607" fmla="*/ 3929629 h 5808721"/>
              <a:gd name="connsiteX608" fmla="*/ 5391246 w 6251734"/>
              <a:gd name="connsiteY608" fmla="*/ 3939059 h 5808721"/>
              <a:gd name="connsiteX609" fmla="*/ 5386959 w 6251734"/>
              <a:gd name="connsiteY609" fmla="*/ 3953632 h 5808721"/>
              <a:gd name="connsiteX610" fmla="*/ 5395532 w 6251734"/>
              <a:gd name="connsiteY610" fmla="*/ 3977636 h 5808721"/>
              <a:gd name="connsiteX611" fmla="*/ 5394675 w 6251734"/>
              <a:gd name="connsiteY611" fmla="*/ 4006782 h 5808721"/>
              <a:gd name="connsiteX612" fmla="*/ 5413534 w 6251734"/>
              <a:gd name="connsiteY612" fmla="*/ 4051359 h 5808721"/>
              <a:gd name="connsiteX613" fmla="*/ 5420392 w 6251734"/>
              <a:gd name="connsiteY613" fmla="*/ 4065932 h 5808721"/>
              <a:gd name="connsiteX614" fmla="*/ 5432394 w 6251734"/>
              <a:gd name="connsiteY614" fmla="*/ 4075362 h 5808721"/>
              <a:gd name="connsiteX615" fmla="*/ 5438394 w 6251734"/>
              <a:gd name="connsiteY615" fmla="*/ 4101079 h 5808721"/>
              <a:gd name="connsiteX616" fmla="*/ 5446110 w 6251734"/>
              <a:gd name="connsiteY616" fmla="*/ 4123368 h 5808721"/>
              <a:gd name="connsiteX617" fmla="*/ 5455539 w 6251734"/>
              <a:gd name="connsiteY617" fmla="*/ 4135369 h 5808721"/>
              <a:gd name="connsiteX618" fmla="*/ 5462397 w 6251734"/>
              <a:gd name="connsiteY618" fmla="*/ 4148228 h 5808721"/>
              <a:gd name="connsiteX619" fmla="*/ 5470113 w 6251734"/>
              <a:gd name="connsiteY619" fmla="*/ 4160230 h 5808721"/>
              <a:gd name="connsiteX620" fmla="*/ 5484686 w 6251734"/>
              <a:gd name="connsiteY620" fmla="*/ 4188519 h 5808721"/>
              <a:gd name="connsiteX621" fmla="*/ 5491544 w 6251734"/>
              <a:gd name="connsiteY621" fmla="*/ 4198806 h 5808721"/>
              <a:gd name="connsiteX622" fmla="*/ 5511261 w 6251734"/>
              <a:gd name="connsiteY622" fmla="*/ 4210808 h 5808721"/>
              <a:gd name="connsiteX623" fmla="*/ 5524119 w 6251734"/>
              <a:gd name="connsiteY623" fmla="*/ 4221094 h 5808721"/>
              <a:gd name="connsiteX624" fmla="*/ 5525834 w 6251734"/>
              <a:gd name="connsiteY624" fmla="*/ 4215094 h 5808721"/>
              <a:gd name="connsiteX625" fmla="*/ 5518119 w 6251734"/>
              <a:gd name="connsiteY625" fmla="*/ 4206521 h 5808721"/>
              <a:gd name="connsiteX626" fmla="*/ 5509546 w 6251734"/>
              <a:gd name="connsiteY626" fmla="*/ 4195377 h 5808721"/>
              <a:gd name="connsiteX627" fmla="*/ 5505260 w 6251734"/>
              <a:gd name="connsiteY627" fmla="*/ 4185947 h 5808721"/>
              <a:gd name="connsiteX628" fmla="*/ 5495830 w 6251734"/>
              <a:gd name="connsiteY628" fmla="*/ 4173088 h 5808721"/>
              <a:gd name="connsiteX629" fmla="*/ 5500117 w 6251734"/>
              <a:gd name="connsiteY629" fmla="*/ 4165373 h 5808721"/>
              <a:gd name="connsiteX630" fmla="*/ 5503546 w 6251734"/>
              <a:gd name="connsiteY630" fmla="*/ 4160230 h 5808721"/>
              <a:gd name="connsiteX631" fmla="*/ 5500117 w 6251734"/>
              <a:gd name="connsiteY631" fmla="*/ 4147371 h 5808721"/>
              <a:gd name="connsiteX632" fmla="*/ 5508689 w 6251734"/>
              <a:gd name="connsiteY632" fmla="*/ 4119082 h 5808721"/>
              <a:gd name="connsiteX633" fmla="*/ 5508689 w 6251734"/>
              <a:gd name="connsiteY633" fmla="*/ 4103651 h 5808721"/>
              <a:gd name="connsiteX634" fmla="*/ 5518119 w 6251734"/>
              <a:gd name="connsiteY634" fmla="*/ 4096793 h 5808721"/>
              <a:gd name="connsiteX635" fmla="*/ 5531835 w 6251734"/>
              <a:gd name="connsiteY635" fmla="*/ 4087363 h 5808721"/>
              <a:gd name="connsiteX636" fmla="*/ 5530120 w 6251734"/>
              <a:gd name="connsiteY636" fmla="*/ 4078791 h 5808721"/>
              <a:gd name="connsiteX637" fmla="*/ 5534407 w 6251734"/>
              <a:gd name="connsiteY637" fmla="*/ 4070218 h 5808721"/>
              <a:gd name="connsiteX638" fmla="*/ 5535264 w 6251734"/>
              <a:gd name="connsiteY638" fmla="*/ 4056503 h 5808721"/>
              <a:gd name="connsiteX639" fmla="*/ 5530977 w 6251734"/>
              <a:gd name="connsiteY639" fmla="*/ 4045358 h 5808721"/>
              <a:gd name="connsiteX640" fmla="*/ 5532692 w 6251734"/>
              <a:gd name="connsiteY640" fmla="*/ 4034214 h 5808721"/>
              <a:gd name="connsiteX641" fmla="*/ 5542122 w 6251734"/>
              <a:gd name="connsiteY641" fmla="*/ 4020498 h 5808721"/>
              <a:gd name="connsiteX642" fmla="*/ 5547265 w 6251734"/>
              <a:gd name="connsiteY642" fmla="*/ 4007639 h 5808721"/>
              <a:gd name="connsiteX643" fmla="*/ 5542122 w 6251734"/>
              <a:gd name="connsiteY643" fmla="*/ 4000781 h 5808721"/>
              <a:gd name="connsiteX644" fmla="*/ 5529263 w 6251734"/>
              <a:gd name="connsiteY644" fmla="*/ 3993923 h 5808721"/>
              <a:gd name="connsiteX645" fmla="*/ 5520691 w 6251734"/>
              <a:gd name="connsiteY645" fmla="*/ 3982779 h 5808721"/>
              <a:gd name="connsiteX646" fmla="*/ 5504403 w 6251734"/>
              <a:gd name="connsiteY646" fmla="*/ 3981922 h 5808721"/>
              <a:gd name="connsiteX647" fmla="*/ 5500974 w 6251734"/>
              <a:gd name="connsiteY647" fmla="*/ 3976778 h 5808721"/>
              <a:gd name="connsiteX648" fmla="*/ 5488115 w 6251734"/>
              <a:gd name="connsiteY648" fmla="*/ 3971635 h 5808721"/>
              <a:gd name="connsiteX649" fmla="*/ 5486401 w 6251734"/>
              <a:gd name="connsiteY649" fmla="*/ 3964777 h 5808721"/>
              <a:gd name="connsiteX650" fmla="*/ 5476971 w 6251734"/>
              <a:gd name="connsiteY650" fmla="*/ 3963062 h 5808721"/>
              <a:gd name="connsiteX651" fmla="*/ 5475256 w 6251734"/>
              <a:gd name="connsiteY651" fmla="*/ 3957061 h 5808721"/>
              <a:gd name="connsiteX652" fmla="*/ 5474399 w 6251734"/>
              <a:gd name="connsiteY652" fmla="*/ 3947632 h 5808721"/>
              <a:gd name="connsiteX653" fmla="*/ 5469256 w 6251734"/>
              <a:gd name="connsiteY653" fmla="*/ 3938202 h 5808721"/>
              <a:gd name="connsiteX654" fmla="*/ 5464969 w 6251734"/>
              <a:gd name="connsiteY654" fmla="*/ 3932201 h 5808721"/>
              <a:gd name="connsiteX655" fmla="*/ 5453825 w 6251734"/>
              <a:gd name="connsiteY655" fmla="*/ 3930487 h 5808721"/>
              <a:gd name="connsiteX656" fmla="*/ 5444395 w 6251734"/>
              <a:gd name="connsiteY656" fmla="*/ 3925343 h 5808721"/>
              <a:gd name="connsiteX657" fmla="*/ 5441824 w 6251734"/>
              <a:gd name="connsiteY657" fmla="*/ 3916771 h 5808721"/>
              <a:gd name="connsiteX658" fmla="*/ 5437537 w 6251734"/>
              <a:gd name="connsiteY658" fmla="*/ 3907341 h 5808721"/>
              <a:gd name="connsiteX659" fmla="*/ 5431536 w 6251734"/>
              <a:gd name="connsiteY659" fmla="*/ 3903055 h 5808721"/>
              <a:gd name="connsiteX660" fmla="*/ 5419535 w 6251734"/>
              <a:gd name="connsiteY660" fmla="*/ 3905626 h 5808721"/>
              <a:gd name="connsiteX661" fmla="*/ 5418678 w 6251734"/>
              <a:gd name="connsiteY661" fmla="*/ 3897911 h 5808721"/>
              <a:gd name="connsiteX662" fmla="*/ 5411820 w 6251734"/>
              <a:gd name="connsiteY662" fmla="*/ 3896197 h 5808721"/>
              <a:gd name="connsiteX663" fmla="*/ 5406676 w 6251734"/>
              <a:gd name="connsiteY663" fmla="*/ 3899626 h 5808721"/>
              <a:gd name="connsiteX664" fmla="*/ 5404104 w 6251734"/>
              <a:gd name="connsiteY664" fmla="*/ 3903055 h 5808721"/>
              <a:gd name="connsiteX665" fmla="*/ 5398104 w 6251734"/>
              <a:gd name="connsiteY665" fmla="*/ 3911627 h 5808721"/>
              <a:gd name="connsiteX666" fmla="*/ 5396389 w 6251734"/>
              <a:gd name="connsiteY666" fmla="*/ 3909913 h 5808721"/>
              <a:gd name="connsiteX667" fmla="*/ 5393817 w 6251734"/>
              <a:gd name="connsiteY667" fmla="*/ 3906484 h 5808721"/>
              <a:gd name="connsiteX668" fmla="*/ 5390389 w 6251734"/>
              <a:gd name="connsiteY668" fmla="*/ 3893625 h 5808721"/>
              <a:gd name="connsiteX669" fmla="*/ 5393817 w 6251734"/>
              <a:gd name="connsiteY669" fmla="*/ 3884195 h 5808721"/>
              <a:gd name="connsiteX670" fmla="*/ 5392960 w 6251734"/>
              <a:gd name="connsiteY670" fmla="*/ 3871336 h 5808721"/>
              <a:gd name="connsiteX671" fmla="*/ 5393817 w 6251734"/>
              <a:gd name="connsiteY671" fmla="*/ 3861049 h 5808721"/>
              <a:gd name="connsiteX672" fmla="*/ 5392960 w 6251734"/>
              <a:gd name="connsiteY672" fmla="*/ 3853334 h 5808721"/>
              <a:gd name="connsiteX673" fmla="*/ 5388674 w 6251734"/>
              <a:gd name="connsiteY673" fmla="*/ 3851620 h 5808721"/>
              <a:gd name="connsiteX674" fmla="*/ 5402390 w 6251734"/>
              <a:gd name="connsiteY674" fmla="*/ 3815615 h 5808721"/>
              <a:gd name="connsiteX675" fmla="*/ 5400676 w 6251734"/>
              <a:gd name="connsiteY675" fmla="*/ 3826759 h 5808721"/>
              <a:gd name="connsiteX676" fmla="*/ 5399818 w 6251734"/>
              <a:gd name="connsiteY676" fmla="*/ 3833617 h 5808721"/>
              <a:gd name="connsiteX677" fmla="*/ 5398961 w 6251734"/>
              <a:gd name="connsiteY677" fmla="*/ 3841333 h 5808721"/>
              <a:gd name="connsiteX678" fmla="*/ 5401533 w 6251734"/>
              <a:gd name="connsiteY678" fmla="*/ 3842190 h 5808721"/>
              <a:gd name="connsiteX679" fmla="*/ 5406676 w 6251734"/>
              <a:gd name="connsiteY679" fmla="*/ 3845619 h 5808721"/>
              <a:gd name="connsiteX680" fmla="*/ 5408391 w 6251734"/>
              <a:gd name="connsiteY680" fmla="*/ 3845619 h 5808721"/>
              <a:gd name="connsiteX681" fmla="*/ 5412677 w 6251734"/>
              <a:gd name="connsiteY681" fmla="*/ 3850762 h 5808721"/>
              <a:gd name="connsiteX682" fmla="*/ 5411820 w 6251734"/>
              <a:gd name="connsiteY682" fmla="*/ 3857621 h 5808721"/>
              <a:gd name="connsiteX683" fmla="*/ 5413534 w 6251734"/>
              <a:gd name="connsiteY683" fmla="*/ 3859335 h 5808721"/>
              <a:gd name="connsiteX684" fmla="*/ 5418678 w 6251734"/>
              <a:gd name="connsiteY684" fmla="*/ 3861907 h 5808721"/>
              <a:gd name="connsiteX685" fmla="*/ 5425536 w 6251734"/>
              <a:gd name="connsiteY685" fmla="*/ 3861049 h 5808721"/>
              <a:gd name="connsiteX686" fmla="*/ 5428965 w 6251734"/>
              <a:gd name="connsiteY686" fmla="*/ 3865336 h 5808721"/>
              <a:gd name="connsiteX687" fmla="*/ 5430679 w 6251734"/>
              <a:gd name="connsiteY687" fmla="*/ 3868765 h 5808721"/>
              <a:gd name="connsiteX688" fmla="*/ 5434108 w 6251734"/>
              <a:gd name="connsiteY688" fmla="*/ 3865336 h 5808721"/>
              <a:gd name="connsiteX689" fmla="*/ 5435823 w 6251734"/>
              <a:gd name="connsiteY689" fmla="*/ 3861049 h 5808721"/>
              <a:gd name="connsiteX690" fmla="*/ 5432394 w 6251734"/>
              <a:gd name="connsiteY690" fmla="*/ 3858478 h 5808721"/>
              <a:gd name="connsiteX691" fmla="*/ 5427250 w 6251734"/>
              <a:gd name="connsiteY691" fmla="*/ 3855049 h 5808721"/>
              <a:gd name="connsiteX692" fmla="*/ 5421249 w 6251734"/>
              <a:gd name="connsiteY692" fmla="*/ 3853334 h 5808721"/>
              <a:gd name="connsiteX693" fmla="*/ 5415249 w 6251734"/>
              <a:gd name="connsiteY693" fmla="*/ 3852477 h 5808721"/>
              <a:gd name="connsiteX694" fmla="*/ 5415249 w 6251734"/>
              <a:gd name="connsiteY694" fmla="*/ 3845619 h 5808721"/>
              <a:gd name="connsiteX695" fmla="*/ 5415249 w 6251734"/>
              <a:gd name="connsiteY695" fmla="*/ 3837904 h 5808721"/>
              <a:gd name="connsiteX696" fmla="*/ 5410962 w 6251734"/>
              <a:gd name="connsiteY696" fmla="*/ 3837046 h 5808721"/>
              <a:gd name="connsiteX697" fmla="*/ 5406676 w 6251734"/>
              <a:gd name="connsiteY697" fmla="*/ 3833617 h 5808721"/>
              <a:gd name="connsiteX698" fmla="*/ 5410105 w 6251734"/>
              <a:gd name="connsiteY698" fmla="*/ 3826759 h 5808721"/>
              <a:gd name="connsiteX699" fmla="*/ 5420392 w 6251734"/>
              <a:gd name="connsiteY699" fmla="*/ 3822473 h 5808721"/>
              <a:gd name="connsiteX700" fmla="*/ 5425536 w 6251734"/>
              <a:gd name="connsiteY700" fmla="*/ 3818187 h 5808721"/>
              <a:gd name="connsiteX701" fmla="*/ 5428965 w 6251734"/>
              <a:gd name="connsiteY701" fmla="*/ 3810472 h 5808721"/>
              <a:gd name="connsiteX702" fmla="*/ 5432394 w 6251734"/>
              <a:gd name="connsiteY702" fmla="*/ 3801899 h 5808721"/>
              <a:gd name="connsiteX703" fmla="*/ 5434108 w 6251734"/>
              <a:gd name="connsiteY703" fmla="*/ 3792469 h 5808721"/>
              <a:gd name="connsiteX704" fmla="*/ 5439252 w 6251734"/>
              <a:gd name="connsiteY704" fmla="*/ 3785611 h 5808721"/>
              <a:gd name="connsiteX705" fmla="*/ 5451253 w 6251734"/>
              <a:gd name="connsiteY705" fmla="*/ 3776182 h 5808721"/>
              <a:gd name="connsiteX706" fmla="*/ 5458111 w 6251734"/>
              <a:gd name="connsiteY706" fmla="*/ 3770181 h 5808721"/>
              <a:gd name="connsiteX707" fmla="*/ 5460683 w 6251734"/>
              <a:gd name="connsiteY707" fmla="*/ 3764180 h 5808721"/>
              <a:gd name="connsiteX708" fmla="*/ 5466684 w 6251734"/>
              <a:gd name="connsiteY708" fmla="*/ 3761608 h 5808721"/>
              <a:gd name="connsiteX709" fmla="*/ 5474399 w 6251734"/>
              <a:gd name="connsiteY709" fmla="*/ 3757322 h 5808721"/>
              <a:gd name="connsiteX710" fmla="*/ 5476971 w 6251734"/>
              <a:gd name="connsiteY710" fmla="*/ 3749607 h 5808721"/>
              <a:gd name="connsiteX711" fmla="*/ 5479542 w 6251734"/>
              <a:gd name="connsiteY711" fmla="*/ 3747035 h 5808721"/>
              <a:gd name="connsiteX712" fmla="*/ 5488115 w 6251734"/>
              <a:gd name="connsiteY712" fmla="*/ 3741034 h 5808721"/>
              <a:gd name="connsiteX713" fmla="*/ 5491544 w 6251734"/>
              <a:gd name="connsiteY713" fmla="*/ 3738463 h 5808721"/>
              <a:gd name="connsiteX714" fmla="*/ 5498402 w 6251734"/>
              <a:gd name="connsiteY714" fmla="*/ 3739320 h 5808721"/>
              <a:gd name="connsiteX715" fmla="*/ 5507832 w 6251734"/>
              <a:gd name="connsiteY715" fmla="*/ 3741892 h 5808721"/>
              <a:gd name="connsiteX716" fmla="*/ 5512975 w 6251734"/>
              <a:gd name="connsiteY716" fmla="*/ 3741034 h 5808721"/>
              <a:gd name="connsiteX717" fmla="*/ 5514690 w 6251734"/>
              <a:gd name="connsiteY717" fmla="*/ 3735034 h 5808721"/>
              <a:gd name="connsiteX718" fmla="*/ 5513832 w 6251734"/>
              <a:gd name="connsiteY718" fmla="*/ 3731605 h 5808721"/>
              <a:gd name="connsiteX719" fmla="*/ 5509546 w 6251734"/>
              <a:gd name="connsiteY719" fmla="*/ 3729890 h 5808721"/>
              <a:gd name="connsiteX720" fmla="*/ 5511261 w 6251734"/>
              <a:gd name="connsiteY720" fmla="*/ 3723032 h 5808721"/>
              <a:gd name="connsiteX721" fmla="*/ 5517262 w 6251734"/>
              <a:gd name="connsiteY721" fmla="*/ 3718746 h 5808721"/>
              <a:gd name="connsiteX722" fmla="*/ 5525834 w 6251734"/>
              <a:gd name="connsiteY722" fmla="*/ 3713602 h 5808721"/>
              <a:gd name="connsiteX723" fmla="*/ 5530977 w 6251734"/>
              <a:gd name="connsiteY723" fmla="*/ 3717889 h 5808721"/>
              <a:gd name="connsiteX724" fmla="*/ 5531835 w 6251734"/>
              <a:gd name="connsiteY724" fmla="*/ 3720461 h 5808721"/>
              <a:gd name="connsiteX725" fmla="*/ 5524977 w 6251734"/>
              <a:gd name="connsiteY725" fmla="*/ 3724747 h 5808721"/>
              <a:gd name="connsiteX726" fmla="*/ 5528406 w 6251734"/>
              <a:gd name="connsiteY726" fmla="*/ 3730747 h 5808721"/>
              <a:gd name="connsiteX727" fmla="*/ 5536978 w 6251734"/>
              <a:gd name="connsiteY727" fmla="*/ 3730747 h 5808721"/>
              <a:gd name="connsiteX728" fmla="*/ 5542122 w 6251734"/>
              <a:gd name="connsiteY728" fmla="*/ 3727318 h 5808721"/>
              <a:gd name="connsiteX729" fmla="*/ 5543836 w 6251734"/>
              <a:gd name="connsiteY729" fmla="*/ 3723032 h 5808721"/>
              <a:gd name="connsiteX730" fmla="*/ 5543836 w 6251734"/>
              <a:gd name="connsiteY730" fmla="*/ 3716174 h 5808721"/>
              <a:gd name="connsiteX731" fmla="*/ 5542979 w 6251734"/>
              <a:gd name="connsiteY731" fmla="*/ 3710173 h 5808721"/>
              <a:gd name="connsiteX732" fmla="*/ 5545551 w 6251734"/>
              <a:gd name="connsiteY732" fmla="*/ 3705887 h 5808721"/>
              <a:gd name="connsiteX733" fmla="*/ 5548980 w 6251734"/>
              <a:gd name="connsiteY733" fmla="*/ 3703316 h 5808721"/>
              <a:gd name="connsiteX734" fmla="*/ 5551552 w 6251734"/>
              <a:gd name="connsiteY734" fmla="*/ 3699029 h 5808721"/>
              <a:gd name="connsiteX735" fmla="*/ 5551552 w 6251734"/>
              <a:gd name="connsiteY735" fmla="*/ 3692171 h 5808721"/>
              <a:gd name="connsiteX736" fmla="*/ 5557552 w 6251734"/>
              <a:gd name="connsiteY736" fmla="*/ 3683599 h 5808721"/>
              <a:gd name="connsiteX737" fmla="*/ 5560124 w 6251734"/>
              <a:gd name="connsiteY737" fmla="*/ 3679312 h 5808721"/>
              <a:gd name="connsiteX738" fmla="*/ 5552409 w 6251734"/>
              <a:gd name="connsiteY738" fmla="*/ 3675883 h 5808721"/>
              <a:gd name="connsiteX739" fmla="*/ 5522218 w 6251734"/>
              <a:gd name="connsiteY739" fmla="*/ 3685527 h 5808721"/>
              <a:gd name="connsiteX740" fmla="*/ 5496913 w 6251734"/>
              <a:gd name="connsiteY740" fmla="*/ 3702672 h 5808721"/>
              <a:gd name="connsiteX741" fmla="*/ 5518815 w 6251734"/>
              <a:gd name="connsiteY741" fmla="*/ 3683786 h 5808721"/>
              <a:gd name="connsiteX742" fmla="*/ 5647564 w 6251734"/>
              <a:gd name="connsiteY742" fmla="*/ 3633878 h 5808721"/>
              <a:gd name="connsiteX743" fmla="*/ 5699857 w 6251734"/>
              <a:gd name="connsiteY743" fmla="*/ 3627877 h 5808721"/>
              <a:gd name="connsiteX744" fmla="*/ 4861612 w 6251734"/>
              <a:gd name="connsiteY744" fmla="*/ 3580313 h 5808721"/>
              <a:gd name="connsiteX745" fmla="*/ 4631722 w 6251734"/>
              <a:gd name="connsiteY745" fmla="*/ 3723889 h 5808721"/>
              <a:gd name="connsiteX746" fmla="*/ 4753451 w 6251734"/>
              <a:gd name="connsiteY746" fmla="*/ 4048788 h 5808721"/>
              <a:gd name="connsiteX747" fmla="*/ 5078350 w 6251734"/>
              <a:gd name="connsiteY747" fmla="*/ 3927058 h 5808721"/>
              <a:gd name="connsiteX748" fmla="*/ 4956620 w 6251734"/>
              <a:gd name="connsiteY748" fmla="*/ 3602159 h 5808721"/>
              <a:gd name="connsiteX749" fmla="*/ 4861612 w 6251734"/>
              <a:gd name="connsiteY749" fmla="*/ 3580313 h 5808721"/>
              <a:gd name="connsiteX750" fmla="*/ 4863113 w 6251734"/>
              <a:gd name="connsiteY750" fmla="*/ 3524739 h 5808721"/>
              <a:gd name="connsiteX751" fmla="*/ 4979766 w 6251734"/>
              <a:gd name="connsiteY751" fmla="*/ 3551582 h 5808721"/>
              <a:gd name="connsiteX752" fmla="*/ 5128928 w 6251734"/>
              <a:gd name="connsiteY752" fmla="*/ 3950204 h 5808721"/>
              <a:gd name="connsiteX753" fmla="*/ 4788185 w 6251734"/>
              <a:gd name="connsiteY753" fmla="*/ 4118835 h 5808721"/>
              <a:gd name="connsiteX754" fmla="*/ 4769854 w 6251734"/>
              <a:gd name="connsiteY754" fmla="*/ 4112669 h 5808721"/>
              <a:gd name="connsiteX755" fmla="*/ 4736576 w 6251734"/>
              <a:gd name="connsiteY755" fmla="*/ 4185841 h 5808721"/>
              <a:gd name="connsiteX756" fmla="*/ 4739414 w 6251734"/>
              <a:gd name="connsiteY756" fmla="*/ 4190448 h 5808721"/>
              <a:gd name="connsiteX757" fmla="*/ 4738021 w 6251734"/>
              <a:gd name="connsiteY757" fmla="*/ 4240811 h 5808721"/>
              <a:gd name="connsiteX758" fmla="*/ 4623149 w 6251734"/>
              <a:gd name="connsiteY758" fmla="*/ 4492842 h 5808721"/>
              <a:gd name="connsiteX759" fmla="*/ 4536567 w 6251734"/>
              <a:gd name="connsiteY759" fmla="*/ 4525418 h 5808721"/>
              <a:gd name="connsiteX760" fmla="*/ 4503991 w 6251734"/>
              <a:gd name="connsiteY760" fmla="*/ 4438835 h 5808721"/>
              <a:gd name="connsiteX761" fmla="*/ 4618863 w 6251734"/>
              <a:gd name="connsiteY761" fmla="*/ 4186804 h 5808721"/>
              <a:gd name="connsiteX762" fmla="*/ 4643847 w 6251734"/>
              <a:gd name="connsiteY762" fmla="*/ 4158339 h 5808721"/>
              <a:gd name="connsiteX763" fmla="*/ 4661831 w 6251734"/>
              <a:gd name="connsiteY763" fmla="*/ 4153470 h 5808721"/>
              <a:gd name="connsiteX764" fmla="*/ 4695622 w 6251734"/>
              <a:gd name="connsiteY764" fmla="*/ 4079170 h 5808721"/>
              <a:gd name="connsiteX765" fmla="*/ 4677765 w 6251734"/>
              <a:gd name="connsiteY765" fmla="*/ 4068771 h 5808721"/>
              <a:gd name="connsiteX766" fmla="*/ 4581144 w 6251734"/>
              <a:gd name="connsiteY766" fmla="*/ 3700743 h 5808721"/>
              <a:gd name="connsiteX767" fmla="*/ 4863113 w 6251734"/>
              <a:gd name="connsiteY767" fmla="*/ 3524739 h 5808721"/>
              <a:gd name="connsiteX768" fmla="*/ 1544765 w 6251734"/>
              <a:gd name="connsiteY768" fmla="*/ 3428138 h 5808721"/>
              <a:gd name="connsiteX769" fmla="*/ 1620204 w 6251734"/>
              <a:gd name="connsiteY769" fmla="*/ 3555010 h 5808721"/>
              <a:gd name="connsiteX770" fmla="*/ 1532764 w 6251734"/>
              <a:gd name="connsiteY770" fmla="*/ 3615018 h 5808721"/>
              <a:gd name="connsiteX771" fmla="*/ 1646779 w 6251734"/>
              <a:gd name="connsiteY771" fmla="*/ 3561011 h 5808721"/>
              <a:gd name="connsiteX772" fmla="*/ 1544765 w 6251734"/>
              <a:gd name="connsiteY772" fmla="*/ 3428138 h 5808721"/>
              <a:gd name="connsiteX773" fmla="*/ 408910 w 6251734"/>
              <a:gd name="connsiteY773" fmla="*/ 3284263 h 5808721"/>
              <a:gd name="connsiteX774" fmla="*/ 393653 w 6251734"/>
              <a:gd name="connsiteY774" fmla="*/ 3296390 h 5808721"/>
              <a:gd name="connsiteX775" fmla="*/ 334836 w 6251734"/>
              <a:gd name="connsiteY775" fmla="*/ 3335610 h 5808721"/>
              <a:gd name="connsiteX776" fmla="*/ 325136 w 6251734"/>
              <a:gd name="connsiteY776" fmla="*/ 3340789 h 5808721"/>
              <a:gd name="connsiteX777" fmla="*/ 330318 w 6251734"/>
              <a:gd name="connsiteY777" fmla="*/ 3354497 h 5808721"/>
              <a:gd name="connsiteX778" fmla="*/ 408051 w 6251734"/>
              <a:gd name="connsiteY778" fmla="*/ 3427281 h 5808721"/>
              <a:gd name="connsiteX779" fmla="*/ 478438 w 6251734"/>
              <a:gd name="connsiteY779" fmla="*/ 3369010 h 5808721"/>
              <a:gd name="connsiteX780" fmla="*/ 491268 w 6251734"/>
              <a:gd name="connsiteY780" fmla="*/ 3340334 h 5808721"/>
              <a:gd name="connsiteX781" fmla="*/ 481268 w 6251734"/>
              <a:gd name="connsiteY781" fmla="*/ 3334978 h 5808721"/>
              <a:gd name="connsiteX782" fmla="*/ 385103 w 6251734"/>
              <a:gd name="connsiteY782" fmla="*/ 3234417 h 5808721"/>
              <a:gd name="connsiteX783" fmla="*/ 394907 w 6251734"/>
              <a:gd name="connsiteY783" fmla="*/ 3243179 h 5808721"/>
              <a:gd name="connsiteX784" fmla="*/ 407331 w 6251734"/>
              <a:gd name="connsiteY784" fmla="*/ 3251843 h 5808721"/>
              <a:gd name="connsiteX785" fmla="*/ 427247 w 6251734"/>
              <a:gd name="connsiteY785" fmla="*/ 3234680 h 5808721"/>
              <a:gd name="connsiteX786" fmla="*/ 408051 w 6251734"/>
              <a:gd name="connsiteY786" fmla="*/ 3236114 h 5808721"/>
              <a:gd name="connsiteX787" fmla="*/ 293992 w 6251734"/>
              <a:gd name="connsiteY787" fmla="*/ 3227681 h 5808721"/>
              <a:gd name="connsiteX788" fmla="*/ 310863 w 6251734"/>
              <a:gd name="connsiteY788" fmla="*/ 3303036 h 5808721"/>
              <a:gd name="connsiteX789" fmla="*/ 314200 w 6251734"/>
              <a:gd name="connsiteY789" fmla="*/ 3311864 h 5808721"/>
              <a:gd name="connsiteX790" fmla="*/ 346623 w 6251734"/>
              <a:gd name="connsiteY790" fmla="*/ 3294552 h 5808721"/>
              <a:gd name="connsiteX791" fmla="*/ 386844 w 6251734"/>
              <a:gd name="connsiteY791" fmla="*/ 3267724 h 5808721"/>
              <a:gd name="connsiteX792" fmla="*/ 346453 w 6251734"/>
              <a:gd name="connsiteY792" fmla="*/ 3231560 h 5808721"/>
              <a:gd name="connsiteX793" fmla="*/ 521204 w 6251734"/>
              <a:gd name="connsiteY793" fmla="*/ 3227662 h 5808721"/>
              <a:gd name="connsiteX794" fmla="*/ 472442 w 6251734"/>
              <a:gd name="connsiteY794" fmla="*/ 3231304 h 5808721"/>
              <a:gd name="connsiteX795" fmla="*/ 454017 w 6251734"/>
              <a:gd name="connsiteY795" fmla="*/ 3248411 h 5808721"/>
              <a:gd name="connsiteX796" fmla="*/ 429899 w 6251734"/>
              <a:gd name="connsiteY796" fmla="*/ 3267581 h 5808721"/>
              <a:gd name="connsiteX797" fmla="*/ 469481 w 6251734"/>
              <a:gd name="connsiteY797" fmla="*/ 3295183 h 5808721"/>
              <a:gd name="connsiteX798" fmla="*/ 501667 w 6251734"/>
              <a:gd name="connsiteY798" fmla="*/ 3312302 h 5808721"/>
              <a:gd name="connsiteX799" fmla="*/ 512504 w 6251734"/>
              <a:gd name="connsiteY799" fmla="*/ 3276718 h 5808721"/>
              <a:gd name="connsiteX800" fmla="*/ 645944 w 6251734"/>
              <a:gd name="connsiteY800" fmla="*/ 3207392 h 5808721"/>
              <a:gd name="connsiteX801" fmla="*/ 636239 w 6251734"/>
              <a:gd name="connsiteY801" fmla="*/ 3210346 h 5808721"/>
              <a:gd name="connsiteX802" fmla="*/ 566924 w 6251734"/>
              <a:gd name="connsiteY802" fmla="*/ 3224247 h 5808721"/>
              <a:gd name="connsiteX803" fmla="*/ 548148 w 6251734"/>
              <a:gd name="connsiteY803" fmla="*/ 3225649 h 5808721"/>
              <a:gd name="connsiteX804" fmla="*/ 532529 w 6251734"/>
              <a:gd name="connsiteY804" fmla="*/ 3314283 h 5808721"/>
              <a:gd name="connsiteX805" fmla="*/ 529280 w 6251734"/>
              <a:gd name="connsiteY805" fmla="*/ 3325012 h 5808721"/>
              <a:gd name="connsiteX806" fmla="*/ 558887 w 6251734"/>
              <a:gd name="connsiteY806" fmla="*/ 3336294 h 5808721"/>
              <a:gd name="connsiteX807" fmla="*/ 649797 w 6251734"/>
              <a:gd name="connsiteY807" fmla="*/ 3327840 h 5808721"/>
              <a:gd name="connsiteX808" fmla="*/ 658251 w 6251734"/>
              <a:gd name="connsiteY808" fmla="*/ 3236553 h 5808721"/>
              <a:gd name="connsiteX809" fmla="*/ 169104 w 6251734"/>
              <a:gd name="connsiteY809" fmla="*/ 3206549 h 5808721"/>
              <a:gd name="connsiteX810" fmla="*/ 157854 w 6251734"/>
              <a:gd name="connsiteY810" fmla="*/ 3236073 h 5808721"/>
              <a:gd name="connsiteX811" fmla="*/ 166307 w 6251734"/>
              <a:gd name="connsiteY811" fmla="*/ 3326984 h 5808721"/>
              <a:gd name="connsiteX812" fmla="*/ 257218 w 6251734"/>
              <a:gd name="connsiteY812" fmla="*/ 3335814 h 5808721"/>
              <a:gd name="connsiteX813" fmla="*/ 287649 w 6251734"/>
              <a:gd name="connsiteY813" fmla="*/ 3324179 h 5808721"/>
              <a:gd name="connsiteX814" fmla="*/ 269900 w 6251734"/>
              <a:gd name="connsiteY814" fmla="*/ 3244968 h 5808721"/>
              <a:gd name="connsiteX815" fmla="*/ 268468 w 6251734"/>
              <a:gd name="connsiteY815" fmla="*/ 3225793 h 5808721"/>
              <a:gd name="connsiteX816" fmla="*/ 249179 w 6251734"/>
              <a:gd name="connsiteY816" fmla="*/ 3224367 h 5808721"/>
              <a:gd name="connsiteX817" fmla="*/ 288917 w 6251734"/>
              <a:gd name="connsiteY817" fmla="*/ 3177713 h 5808721"/>
              <a:gd name="connsiteX818" fmla="*/ 290802 w 6251734"/>
              <a:gd name="connsiteY818" fmla="*/ 3203043 h 5808721"/>
              <a:gd name="connsiteX819" fmla="*/ 316853 w 6251734"/>
              <a:gd name="connsiteY819" fmla="*/ 3205057 h 5808721"/>
              <a:gd name="connsiteX820" fmla="*/ 301752 w 6251734"/>
              <a:gd name="connsiteY820" fmla="*/ 3191537 h 5808721"/>
              <a:gd name="connsiteX821" fmla="*/ 528974 w 6251734"/>
              <a:gd name="connsiteY821" fmla="*/ 3176635 h 5808721"/>
              <a:gd name="connsiteX822" fmla="*/ 514351 w 6251734"/>
              <a:gd name="connsiteY822" fmla="*/ 3192395 h 5808721"/>
              <a:gd name="connsiteX823" fmla="*/ 500527 w 6251734"/>
              <a:gd name="connsiteY823" fmla="*/ 3205229 h 5808721"/>
              <a:gd name="connsiteX824" fmla="*/ 525512 w 6251734"/>
              <a:gd name="connsiteY824" fmla="*/ 3203370 h 5808721"/>
              <a:gd name="connsiteX825" fmla="*/ 528388 w 6251734"/>
              <a:gd name="connsiteY825" fmla="*/ 3187154 h 5808721"/>
              <a:gd name="connsiteX826" fmla="*/ 1459898 w 6251734"/>
              <a:gd name="connsiteY826" fmla="*/ 3111812 h 5808721"/>
              <a:gd name="connsiteX827" fmla="*/ 1537907 w 6251734"/>
              <a:gd name="connsiteY827" fmla="*/ 3141816 h 5808721"/>
              <a:gd name="connsiteX828" fmla="*/ 1537907 w 6251734"/>
              <a:gd name="connsiteY828" fmla="*/ 3143530 h 5808721"/>
              <a:gd name="connsiteX829" fmla="*/ 1540479 w 6251734"/>
              <a:gd name="connsiteY829" fmla="*/ 3143530 h 5808721"/>
              <a:gd name="connsiteX830" fmla="*/ 1540479 w 6251734"/>
              <a:gd name="connsiteY830" fmla="*/ 3199252 h 5808721"/>
              <a:gd name="connsiteX831" fmla="*/ 1537907 w 6251734"/>
              <a:gd name="connsiteY831" fmla="*/ 3199252 h 5808721"/>
              <a:gd name="connsiteX832" fmla="*/ 1525048 w 6251734"/>
              <a:gd name="connsiteY832" fmla="*/ 3216397 h 5808721"/>
              <a:gd name="connsiteX833" fmla="*/ 1525048 w 6251734"/>
              <a:gd name="connsiteY833" fmla="*/ 3344127 h 5808721"/>
              <a:gd name="connsiteX834" fmla="*/ 1537050 w 6251734"/>
              <a:gd name="connsiteY834" fmla="*/ 3375845 h 5808721"/>
              <a:gd name="connsiteX835" fmla="*/ 1658780 w 6251734"/>
              <a:gd name="connsiteY835" fmla="*/ 3612446 h 5808721"/>
              <a:gd name="connsiteX836" fmla="*/ 1461612 w 6251734"/>
              <a:gd name="connsiteY836" fmla="*/ 3655309 h 5808721"/>
              <a:gd name="connsiteX837" fmla="*/ 1263587 w 6251734"/>
              <a:gd name="connsiteY837" fmla="*/ 3612446 h 5808721"/>
              <a:gd name="connsiteX838" fmla="*/ 1387888 w 6251734"/>
              <a:gd name="connsiteY838" fmla="*/ 3374988 h 5808721"/>
              <a:gd name="connsiteX839" fmla="*/ 1405033 w 6251734"/>
              <a:gd name="connsiteY839" fmla="*/ 3343270 h 5808721"/>
              <a:gd name="connsiteX840" fmla="*/ 1405033 w 6251734"/>
              <a:gd name="connsiteY840" fmla="*/ 3216397 h 5808721"/>
              <a:gd name="connsiteX841" fmla="*/ 1382745 w 6251734"/>
              <a:gd name="connsiteY841" fmla="*/ 3199252 h 5808721"/>
              <a:gd name="connsiteX842" fmla="*/ 1381030 w 6251734"/>
              <a:gd name="connsiteY842" fmla="*/ 3199252 h 5808721"/>
              <a:gd name="connsiteX843" fmla="*/ 1381030 w 6251734"/>
              <a:gd name="connsiteY843" fmla="*/ 3143530 h 5808721"/>
              <a:gd name="connsiteX844" fmla="*/ 1381888 w 6251734"/>
              <a:gd name="connsiteY844" fmla="*/ 3143530 h 5808721"/>
              <a:gd name="connsiteX845" fmla="*/ 1381888 w 6251734"/>
              <a:gd name="connsiteY845" fmla="*/ 3141816 h 5808721"/>
              <a:gd name="connsiteX846" fmla="*/ 1459898 w 6251734"/>
              <a:gd name="connsiteY846" fmla="*/ 3111812 h 5808721"/>
              <a:gd name="connsiteX847" fmla="*/ 590102 w 6251734"/>
              <a:gd name="connsiteY847" fmla="*/ 3107161 h 5808721"/>
              <a:gd name="connsiteX848" fmla="*/ 570367 w 6251734"/>
              <a:gd name="connsiteY848" fmla="*/ 3132026 h 5808721"/>
              <a:gd name="connsiteX849" fmla="*/ 554587 w 6251734"/>
              <a:gd name="connsiteY849" fmla="*/ 3149033 h 5808721"/>
              <a:gd name="connsiteX850" fmla="*/ 551759 w 6251734"/>
              <a:gd name="connsiteY850" fmla="*/ 3200115 h 5808721"/>
              <a:gd name="connsiteX851" fmla="*/ 599532 w 6251734"/>
              <a:gd name="connsiteY851" fmla="*/ 3190547 h 5808721"/>
              <a:gd name="connsiteX852" fmla="*/ 634360 w 6251734"/>
              <a:gd name="connsiteY852" fmla="*/ 3179941 h 5808721"/>
              <a:gd name="connsiteX853" fmla="*/ 630590 w 6251734"/>
              <a:gd name="connsiteY853" fmla="*/ 3171008 h 5808721"/>
              <a:gd name="connsiteX854" fmla="*/ 226426 w 6251734"/>
              <a:gd name="connsiteY854" fmla="*/ 3105365 h 5808721"/>
              <a:gd name="connsiteX855" fmla="*/ 198965 w 6251734"/>
              <a:gd name="connsiteY855" fmla="*/ 3146668 h 5808721"/>
              <a:gd name="connsiteX856" fmla="*/ 181775 w 6251734"/>
              <a:gd name="connsiteY856" fmla="*/ 3178985 h 5808721"/>
              <a:gd name="connsiteX857" fmla="*/ 216948 w 6251734"/>
              <a:gd name="connsiteY857" fmla="*/ 3190170 h 5808721"/>
              <a:gd name="connsiteX858" fmla="*/ 266550 w 6251734"/>
              <a:gd name="connsiteY858" fmla="*/ 3200120 h 5808721"/>
              <a:gd name="connsiteX859" fmla="*/ 262773 w 6251734"/>
              <a:gd name="connsiteY859" fmla="*/ 3149552 h 5808721"/>
              <a:gd name="connsiteX860" fmla="*/ 245737 w 6251734"/>
              <a:gd name="connsiteY860" fmla="*/ 3131203 h 5808721"/>
              <a:gd name="connsiteX861" fmla="*/ 556573 w 6251734"/>
              <a:gd name="connsiteY861" fmla="*/ 3065846 h 5808721"/>
              <a:gd name="connsiteX862" fmla="*/ 558070 w 6251734"/>
              <a:gd name="connsiteY862" fmla="*/ 3086095 h 5808721"/>
              <a:gd name="connsiteX863" fmla="*/ 557031 w 6251734"/>
              <a:gd name="connsiteY863" fmla="*/ 3104875 h 5808721"/>
              <a:gd name="connsiteX864" fmla="*/ 573606 w 6251734"/>
              <a:gd name="connsiteY864" fmla="*/ 3085614 h 5808721"/>
              <a:gd name="connsiteX865" fmla="*/ 259173 w 6251734"/>
              <a:gd name="connsiteY865" fmla="*/ 3065486 h 5808721"/>
              <a:gd name="connsiteX866" fmla="*/ 241966 w 6251734"/>
              <a:gd name="connsiteY866" fmla="*/ 3085481 h 5808721"/>
              <a:gd name="connsiteX867" fmla="*/ 259516 w 6251734"/>
              <a:gd name="connsiteY867" fmla="*/ 3105960 h 5808721"/>
              <a:gd name="connsiteX868" fmla="*/ 258032 w 6251734"/>
              <a:gd name="connsiteY868" fmla="*/ 3086095 h 5808721"/>
              <a:gd name="connsiteX869" fmla="*/ 408909 w 6251734"/>
              <a:gd name="connsiteY869" fmla="*/ 3023515 h 5808721"/>
              <a:gd name="connsiteX870" fmla="*/ 471488 w 6251734"/>
              <a:gd name="connsiteY870" fmla="*/ 3086095 h 5808721"/>
              <a:gd name="connsiteX871" fmla="*/ 408909 w 6251734"/>
              <a:gd name="connsiteY871" fmla="*/ 3148674 h 5808721"/>
              <a:gd name="connsiteX872" fmla="*/ 346329 w 6251734"/>
              <a:gd name="connsiteY872" fmla="*/ 3086095 h 5808721"/>
              <a:gd name="connsiteX873" fmla="*/ 408909 w 6251734"/>
              <a:gd name="connsiteY873" fmla="*/ 3023515 h 5808721"/>
              <a:gd name="connsiteX874" fmla="*/ 153678 w 6251734"/>
              <a:gd name="connsiteY874" fmla="*/ 3002555 h 5808721"/>
              <a:gd name="connsiteX875" fmla="*/ 124280 w 6251734"/>
              <a:gd name="connsiteY875" fmla="*/ 3015709 h 5808721"/>
              <a:gd name="connsiteX876" fmla="*/ 66009 w 6251734"/>
              <a:gd name="connsiteY876" fmla="*/ 3086095 h 5808721"/>
              <a:gd name="connsiteX877" fmla="*/ 107354 w 6251734"/>
              <a:gd name="connsiteY877" fmla="*/ 3145918 h 5808721"/>
              <a:gd name="connsiteX878" fmla="*/ 153101 w 6251734"/>
              <a:gd name="connsiteY878" fmla="*/ 3169496 h 5808721"/>
              <a:gd name="connsiteX879" fmla="*/ 158538 w 6251734"/>
              <a:gd name="connsiteY879" fmla="*/ 3159312 h 5808721"/>
              <a:gd name="connsiteX880" fmla="*/ 197758 w 6251734"/>
              <a:gd name="connsiteY880" fmla="*/ 3100495 h 5808721"/>
              <a:gd name="connsiteX881" fmla="*/ 210657 w 6251734"/>
              <a:gd name="connsiteY881" fmla="*/ 3084265 h 5808721"/>
              <a:gd name="connsiteX882" fmla="*/ 167482 w 6251734"/>
              <a:gd name="connsiteY882" fmla="*/ 3026495 h 5808721"/>
              <a:gd name="connsiteX883" fmla="*/ 663026 w 6251734"/>
              <a:gd name="connsiteY883" fmla="*/ 3002411 h 5808721"/>
              <a:gd name="connsiteX884" fmla="*/ 657566 w 6251734"/>
              <a:gd name="connsiteY884" fmla="*/ 3012654 h 5808721"/>
              <a:gd name="connsiteX885" fmla="*/ 618347 w 6251734"/>
              <a:gd name="connsiteY885" fmla="*/ 3071576 h 5808721"/>
              <a:gd name="connsiteX886" fmla="*/ 606027 w 6251734"/>
              <a:gd name="connsiteY886" fmla="*/ 3087098 h 5808721"/>
              <a:gd name="connsiteX887" fmla="*/ 648622 w 6251734"/>
              <a:gd name="connsiteY887" fmla="*/ 3144181 h 5808721"/>
              <a:gd name="connsiteX888" fmla="*/ 663100 w 6251734"/>
              <a:gd name="connsiteY888" fmla="*/ 3169333 h 5808721"/>
              <a:gd name="connsiteX889" fmla="*/ 691823 w 6251734"/>
              <a:gd name="connsiteY889" fmla="*/ 3156482 h 5808721"/>
              <a:gd name="connsiteX890" fmla="*/ 750094 w 6251734"/>
              <a:gd name="connsiteY890" fmla="*/ 3086095 h 5808721"/>
              <a:gd name="connsiteX891" fmla="*/ 708749 w 6251734"/>
              <a:gd name="connsiteY891" fmla="*/ 3026099 h 5808721"/>
              <a:gd name="connsiteX892" fmla="*/ 264344 w 6251734"/>
              <a:gd name="connsiteY892" fmla="*/ 2972075 h 5808721"/>
              <a:gd name="connsiteX893" fmla="*/ 216572 w 6251734"/>
              <a:gd name="connsiteY893" fmla="*/ 2981643 h 5808721"/>
              <a:gd name="connsiteX894" fmla="*/ 182153 w 6251734"/>
              <a:gd name="connsiteY894" fmla="*/ 2992125 h 5808721"/>
              <a:gd name="connsiteX895" fmla="*/ 185871 w 6251734"/>
              <a:gd name="connsiteY895" fmla="*/ 3000908 h 5808721"/>
              <a:gd name="connsiteX896" fmla="*/ 226227 w 6251734"/>
              <a:gd name="connsiteY896" fmla="*/ 3064676 h 5808721"/>
              <a:gd name="connsiteX897" fmla="*/ 245737 w 6251734"/>
              <a:gd name="connsiteY897" fmla="*/ 3040131 h 5808721"/>
              <a:gd name="connsiteX898" fmla="*/ 261518 w 6251734"/>
              <a:gd name="connsiteY898" fmla="*/ 3023133 h 5808721"/>
              <a:gd name="connsiteX899" fmla="*/ 549613 w 6251734"/>
              <a:gd name="connsiteY899" fmla="*/ 2971718 h 5808721"/>
              <a:gd name="connsiteX900" fmla="*/ 553247 w 6251734"/>
              <a:gd name="connsiteY900" fmla="*/ 3020858 h 5808721"/>
              <a:gd name="connsiteX901" fmla="*/ 570367 w 6251734"/>
              <a:gd name="connsiteY901" fmla="*/ 3039308 h 5808721"/>
              <a:gd name="connsiteX902" fmla="*/ 589651 w 6251734"/>
              <a:gd name="connsiteY902" fmla="*/ 3065152 h 5808721"/>
              <a:gd name="connsiteX903" fmla="*/ 617139 w 6251734"/>
              <a:gd name="connsiteY903" fmla="*/ 3023810 h 5808721"/>
              <a:gd name="connsiteX904" fmla="*/ 633701 w 6251734"/>
              <a:gd name="connsiteY904" fmla="*/ 2992672 h 5808721"/>
              <a:gd name="connsiteX905" fmla="*/ 599155 w 6251734"/>
              <a:gd name="connsiteY905" fmla="*/ 2981643 h 5808721"/>
              <a:gd name="connsiteX906" fmla="*/ 501023 w 6251734"/>
              <a:gd name="connsiteY906" fmla="*/ 2967017 h 5808721"/>
              <a:gd name="connsiteX907" fmla="*/ 514350 w 6251734"/>
              <a:gd name="connsiteY907" fmla="*/ 2978939 h 5808721"/>
              <a:gd name="connsiteX908" fmla="*/ 527186 w 6251734"/>
              <a:gd name="connsiteY908" fmla="*/ 2992772 h 5808721"/>
              <a:gd name="connsiteX909" fmla="*/ 525405 w 6251734"/>
              <a:gd name="connsiteY909" fmla="*/ 2968836 h 5808721"/>
              <a:gd name="connsiteX910" fmla="*/ 315586 w 6251734"/>
              <a:gd name="connsiteY910" fmla="*/ 2966960 h 5808721"/>
              <a:gd name="connsiteX911" fmla="*/ 290341 w 6251734"/>
              <a:gd name="connsiteY911" fmla="*/ 2968839 h 5808721"/>
              <a:gd name="connsiteX912" fmla="*/ 287715 w 6251734"/>
              <a:gd name="connsiteY912" fmla="*/ 2983640 h 5808721"/>
              <a:gd name="connsiteX913" fmla="*/ 287044 w 6251734"/>
              <a:gd name="connsiteY913" fmla="*/ 2995639 h 5808721"/>
              <a:gd name="connsiteX914" fmla="*/ 301753 w 6251734"/>
              <a:gd name="connsiteY914" fmla="*/ 2979796 h 5808721"/>
              <a:gd name="connsiteX915" fmla="*/ 408051 w 6251734"/>
              <a:gd name="connsiteY915" fmla="*/ 2960079 h 5808721"/>
              <a:gd name="connsiteX916" fmla="*/ 356209 w 6251734"/>
              <a:gd name="connsiteY916" fmla="*/ 2963937 h 5808721"/>
              <a:gd name="connsiteX917" fmla="*/ 318898 w 6251734"/>
              <a:gd name="connsiteY917" fmla="*/ 2996084 h 5808721"/>
              <a:gd name="connsiteX918" fmla="*/ 284805 w 6251734"/>
              <a:gd name="connsiteY918" fmla="*/ 3035702 h 5808721"/>
              <a:gd name="connsiteX919" fmla="*/ 282035 w 6251734"/>
              <a:gd name="connsiteY919" fmla="*/ 3085238 h 5808721"/>
              <a:gd name="connsiteX920" fmla="*/ 285866 w 6251734"/>
              <a:gd name="connsiteY920" fmla="*/ 3136706 h 5808721"/>
              <a:gd name="connsiteX921" fmla="*/ 318897 w 6251734"/>
              <a:gd name="connsiteY921" fmla="*/ 3175250 h 5808721"/>
              <a:gd name="connsiteX922" fmla="*/ 355604 w 6251734"/>
              <a:gd name="connsiteY922" fmla="*/ 3208055 h 5808721"/>
              <a:gd name="connsiteX923" fmla="*/ 408051 w 6251734"/>
              <a:gd name="connsiteY923" fmla="*/ 3212111 h 5808721"/>
              <a:gd name="connsiteX924" fmla="*/ 457727 w 6251734"/>
              <a:gd name="connsiteY924" fmla="*/ 3208414 h 5808721"/>
              <a:gd name="connsiteX925" fmla="*/ 497206 w 6251734"/>
              <a:gd name="connsiteY925" fmla="*/ 3174393 h 5808721"/>
              <a:gd name="connsiteX926" fmla="*/ 531308 w 6251734"/>
              <a:gd name="connsiteY926" fmla="*/ 3134766 h 5808721"/>
              <a:gd name="connsiteX927" fmla="*/ 534067 w 6251734"/>
              <a:gd name="connsiteY927" fmla="*/ 3085238 h 5808721"/>
              <a:gd name="connsiteX928" fmla="*/ 530360 w 6251734"/>
              <a:gd name="connsiteY928" fmla="*/ 3035422 h 5808721"/>
              <a:gd name="connsiteX929" fmla="*/ 497205 w 6251734"/>
              <a:gd name="connsiteY929" fmla="*/ 2996941 h 5808721"/>
              <a:gd name="connsiteX930" fmla="*/ 460323 w 6251734"/>
              <a:gd name="connsiteY930" fmla="*/ 2963980 h 5808721"/>
              <a:gd name="connsiteX931" fmla="*/ 407682 w 6251734"/>
              <a:gd name="connsiteY931" fmla="*/ 2919589 h 5808721"/>
              <a:gd name="connsiteX932" fmla="*/ 386715 w 6251734"/>
              <a:gd name="connsiteY932" fmla="*/ 2937654 h 5808721"/>
              <a:gd name="connsiteX933" fmla="*/ 408051 w 6251734"/>
              <a:gd name="connsiteY933" fmla="*/ 2936076 h 5808721"/>
              <a:gd name="connsiteX934" fmla="*/ 430998 w 6251734"/>
              <a:gd name="connsiteY934" fmla="*/ 2937773 h 5808721"/>
              <a:gd name="connsiteX935" fmla="*/ 421196 w 6251734"/>
              <a:gd name="connsiteY935" fmla="*/ 2929013 h 5808721"/>
              <a:gd name="connsiteX936" fmla="*/ 313772 w 6251734"/>
              <a:gd name="connsiteY936" fmla="*/ 2860695 h 5808721"/>
              <a:gd name="connsiteX937" fmla="*/ 303599 w 6251734"/>
              <a:gd name="connsiteY937" fmla="*/ 2894135 h 5808721"/>
              <a:gd name="connsiteX938" fmla="*/ 294668 w 6251734"/>
              <a:gd name="connsiteY938" fmla="*/ 2944460 h 5808721"/>
              <a:gd name="connsiteX939" fmla="*/ 343747 w 6251734"/>
              <a:gd name="connsiteY939" fmla="*/ 2940831 h 5808721"/>
              <a:gd name="connsiteX940" fmla="*/ 362122 w 6251734"/>
              <a:gd name="connsiteY940" fmla="*/ 2923781 h 5808721"/>
              <a:gd name="connsiteX941" fmla="*/ 386241 w 6251734"/>
              <a:gd name="connsiteY941" fmla="*/ 2904637 h 5808721"/>
              <a:gd name="connsiteX942" fmla="*/ 346622 w 6251734"/>
              <a:gd name="connsiteY942" fmla="*/ 2877008 h 5808721"/>
              <a:gd name="connsiteX943" fmla="*/ 501946 w 6251734"/>
              <a:gd name="connsiteY943" fmla="*/ 2858728 h 5808721"/>
              <a:gd name="connsiteX944" fmla="*/ 469255 w 6251734"/>
              <a:gd name="connsiteY944" fmla="*/ 2876151 h 5808721"/>
              <a:gd name="connsiteX945" fmla="*/ 429247 w 6251734"/>
              <a:gd name="connsiteY945" fmla="*/ 2902810 h 5808721"/>
              <a:gd name="connsiteX946" fmla="*/ 471695 w 6251734"/>
              <a:gd name="connsiteY946" fmla="*/ 2940782 h 5808721"/>
              <a:gd name="connsiteX947" fmla="*/ 522501 w 6251734"/>
              <a:gd name="connsiteY947" fmla="*/ 2944539 h 5808721"/>
              <a:gd name="connsiteX948" fmla="*/ 505240 w 6251734"/>
              <a:gd name="connsiteY948" fmla="*/ 2867440 h 5808721"/>
              <a:gd name="connsiteX949" fmla="*/ 219818 w 6251734"/>
              <a:gd name="connsiteY949" fmla="*/ 2828773 h 5808721"/>
              <a:gd name="connsiteX950" fmla="*/ 166307 w 6251734"/>
              <a:gd name="connsiteY950" fmla="*/ 2844350 h 5808721"/>
              <a:gd name="connsiteX951" fmla="*/ 158080 w 6251734"/>
              <a:gd name="connsiteY951" fmla="*/ 2935262 h 5808721"/>
              <a:gd name="connsiteX952" fmla="*/ 170445 w 6251734"/>
              <a:gd name="connsiteY952" fmla="*/ 2964470 h 5808721"/>
              <a:gd name="connsiteX953" fmla="*/ 179864 w 6251734"/>
              <a:gd name="connsiteY953" fmla="*/ 2961618 h 5808721"/>
              <a:gd name="connsiteX954" fmla="*/ 249179 w 6251734"/>
              <a:gd name="connsiteY954" fmla="*/ 2947823 h 5808721"/>
              <a:gd name="connsiteX955" fmla="*/ 267973 w 6251734"/>
              <a:gd name="connsiteY955" fmla="*/ 2946434 h 5808721"/>
              <a:gd name="connsiteX956" fmla="*/ 283574 w 6251734"/>
              <a:gd name="connsiteY956" fmla="*/ 2857908 h 5808721"/>
              <a:gd name="connsiteX957" fmla="*/ 286788 w 6251734"/>
              <a:gd name="connsiteY957" fmla="*/ 2847295 h 5808721"/>
              <a:gd name="connsiteX958" fmla="*/ 277993 w 6251734"/>
              <a:gd name="connsiteY958" fmla="*/ 2842929 h 5808721"/>
              <a:gd name="connsiteX959" fmla="*/ 219818 w 6251734"/>
              <a:gd name="connsiteY959" fmla="*/ 2828773 h 5808721"/>
              <a:gd name="connsiteX960" fmla="*/ 595924 w 6251734"/>
              <a:gd name="connsiteY960" fmla="*/ 2827916 h 5808721"/>
              <a:gd name="connsiteX961" fmla="*/ 558510 w 6251734"/>
              <a:gd name="connsiteY961" fmla="*/ 2835040 h 5808721"/>
              <a:gd name="connsiteX962" fmla="*/ 528370 w 6251734"/>
              <a:gd name="connsiteY962" fmla="*/ 2846540 h 5808721"/>
              <a:gd name="connsiteX963" fmla="*/ 546323 w 6251734"/>
              <a:gd name="connsiteY963" fmla="*/ 2927223 h 5808721"/>
              <a:gd name="connsiteX964" fmla="*/ 547742 w 6251734"/>
              <a:gd name="connsiteY964" fmla="*/ 2946405 h 5808721"/>
              <a:gd name="connsiteX965" fmla="*/ 566924 w 6251734"/>
              <a:gd name="connsiteY965" fmla="*/ 2947823 h 5808721"/>
              <a:gd name="connsiteX966" fmla="*/ 646399 w 6251734"/>
              <a:gd name="connsiteY966" fmla="*/ 2965508 h 5808721"/>
              <a:gd name="connsiteX967" fmla="*/ 658251 w 6251734"/>
              <a:gd name="connsiteY967" fmla="*/ 2934405 h 5808721"/>
              <a:gd name="connsiteX968" fmla="*/ 649797 w 6251734"/>
              <a:gd name="connsiteY968" fmla="*/ 2843494 h 5808721"/>
              <a:gd name="connsiteX969" fmla="*/ 595924 w 6251734"/>
              <a:gd name="connsiteY969" fmla="*/ 2827916 h 5808721"/>
              <a:gd name="connsiteX970" fmla="*/ 408051 w 6251734"/>
              <a:gd name="connsiteY970" fmla="*/ 2743195 h 5808721"/>
              <a:gd name="connsiteX971" fmla="*/ 337665 w 6251734"/>
              <a:gd name="connsiteY971" fmla="*/ 2801693 h 5808721"/>
              <a:gd name="connsiteX972" fmla="*/ 324723 w 6251734"/>
              <a:gd name="connsiteY972" fmla="*/ 2830683 h 5808721"/>
              <a:gd name="connsiteX973" fmla="*/ 334835 w 6251734"/>
              <a:gd name="connsiteY973" fmla="*/ 2835724 h 5808721"/>
              <a:gd name="connsiteX974" fmla="*/ 408327 w 6251734"/>
              <a:gd name="connsiteY974" fmla="*/ 2887107 h 5808721"/>
              <a:gd name="connsiteX975" fmla="*/ 422572 w 6251734"/>
              <a:gd name="connsiteY975" fmla="*/ 2875801 h 5808721"/>
              <a:gd name="connsiteX976" fmla="*/ 481495 w 6251734"/>
              <a:gd name="connsiteY976" fmla="*/ 2836582 h 5808721"/>
              <a:gd name="connsiteX977" fmla="*/ 491548 w 6251734"/>
              <a:gd name="connsiteY977" fmla="*/ 2831224 h 5808721"/>
              <a:gd name="connsiteX978" fmla="*/ 485785 w 6251734"/>
              <a:gd name="connsiteY978" fmla="*/ 2815980 h 5808721"/>
              <a:gd name="connsiteX979" fmla="*/ 408051 w 6251734"/>
              <a:gd name="connsiteY979" fmla="*/ 2743195 h 5808721"/>
              <a:gd name="connsiteX980" fmla="*/ 6236067 w 6251734"/>
              <a:gd name="connsiteY980" fmla="*/ 2687689 h 5808721"/>
              <a:gd name="connsiteX981" fmla="*/ 6246782 w 6251734"/>
              <a:gd name="connsiteY981" fmla="*/ 2691760 h 5808721"/>
              <a:gd name="connsiteX982" fmla="*/ 6247640 w 6251734"/>
              <a:gd name="connsiteY982" fmla="*/ 2713192 h 5808721"/>
              <a:gd name="connsiteX983" fmla="*/ 6216014 w 6251734"/>
              <a:gd name="connsiteY983" fmla="*/ 2748180 h 5808721"/>
              <a:gd name="connsiteX984" fmla="*/ 6222322 w 6251734"/>
              <a:gd name="connsiteY984" fmla="*/ 2756871 h 5808721"/>
              <a:gd name="connsiteX985" fmla="*/ 6209062 w 6251734"/>
              <a:gd name="connsiteY985" fmla="*/ 2846922 h 5808721"/>
              <a:gd name="connsiteX986" fmla="*/ 6151734 w 6251734"/>
              <a:gd name="connsiteY986" fmla="*/ 2873711 h 5808721"/>
              <a:gd name="connsiteX987" fmla="*/ 6133744 w 6251734"/>
              <a:gd name="connsiteY987" fmla="*/ 2871200 h 5808721"/>
              <a:gd name="connsiteX988" fmla="*/ 6125031 w 6251734"/>
              <a:gd name="connsiteY988" fmla="*/ 2893063 h 5808721"/>
              <a:gd name="connsiteX989" fmla="*/ 5925312 w 6251734"/>
              <a:gd name="connsiteY989" fmla="*/ 3375846 h 5808721"/>
              <a:gd name="connsiteX990" fmla="*/ 5917597 w 6251734"/>
              <a:gd name="connsiteY990" fmla="*/ 3266975 h 5808721"/>
              <a:gd name="connsiteX991" fmla="*/ 6056644 w 6251734"/>
              <a:gd name="connsiteY991" fmla="*/ 2907754 h 5808721"/>
              <a:gd name="connsiteX992" fmla="*/ 6068648 w 6251734"/>
              <a:gd name="connsiteY992" fmla="*/ 2877062 h 5808721"/>
              <a:gd name="connsiteX993" fmla="*/ 5680138 w 6251734"/>
              <a:gd name="connsiteY993" fmla="*/ 3041518 h 5808721"/>
              <a:gd name="connsiteX994" fmla="*/ 5576411 w 6251734"/>
              <a:gd name="connsiteY994" fmla="*/ 3046661 h 5808721"/>
              <a:gd name="connsiteX995" fmla="*/ 5660422 w 6251734"/>
              <a:gd name="connsiteY995" fmla="*/ 2986654 h 5808721"/>
              <a:gd name="connsiteX996" fmla="*/ 6069879 w 6251734"/>
              <a:gd name="connsiteY996" fmla="*/ 2807820 h 5808721"/>
              <a:gd name="connsiteX997" fmla="*/ 6065771 w 6251734"/>
              <a:gd name="connsiteY997" fmla="*/ 2780383 h 5808721"/>
              <a:gd name="connsiteX998" fmla="*/ 6086476 w 6251734"/>
              <a:gd name="connsiteY998" fmla="*/ 2736337 h 5808721"/>
              <a:gd name="connsiteX999" fmla="*/ 6143804 w 6251734"/>
              <a:gd name="connsiteY999" fmla="*/ 2709228 h 5808721"/>
              <a:gd name="connsiteX1000" fmla="*/ 6175080 w 6251734"/>
              <a:gd name="connsiteY1000" fmla="*/ 2713794 h 5808721"/>
              <a:gd name="connsiteX1001" fmla="*/ 6195368 w 6251734"/>
              <a:gd name="connsiteY1001" fmla="*/ 2725788 h 5808721"/>
              <a:gd name="connsiteX1002" fmla="*/ 6225351 w 6251734"/>
              <a:gd name="connsiteY1002" fmla="*/ 2692617 h 5808721"/>
              <a:gd name="connsiteX1003" fmla="*/ 6236067 w 6251734"/>
              <a:gd name="connsiteY1003" fmla="*/ 2687689 h 5808721"/>
              <a:gd name="connsiteX1004" fmla="*/ 408051 w 6251734"/>
              <a:gd name="connsiteY1004" fmla="*/ 2678044 h 5808721"/>
              <a:gd name="connsiteX1005" fmla="*/ 492060 w 6251734"/>
              <a:gd name="connsiteY1005" fmla="*/ 2747708 h 5808721"/>
              <a:gd name="connsiteX1006" fmla="*/ 519745 w 6251734"/>
              <a:gd name="connsiteY1006" fmla="*/ 2816195 h 5808721"/>
              <a:gd name="connsiteX1007" fmla="*/ 537283 w 6251734"/>
              <a:gd name="connsiteY1007" fmla="*/ 2806846 h 5808721"/>
              <a:gd name="connsiteX1008" fmla="*/ 696946 w 6251734"/>
              <a:gd name="connsiteY1008" fmla="*/ 2797202 h 5808721"/>
              <a:gd name="connsiteX1009" fmla="*/ 687302 w 6251734"/>
              <a:gd name="connsiteY1009" fmla="*/ 2956865 h 5808721"/>
              <a:gd name="connsiteX1010" fmla="*/ 677955 w 6251734"/>
              <a:gd name="connsiteY1010" fmla="*/ 2974402 h 5808721"/>
              <a:gd name="connsiteX1011" fmla="*/ 746440 w 6251734"/>
              <a:gd name="connsiteY1011" fmla="*/ 3002086 h 5808721"/>
              <a:gd name="connsiteX1012" fmla="*/ 816103 w 6251734"/>
              <a:gd name="connsiteY1012" fmla="*/ 3086095 h 5808721"/>
              <a:gd name="connsiteX1013" fmla="*/ 696624 w 6251734"/>
              <a:gd name="connsiteY1013" fmla="*/ 3191966 h 5808721"/>
              <a:gd name="connsiteX1014" fmla="*/ 678828 w 6251734"/>
              <a:gd name="connsiteY1014" fmla="*/ 3197383 h 5808721"/>
              <a:gd name="connsiteX1015" fmla="*/ 698388 w 6251734"/>
              <a:gd name="connsiteY1015" fmla="*/ 3240686 h 5808721"/>
              <a:gd name="connsiteX1016" fmla="*/ 696946 w 6251734"/>
              <a:gd name="connsiteY1016" fmla="*/ 3374132 h 5808721"/>
              <a:gd name="connsiteX1017" fmla="*/ 536961 w 6251734"/>
              <a:gd name="connsiteY1017" fmla="*/ 3364809 h 5808721"/>
              <a:gd name="connsiteX1018" fmla="*/ 519982 w 6251734"/>
              <a:gd name="connsiteY1018" fmla="*/ 3355715 h 5808721"/>
              <a:gd name="connsiteX1019" fmla="*/ 514243 w 6251734"/>
              <a:gd name="connsiteY1019" fmla="*/ 3374667 h 5808721"/>
              <a:gd name="connsiteX1020" fmla="*/ 408051 w 6251734"/>
              <a:gd name="connsiteY1020" fmla="*/ 3494146 h 5808721"/>
              <a:gd name="connsiteX1021" fmla="*/ 324419 w 6251734"/>
              <a:gd name="connsiteY1021" fmla="*/ 3424483 h 5808721"/>
              <a:gd name="connsiteX1022" fmla="*/ 296648 w 6251734"/>
              <a:gd name="connsiteY1022" fmla="*/ 3355999 h 5808721"/>
              <a:gd name="connsiteX1023" fmla="*/ 279143 w 6251734"/>
              <a:gd name="connsiteY1023" fmla="*/ 3365346 h 5808721"/>
              <a:gd name="connsiteX1024" fmla="*/ 119158 w 6251734"/>
              <a:gd name="connsiteY1024" fmla="*/ 3374990 h 5808721"/>
              <a:gd name="connsiteX1025" fmla="*/ 128803 w 6251734"/>
              <a:gd name="connsiteY1025" fmla="*/ 3215005 h 5808721"/>
              <a:gd name="connsiteX1026" fmla="*/ 138022 w 6251734"/>
              <a:gd name="connsiteY1026" fmla="*/ 3197737 h 5808721"/>
              <a:gd name="connsiteX1027" fmla="*/ 69663 w 6251734"/>
              <a:gd name="connsiteY1027" fmla="*/ 3170104 h 5808721"/>
              <a:gd name="connsiteX1028" fmla="*/ 0 w 6251734"/>
              <a:gd name="connsiteY1028" fmla="*/ 3086095 h 5808721"/>
              <a:gd name="connsiteX1029" fmla="*/ 119480 w 6251734"/>
              <a:gd name="connsiteY1029" fmla="*/ 2979903 h 5808721"/>
              <a:gd name="connsiteX1030" fmla="*/ 137725 w 6251734"/>
              <a:gd name="connsiteY1030" fmla="*/ 2974378 h 5808721"/>
              <a:gd name="connsiteX1031" fmla="*/ 117717 w 6251734"/>
              <a:gd name="connsiteY1031" fmla="*/ 2930147 h 5808721"/>
              <a:gd name="connsiteX1032" fmla="*/ 119158 w 6251734"/>
              <a:gd name="connsiteY1032" fmla="*/ 2796344 h 5808721"/>
              <a:gd name="connsiteX1033" fmla="*/ 183438 w 6251734"/>
              <a:gd name="connsiteY1033" fmla="*/ 2777860 h 5808721"/>
              <a:gd name="connsiteX1034" fmla="*/ 252960 w 6251734"/>
              <a:gd name="connsiteY1034" fmla="*/ 2794903 h 5808721"/>
              <a:gd name="connsiteX1035" fmla="*/ 296135 w 6251734"/>
              <a:gd name="connsiteY1035" fmla="*/ 2816430 h 5808721"/>
              <a:gd name="connsiteX1036" fmla="*/ 301859 w 6251734"/>
              <a:gd name="connsiteY1036" fmla="*/ 2797524 h 5808721"/>
              <a:gd name="connsiteX1037" fmla="*/ 408051 w 6251734"/>
              <a:gd name="connsiteY1037" fmla="*/ 2678044 h 5808721"/>
              <a:gd name="connsiteX1038" fmla="*/ 5013199 w 6251734"/>
              <a:gd name="connsiteY1038" fmla="*/ 2674617 h 5808721"/>
              <a:gd name="connsiteX1039" fmla="*/ 5013199 w 6251734"/>
              <a:gd name="connsiteY1039" fmla="*/ 3173535 h 5808721"/>
              <a:gd name="connsiteX1040" fmla="*/ 5299521 w 6251734"/>
              <a:gd name="connsiteY1040" fmla="*/ 3173535 h 5808721"/>
              <a:gd name="connsiteX1041" fmla="*/ 1456470 w 6251734"/>
              <a:gd name="connsiteY1041" fmla="*/ 2362577 h 5808721"/>
              <a:gd name="connsiteX1042" fmla="*/ 1669068 w 6251734"/>
              <a:gd name="connsiteY1042" fmla="*/ 2628325 h 5808721"/>
              <a:gd name="connsiteX1043" fmla="*/ 1485616 w 6251734"/>
              <a:gd name="connsiteY1043" fmla="*/ 2776629 h 5808721"/>
              <a:gd name="connsiteX1044" fmla="*/ 1306451 w 6251734"/>
              <a:gd name="connsiteY1044" fmla="*/ 2916361 h 5808721"/>
              <a:gd name="connsiteX1045" fmla="*/ 1094710 w 6251734"/>
              <a:gd name="connsiteY1045" fmla="*/ 2652328 h 5808721"/>
              <a:gd name="connsiteX1046" fmla="*/ 1275590 w 6251734"/>
              <a:gd name="connsiteY1046" fmla="*/ 2507453 h 5808721"/>
              <a:gd name="connsiteX1047" fmla="*/ 4655725 w 6251734"/>
              <a:gd name="connsiteY1047" fmla="*/ 2293138 h 5808721"/>
              <a:gd name="connsiteX1048" fmla="*/ 4792886 w 6251734"/>
              <a:gd name="connsiteY1048" fmla="*/ 2293138 h 5808721"/>
              <a:gd name="connsiteX1049" fmla="*/ 4792886 w 6251734"/>
              <a:gd name="connsiteY1049" fmla="*/ 3310694 h 5808721"/>
              <a:gd name="connsiteX1050" fmla="*/ 4655725 w 6251734"/>
              <a:gd name="connsiteY1050" fmla="*/ 3310694 h 5808721"/>
              <a:gd name="connsiteX1051" fmla="*/ 409649 w 6251734"/>
              <a:gd name="connsiteY1051" fmla="*/ 2273959 h 5808721"/>
              <a:gd name="connsiteX1052" fmla="*/ 459486 w 6251734"/>
              <a:gd name="connsiteY1052" fmla="*/ 2287996 h 5808721"/>
              <a:gd name="connsiteX1053" fmla="*/ 421017 w 6251734"/>
              <a:gd name="connsiteY1053" fmla="*/ 2278031 h 5808721"/>
              <a:gd name="connsiteX1054" fmla="*/ 4930045 w 6251734"/>
              <a:gd name="connsiteY1054" fmla="*/ 2273422 h 5808721"/>
              <a:gd name="connsiteX1055" fmla="*/ 5477829 w 6251734"/>
              <a:gd name="connsiteY1055" fmla="*/ 3311552 h 5808721"/>
              <a:gd name="connsiteX1056" fmla="*/ 4930045 w 6251734"/>
              <a:gd name="connsiteY1056" fmla="*/ 3311552 h 5808721"/>
              <a:gd name="connsiteX1057" fmla="*/ 5782627 w 6251734"/>
              <a:gd name="connsiteY1057" fmla="*/ 2202717 h 5808721"/>
              <a:gd name="connsiteX1058" fmla="*/ 5767752 w 6251734"/>
              <a:gd name="connsiteY1058" fmla="*/ 2214541 h 5808721"/>
              <a:gd name="connsiteX1059" fmla="*/ 5708935 w 6251734"/>
              <a:gd name="connsiteY1059" fmla="*/ 2253760 h 5808721"/>
              <a:gd name="connsiteX1060" fmla="*/ 5698749 w 6251734"/>
              <a:gd name="connsiteY1060" fmla="*/ 2259199 h 5808721"/>
              <a:gd name="connsiteX1061" fmla="*/ 5722156 w 6251734"/>
              <a:gd name="connsiteY1061" fmla="*/ 2304260 h 5808721"/>
              <a:gd name="connsiteX1062" fmla="*/ 5782152 w 6251734"/>
              <a:gd name="connsiteY1062" fmla="*/ 2345431 h 5808721"/>
              <a:gd name="connsiteX1063" fmla="*/ 5842148 w 6251734"/>
              <a:gd name="connsiteY1063" fmla="*/ 2304260 h 5808721"/>
              <a:gd name="connsiteX1064" fmla="*/ 5865804 w 6251734"/>
              <a:gd name="connsiteY1064" fmla="*/ 2258720 h 5808721"/>
              <a:gd name="connsiteX1065" fmla="*/ 5855368 w 6251734"/>
              <a:gd name="connsiteY1065" fmla="*/ 2253129 h 5808721"/>
              <a:gd name="connsiteX1066" fmla="*/ 5796551 w 6251734"/>
              <a:gd name="connsiteY1066" fmla="*/ 2213804 h 5808721"/>
              <a:gd name="connsiteX1067" fmla="*/ 5760901 w 6251734"/>
              <a:gd name="connsiteY1067" fmla="*/ 2151836 h 5808721"/>
              <a:gd name="connsiteX1068" fmla="*/ 5781715 w 6251734"/>
              <a:gd name="connsiteY1068" fmla="*/ 2169748 h 5808721"/>
              <a:gd name="connsiteX1069" fmla="*/ 5802358 w 6251734"/>
              <a:gd name="connsiteY1069" fmla="*/ 2151959 h 5808721"/>
              <a:gd name="connsiteX1070" fmla="*/ 5782152 w 6251734"/>
              <a:gd name="connsiteY1070" fmla="*/ 2153407 h 5808721"/>
              <a:gd name="connsiteX1071" fmla="*/ 5896549 w 6251734"/>
              <a:gd name="connsiteY1071" fmla="*/ 2145209 h 5808721"/>
              <a:gd name="connsiteX1072" fmla="*/ 5847314 w 6251734"/>
              <a:gd name="connsiteY1072" fmla="*/ 2148737 h 5808721"/>
              <a:gd name="connsiteX1073" fmla="*/ 5828117 w 6251734"/>
              <a:gd name="connsiteY1073" fmla="*/ 2166561 h 5808721"/>
              <a:gd name="connsiteX1074" fmla="*/ 5803118 w 6251734"/>
              <a:gd name="connsiteY1074" fmla="*/ 2186431 h 5808721"/>
              <a:gd name="connsiteX1075" fmla="*/ 5843581 w 6251734"/>
              <a:gd name="connsiteY1075" fmla="*/ 2213334 h 5808721"/>
              <a:gd name="connsiteX1076" fmla="*/ 5875307 w 6251734"/>
              <a:gd name="connsiteY1076" fmla="*/ 2230209 h 5808721"/>
              <a:gd name="connsiteX1077" fmla="*/ 5886604 w 6251734"/>
              <a:gd name="connsiteY1077" fmla="*/ 2194868 h 5808721"/>
              <a:gd name="connsiteX1078" fmla="*/ 5667701 w 6251734"/>
              <a:gd name="connsiteY1078" fmla="*/ 2144945 h 5808721"/>
              <a:gd name="connsiteX1079" fmla="*/ 5677700 w 6251734"/>
              <a:gd name="connsiteY1079" fmla="*/ 2194868 h 5808721"/>
              <a:gd name="connsiteX1080" fmla="*/ 5688842 w 6251734"/>
              <a:gd name="connsiteY1080" fmla="*/ 2229724 h 5808721"/>
              <a:gd name="connsiteX1081" fmla="*/ 5720722 w 6251734"/>
              <a:gd name="connsiteY1081" fmla="*/ 2212702 h 5808721"/>
              <a:gd name="connsiteX1082" fmla="*/ 5761232 w 6251734"/>
              <a:gd name="connsiteY1082" fmla="*/ 2185681 h 5808721"/>
              <a:gd name="connsiteX1083" fmla="*/ 5736186 w 6251734"/>
              <a:gd name="connsiteY1083" fmla="*/ 2165739 h 5808721"/>
              <a:gd name="connsiteX1084" fmla="*/ 5717789 w 6251734"/>
              <a:gd name="connsiteY1084" fmla="*/ 2148648 h 5808721"/>
              <a:gd name="connsiteX1085" fmla="*/ 6020742 w 6251734"/>
              <a:gd name="connsiteY1085" fmla="*/ 2124279 h 5808721"/>
              <a:gd name="connsiteX1086" fmla="*/ 5941024 w 6251734"/>
              <a:gd name="connsiteY1086" fmla="*/ 2142022 h 5808721"/>
              <a:gd name="connsiteX1087" fmla="*/ 5921776 w 6251734"/>
              <a:gd name="connsiteY1087" fmla="*/ 2143401 h 5808721"/>
              <a:gd name="connsiteX1088" fmla="*/ 5920303 w 6251734"/>
              <a:gd name="connsiteY1088" fmla="*/ 2163118 h 5808721"/>
              <a:gd name="connsiteX1089" fmla="*/ 5902447 w 6251734"/>
              <a:gd name="connsiteY1089" fmla="*/ 2242808 h 5808721"/>
              <a:gd name="connsiteX1090" fmla="*/ 5932987 w 6251734"/>
              <a:gd name="connsiteY1090" fmla="*/ 2254446 h 5808721"/>
              <a:gd name="connsiteX1091" fmla="*/ 6023897 w 6251734"/>
              <a:gd name="connsiteY1091" fmla="*/ 2245992 h 5808721"/>
              <a:gd name="connsiteX1092" fmla="*/ 6032350 w 6251734"/>
              <a:gd name="connsiteY1092" fmla="*/ 2154704 h 5808721"/>
              <a:gd name="connsiteX1093" fmla="*/ 5543504 w 6251734"/>
              <a:gd name="connsiteY1093" fmla="*/ 2123909 h 5808721"/>
              <a:gd name="connsiteX1094" fmla="*/ 5531953 w 6251734"/>
              <a:gd name="connsiteY1094" fmla="*/ 2154223 h 5808721"/>
              <a:gd name="connsiteX1095" fmla="*/ 5540407 w 6251734"/>
              <a:gd name="connsiteY1095" fmla="*/ 2245135 h 5808721"/>
              <a:gd name="connsiteX1096" fmla="*/ 5631317 w 6251734"/>
              <a:gd name="connsiteY1096" fmla="*/ 2253964 h 5808721"/>
              <a:gd name="connsiteX1097" fmla="*/ 5661749 w 6251734"/>
              <a:gd name="connsiteY1097" fmla="*/ 2242328 h 5808721"/>
              <a:gd name="connsiteX1098" fmla="*/ 5644001 w 6251734"/>
              <a:gd name="connsiteY1098" fmla="*/ 2163118 h 5808721"/>
              <a:gd name="connsiteX1099" fmla="*/ 5642504 w 6251734"/>
              <a:gd name="connsiteY1099" fmla="*/ 2143082 h 5808721"/>
              <a:gd name="connsiteX1100" fmla="*/ 5623279 w 6251734"/>
              <a:gd name="connsiteY1100" fmla="*/ 2141660 h 5808721"/>
              <a:gd name="connsiteX1101" fmla="*/ 5901217 w 6251734"/>
              <a:gd name="connsiteY1101" fmla="*/ 2096788 h 5808721"/>
              <a:gd name="connsiteX1102" fmla="*/ 5888451 w 6251734"/>
              <a:gd name="connsiteY1102" fmla="*/ 2110545 h 5808721"/>
              <a:gd name="connsiteX1103" fmla="*/ 5875630 w 6251734"/>
              <a:gd name="connsiteY1103" fmla="*/ 2122448 h 5808721"/>
              <a:gd name="connsiteX1104" fmla="*/ 5899439 w 6251734"/>
              <a:gd name="connsiteY1104" fmla="*/ 2120676 h 5808721"/>
              <a:gd name="connsiteX1105" fmla="*/ 5663018 w 6251734"/>
              <a:gd name="connsiteY1105" fmla="*/ 2095865 h 5808721"/>
              <a:gd name="connsiteX1106" fmla="*/ 5664871 w 6251734"/>
              <a:gd name="connsiteY1106" fmla="*/ 2120759 h 5808721"/>
              <a:gd name="connsiteX1107" fmla="*/ 5689742 w 6251734"/>
              <a:gd name="connsiteY1107" fmla="*/ 2122592 h 5808721"/>
              <a:gd name="connsiteX1108" fmla="*/ 5675852 w 6251734"/>
              <a:gd name="connsiteY1108" fmla="*/ 2109688 h 5808721"/>
              <a:gd name="connsiteX1109" fmla="*/ 5964361 w 6251734"/>
              <a:gd name="connsiteY1109" fmla="*/ 2025112 h 5808721"/>
              <a:gd name="connsiteX1110" fmla="*/ 5944467 w 6251734"/>
              <a:gd name="connsiteY1110" fmla="*/ 2050176 h 5808721"/>
              <a:gd name="connsiteX1111" fmla="*/ 5927363 w 6251734"/>
              <a:gd name="connsiteY1111" fmla="*/ 2068609 h 5808721"/>
              <a:gd name="connsiteX1112" fmla="*/ 5923685 w 6251734"/>
              <a:gd name="connsiteY1112" fmla="*/ 2117844 h 5808721"/>
              <a:gd name="connsiteX1113" fmla="*/ 5973632 w 6251734"/>
              <a:gd name="connsiteY1113" fmla="*/ 2107841 h 5808721"/>
              <a:gd name="connsiteX1114" fmla="*/ 6007981 w 6251734"/>
              <a:gd name="connsiteY1114" fmla="*/ 2096861 h 5808721"/>
              <a:gd name="connsiteX1115" fmla="*/ 5991239 w 6251734"/>
              <a:gd name="connsiteY1115" fmla="*/ 2065450 h 5808721"/>
              <a:gd name="connsiteX1116" fmla="*/ 5599967 w 6251734"/>
              <a:gd name="connsiteY1116" fmla="*/ 2024356 h 5808721"/>
              <a:gd name="connsiteX1117" fmla="*/ 5573064 w 6251734"/>
              <a:gd name="connsiteY1117" fmla="*/ 2064817 h 5808721"/>
              <a:gd name="connsiteX1118" fmla="*/ 5555981 w 6251734"/>
              <a:gd name="connsiteY1118" fmla="*/ 2096936 h 5808721"/>
              <a:gd name="connsiteX1119" fmla="*/ 5591049 w 6251734"/>
              <a:gd name="connsiteY1119" fmla="*/ 2108067 h 5808721"/>
              <a:gd name="connsiteX1120" fmla="*/ 5640623 w 6251734"/>
              <a:gd name="connsiteY1120" fmla="*/ 2117908 h 5808721"/>
              <a:gd name="connsiteX1121" fmla="*/ 5636873 w 6251734"/>
              <a:gd name="connsiteY1121" fmla="*/ 2067704 h 5808721"/>
              <a:gd name="connsiteX1122" fmla="*/ 5619836 w 6251734"/>
              <a:gd name="connsiteY1122" fmla="*/ 2049354 h 5808721"/>
              <a:gd name="connsiteX1123" fmla="*/ 5930674 w 6251734"/>
              <a:gd name="connsiteY1123" fmla="*/ 1983998 h 5808721"/>
              <a:gd name="connsiteX1124" fmla="*/ 5932171 w 6251734"/>
              <a:gd name="connsiteY1124" fmla="*/ 2004246 h 5808721"/>
              <a:gd name="connsiteX1125" fmla="*/ 5930734 w 6251734"/>
              <a:gd name="connsiteY1125" fmla="*/ 2023487 h 5808721"/>
              <a:gd name="connsiteX1126" fmla="*/ 5947705 w 6251734"/>
              <a:gd name="connsiteY1126" fmla="*/ 2003765 h 5808721"/>
              <a:gd name="connsiteX1127" fmla="*/ 5633693 w 6251734"/>
              <a:gd name="connsiteY1127" fmla="*/ 1983147 h 5808721"/>
              <a:gd name="connsiteX1128" fmla="*/ 5615905 w 6251734"/>
              <a:gd name="connsiteY1128" fmla="*/ 2003818 h 5808721"/>
              <a:gd name="connsiteX1129" fmla="*/ 5633640 w 6251734"/>
              <a:gd name="connsiteY1129" fmla="*/ 2024428 h 5808721"/>
              <a:gd name="connsiteX1130" fmla="*/ 5632133 w 6251734"/>
              <a:gd name="connsiteY1130" fmla="*/ 2004246 h 5808721"/>
              <a:gd name="connsiteX1131" fmla="*/ 5783009 w 6251734"/>
              <a:gd name="connsiteY1131" fmla="*/ 1940810 h 5808721"/>
              <a:gd name="connsiteX1132" fmla="*/ 5845588 w 6251734"/>
              <a:gd name="connsiteY1132" fmla="*/ 2003389 h 5808721"/>
              <a:gd name="connsiteX1133" fmla="*/ 5783009 w 6251734"/>
              <a:gd name="connsiteY1133" fmla="*/ 2065968 h 5808721"/>
              <a:gd name="connsiteX1134" fmla="*/ 5720429 w 6251734"/>
              <a:gd name="connsiteY1134" fmla="*/ 2003389 h 5808721"/>
              <a:gd name="connsiteX1135" fmla="*/ 5783009 w 6251734"/>
              <a:gd name="connsiteY1135" fmla="*/ 1940810 h 5808721"/>
              <a:gd name="connsiteX1136" fmla="*/ 6037483 w 6251734"/>
              <a:gd name="connsiteY1136" fmla="*/ 1919889 h 5808721"/>
              <a:gd name="connsiteX1137" fmla="*/ 6031666 w 6251734"/>
              <a:gd name="connsiteY1137" fmla="*/ 1930805 h 5808721"/>
              <a:gd name="connsiteX1138" fmla="*/ 5992446 w 6251734"/>
              <a:gd name="connsiteY1138" fmla="*/ 1989726 h 5808721"/>
              <a:gd name="connsiteX1139" fmla="*/ 5981262 w 6251734"/>
              <a:gd name="connsiteY1139" fmla="*/ 2003818 h 5808721"/>
              <a:gd name="connsiteX1140" fmla="*/ 5992446 w 6251734"/>
              <a:gd name="connsiteY1140" fmla="*/ 2017909 h 5808721"/>
              <a:gd name="connsiteX1141" fmla="*/ 6031666 w 6251734"/>
              <a:gd name="connsiteY1141" fmla="*/ 2076831 h 5808721"/>
              <a:gd name="connsiteX1142" fmla="*/ 6037189 w 6251734"/>
              <a:gd name="connsiteY1142" fmla="*/ 2087193 h 5808721"/>
              <a:gd name="connsiteX1143" fmla="*/ 6083022 w 6251734"/>
              <a:gd name="connsiteY1143" fmla="*/ 2063384 h 5808721"/>
              <a:gd name="connsiteX1144" fmla="*/ 6124194 w 6251734"/>
              <a:gd name="connsiteY1144" fmla="*/ 2003388 h 5808721"/>
              <a:gd name="connsiteX1145" fmla="*/ 6082849 w 6251734"/>
              <a:gd name="connsiteY1145" fmla="*/ 1943392 h 5808721"/>
              <a:gd name="connsiteX1146" fmla="*/ 5527012 w 6251734"/>
              <a:gd name="connsiteY1146" fmla="*/ 1919637 h 5808721"/>
              <a:gd name="connsiteX1147" fmla="*/ 5481281 w 6251734"/>
              <a:gd name="connsiteY1147" fmla="*/ 1943393 h 5808721"/>
              <a:gd name="connsiteX1148" fmla="*/ 5440109 w 6251734"/>
              <a:gd name="connsiteY1148" fmla="*/ 2003388 h 5808721"/>
              <a:gd name="connsiteX1149" fmla="*/ 5481454 w 6251734"/>
              <a:gd name="connsiteY1149" fmla="*/ 2063765 h 5808721"/>
              <a:gd name="connsiteX1150" fmla="*/ 5527292 w 6251734"/>
              <a:gd name="connsiteY1150" fmla="*/ 2087474 h 5808721"/>
              <a:gd name="connsiteX1151" fmla="*/ 5532638 w 6251734"/>
              <a:gd name="connsiteY1151" fmla="*/ 2077462 h 5808721"/>
              <a:gd name="connsiteX1152" fmla="*/ 5571857 w 6251734"/>
              <a:gd name="connsiteY1152" fmla="*/ 2018645 h 5808721"/>
              <a:gd name="connsiteX1153" fmla="*/ 5583642 w 6251734"/>
              <a:gd name="connsiteY1153" fmla="*/ 2003818 h 5808721"/>
              <a:gd name="connsiteX1154" fmla="*/ 5571857 w 6251734"/>
              <a:gd name="connsiteY1154" fmla="*/ 1988990 h 5808721"/>
              <a:gd name="connsiteX1155" fmla="*/ 5532638 w 6251734"/>
              <a:gd name="connsiteY1155" fmla="*/ 1930175 h 5808721"/>
              <a:gd name="connsiteX1156" fmla="*/ 5923650 w 6251734"/>
              <a:gd name="connsiteY1156" fmla="*/ 1888999 h 5808721"/>
              <a:gd name="connsiteX1157" fmla="*/ 5927348 w 6251734"/>
              <a:gd name="connsiteY1157" fmla="*/ 1939009 h 5808721"/>
              <a:gd name="connsiteX1158" fmla="*/ 5944467 w 6251734"/>
              <a:gd name="connsiteY1158" fmla="*/ 1957460 h 5808721"/>
              <a:gd name="connsiteX1159" fmla="*/ 5964311 w 6251734"/>
              <a:gd name="connsiteY1159" fmla="*/ 1982460 h 5808721"/>
              <a:gd name="connsiteX1160" fmla="*/ 5991239 w 6251734"/>
              <a:gd name="connsiteY1160" fmla="*/ 1941959 h 5808721"/>
              <a:gd name="connsiteX1161" fmla="*/ 6008190 w 6251734"/>
              <a:gd name="connsiteY1161" fmla="*/ 1910091 h 5808721"/>
              <a:gd name="connsiteX1162" fmla="*/ 5973255 w 6251734"/>
              <a:gd name="connsiteY1162" fmla="*/ 1898937 h 5808721"/>
              <a:gd name="connsiteX1163" fmla="*/ 5640660 w 6251734"/>
              <a:gd name="connsiteY1163" fmla="*/ 1888926 h 5808721"/>
              <a:gd name="connsiteX1164" fmla="*/ 5590672 w 6251734"/>
              <a:gd name="connsiteY1164" fmla="*/ 1898937 h 5808721"/>
              <a:gd name="connsiteX1165" fmla="*/ 5555674 w 6251734"/>
              <a:gd name="connsiteY1165" fmla="*/ 1910123 h 5808721"/>
              <a:gd name="connsiteX1166" fmla="*/ 5573064 w 6251734"/>
              <a:gd name="connsiteY1166" fmla="*/ 1942817 h 5808721"/>
              <a:gd name="connsiteX1167" fmla="*/ 5599967 w 6251734"/>
              <a:gd name="connsiteY1167" fmla="*/ 1983279 h 5808721"/>
              <a:gd name="connsiteX1168" fmla="*/ 5619836 w 6251734"/>
              <a:gd name="connsiteY1168" fmla="*/ 1958282 h 5808721"/>
              <a:gd name="connsiteX1169" fmla="*/ 5636890 w 6251734"/>
              <a:gd name="connsiteY1169" fmla="*/ 1939913 h 5808721"/>
              <a:gd name="connsiteX1170" fmla="*/ 5874649 w 6251734"/>
              <a:gd name="connsiteY1170" fmla="*/ 1884276 h 5808721"/>
              <a:gd name="connsiteX1171" fmla="*/ 5888451 w 6251734"/>
              <a:gd name="connsiteY1171" fmla="*/ 1897089 h 5808721"/>
              <a:gd name="connsiteX1172" fmla="*/ 5901285 w 6251734"/>
              <a:gd name="connsiteY1172" fmla="*/ 1910921 h 5808721"/>
              <a:gd name="connsiteX1173" fmla="*/ 5899440 w 6251734"/>
              <a:gd name="connsiteY1173" fmla="*/ 1886125 h 5808721"/>
              <a:gd name="connsiteX1174" fmla="*/ 5691290 w 6251734"/>
              <a:gd name="connsiteY1174" fmla="*/ 1884137 h 5808721"/>
              <a:gd name="connsiteX1175" fmla="*/ 5664888 w 6251734"/>
              <a:gd name="connsiteY1175" fmla="*/ 1886102 h 5808721"/>
              <a:gd name="connsiteX1176" fmla="*/ 5662969 w 6251734"/>
              <a:gd name="connsiteY1176" fmla="*/ 1911824 h 5808721"/>
              <a:gd name="connsiteX1177" fmla="*/ 5675852 w 6251734"/>
              <a:gd name="connsiteY1177" fmla="*/ 1897947 h 5808721"/>
              <a:gd name="connsiteX1178" fmla="*/ 5782152 w 6251734"/>
              <a:gd name="connsiteY1178" fmla="*/ 1877374 h 5808721"/>
              <a:gd name="connsiteX1179" fmla="*/ 5729852 w 6251734"/>
              <a:gd name="connsiteY1179" fmla="*/ 1881266 h 5808721"/>
              <a:gd name="connsiteX1180" fmla="*/ 5692997 w 6251734"/>
              <a:gd name="connsiteY1180" fmla="*/ 1914234 h 5808721"/>
              <a:gd name="connsiteX1181" fmla="*/ 5659921 w 6251734"/>
              <a:gd name="connsiteY1181" fmla="*/ 1952671 h 5808721"/>
              <a:gd name="connsiteX1182" fmla="*/ 5656136 w 6251734"/>
              <a:gd name="connsiteY1182" fmla="*/ 2003388 h 5808721"/>
              <a:gd name="connsiteX1183" fmla="*/ 5659980 w 6251734"/>
              <a:gd name="connsiteY1183" fmla="*/ 2055033 h 5808721"/>
              <a:gd name="connsiteX1184" fmla="*/ 5692997 w 6251734"/>
              <a:gd name="connsiteY1184" fmla="*/ 2093401 h 5808721"/>
              <a:gd name="connsiteX1185" fmla="*/ 5730401 w 6251734"/>
              <a:gd name="connsiteY1185" fmla="*/ 2125589 h 5808721"/>
              <a:gd name="connsiteX1186" fmla="*/ 5782152 w 6251734"/>
              <a:gd name="connsiteY1186" fmla="*/ 2129404 h 5808721"/>
              <a:gd name="connsiteX1187" fmla="*/ 5832915 w 6251734"/>
              <a:gd name="connsiteY1187" fmla="*/ 2125626 h 5808721"/>
              <a:gd name="connsiteX1188" fmla="*/ 5871306 w 6251734"/>
              <a:gd name="connsiteY1188" fmla="*/ 2092543 h 5808721"/>
              <a:gd name="connsiteX1189" fmla="*/ 5904394 w 6251734"/>
              <a:gd name="connsiteY1189" fmla="*/ 2054095 h 5808721"/>
              <a:gd name="connsiteX1190" fmla="*/ 5908167 w 6251734"/>
              <a:gd name="connsiteY1190" fmla="*/ 2003388 h 5808721"/>
              <a:gd name="connsiteX1191" fmla="*/ 5904460 w 6251734"/>
              <a:gd name="connsiteY1191" fmla="*/ 1953572 h 5808721"/>
              <a:gd name="connsiteX1192" fmla="*/ 5871306 w 6251734"/>
              <a:gd name="connsiteY1192" fmla="*/ 1915093 h 5808721"/>
              <a:gd name="connsiteX1193" fmla="*/ 5831778 w 6251734"/>
              <a:gd name="connsiteY1193" fmla="*/ 1881078 h 5808721"/>
              <a:gd name="connsiteX1194" fmla="*/ 5781317 w 6251734"/>
              <a:gd name="connsiteY1194" fmla="*/ 1837652 h 5808721"/>
              <a:gd name="connsiteX1195" fmla="*/ 5768933 w 6251734"/>
              <a:gd name="connsiteY1195" fmla="*/ 1846306 h 5808721"/>
              <a:gd name="connsiteX1196" fmla="*/ 5759134 w 6251734"/>
              <a:gd name="connsiteY1196" fmla="*/ 1855072 h 5808721"/>
              <a:gd name="connsiteX1197" fmla="*/ 5782152 w 6251734"/>
              <a:gd name="connsiteY1197" fmla="*/ 1853370 h 5808721"/>
              <a:gd name="connsiteX1198" fmla="*/ 5801220 w 6251734"/>
              <a:gd name="connsiteY1198" fmla="*/ 1854779 h 5808721"/>
              <a:gd name="connsiteX1199" fmla="*/ 5875814 w 6251734"/>
              <a:gd name="connsiteY1199" fmla="*/ 1778152 h 5808721"/>
              <a:gd name="connsiteX1200" fmla="*/ 5843355 w 6251734"/>
              <a:gd name="connsiteY1200" fmla="*/ 1794301 h 5808721"/>
              <a:gd name="connsiteX1201" fmla="*/ 5803931 w 6251734"/>
              <a:gd name="connsiteY1201" fmla="*/ 1821851 h 5808721"/>
              <a:gd name="connsiteX1202" fmla="*/ 5828117 w 6251734"/>
              <a:gd name="connsiteY1202" fmla="*/ 1841074 h 5808721"/>
              <a:gd name="connsiteX1203" fmla="*/ 5846484 w 6251734"/>
              <a:gd name="connsiteY1203" fmla="*/ 1858127 h 5808721"/>
              <a:gd name="connsiteX1204" fmla="*/ 5896602 w 6251734"/>
              <a:gd name="connsiteY1204" fmla="*/ 1861833 h 5808721"/>
              <a:gd name="connsiteX1205" fmla="*/ 5886604 w 6251734"/>
              <a:gd name="connsiteY1205" fmla="*/ 1811909 h 5808721"/>
              <a:gd name="connsiteX1206" fmla="*/ 5688619 w 6251734"/>
              <a:gd name="connsiteY1206" fmla="*/ 1778083 h 5808721"/>
              <a:gd name="connsiteX1207" fmla="*/ 5677700 w 6251734"/>
              <a:gd name="connsiteY1207" fmla="*/ 1812285 h 5808721"/>
              <a:gd name="connsiteX1208" fmla="*/ 5667775 w 6251734"/>
              <a:gd name="connsiteY1208" fmla="*/ 1861826 h 5808721"/>
              <a:gd name="connsiteX1209" fmla="*/ 5720592 w 6251734"/>
              <a:gd name="connsiteY1209" fmla="*/ 1857921 h 5808721"/>
              <a:gd name="connsiteX1210" fmla="*/ 5760892 w 6251734"/>
              <a:gd name="connsiteY1210" fmla="*/ 1821868 h 5808721"/>
              <a:gd name="connsiteX1211" fmla="*/ 5720722 w 6251734"/>
              <a:gd name="connsiteY1211" fmla="*/ 1795160 h 5808721"/>
              <a:gd name="connsiteX1212" fmla="*/ 1448754 w 6251734"/>
              <a:gd name="connsiteY1212" fmla="*/ 1765931 h 5808721"/>
              <a:gd name="connsiteX1213" fmla="*/ 1666496 w 6251734"/>
              <a:gd name="connsiteY1213" fmla="*/ 1868802 h 5808721"/>
              <a:gd name="connsiteX1214" fmla="*/ 1884238 w 6251734"/>
              <a:gd name="connsiteY1214" fmla="*/ 1765931 h 5808721"/>
              <a:gd name="connsiteX1215" fmla="*/ 1884238 w 6251734"/>
              <a:gd name="connsiteY1215" fmla="*/ 2016249 h 5808721"/>
              <a:gd name="connsiteX1216" fmla="*/ 1672497 w 6251734"/>
              <a:gd name="connsiteY1216" fmla="*/ 2089973 h 5808721"/>
              <a:gd name="connsiteX1217" fmla="*/ 1666496 w 6251734"/>
              <a:gd name="connsiteY1217" fmla="*/ 2089973 h 5808721"/>
              <a:gd name="connsiteX1218" fmla="*/ 1660495 w 6251734"/>
              <a:gd name="connsiteY1218" fmla="*/ 2089973 h 5808721"/>
              <a:gd name="connsiteX1219" fmla="*/ 1448754 w 6251734"/>
              <a:gd name="connsiteY1219" fmla="*/ 2016249 h 5808721"/>
              <a:gd name="connsiteX1220" fmla="*/ 5593918 w 6251734"/>
              <a:gd name="connsiteY1220" fmla="*/ 1746924 h 5808721"/>
              <a:gd name="connsiteX1221" fmla="*/ 5540407 w 6251734"/>
              <a:gd name="connsiteY1221" fmla="*/ 1762502 h 5808721"/>
              <a:gd name="connsiteX1222" fmla="*/ 5531953 w 6251734"/>
              <a:gd name="connsiteY1222" fmla="*/ 1853413 h 5808721"/>
              <a:gd name="connsiteX1223" fmla="*/ 5543203 w 6251734"/>
              <a:gd name="connsiteY1223" fmla="*/ 1882935 h 5808721"/>
              <a:gd name="connsiteX1224" fmla="*/ 5623279 w 6251734"/>
              <a:gd name="connsiteY1224" fmla="*/ 1865117 h 5808721"/>
              <a:gd name="connsiteX1225" fmla="*/ 5642525 w 6251734"/>
              <a:gd name="connsiteY1225" fmla="*/ 1863694 h 5808721"/>
              <a:gd name="connsiteX1226" fmla="*/ 5643880 w 6251734"/>
              <a:gd name="connsiteY1226" fmla="*/ 1845375 h 5808721"/>
              <a:gd name="connsiteX1227" fmla="*/ 5661631 w 6251734"/>
              <a:gd name="connsiteY1227" fmla="*/ 1765599 h 5808721"/>
              <a:gd name="connsiteX1228" fmla="*/ 5631317 w 6251734"/>
              <a:gd name="connsiteY1228" fmla="*/ 1754048 h 5808721"/>
              <a:gd name="connsiteX1229" fmla="*/ 5593918 w 6251734"/>
              <a:gd name="connsiteY1229" fmla="*/ 1746924 h 5808721"/>
              <a:gd name="connsiteX1230" fmla="*/ 5970024 w 6251734"/>
              <a:gd name="connsiteY1230" fmla="*/ 1746066 h 5808721"/>
              <a:gd name="connsiteX1231" fmla="*/ 5911854 w 6251734"/>
              <a:gd name="connsiteY1231" fmla="*/ 1760221 h 5808721"/>
              <a:gd name="connsiteX1232" fmla="*/ 5902511 w 6251734"/>
              <a:gd name="connsiteY1232" fmla="*/ 1764870 h 5808721"/>
              <a:gd name="connsiteX1233" fmla="*/ 5920424 w 6251734"/>
              <a:gd name="connsiteY1233" fmla="*/ 1845375 h 5808721"/>
              <a:gd name="connsiteX1234" fmla="*/ 5921779 w 6251734"/>
              <a:gd name="connsiteY1234" fmla="*/ 1863694 h 5808721"/>
              <a:gd name="connsiteX1235" fmla="*/ 5941024 w 6251734"/>
              <a:gd name="connsiteY1235" fmla="*/ 1865117 h 5808721"/>
              <a:gd name="connsiteX1236" fmla="*/ 6020799 w 6251734"/>
              <a:gd name="connsiteY1236" fmla="*/ 1882868 h 5808721"/>
              <a:gd name="connsiteX1237" fmla="*/ 6032350 w 6251734"/>
              <a:gd name="connsiteY1237" fmla="*/ 1852555 h 5808721"/>
              <a:gd name="connsiteX1238" fmla="*/ 6023897 w 6251734"/>
              <a:gd name="connsiteY1238" fmla="*/ 1761646 h 5808721"/>
              <a:gd name="connsiteX1239" fmla="*/ 5970024 w 6251734"/>
              <a:gd name="connsiteY1239" fmla="*/ 1746066 h 5808721"/>
              <a:gd name="connsiteX1240" fmla="*/ 289975 w 6251734"/>
              <a:gd name="connsiteY1240" fmla="*/ 1703570 h 5808721"/>
              <a:gd name="connsiteX1241" fmla="*/ 249460 w 6251734"/>
              <a:gd name="connsiteY1241" fmla="*/ 1738503 h 5808721"/>
              <a:gd name="connsiteX1242" fmla="*/ 283964 w 6251734"/>
              <a:gd name="connsiteY1242" fmla="*/ 1707642 h 5808721"/>
              <a:gd name="connsiteX1243" fmla="*/ 4368605 w 6251734"/>
              <a:gd name="connsiteY1243" fmla="*/ 1696916 h 5808721"/>
              <a:gd name="connsiteX1244" fmla="*/ 4478277 w 6251734"/>
              <a:gd name="connsiteY1244" fmla="*/ 1734211 h 5808721"/>
              <a:gd name="connsiteX1245" fmla="*/ 4710592 w 6251734"/>
              <a:gd name="connsiteY1245" fmla="*/ 1734211 h 5808721"/>
              <a:gd name="connsiteX1246" fmla="*/ 4710592 w 6251734"/>
              <a:gd name="connsiteY1246" fmla="*/ 2074541 h 5808721"/>
              <a:gd name="connsiteX1247" fmla="*/ 4473133 w 6251734"/>
              <a:gd name="connsiteY1247" fmla="*/ 2076255 h 5808721"/>
              <a:gd name="connsiteX1248" fmla="*/ 4245961 w 6251734"/>
              <a:gd name="connsiteY1248" fmla="*/ 2072826 h 5808721"/>
              <a:gd name="connsiteX1249" fmla="*/ 4245961 w 6251734"/>
              <a:gd name="connsiteY1249" fmla="*/ 1734211 h 5808721"/>
              <a:gd name="connsiteX1250" fmla="*/ 4368605 w 6251734"/>
              <a:gd name="connsiteY1250" fmla="*/ 1696916 h 5808721"/>
              <a:gd name="connsiteX1251" fmla="*/ 5782152 w 6251734"/>
              <a:gd name="connsiteY1251" fmla="*/ 1661348 h 5808721"/>
              <a:gd name="connsiteX1252" fmla="*/ 5722156 w 6251734"/>
              <a:gd name="connsiteY1252" fmla="*/ 1702693 h 5808721"/>
              <a:gd name="connsiteX1253" fmla="*/ 5698519 w 6251734"/>
              <a:gd name="connsiteY1253" fmla="*/ 1748314 h 5808721"/>
              <a:gd name="connsiteX1254" fmla="*/ 5708935 w 6251734"/>
              <a:gd name="connsiteY1254" fmla="*/ 1753875 h 5808721"/>
              <a:gd name="connsiteX1255" fmla="*/ 5767753 w 6251734"/>
              <a:gd name="connsiteY1255" fmla="*/ 1793094 h 5808721"/>
              <a:gd name="connsiteX1256" fmla="*/ 5783057 w 6251734"/>
              <a:gd name="connsiteY1256" fmla="*/ 1805259 h 5808721"/>
              <a:gd name="connsiteX1257" fmla="*/ 5855594 w 6251734"/>
              <a:gd name="connsiteY1257" fmla="*/ 1754507 h 5808721"/>
              <a:gd name="connsiteX1258" fmla="*/ 5866361 w 6251734"/>
              <a:gd name="connsiteY1258" fmla="*/ 1749129 h 5808721"/>
              <a:gd name="connsiteX1259" fmla="*/ 5842148 w 6251734"/>
              <a:gd name="connsiteY1259" fmla="*/ 1702521 h 5808721"/>
              <a:gd name="connsiteX1260" fmla="*/ 5782152 w 6251734"/>
              <a:gd name="connsiteY1260" fmla="*/ 1661348 h 5808721"/>
              <a:gd name="connsiteX1261" fmla="*/ 592360 w 6251734"/>
              <a:gd name="connsiteY1261" fmla="*/ 1640776 h 5808721"/>
              <a:gd name="connsiteX1262" fmla="*/ 599890 w 6251734"/>
              <a:gd name="connsiteY1262" fmla="*/ 1643860 h 5808721"/>
              <a:gd name="connsiteX1263" fmla="*/ 615617 w 6251734"/>
              <a:gd name="connsiteY1263" fmla="*/ 1651278 h 5808721"/>
              <a:gd name="connsiteX1264" fmla="*/ 493776 w 6251734"/>
              <a:gd name="connsiteY1264" fmla="*/ 1630488 h 5808721"/>
              <a:gd name="connsiteX1265" fmla="*/ 498063 w 6251734"/>
              <a:gd name="connsiteY1265" fmla="*/ 1633917 h 5808721"/>
              <a:gd name="connsiteX1266" fmla="*/ 493776 w 6251734"/>
              <a:gd name="connsiteY1266" fmla="*/ 1640776 h 5808721"/>
              <a:gd name="connsiteX1267" fmla="*/ 497205 w 6251734"/>
              <a:gd name="connsiteY1267" fmla="*/ 1641634 h 5808721"/>
              <a:gd name="connsiteX1268" fmla="*/ 510921 w 6251734"/>
              <a:gd name="connsiteY1268" fmla="*/ 1651062 h 5808721"/>
              <a:gd name="connsiteX1269" fmla="*/ 492919 w 6251734"/>
              <a:gd name="connsiteY1269" fmla="*/ 1655350 h 5808721"/>
              <a:gd name="connsiteX1270" fmla="*/ 471488 w 6251734"/>
              <a:gd name="connsiteY1270" fmla="*/ 1649348 h 5808721"/>
              <a:gd name="connsiteX1271" fmla="*/ 451771 w 6251734"/>
              <a:gd name="connsiteY1271" fmla="*/ 1667351 h 5808721"/>
              <a:gd name="connsiteX1272" fmla="*/ 440627 w 6251734"/>
              <a:gd name="connsiteY1272" fmla="*/ 1683638 h 5808721"/>
              <a:gd name="connsiteX1273" fmla="*/ 450914 w 6251734"/>
              <a:gd name="connsiteY1273" fmla="*/ 1689640 h 5808721"/>
              <a:gd name="connsiteX1274" fmla="*/ 460344 w 6251734"/>
              <a:gd name="connsiteY1274" fmla="*/ 1690497 h 5808721"/>
              <a:gd name="connsiteX1275" fmla="*/ 484347 w 6251734"/>
              <a:gd name="connsiteY1275" fmla="*/ 1686210 h 5808721"/>
              <a:gd name="connsiteX1276" fmla="*/ 490347 w 6251734"/>
              <a:gd name="connsiteY1276" fmla="*/ 1700784 h 5808721"/>
              <a:gd name="connsiteX1277" fmla="*/ 512636 w 6251734"/>
              <a:gd name="connsiteY1277" fmla="*/ 1711927 h 5808721"/>
              <a:gd name="connsiteX1278" fmla="*/ 525495 w 6251734"/>
              <a:gd name="connsiteY1278" fmla="*/ 1726501 h 5808721"/>
              <a:gd name="connsiteX1279" fmla="*/ 510064 w 6251734"/>
              <a:gd name="connsiteY1279" fmla="*/ 1736787 h 5808721"/>
              <a:gd name="connsiteX1280" fmla="*/ 494634 w 6251734"/>
              <a:gd name="connsiteY1280" fmla="*/ 1747070 h 5808721"/>
              <a:gd name="connsiteX1281" fmla="*/ 500634 w 6251734"/>
              <a:gd name="connsiteY1281" fmla="*/ 1756500 h 5808721"/>
              <a:gd name="connsiteX1282" fmla="*/ 516922 w 6251734"/>
              <a:gd name="connsiteY1282" fmla="*/ 1753071 h 5808721"/>
              <a:gd name="connsiteX1283" fmla="*/ 523780 w 6251734"/>
              <a:gd name="connsiteY1283" fmla="*/ 1751357 h 5808721"/>
              <a:gd name="connsiteX1284" fmla="*/ 542640 w 6251734"/>
              <a:gd name="connsiteY1284" fmla="*/ 1747928 h 5808721"/>
              <a:gd name="connsiteX1285" fmla="*/ 545211 w 6251734"/>
              <a:gd name="connsiteY1285" fmla="*/ 1745356 h 5808721"/>
              <a:gd name="connsiteX1286" fmla="*/ 555498 w 6251734"/>
              <a:gd name="connsiteY1286" fmla="*/ 1741075 h 5808721"/>
              <a:gd name="connsiteX1287" fmla="*/ 588931 w 6251734"/>
              <a:gd name="connsiteY1287" fmla="*/ 1744499 h 5808721"/>
              <a:gd name="connsiteX1288" fmla="*/ 600933 w 6251734"/>
              <a:gd name="connsiteY1288" fmla="*/ 1755643 h 5808721"/>
              <a:gd name="connsiteX1289" fmla="*/ 605219 w 6251734"/>
              <a:gd name="connsiteY1289" fmla="*/ 1752214 h 5808721"/>
              <a:gd name="connsiteX1290" fmla="*/ 609505 w 6251734"/>
              <a:gd name="connsiteY1290" fmla="*/ 1735930 h 5808721"/>
              <a:gd name="connsiteX1291" fmla="*/ 619792 w 6251734"/>
              <a:gd name="connsiteY1291" fmla="*/ 1739360 h 5808721"/>
              <a:gd name="connsiteX1292" fmla="*/ 643795 w 6251734"/>
              <a:gd name="connsiteY1292" fmla="*/ 1724786 h 5808721"/>
              <a:gd name="connsiteX1293" fmla="*/ 656654 w 6251734"/>
              <a:gd name="connsiteY1293" fmla="*/ 1733358 h 5808721"/>
              <a:gd name="connsiteX1294" fmla="*/ 651510 w 6251734"/>
              <a:gd name="connsiteY1294" fmla="*/ 1747928 h 5808721"/>
              <a:gd name="connsiteX1295" fmla="*/ 639509 w 6251734"/>
              <a:gd name="connsiteY1295" fmla="*/ 1742789 h 5808721"/>
              <a:gd name="connsiteX1296" fmla="*/ 623221 w 6251734"/>
              <a:gd name="connsiteY1296" fmla="*/ 1756500 h 5808721"/>
              <a:gd name="connsiteX1297" fmla="*/ 625793 w 6251734"/>
              <a:gd name="connsiteY1297" fmla="*/ 1763359 h 5808721"/>
              <a:gd name="connsiteX1298" fmla="*/ 642081 w 6251734"/>
              <a:gd name="connsiteY1298" fmla="*/ 1763359 h 5808721"/>
              <a:gd name="connsiteX1299" fmla="*/ 656654 w 6251734"/>
              <a:gd name="connsiteY1299" fmla="*/ 1767644 h 5808721"/>
              <a:gd name="connsiteX1300" fmla="*/ 658369 w 6251734"/>
              <a:gd name="connsiteY1300" fmla="*/ 1773647 h 5808721"/>
              <a:gd name="connsiteX1301" fmla="*/ 672085 w 6251734"/>
              <a:gd name="connsiteY1301" fmla="*/ 1778790 h 5808721"/>
              <a:gd name="connsiteX1302" fmla="*/ 672085 w 6251734"/>
              <a:gd name="connsiteY1302" fmla="*/ 1788218 h 5808721"/>
              <a:gd name="connsiteX1303" fmla="*/ 666085 w 6251734"/>
              <a:gd name="connsiteY1303" fmla="*/ 1786504 h 5808721"/>
              <a:gd name="connsiteX1304" fmla="*/ 654082 w 6251734"/>
              <a:gd name="connsiteY1304" fmla="*/ 1789076 h 5808721"/>
              <a:gd name="connsiteX1305" fmla="*/ 642081 w 6251734"/>
              <a:gd name="connsiteY1305" fmla="*/ 1791647 h 5808721"/>
              <a:gd name="connsiteX1306" fmla="*/ 618935 w 6251734"/>
              <a:gd name="connsiteY1306" fmla="*/ 1788218 h 5808721"/>
              <a:gd name="connsiteX1307" fmla="*/ 608648 w 6251734"/>
              <a:gd name="connsiteY1307" fmla="*/ 1798505 h 5808721"/>
              <a:gd name="connsiteX1308" fmla="*/ 601790 w 6251734"/>
              <a:gd name="connsiteY1308" fmla="*/ 1798505 h 5808721"/>
              <a:gd name="connsiteX1309" fmla="*/ 588074 w 6251734"/>
              <a:gd name="connsiteY1309" fmla="*/ 1793363 h 5808721"/>
              <a:gd name="connsiteX1310" fmla="*/ 576072 w 6251734"/>
              <a:gd name="connsiteY1310" fmla="*/ 1789076 h 5808721"/>
              <a:gd name="connsiteX1311" fmla="*/ 566643 w 6251734"/>
              <a:gd name="connsiteY1311" fmla="*/ 1788218 h 5808721"/>
              <a:gd name="connsiteX1312" fmla="*/ 562356 w 6251734"/>
              <a:gd name="connsiteY1312" fmla="*/ 1770216 h 5808721"/>
              <a:gd name="connsiteX1313" fmla="*/ 557213 w 6251734"/>
              <a:gd name="connsiteY1313" fmla="*/ 1769359 h 5808721"/>
              <a:gd name="connsiteX1314" fmla="*/ 550355 w 6251734"/>
              <a:gd name="connsiteY1314" fmla="*/ 1767644 h 5808721"/>
              <a:gd name="connsiteX1315" fmla="*/ 537496 w 6251734"/>
              <a:gd name="connsiteY1315" fmla="*/ 1770216 h 5808721"/>
              <a:gd name="connsiteX1316" fmla="*/ 528924 w 6251734"/>
              <a:gd name="connsiteY1316" fmla="*/ 1771073 h 5808721"/>
              <a:gd name="connsiteX1317" fmla="*/ 516065 w 6251734"/>
              <a:gd name="connsiteY1317" fmla="*/ 1773647 h 5808721"/>
              <a:gd name="connsiteX1318" fmla="*/ 507492 w 6251734"/>
              <a:gd name="connsiteY1318" fmla="*/ 1774503 h 5808721"/>
              <a:gd name="connsiteX1319" fmla="*/ 493776 w 6251734"/>
              <a:gd name="connsiteY1319" fmla="*/ 1786504 h 5808721"/>
              <a:gd name="connsiteX1320" fmla="*/ 474060 w 6251734"/>
              <a:gd name="connsiteY1320" fmla="*/ 1793363 h 5808721"/>
              <a:gd name="connsiteX1321" fmla="*/ 466344 w 6251734"/>
              <a:gd name="connsiteY1321" fmla="*/ 1797648 h 5808721"/>
              <a:gd name="connsiteX1322" fmla="*/ 458629 w 6251734"/>
              <a:gd name="connsiteY1322" fmla="*/ 1810508 h 5808721"/>
              <a:gd name="connsiteX1323" fmla="*/ 438912 w 6251734"/>
              <a:gd name="connsiteY1323" fmla="*/ 1831938 h 5808721"/>
              <a:gd name="connsiteX1324" fmla="*/ 441484 w 6251734"/>
              <a:gd name="connsiteY1324" fmla="*/ 1860230 h 5808721"/>
              <a:gd name="connsiteX1325" fmla="*/ 436341 w 6251734"/>
              <a:gd name="connsiteY1325" fmla="*/ 1874802 h 5808721"/>
              <a:gd name="connsiteX1326" fmla="*/ 431197 w 6251734"/>
              <a:gd name="connsiteY1326" fmla="*/ 1886803 h 5808721"/>
              <a:gd name="connsiteX1327" fmla="*/ 439770 w 6251734"/>
              <a:gd name="connsiteY1327" fmla="*/ 1896233 h 5808721"/>
              <a:gd name="connsiteX1328" fmla="*/ 444913 w 6251734"/>
              <a:gd name="connsiteY1328" fmla="*/ 1902233 h 5808721"/>
              <a:gd name="connsiteX1329" fmla="*/ 447485 w 6251734"/>
              <a:gd name="connsiteY1329" fmla="*/ 1914235 h 5808721"/>
              <a:gd name="connsiteX1330" fmla="*/ 456915 w 6251734"/>
              <a:gd name="connsiteY1330" fmla="*/ 1921951 h 5808721"/>
              <a:gd name="connsiteX1331" fmla="*/ 463773 w 6251734"/>
              <a:gd name="connsiteY1331" fmla="*/ 1933095 h 5808721"/>
              <a:gd name="connsiteX1332" fmla="*/ 474917 w 6251734"/>
              <a:gd name="connsiteY1332" fmla="*/ 1939095 h 5808721"/>
              <a:gd name="connsiteX1333" fmla="*/ 502349 w 6251734"/>
              <a:gd name="connsiteY1333" fmla="*/ 1939953 h 5808721"/>
              <a:gd name="connsiteX1334" fmla="*/ 521208 w 6251734"/>
              <a:gd name="connsiteY1334" fmla="*/ 1937380 h 5808721"/>
              <a:gd name="connsiteX1335" fmla="*/ 540925 w 6251734"/>
              <a:gd name="connsiteY1335" fmla="*/ 1931380 h 5808721"/>
              <a:gd name="connsiteX1336" fmla="*/ 552069 w 6251734"/>
              <a:gd name="connsiteY1336" fmla="*/ 1930522 h 5808721"/>
              <a:gd name="connsiteX1337" fmla="*/ 559785 w 6251734"/>
              <a:gd name="connsiteY1337" fmla="*/ 1941666 h 5808721"/>
              <a:gd name="connsiteX1338" fmla="*/ 570929 w 6251734"/>
              <a:gd name="connsiteY1338" fmla="*/ 1939095 h 5808721"/>
              <a:gd name="connsiteX1339" fmla="*/ 587217 w 6251734"/>
              <a:gd name="connsiteY1339" fmla="*/ 1945953 h 5808721"/>
              <a:gd name="connsiteX1340" fmla="*/ 583788 w 6251734"/>
              <a:gd name="connsiteY1340" fmla="*/ 1962240 h 5808721"/>
              <a:gd name="connsiteX1341" fmla="*/ 583788 w 6251734"/>
              <a:gd name="connsiteY1341" fmla="*/ 1968242 h 5808721"/>
              <a:gd name="connsiteX1342" fmla="*/ 585502 w 6251734"/>
              <a:gd name="connsiteY1342" fmla="*/ 1990529 h 5808721"/>
              <a:gd name="connsiteX1343" fmla="*/ 593217 w 6251734"/>
              <a:gd name="connsiteY1343" fmla="*/ 2001674 h 5808721"/>
              <a:gd name="connsiteX1344" fmla="*/ 598361 w 6251734"/>
              <a:gd name="connsiteY1344" fmla="*/ 2009389 h 5808721"/>
              <a:gd name="connsiteX1345" fmla="*/ 606933 w 6251734"/>
              <a:gd name="connsiteY1345" fmla="*/ 2021391 h 5808721"/>
              <a:gd name="connsiteX1346" fmla="*/ 609505 w 6251734"/>
              <a:gd name="connsiteY1346" fmla="*/ 2033392 h 5808721"/>
              <a:gd name="connsiteX1347" fmla="*/ 598361 w 6251734"/>
              <a:gd name="connsiteY1347" fmla="*/ 2045393 h 5808721"/>
              <a:gd name="connsiteX1348" fmla="*/ 593217 w 6251734"/>
              <a:gd name="connsiteY1348" fmla="*/ 2061682 h 5808721"/>
              <a:gd name="connsiteX1349" fmla="*/ 588931 w 6251734"/>
              <a:gd name="connsiteY1349" fmla="*/ 2071968 h 5808721"/>
              <a:gd name="connsiteX1350" fmla="*/ 595789 w 6251734"/>
              <a:gd name="connsiteY1350" fmla="*/ 2082255 h 5808721"/>
              <a:gd name="connsiteX1351" fmla="*/ 606076 w 6251734"/>
              <a:gd name="connsiteY1351" fmla="*/ 2095114 h 5808721"/>
              <a:gd name="connsiteX1352" fmla="*/ 608648 w 6251734"/>
              <a:gd name="connsiteY1352" fmla="*/ 2107115 h 5808721"/>
              <a:gd name="connsiteX1353" fmla="*/ 608648 w 6251734"/>
              <a:gd name="connsiteY1353" fmla="*/ 2116545 h 5808721"/>
              <a:gd name="connsiteX1354" fmla="*/ 613791 w 6251734"/>
              <a:gd name="connsiteY1354" fmla="*/ 2128547 h 5808721"/>
              <a:gd name="connsiteX1355" fmla="*/ 620649 w 6251734"/>
              <a:gd name="connsiteY1355" fmla="*/ 2144834 h 5808721"/>
              <a:gd name="connsiteX1356" fmla="*/ 624936 w 6251734"/>
              <a:gd name="connsiteY1356" fmla="*/ 2144834 h 5808721"/>
              <a:gd name="connsiteX1357" fmla="*/ 642938 w 6251734"/>
              <a:gd name="connsiteY1357" fmla="*/ 2137119 h 5808721"/>
              <a:gd name="connsiteX1358" fmla="*/ 665227 w 6251734"/>
              <a:gd name="connsiteY1358" fmla="*/ 2127690 h 5808721"/>
              <a:gd name="connsiteX1359" fmla="*/ 668656 w 6251734"/>
              <a:gd name="connsiteY1359" fmla="*/ 2118260 h 5808721"/>
              <a:gd name="connsiteX1360" fmla="*/ 683230 w 6251734"/>
              <a:gd name="connsiteY1360" fmla="*/ 2106258 h 5808721"/>
              <a:gd name="connsiteX1361" fmla="*/ 695231 w 6251734"/>
              <a:gd name="connsiteY1361" fmla="*/ 2088256 h 5808721"/>
              <a:gd name="connsiteX1362" fmla="*/ 695231 w 6251734"/>
              <a:gd name="connsiteY1362" fmla="*/ 2076254 h 5808721"/>
              <a:gd name="connsiteX1363" fmla="*/ 706375 w 6251734"/>
              <a:gd name="connsiteY1363" fmla="*/ 2072825 h 5808721"/>
              <a:gd name="connsiteX1364" fmla="*/ 710662 w 6251734"/>
              <a:gd name="connsiteY1364" fmla="*/ 2065110 h 5808721"/>
              <a:gd name="connsiteX1365" fmla="*/ 724378 w 6251734"/>
              <a:gd name="connsiteY1365" fmla="*/ 2052252 h 5808721"/>
              <a:gd name="connsiteX1366" fmla="*/ 719234 w 6251734"/>
              <a:gd name="connsiteY1366" fmla="*/ 2040250 h 5808721"/>
              <a:gd name="connsiteX1367" fmla="*/ 729521 w 6251734"/>
              <a:gd name="connsiteY1367" fmla="*/ 2028248 h 5808721"/>
              <a:gd name="connsiteX1368" fmla="*/ 728664 w 6251734"/>
              <a:gd name="connsiteY1368" fmla="*/ 2006817 h 5808721"/>
              <a:gd name="connsiteX1369" fmla="*/ 728664 w 6251734"/>
              <a:gd name="connsiteY1369" fmla="*/ 1992244 h 5808721"/>
              <a:gd name="connsiteX1370" fmla="*/ 735522 w 6251734"/>
              <a:gd name="connsiteY1370" fmla="*/ 1983671 h 5808721"/>
              <a:gd name="connsiteX1371" fmla="*/ 738951 w 6251734"/>
              <a:gd name="connsiteY1371" fmla="*/ 1966526 h 5808721"/>
              <a:gd name="connsiteX1372" fmla="*/ 750095 w 6251734"/>
              <a:gd name="connsiteY1372" fmla="*/ 1954526 h 5808721"/>
              <a:gd name="connsiteX1373" fmla="*/ 753524 w 6251734"/>
              <a:gd name="connsiteY1373" fmla="*/ 1931380 h 5808721"/>
              <a:gd name="connsiteX1374" fmla="*/ 760382 w 6251734"/>
              <a:gd name="connsiteY1374" fmla="*/ 1918520 h 5808721"/>
              <a:gd name="connsiteX1375" fmla="*/ 762954 w 6251734"/>
              <a:gd name="connsiteY1375" fmla="*/ 1903090 h 5808721"/>
              <a:gd name="connsiteX1376" fmla="*/ 756096 w 6251734"/>
              <a:gd name="connsiteY1376" fmla="*/ 1895375 h 5808721"/>
              <a:gd name="connsiteX1377" fmla="*/ 744094 w 6251734"/>
              <a:gd name="connsiteY1377" fmla="*/ 1897947 h 5808721"/>
              <a:gd name="connsiteX1378" fmla="*/ 737236 w 6251734"/>
              <a:gd name="connsiteY1378" fmla="*/ 1899662 h 5808721"/>
              <a:gd name="connsiteX1379" fmla="*/ 727807 w 6251734"/>
              <a:gd name="connsiteY1379" fmla="*/ 1896233 h 5808721"/>
              <a:gd name="connsiteX1380" fmla="*/ 727807 w 6251734"/>
              <a:gd name="connsiteY1380" fmla="*/ 1885088 h 5808721"/>
              <a:gd name="connsiteX1381" fmla="*/ 716662 w 6251734"/>
              <a:gd name="connsiteY1381" fmla="*/ 1880803 h 5808721"/>
              <a:gd name="connsiteX1382" fmla="*/ 710662 w 6251734"/>
              <a:gd name="connsiteY1382" fmla="*/ 1867944 h 5808721"/>
              <a:gd name="connsiteX1383" fmla="*/ 704661 w 6251734"/>
              <a:gd name="connsiteY1383" fmla="*/ 1855941 h 5808721"/>
              <a:gd name="connsiteX1384" fmla="*/ 695231 w 6251734"/>
              <a:gd name="connsiteY1384" fmla="*/ 1851655 h 5808721"/>
              <a:gd name="connsiteX1385" fmla="*/ 691802 w 6251734"/>
              <a:gd name="connsiteY1385" fmla="*/ 1834510 h 5808721"/>
              <a:gd name="connsiteX1386" fmla="*/ 701232 w 6251734"/>
              <a:gd name="connsiteY1386" fmla="*/ 1831082 h 5808721"/>
              <a:gd name="connsiteX1387" fmla="*/ 707233 w 6251734"/>
              <a:gd name="connsiteY1387" fmla="*/ 1836225 h 5808721"/>
              <a:gd name="connsiteX1388" fmla="*/ 713233 w 6251734"/>
              <a:gd name="connsiteY1388" fmla="*/ 1846511 h 5808721"/>
              <a:gd name="connsiteX1389" fmla="*/ 715805 w 6251734"/>
              <a:gd name="connsiteY1389" fmla="*/ 1859371 h 5808721"/>
              <a:gd name="connsiteX1390" fmla="*/ 730378 w 6251734"/>
              <a:gd name="connsiteY1390" fmla="*/ 1868802 h 5808721"/>
              <a:gd name="connsiteX1391" fmla="*/ 738951 w 6251734"/>
              <a:gd name="connsiteY1391" fmla="*/ 1879945 h 5808721"/>
              <a:gd name="connsiteX1392" fmla="*/ 759525 w 6251734"/>
              <a:gd name="connsiteY1392" fmla="*/ 1875660 h 5808721"/>
              <a:gd name="connsiteX1393" fmla="*/ 763811 w 6251734"/>
              <a:gd name="connsiteY1393" fmla="*/ 1864514 h 5808721"/>
              <a:gd name="connsiteX1394" fmla="*/ 767240 w 6251734"/>
              <a:gd name="connsiteY1394" fmla="*/ 1852513 h 5808721"/>
              <a:gd name="connsiteX1395" fmla="*/ 762954 w 6251734"/>
              <a:gd name="connsiteY1395" fmla="*/ 1837940 h 5808721"/>
              <a:gd name="connsiteX1396" fmla="*/ 762954 w 6251734"/>
              <a:gd name="connsiteY1396" fmla="*/ 1825938 h 5808721"/>
              <a:gd name="connsiteX1397" fmla="*/ 758668 w 6251734"/>
              <a:gd name="connsiteY1397" fmla="*/ 1815651 h 5808721"/>
              <a:gd name="connsiteX1398" fmla="*/ 762097 w 6251734"/>
              <a:gd name="connsiteY1398" fmla="*/ 1816508 h 5808721"/>
              <a:gd name="connsiteX1399" fmla="*/ 774098 w 6251734"/>
              <a:gd name="connsiteY1399" fmla="*/ 1820794 h 5808721"/>
              <a:gd name="connsiteX1400" fmla="*/ 782671 w 6251734"/>
              <a:gd name="connsiteY1400" fmla="*/ 1837084 h 5808721"/>
              <a:gd name="connsiteX1401" fmla="*/ 790386 w 6251734"/>
              <a:gd name="connsiteY1401" fmla="*/ 1844797 h 5808721"/>
              <a:gd name="connsiteX1402" fmla="*/ 796387 w 6251734"/>
              <a:gd name="connsiteY1402" fmla="*/ 1851655 h 5808721"/>
              <a:gd name="connsiteX1403" fmla="*/ 800673 w 6251734"/>
              <a:gd name="connsiteY1403" fmla="*/ 1863658 h 5808721"/>
              <a:gd name="connsiteX1404" fmla="*/ 809245 w 6251734"/>
              <a:gd name="connsiteY1404" fmla="*/ 1873945 h 5808721"/>
              <a:gd name="connsiteX1405" fmla="*/ 810960 w 6251734"/>
              <a:gd name="connsiteY1405" fmla="*/ 1870514 h 5808721"/>
              <a:gd name="connsiteX1406" fmla="*/ 620127 w 6251734"/>
              <a:gd name="connsiteY1406" fmla="*/ 1653407 h 5808721"/>
              <a:gd name="connsiteX1407" fmla="*/ 615617 w 6251734"/>
              <a:gd name="connsiteY1407" fmla="*/ 1651278 h 5808721"/>
              <a:gd name="connsiteX1408" fmla="*/ 671583 w 6251734"/>
              <a:gd name="connsiteY1408" fmla="*/ 1676556 h 5808721"/>
              <a:gd name="connsiteX1409" fmla="*/ 792958 w 6251734"/>
              <a:gd name="connsiteY1409" fmla="*/ 2119974 h 5808721"/>
              <a:gd name="connsiteX1410" fmla="*/ 511779 w 6251734"/>
              <a:gd name="connsiteY1410" fmla="*/ 2287139 h 5808721"/>
              <a:gd name="connsiteX1411" fmla="*/ 630079 w 6251734"/>
              <a:gd name="connsiteY1411" fmla="*/ 2251133 h 5808721"/>
              <a:gd name="connsiteX1412" fmla="*/ 613791 w 6251734"/>
              <a:gd name="connsiteY1412" fmla="*/ 2251993 h 5808721"/>
              <a:gd name="connsiteX1413" fmla="*/ 597504 w 6251734"/>
              <a:gd name="connsiteY1413" fmla="*/ 2245133 h 5808721"/>
              <a:gd name="connsiteX1414" fmla="*/ 588074 w 6251734"/>
              <a:gd name="connsiteY1414" fmla="*/ 2243418 h 5808721"/>
              <a:gd name="connsiteX1415" fmla="*/ 572643 w 6251734"/>
              <a:gd name="connsiteY1415" fmla="*/ 2245990 h 5808721"/>
              <a:gd name="connsiteX1416" fmla="*/ 560642 w 6251734"/>
              <a:gd name="connsiteY1416" fmla="*/ 2251993 h 5808721"/>
              <a:gd name="connsiteX1417" fmla="*/ 550355 w 6251734"/>
              <a:gd name="connsiteY1417" fmla="*/ 2251133 h 5808721"/>
              <a:gd name="connsiteX1418" fmla="*/ 537496 w 6251734"/>
              <a:gd name="connsiteY1418" fmla="*/ 2251993 h 5808721"/>
              <a:gd name="connsiteX1419" fmla="*/ 541782 w 6251734"/>
              <a:gd name="connsiteY1419" fmla="*/ 2241705 h 5808721"/>
              <a:gd name="connsiteX1420" fmla="*/ 530638 w 6251734"/>
              <a:gd name="connsiteY1420" fmla="*/ 2239989 h 5808721"/>
              <a:gd name="connsiteX1421" fmla="*/ 523780 w 6251734"/>
              <a:gd name="connsiteY1421" fmla="*/ 2248563 h 5808721"/>
              <a:gd name="connsiteX1422" fmla="*/ 517779 w 6251734"/>
              <a:gd name="connsiteY1422" fmla="*/ 2259708 h 5808721"/>
              <a:gd name="connsiteX1423" fmla="*/ 496348 w 6251734"/>
              <a:gd name="connsiteY1423" fmla="*/ 2255421 h 5808721"/>
              <a:gd name="connsiteX1424" fmla="*/ 484347 w 6251734"/>
              <a:gd name="connsiteY1424" fmla="*/ 2252849 h 5808721"/>
              <a:gd name="connsiteX1425" fmla="*/ 485204 w 6251734"/>
              <a:gd name="connsiteY1425" fmla="*/ 2248563 h 5808721"/>
              <a:gd name="connsiteX1426" fmla="*/ 497205 w 6251734"/>
              <a:gd name="connsiteY1426" fmla="*/ 2239989 h 5808721"/>
              <a:gd name="connsiteX1427" fmla="*/ 509207 w 6251734"/>
              <a:gd name="connsiteY1427" fmla="*/ 2233132 h 5808721"/>
              <a:gd name="connsiteX1428" fmla="*/ 503206 w 6251734"/>
              <a:gd name="connsiteY1428" fmla="*/ 2226275 h 5808721"/>
              <a:gd name="connsiteX1429" fmla="*/ 497205 w 6251734"/>
              <a:gd name="connsiteY1429" fmla="*/ 2231417 h 5808721"/>
              <a:gd name="connsiteX1430" fmla="*/ 472345 w 6251734"/>
              <a:gd name="connsiteY1430" fmla="*/ 2232275 h 5808721"/>
              <a:gd name="connsiteX1431" fmla="*/ 451771 w 6251734"/>
              <a:gd name="connsiteY1431" fmla="*/ 2233989 h 5808721"/>
              <a:gd name="connsiteX1432" fmla="*/ 448342 w 6251734"/>
              <a:gd name="connsiteY1432" fmla="*/ 2227131 h 5808721"/>
              <a:gd name="connsiteX1433" fmla="*/ 433769 w 6251734"/>
              <a:gd name="connsiteY1433" fmla="*/ 2233989 h 5808721"/>
              <a:gd name="connsiteX1434" fmla="*/ 413195 w 6251734"/>
              <a:gd name="connsiteY1434" fmla="*/ 2237419 h 5808721"/>
              <a:gd name="connsiteX1435" fmla="*/ 402908 w 6251734"/>
              <a:gd name="connsiteY1435" fmla="*/ 2239132 h 5808721"/>
              <a:gd name="connsiteX1436" fmla="*/ 402051 w 6251734"/>
              <a:gd name="connsiteY1436" fmla="*/ 2233132 h 5808721"/>
              <a:gd name="connsiteX1437" fmla="*/ 391764 w 6251734"/>
              <a:gd name="connsiteY1437" fmla="*/ 2241705 h 5808721"/>
              <a:gd name="connsiteX1438" fmla="*/ 379762 w 6251734"/>
              <a:gd name="connsiteY1438" fmla="*/ 2243418 h 5808721"/>
              <a:gd name="connsiteX1439" fmla="*/ 378048 w 6251734"/>
              <a:gd name="connsiteY1439" fmla="*/ 2257136 h 5808721"/>
              <a:gd name="connsiteX1440" fmla="*/ 393304 w 6251734"/>
              <a:gd name="connsiteY1440" fmla="*/ 2268105 h 5808721"/>
              <a:gd name="connsiteX1441" fmla="*/ 409649 w 6251734"/>
              <a:gd name="connsiteY1441" fmla="*/ 2273959 h 5808721"/>
              <a:gd name="connsiteX1442" fmla="*/ 353398 w 6251734"/>
              <a:gd name="connsiteY1442" fmla="*/ 2258117 h 5808721"/>
              <a:gd name="connsiteX1443" fmla="*/ 167164 w 6251734"/>
              <a:gd name="connsiteY1443" fmla="*/ 1913378 h 5808721"/>
              <a:gd name="connsiteX1444" fmla="*/ 170593 w 6251734"/>
              <a:gd name="connsiteY1444" fmla="*/ 1910806 h 5808721"/>
              <a:gd name="connsiteX1445" fmla="*/ 173165 w 6251734"/>
              <a:gd name="connsiteY1445" fmla="*/ 1921951 h 5808721"/>
              <a:gd name="connsiteX1446" fmla="*/ 179166 w 6251734"/>
              <a:gd name="connsiteY1446" fmla="*/ 1930522 h 5808721"/>
              <a:gd name="connsiteX1447" fmla="*/ 186024 w 6251734"/>
              <a:gd name="connsiteY1447" fmla="*/ 1939953 h 5808721"/>
              <a:gd name="connsiteX1448" fmla="*/ 181737 w 6251734"/>
              <a:gd name="connsiteY1448" fmla="*/ 1954526 h 5808721"/>
              <a:gd name="connsiteX1449" fmla="*/ 190310 w 6251734"/>
              <a:gd name="connsiteY1449" fmla="*/ 1978528 h 5808721"/>
              <a:gd name="connsiteX1450" fmla="*/ 189453 w 6251734"/>
              <a:gd name="connsiteY1450" fmla="*/ 2007674 h 5808721"/>
              <a:gd name="connsiteX1451" fmla="*/ 208312 w 6251734"/>
              <a:gd name="connsiteY1451" fmla="*/ 2052252 h 5808721"/>
              <a:gd name="connsiteX1452" fmla="*/ 215170 w 6251734"/>
              <a:gd name="connsiteY1452" fmla="*/ 2066825 h 5808721"/>
              <a:gd name="connsiteX1453" fmla="*/ 227172 w 6251734"/>
              <a:gd name="connsiteY1453" fmla="*/ 2076254 h 5808721"/>
              <a:gd name="connsiteX1454" fmla="*/ 233172 w 6251734"/>
              <a:gd name="connsiteY1454" fmla="*/ 2101972 h 5808721"/>
              <a:gd name="connsiteX1455" fmla="*/ 240888 w 6251734"/>
              <a:gd name="connsiteY1455" fmla="*/ 2124260 h 5808721"/>
              <a:gd name="connsiteX1456" fmla="*/ 250317 w 6251734"/>
              <a:gd name="connsiteY1456" fmla="*/ 2136262 h 5808721"/>
              <a:gd name="connsiteX1457" fmla="*/ 257175 w 6251734"/>
              <a:gd name="connsiteY1457" fmla="*/ 2149122 h 5808721"/>
              <a:gd name="connsiteX1458" fmla="*/ 264891 w 6251734"/>
              <a:gd name="connsiteY1458" fmla="*/ 2161123 h 5808721"/>
              <a:gd name="connsiteX1459" fmla="*/ 279464 w 6251734"/>
              <a:gd name="connsiteY1459" fmla="*/ 2189412 h 5808721"/>
              <a:gd name="connsiteX1460" fmla="*/ 286322 w 6251734"/>
              <a:gd name="connsiteY1460" fmla="*/ 2199699 h 5808721"/>
              <a:gd name="connsiteX1461" fmla="*/ 306039 w 6251734"/>
              <a:gd name="connsiteY1461" fmla="*/ 2211701 h 5808721"/>
              <a:gd name="connsiteX1462" fmla="*/ 318897 w 6251734"/>
              <a:gd name="connsiteY1462" fmla="*/ 2221987 h 5808721"/>
              <a:gd name="connsiteX1463" fmla="*/ 320612 w 6251734"/>
              <a:gd name="connsiteY1463" fmla="*/ 2215986 h 5808721"/>
              <a:gd name="connsiteX1464" fmla="*/ 312897 w 6251734"/>
              <a:gd name="connsiteY1464" fmla="*/ 2207414 h 5808721"/>
              <a:gd name="connsiteX1465" fmla="*/ 304324 w 6251734"/>
              <a:gd name="connsiteY1465" fmla="*/ 2196269 h 5808721"/>
              <a:gd name="connsiteX1466" fmla="*/ 300038 w 6251734"/>
              <a:gd name="connsiteY1466" fmla="*/ 2186840 h 5808721"/>
              <a:gd name="connsiteX1467" fmla="*/ 290608 w 6251734"/>
              <a:gd name="connsiteY1467" fmla="*/ 2173981 h 5808721"/>
              <a:gd name="connsiteX1468" fmla="*/ 294894 w 6251734"/>
              <a:gd name="connsiteY1468" fmla="*/ 2166267 h 5808721"/>
              <a:gd name="connsiteX1469" fmla="*/ 298323 w 6251734"/>
              <a:gd name="connsiteY1469" fmla="*/ 2161123 h 5808721"/>
              <a:gd name="connsiteX1470" fmla="*/ 294894 w 6251734"/>
              <a:gd name="connsiteY1470" fmla="*/ 2148263 h 5808721"/>
              <a:gd name="connsiteX1471" fmla="*/ 303467 w 6251734"/>
              <a:gd name="connsiteY1471" fmla="*/ 2119974 h 5808721"/>
              <a:gd name="connsiteX1472" fmla="*/ 303467 w 6251734"/>
              <a:gd name="connsiteY1472" fmla="*/ 2104544 h 5808721"/>
              <a:gd name="connsiteX1473" fmla="*/ 312897 w 6251734"/>
              <a:gd name="connsiteY1473" fmla="*/ 2097686 h 5808721"/>
              <a:gd name="connsiteX1474" fmla="*/ 326613 w 6251734"/>
              <a:gd name="connsiteY1474" fmla="*/ 2088256 h 5808721"/>
              <a:gd name="connsiteX1475" fmla="*/ 324898 w 6251734"/>
              <a:gd name="connsiteY1475" fmla="*/ 2079683 h 5808721"/>
              <a:gd name="connsiteX1476" fmla="*/ 329184 w 6251734"/>
              <a:gd name="connsiteY1476" fmla="*/ 2071111 h 5808721"/>
              <a:gd name="connsiteX1477" fmla="*/ 330042 w 6251734"/>
              <a:gd name="connsiteY1477" fmla="*/ 2057396 h 5808721"/>
              <a:gd name="connsiteX1478" fmla="*/ 325755 w 6251734"/>
              <a:gd name="connsiteY1478" fmla="*/ 2046251 h 5808721"/>
              <a:gd name="connsiteX1479" fmla="*/ 327470 w 6251734"/>
              <a:gd name="connsiteY1479" fmla="*/ 2035106 h 5808721"/>
              <a:gd name="connsiteX1480" fmla="*/ 336900 w 6251734"/>
              <a:gd name="connsiteY1480" fmla="*/ 2021391 h 5808721"/>
              <a:gd name="connsiteX1481" fmla="*/ 342043 w 6251734"/>
              <a:gd name="connsiteY1481" fmla="*/ 2008532 h 5808721"/>
              <a:gd name="connsiteX1482" fmla="*/ 336900 w 6251734"/>
              <a:gd name="connsiteY1482" fmla="*/ 2001674 h 5808721"/>
              <a:gd name="connsiteX1483" fmla="*/ 324041 w 6251734"/>
              <a:gd name="connsiteY1483" fmla="*/ 1994816 h 5808721"/>
              <a:gd name="connsiteX1484" fmla="*/ 315468 w 6251734"/>
              <a:gd name="connsiteY1484" fmla="*/ 1983671 h 5808721"/>
              <a:gd name="connsiteX1485" fmla="*/ 299181 w 6251734"/>
              <a:gd name="connsiteY1485" fmla="*/ 1982814 h 5808721"/>
              <a:gd name="connsiteX1486" fmla="*/ 295752 w 6251734"/>
              <a:gd name="connsiteY1486" fmla="*/ 1977671 h 5808721"/>
              <a:gd name="connsiteX1487" fmla="*/ 282893 w 6251734"/>
              <a:gd name="connsiteY1487" fmla="*/ 1972528 h 5808721"/>
              <a:gd name="connsiteX1488" fmla="*/ 281178 w 6251734"/>
              <a:gd name="connsiteY1488" fmla="*/ 1965669 h 5808721"/>
              <a:gd name="connsiteX1489" fmla="*/ 271749 w 6251734"/>
              <a:gd name="connsiteY1489" fmla="*/ 1963955 h 5808721"/>
              <a:gd name="connsiteX1490" fmla="*/ 270034 w 6251734"/>
              <a:gd name="connsiteY1490" fmla="*/ 1957954 h 5808721"/>
              <a:gd name="connsiteX1491" fmla="*/ 269177 w 6251734"/>
              <a:gd name="connsiteY1491" fmla="*/ 1948525 h 5808721"/>
              <a:gd name="connsiteX1492" fmla="*/ 264033 w 6251734"/>
              <a:gd name="connsiteY1492" fmla="*/ 1939095 h 5808721"/>
              <a:gd name="connsiteX1493" fmla="*/ 259747 w 6251734"/>
              <a:gd name="connsiteY1493" fmla="*/ 1933095 h 5808721"/>
              <a:gd name="connsiteX1494" fmla="*/ 248603 w 6251734"/>
              <a:gd name="connsiteY1494" fmla="*/ 1931380 h 5808721"/>
              <a:gd name="connsiteX1495" fmla="*/ 239173 w 6251734"/>
              <a:gd name="connsiteY1495" fmla="*/ 1926236 h 5808721"/>
              <a:gd name="connsiteX1496" fmla="*/ 236601 w 6251734"/>
              <a:gd name="connsiteY1496" fmla="*/ 1917664 h 5808721"/>
              <a:gd name="connsiteX1497" fmla="*/ 232315 w 6251734"/>
              <a:gd name="connsiteY1497" fmla="*/ 1908233 h 5808721"/>
              <a:gd name="connsiteX1498" fmla="*/ 226314 w 6251734"/>
              <a:gd name="connsiteY1498" fmla="*/ 1903948 h 5808721"/>
              <a:gd name="connsiteX1499" fmla="*/ 214313 w 6251734"/>
              <a:gd name="connsiteY1499" fmla="*/ 1906521 h 5808721"/>
              <a:gd name="connsiteX1500" fmla="*/ 213456 w 6251734"/>
              <a:gd name="connsiteY1500" fmla="*/ 1898805 h 5808721"/>
              <a:gd name="connsiteX1501" fmla="*/ 206598 w 6251734"/>
              <a:gd name="connsiteY1501" fmla="*/ 1897090 h 5808721"/>
              <a:gd name="connsiteX1502" fmla="*/ 201454 w 6251734"/>
              <a:gd name="connsiteY1502" fmla="*/ 1900518 h 5808721"/>
              <a:gd name="connsiteX1503" fmla="*/ 198882 w 6251734"/>
              <a:gd name="connsiteY1503" fmla="*/ 1903948 h 5808721"/>
              <a:gd name="connsiteX1504" fmla="*/ 192882 w 6251734"/>
              <a:gd name="connsiteY1504" fmla="*/ 1912520 h 5808721"/>
              <a:gd name="connsiteX1505" fmla="*/ 191167 w 6251734"/>
              <a:gd name="connsiteY1505" fmla="*/ 1910806 h 5808721"/>
              <a:gd name="connsiteX1506" fmla="*/ 188595 w 6251734"/>
              <a:gd name="connsiteY1506" fmla="*/ 1907378 h 5808721"/>
              <a:gd name="connsiteX1507" fmla="*/ 185166 w 6251734"/>
              <a:gd name="connsiteY1507" fmla="*/ 1895375 h 5808721"/>
              <a:gd name="connsiteX1508" fmla="*/ 188595 w 6251734"/>
              <a:gd name="connsiteY1508" fmla="*/ 1885946 h 5808721"/>
              <a:gd name="connsiteX1509" fmla="*/ 187738 w 6251734"/>
              <a:gd name="connsiteY1509" fmla="*/ 1873087 h 5808721"/>
              <a:gd name="connsiteX1510" fmla="*/ 188595 w 6251734"/>
              <a:gd name="connsiteY1510" fmla="*/ 1862801 h 5808721"/>
              <a:gd name="connsiteX1511" fmla="*/ 187738 w 6251734"/>
              <a:gd name="connsiteY1511" fmla="*/ 1855084 h 5808721"/>
              <a:gd name="connsiteX1512" fmla="*/ 183452 w 6251734"/>
              <a:gd name="connsiteY1512" fmla="*/ 1853370 h 5808721"/>
              <a:gd name="connsiteX1513" fmla="*/ 197168 w 6251734"/>
              <a:gd name="connsiteY1513" fmla="*/ 1817366 h 5808721"/>
              <a:gd name="connsiteX1514" fmla="*/ 195453 w 6251734"/>
              <a:gd name="connsiteY1514" fmla="*/ 1828509 h 5808721"/>
              <a:gd name="connsiteX1515" fmla="*/ 194596 w 6251734"/>
              <a:gd name="connsiteY1515" fmla="*/ 1835368 h 5808721"/>
              <a:gd name="connsiteX1516" fmla="*/ 193739 w 6251734"/>
              <a:gd name="connsiteY1516" fmla="*/ 1843085 h 5808721"/>
              <a:gd name="connsiteX1517" fmla="*/ 196311 w 6251734"/>
              <a:gd name="connsiteY1517" fmla="*/ 1843941 h 5808721"/>
              <a:gd name="connsiteX1518" fmla="*/ 201454 w 6251734"/>
              <a:gd name="connsiteY1518" fmla="*/ 1847369 h 5808721"/>
              <a:gd name="connsiteX1519" fmla="*/ 203169 w 6251734"/>
              <a:gd name="connsiteY1519" fmla="*/ 1847369 h 5808721"/>
              <a:gd name="connsiteX1520" fmla="*/ 207455 w 6251734"/>
              <a:gd name="connsiteY1520" fmla="*/ 1852513 h 5808721"/>
              <a:gd name="connsiteX1521" fmla="*/ 206598 w 6251734"/>
              <a:gd name="connsiteY1521" fmla="*/ 1859371 h 5808721"/>
              <a:gd name="connsiteX1522" fmla="*/ 208312 w 6251734"/>
              <a:gd name="connsiteY1522" fmla="*/ 1861087 h 5808721"/>
              <a:gd name="connsiteX1523" fmla="*/ 213456 w 6251734"/>
              <a:gd name="connsiteY1523" fmla="*/ 1863658 h 5808721"/>
              <a:gd name="connsiteX1524" fmla="*/ 220314 w 6251734"/>
              <a:gd name="connsiteY1524" fmla="*/ 1862801 h 5808721"/>
              <a:gd name="connsiteX1525" fmla="*/ 223743 w 6251734"/>
              <a:gd name="connsiteY1525" fmla="*/ 1867085 h 5808721"/>
              <a:gd name="connsiteX1526" fmla="*/ 225457 w 6251734"/>
              <a:gd name="connsiteY1526" fmla="*/ 1870514 h 5808721"/>
              <a:gd name="connsiteX1527" fmla="*/ 228886 w 6251734"/>
              <a:gd name="connsiteY1527" fmla="*/ 1867085 h 5808721"/>
              <a:gd name="connsiteX1528" fmla="*/ 230601 w 6251734"/>
              <a:gd name="connsiteY1528" fmla="*/ 1862801 h 5808721"/>
              <a:gd name="connsiteX1529" fmla="*/ 227172 w 6251734"/>
              <a:gd name="connsiteY1529" fmla="*/ 1860230 h 5808721"/>
              <a:gd name="connsiteX1530" fmla="*/ 222028 w 6251734"/>
              <a:gd name="connsiteY1530" fmla="*/ 1856798 h 5808721"/>
              <a:gd name="connsiteX1531" fmla="*/ 216027 w 6251734"/>
              <a:gd name="connsiteY1531" fmla="*/ 1855084 h 5808721"/>
              <a:gd name="connsiteX1532" fmla="*/ 210027 w 6251734"/>
              <a:gd name="connsiteY1532" fmla="*/ 1854227 h 5808721"/>
              <a:gd name="connsiteX1533" fmla="*/ 210027 w 6251734"/>
              <a:gd name="connsiteY1533" fmla="*/ 1847369 h 5808721"/>
              <a:gd name="connsiteX1534" fmla="*/ 210027 w 6251734"/>
              <a:gd name="connsiteY1534" fmla="*/ 1839654 h 5808721"/>
              <a:gd name="connsiteX1535" fmla="*/ 205740 w 6251734"/>
              <a:gd name="connsiteY1535" fmla="*/ 1838796 h 5808721"/>
              <a:gd name="connsiteX1536" fmla="*/ 201454 w 6251734"/>
              <a:gd name="connsiteY1536" fmla="*/ 1834510 h 5808721"/>
              <a:gd name="connsiteX1537" fmla="*/ 204883 w 6251734"/>
              <a:gd name="connsiteY1537" fmla="*/ 1827653 h 5808721"/>
              <a:gd name="connsiteX1538" fmla="*/ 215170 w 6251734"/>
              <a:gd name="connsiteY1538" fmla="*/ 1823367 h 5808721"/>
              <a:gd name="connsiteX1539" fmla="*/ 220314 w 6251734"/>
              <a:gd name="connsiteY1539" fmla="*/ 1819081 h 5808721"/>
              <a:gd name="connsiteX1540" fmla="*/ 223743 w 6251734"/>
              <a:gd name="connsiteY1540" fmla="*/ 1811365 h 5808721"/>
              <a:gd name="connsiteX1541" fmla="*/ 227172 w 6251734"/>
              <a:gd name="connsiteY1541" fmla="*/ 1802793 h 5808721"/>
              <a:gd name="connsiteX1542" fmla="*/ 228886 w 6251734"/>
              <a:gd name="connsiteY1542" fmla="*/ 1793363 h 5808721"/>
              <a:gd name="connsiteX1543" fmla="*/ 234030 w 6251734"/>
              <a:gd name="connsiteY1543" fmla="*/ 1786504 h 5808721"/>
              <a:gd name="connsiteX1544" fmla="*/ 246031 w 6251734"/>
              <a:gd name="connsiteY1544" fmla="*/ 1777076 h 5808721"/>
              <a:gd name="connsiteX1545" fmla="*/ 252889 w 6251734"/>
              <a:gd name="connsiteY1545" fmla="*/ 1771073 h 5808721"/>
              <a:gd name="connsiteX1546" fmla="*/ 255461 w 6251734"/>
              <a:gd name="connsiteY1546" fmla="*/ 1765075 h 5808721"/>
              <a:gd name="connsiteX1547" fmla="*/ 261462 w 6251734"/>
              <a:gd name="connsiteY1547" fmla="*/ 1762502 h 5808721"/>
              <a:gd name="connsiteX1548" fmla="*/ 269177 w 6251734"/>
              <a:gd name="connsiteY1548" fmla="*/ 1758215 h 5808721"/>
              <a:gd name="connsiteX1549" fmla="*/ 271749 w 6251734"/>
              <a:gd name="connsiteY1549" fmla="*/ 1750501 h 5808721"/>
              <a:gd name="connsiteX1550" fmla="*/ 274320 w 6251734"/>
              <a:gd name="connsiteY1550" fmla="*/ 1747928 h 5808721"/>
              <a:gd name="connsiteX1551" fmla="*/ 282893 w 6251734"/>
              <a:gd name="connsiteY1551" fmla="*/ 1741932 h 5808721"/>
              <a:gd name="connsiteX1552" fmla="*/ 286322 w 6251734"/>
              <a:gd name="connsiteY1552" fmla="*/ 1739360 h 5808721"/>
              <a:gd name="connsiteX1553" fmla="*/ 293180 w 6251734"/>
              <a:gd name="connsiteY1553" fmla="*/ 1740217 h 5808721"/>
              <a:gd name="connsiteX1554" fmla="*/ 302610 w 6251734"/>
              <a:gd name="connsiteY1554" fmla="*/ 1742789 h 5808721"/>
              <a:gd name="connsiteX1555" fmla="*/ 307753 w 6251734"/>
              <a:gd name="connsiteY1555" fmla="*/ 1741932 h 5808721"/>
              <a:gd name="connsiteX1556" fmla="*/ 309468 w 6251734"/>
              <a:gd name="connsiteY1556" fmla="*/ 1735930 h 5808721"/>
              <a:gd name="connsiteX1557" fmla="*/ 308610 w 6251734"/>
              <a:gd name="connsiteY1557" fmla="*/ 1732501 h 5808721"/>
              <a:gd name="connsiteX1558" fmla="*/ 304324 w 6251734"/>
              <a:gd name="connsiteY1558" fmla="*/ 1730788 h 5808721"/>
              <a:gd name="connsiteX1559" fmla="*/ 306039 w 6251734"/>
              <a:gd name="connsiteY1559" fmla="*/ 1723929 h 5808721"/>
              <a:gd name="connsiteX1560" fmla="*/ 312039 w 6251734"/>
              <a:gd name="connsiteY1560" fmla="*/ 1719643 h 5808721"/>
              <a:gd name="connsiteX1561" fmla="*/ 320612 w 6251734"/>
              <a:gd name="connsiteY1561" fmla="*/ 1714500 h 5808721"/>
              <a:gd name="connsiteX1562" fmla="*/ 325755 w 6251734"/>
              <a:gd name="connsiteY1562" fmla="*/ 1718786 h 5808721"/>
              <a:gd name="connsiteX1563" fmla="*/ 326613 w 6251734"/>
              <a:gd name="connsiteY1563" fmla="*/ 1721357 h 5808721"/>
              <a:gd name="connsiteX1564" fmla="*/ 319755 w 6251734"/>
              <a:gd name="connsiteY1564" fmla="*/ 1725643 h 5808721"/>
              <a:gd name="connsiteX1565" fmla="*/ 323184 w 6251734"/>
              <a:gd name="connsiteY1565" fmla="*/ 1731644 h 5808721"/>
              <a:gd name="connsiteX1566" fmla="*/ 330899 w 6251734"/>
              <a:gd name="connsiteY1566" fmla="*/ 1731644 h 5808721"/>
              <a:gd name="connsiteX1567" fmla="*/ 336042 w 6251734"/>
              <a:gd name="connsiteY1567" fmla="*/ 1728216 h 5808721"/>
              <a:gd name="connsiteX1568" fmla="*/ 337757 w 6251734"/>
              <a:gd name="connsiteY1568" fmla="*/ 1723929 h 5808721"/>
              <a:gd name="connsiteX1569" fmla="*/ 337757 w 6251734"/>
              <a:gd name="connsiteY1569" fmla="*/ 1717072 h 5808721"/>
              <a:gd name="connsiteX1570" fmla="*/ 336900 w 6251734"/>
              <a:gd name="connsiteY1570" fmla="*/ 1711070 h 5808721"/>
              <a:gd name="connsiteX1571" fmla="*/ 339471 w 6251734"/>
              <a:gd name="connsiteY1571" fmla="*/ 1706785 h 5808721"/>
              <a:gd name="connsiteX1572" fmla="*/ 342900 w 6251734"/>
              <a:gd name="connsiteY1572" fmla="*/ 1704213 h 5808721"/>
              <a:gd name="connsiteX1573" fmla="*/ 345472 w 6251734"/>
              <a:gd name="connsiteY1573" fmla="*/ 1699927 h 5808721"/>
              <a:gd name="connsiteX1574" fmla="*/ 345472 w 6251734"/>
              <a:gd name="connsiteY1574" fmla="*/ 1693069 h 5808721"/>
              <a:gd name="connsiteX1575" fmla="*/ 351473 w 6251734"/>
              <a:gd name="connsiteY1575" fmla="*/ 1684495 h 5808721"/>
              <a:gd name="connsiteX1576" fmla="*/ 354045 w 6251734"/>
              <a:gd name="connsiteY1576" fmla="*/ 1680211 h 5808721"/>
              <a:gd name="connsiteX1577" fmla="*/ 345472 w 6251734"/>
              <a:gd name="connsiteY1577" fmla="*/ 1676780 h 5808721"/>
              <a:gd name="connsiteX1578" fmla="*/ 315281 w 6251734"/>
              <a:gd name="connsiteY1578" fmla="*/ 1686424 h 5808721"/>
              <a:gd name="connsiteX1579" fmla="*/ 289975 w 6251734"/>
              <a:gd name="connsiteY1579" fmla="*/ 1703570 h 5808721"/>
              <a:gd name="connsiteX1580" fmla="*/ 311879 w 6251734"/>
              <a:gd name="connsiteY1580" fmla="*/ 1684683 h 5808721"/>
              <a:gd name="connsiteX1581" fmla="*/ 440627 w 6251734"/>
              <a:gd name="connsiteY1581" fmla="*/ 1634775 h 5808721"/>
              <a:gd name="connsiteX1582" fmla="*/ 493776 w 6251734"/>
              <a:gd name="connsiteY1582" fmla="*/ 1630488 h 5808721"/>
              <a:gd name="connsiteX1583" fmla="*/ 5782152 w 6251734"/>
              <a:gd name="connsiteY1583" fmla="*/ 1596198 h 5808721"/>
              <a:gd name="connsiteX1584" fmla="*/ 5866161 w 6251734"/>
              <a:gd name="connsiteY1584" fmla="*/ 1665861 h 5808721"/>
              <a:gd name="connsiteX1585" fmla="*/ 5894202 w 6251734"/>
              <a:gd name="connsiteY1585" fmla="*/ 1735228 h 5808721"/>
              <a:gd name="connsiteX1586" fmla="*/ 5937599 w 6251734"/>
              <a:gd name="connsiteY1586" fmla="*/ 1713557 h 5808721"/>
              <a:gd name="connsiteX1587" fmla="*/ 6007126 w 6251734"/>
              <a:gd name="connsiteY1587" fmla="*/ 1696509 h 5808721"/>
              <a:gd name="connsiteX1588" fmla="*/ 6071045 w 6251734"/>
              <a:gd name="connsiteY1588" fmla="*/ 1715354 h 5808721"/>
              <a:gd name="connsiteX1589" fmla="*/ 6061402 w 6251734"/>
              <a:gd name="connsiteY1589" fmla="*/ 1875016 h 5808721"/>
              <a:gd name="connsiteX1590" fmla="*/ 6052430 w 6251734"/>
              <a:gd name="connsiteY1590" fmla="*/ 1891847 h 5808721"/>
              <a:gd name="connsiteX1591" fmla="*/ 6120539 w 6251734"/>
              <a:gd name="connsiteY1591" fmla="*/ 1919379 h 5808721"/>
              <a:gd name="connsiteX1592" fmla="*/ 6190203 w 6251734"/>
              <a:gd name="connsiteY1592" fmla="*/ 2003388 h 5808721"/>
              <a:gd name="connsiteX1593" fmla="*/ 6120539 w 6251734"/>
              <a:gd name="connsiteY1593" fmla="*/ 2087623 h 5808721"/>
              <a:gd name="connsiteX1594" fmla="*/ 6052202 w 6251734"/>
              <a:gd name="connsiteY1594" fmla="*/ 2115361 h 5808721"/>
              <a:gd name="connsiteX1595" fmla="*/ 6061402 w 6251734"/>
              <a:gd name="connsiteY1595" fmla="*/ 2132621 h 5808721"/>
              <a:gd name="connsiteX1596" fmla="*/ 6071045 w 6251734"/>
              <a:gd name="connsiteY1596" fmla="*/ 2292283 h 5808721"/>
              <a:gd name="connsiteX1597" fmla="*/ 5911061 w 6251734"/>
              <a:gd name="connsiteY1597" fmla="*/ 2282960 h 5808721"/>
              <a:gd name="connsiteX1598" fmla="*/ 5893744 w 6251734"/>
              <a:gd name="connsiteY1598" fmla="*/ 2273685 h 5808721"/>
              <a:gd name="connsiteX1599" fmla="*/ 5865784 w 6251734"/>
              <a:gd name="connsiteY1599" fmla="*/ 2342634 h 5808721"/>
              <a:gd name="connsiteX1600" fmla="*/ 5782152 w 6251734"/>
              <a:gd name="connsiteY1600" fmla="*/ 2412297 h 5808721"/>
              <a:gd name="connsiteX1601" fmla="*/ 5698520 w 6251734"/>
              <a:gd name="connsiteY1601" fmla="*/ 2342634 h 5808721"/>
              <a:gd name="connsiteX1602" fmla="*/ 5670749 w 6251734"/>
              <a:gd name="connsiteY1602" fmla="*/ 2274150 h 5808721"/>
              <a:gd name="connsiteX1603" fmla="*/ 5653242 w 6251734"/>
              <a:gd name="connsiteY1603" fmla="*/ 2283496 h 5808721"/>
              <a:gd name="connsiteX1604" fmla="*/ 5493258 w 6251734"/>
              <a:gd name="connsiteY1604" fmla="*/ 2293141 h 5808721"/>
              <a:gd name="connsiteX1605" fmla="*/ 5502902 w 6251734"/>
              <a:gd name="connsiteY1605" fmla="*/ 2133155 h 5808721"/>
              <a:gd name="connsiteX1606" fmla="*/ 5512498 w 6251734"/>
              <a:gd name="connsiteY1606" fmla="*/ 2115182 h 5808721"/>
              <a:gd name="connsiteX1607" fmla="*/ 5443764 w 6251734"/>
              <a:gd name="connsiteY1607" fmla="*/ 2087397 h 5808721"/>
              <a:gd name="connsiteX1608" fmla="*/ 5374100 w 6251734"/>
              <a:gd name="connsiteY1608" fmla="*/ 2003388 h 5808721"/>
              <a:gd name="connsiteX1609" fmla="*/ 5443764 w 6251734"/>
              <a:gd name="connsiteY1609" fmla="*/ 1919379 h 5808721"/>
              <a:gd name="connsiteX1610" fmla="*/ 5512121 w 6251734"/>
              <a:gd name="connsiteY1610" fmla="*/ 1891747 h 5808721"/>
              <a:gd name="connsiteX1611" fmla="*/ 5502902 w 6251734"/>
              <a:gd name="connsiteY1611" fmla="*/ 1874480 h 5808721"/>
              <a:gd name="connsiteX1612" fmla="*/ 5493258 w 6251734"/>
              <a:gd name="connsiteY1612" fmla="*/ 1714497 h 5808721"/>
              <a:gd name="connsiteX1613" fmla="*/ 5653242 w 6251734"/>
              <a:gd name="connsiteY1613" fmla="*/ 1724143 h 5808721"/>
              <a:gd name="connsiteX1614" fmla="*/ 5670795 w 6251734"/>
              <a:gd name="connsiteY1614" fmla="*/ 1733514 h 5808721"/>
              <a:gd name="connsiteX1615" fmla="*/ 5698143 w 6251734"/>
              <a:gd name="connsiteY1615" fmla="*/ 1665860 h 5808721"/>
              <a:gd name="connsiteX1616" fmla="*/ 5782152 w 6251734"/>
              <a:gd name="connsiteY1616" fmla="*/ 1596198 h 5808721"/>
              <a:gd name="connsiteX1617" fmla="*/ 3595306 w 6251734"/>
              <a:gd name="connsiteY1617" fmla="*/ 1531906 h 5808721"/>
              <a:gd name="connsiteX1618" fmla="*/ 3477006 w 6251734"/>
              <a:gd name="connsiteY1618" fmla="*/ 1651922 h 5808721"/>
              <a:gd name="connsiteX1619" fmla="*/ 3595306 w 6251734"/>
              <a:gd name="connsiteY1619" fmla="*/ 1771933 h 5808721"/>
              <a:gd name="connsiteX1620" fmla="*/ 3713607 w 6251734"/>
              <a:gd name="connsiteY1620" fmla="*/ 1651922 h 5808721"/>
              <a:gd name="connsiteX1621" fmla="*/ 3595306 w 6251734"/>
              <a:gd name="connsiteY1621" fmla="*/ 1531906 h 5808721"/>
              <a:gd name="connsiteX1622" fmla="*/ 1682785 w 6251734"/>
              <a:gd name="connsiteY1622" fmla="*/ 1496755 h 5808721"/>
              <a:gd name="connsiteX1623" fmla="*/ 2037137 w 6251734"/>
              <a:gd name="connsiteY1623" fmla="*/ 1655346 h 5808721"/>
              <a:gd name="connsiteX1624" fmla="*/ 2042829 w 6251734"/>
              <a:gd name="connsiteY1624" fmla="*/ 1655346 h 5808721"/>
              <a:gd name="connsiteX1625" fmla="*/ 2042829 w 6251734"/>
              <a:gd name="connsiteY1625" fmla="*/ 1657894 h 5808721"/>
              <a:gd name="connsiteX1626" fmla="*/ 2050545 w 6251734"/>
              <a:gd name="connsiteY1626" fmla="*/ 1661347 h 5808721"/>
              <a:gd name="connsiteX1627" fmla="*/ 2042829 w 6251734"/>
              <a:gd name="connsiteY1627" fmla="*/ 1664864 h 5808721"/>
              <a:gd name="connsiteX1628" fmla="*/ 2042829 w 6251734"/>
              <a:gd name="connsiteY1628" fmla="*/ 1878511 h 5808721"/>
              <a:gd name="connsiteX1629" fmla="*/ 2057832 w 6251734"/>
              <a:gd name="connsiteY1629" fmla="*/ 1884660 h 5808721"/>
              <a:gd name="connsiteX1630" fmla="*/ 2068547 w 6251734"/>
              <a:gd name="connsiteY1630" fmla="*/ 1910806 h 5808721"/>
              <a:gd name="connsiteX1631" fmla="*/ 2057832 w 6251734"/>
              <a:gd name="connsiteY1631" fmla="*/ 1937274 h 5808721"/>
              <a:gd name="connsiteX1632" fmla="*/ 2057578 w 6251734"/>
              <a:gd name="connsiteY1632" fmla="*/ 1937375 h 5808721"/>
              <a:gd name="connsiteX1633" fmla="*/ 2065332 w 6251734"/>
              <a:gd name="connsiteY1633" fmla="*/ 1965456 h 5808721"/>
              <a:gd name="connsiteX1634" fmla="*/ 2069404 w 6251734"/>
              <a:gd name="connsiteY1634" fmla="*/ 2078827 h 5808721"/>
              <a:gd name="connsiteX1635" fmla="*/ 2038543 w 6251734"/>
              <a:gd name="connsiteY1635" fmla="*/ 2078827 h 5808721"/>
              <a:gd name="connsiteX1636" fmla="*/ 2027398 w 6251734"/>
              <a:gd name="connsiteY1636" fmla="*/ 2078827 h 5808721"/>
              <a:gd name="connsiteX1637" fmla="*/ 1996538 w 6251734"/>
              <a:gd name="connsiteY1637" fmla="*/ 2078827 h 5808721"/>
              <a:gd name="connsiteX1638" fmla="*/ 2001360 w 6251734"/>
              <a:gd name="connsiteY1638" fmla="*/ 1965456 h 5808721"/>
              <a:gd name="connsiteX1639" fmla="*/ 2008928 w 6251734"/>
              <a:gd name="connsiteY1639" fmla="*/ 1938341 h 5808721"/>
              <a:gd name="connsiteX1640" fmla="*/ 2005539 w 6251734"/>
              <a:gd name="connsiteY1640" fmla="*/ 1936952 h 5808721"/>
              <a:gd name="connsiteX1641" fmla="*/ 1994823 w 6251734"/>
              <a:gd name="connsiteY1641" fmla="*/ 1910806 h 5808721"/>
              <a:gd name="connsiteX1642" fmla="*/ 2005539 w 6251734"/>
              <a:gd name="connsiteY1642" fmla="*/ 1884660 h 5808721"/>
              <a:gd name="connsiteX1643" fmla="*/ 2019683 w 6251734"/>
              <a:gd name="connsiteY1643" fmla="*/ 1878863 h 5808721"/>
              <a:gd name="connsiteX1644" fmla="*/ 2019683 w 6251734"/>
              <a:gd name="connsiteY1644" fmla="*/ 1675413 h 5808721"/>
              <a:gd name="connsiteX1645" fmla="*/ 1672498 w 6251734"/>
              <a:gd name="connsiteY1645" fmla="*/ 1833654 h 5808721"/>
              <a:gd name="connsiteX1646" fmla="*/ 1300450 w 6251734"/>
              <a:gd name="connsiteY1646" fmla="*/ 1665634 h 5808721"/>
              <a:gd name="connsiteX1647" fmla="*/ 5080921 w 6251734"/>
              <a:gd name="connsiteY1647" fmla="*/ 1438462 h 5808721"/>
              <a:gd name="connsiteX1648" fmla="*/ 5143500 w 6251734"/>
              <a:gd name="connsiteY1648" fmla="*/ 1438462 h 5808721"/>
              <a:gd name="connsiteX1649" fmla="*/ 5158931 w 6251734"/>
              <a:gd name="connsiteY1649" fmla="*/ 1457322 h 5808721"/>
              <a:gd name="connsiteX1650" fmla="*/ 5143500 w 6251734"/>
              <a:gd name="connsiteY1650" fmla="*/ 1476181 h 5808721"/>
              <a:gd name="connsiteX1651" fmla="*/ 5080921 w 6251734"/>
              <a:gd name="connsiteY1651" fmla="*/ 1476181 h 5808721"/>
              <a:gd name="connsiteX1652" fmla="*/ 5065490 w 6251734"/>
              <a:gd name="connsiteY1652" fmla="*/ 1457322 h 5808721"/>
              <a:gd name="connsiteX1653" fmla="*/ 5080921 w 6251734"/>
              <a:gd name="connsiteY1653" fmla="*/ 1438462 h 5808721"/>
              <a:gd name="connsiteX1654" fmla="*/ 2660050 w 6251734"/>
              <a:gd name="connsiteY1654" fmla="*/ 1421316 h 5808721"/>
              <a:gd name="connsiteX1655" fmla="*/ 2760348 w 6251734"/>
              <a:gd name="connsiteY1655" fmla="*/ 1591909 h 5808721"/>
              <a:gd name="connsiteX1656" fmla="*/ 2643762 w 6251734"/>
              <a:gd name="connsiteY1656" fmla="*/ 1672490 h 5808721"/>
              <a:gd name="connsiteX1657" fmla="*/ 2797210 w 6251734"/>
              <a:gd name="connsiteY1657" fmla="*/ 1599624 h 5808721"/>
              <a:gd name="connsiteX1658" fmla="*/ 2660050 w 6251734"/>
              <a:gd name="connsiteY1658" fmla="*/ 1421316 h 5808721"/>
              <a:gd name="connsiteX1659" fmla="*/ 5060347 w 6251734"/>
              <a:gd name="connsiteY1659" fmla="*/ 1398171 h 5808721"/>
              <a:gd name="connsiteX1660" fmla="*/ 5164075 w 6251734"/>
              <a:gd name="connsiteY1660" fmla="*/ 1398171 h 5808721"/>
              <a:gd name="connsiteX1661" fmla="*/ 5189792 w 6251734"/>
              <a:gd name="connsiteY1661" fmla="*/ 1417031 h 5808721"/>
              <a:gd name="connsiteX1662" fmla="*/ 5164075 w 6251734"/>
              <a:gd name="connsiteY1662" fmla="*/ 1435890 h 5808721"/>
              <a:gd name="connsiteX1663" fmla="*/ 5060347 w 6251734"/>
              <a:gd name="connsiteY1663" fmla="*/ 1435890 h 5808721"/>
              <a:gd name="connsiteX1664" fmla="*/ 5034629 w 6251734"/>
              <a:gd name="connsiteY1664" fmla="*/ 1417031 h 5808721"/>
              <a:gd name="connsiteX1665" fmla="*/ 5060347 w 6251734"/>
              <a:gd name="connsiteY1665" fmla="*/ 1398171 h 5808721"/>
              <a:gd name="connsiteX1666" fmla="*/ 3397282 w 6251734"/>
              <a:gd name="connsiteY1666" fmla="*/ 1360456 h 5808721"/>
              <a:gd name="connsiteX1667" fmla="*/ 3287554 w 6251734"/>
              <a:gd name="connsiteY1667" fmla="*/ 1471897 h 5808721"/>
              <a:gd name="connsiteX1668" fmla="*/ 3397282 w 6251734"/>
              <a:gd name="connsiteY1668" fmla="*/ 1582484 h 5808721"/>
              <a:gd name="connsiteX1669" fmla="*/ 3507010 w 6251734"/>
              <a:gd name="connsiteY1669" fmla="*/ 1471897 h 5808721"/>
              <a:gd name="connsiteX1670" fmla="*/ 3397282 w 6251734"/>
              <a:gd name="connsiteY1670" fmla="*/ 1360456 h 5808721"/>
              <a:gd name="connsiteX1671" fmla="*/ 5060347 w 6251734"/>
              <a:gd name="connsiteY1671" fmla="*/ 1358738 h 5808721"/>
              <a:gd name="connsiteX1672" fmla="*/ 5164075 w 6251734"/>
              <a:gd name="connsiteY1672" fmla="*/ 1358738 h 5808721"/>
              <a:gd name="connsiteX1673" fmla="*/ 5189792 w 6251734"/>
              <a:gd name="connsiteY1673" fmla="*/ 1377598 h 5808721"/>
              <a:gd name="connsiteX1674" fmla="*/ 5164075 w 6251734"/>
              <a:gd name="connsiteY1674" fmla="*/ 1396458 h 5808721"/>
              <a:gd name="connsiteX1675" fmla="*/ 5060347 w 6251734"/>
              <a:gd name="connsiteY1675" fmla="*/ 1396458 h 5808721"/>
              <a:gd name="connsiteX1676" fmla="*/ 5034629 w 6251734"/>
              <a:gd name="connsiteY1676" fmla="*/ 1377598 h 5808721"/>
              <a:gd name="connsiteX1677" fmla="*/ 5060347 w 6251734"/>
              <a:gd name="connsiteY1677" fmla="*/ 1358738 h 5808721"/>
              <a:gd name="connsiteX1678" fmla="*/ 3329559 w 6251734"/>
              <a:gd name="connsiteY1678" fmla="*/ 1134999 h 5808721"/>
              <a:gd name="connsiteX1679" fmla="*/ 3233547 w 6251734"/>
              <a:gd name="connsiteY1679" fmla="*/ 1232725 h 5808721"/>
              <a:gd name="connsiteX1680" fmla="*/ 3329559 w 6251734"/>
              <a:gd name="connsiteY1680" fmla="*/ 1330451 h 5808721"/>
              <a:gd name="connsiteX1681" fmla="*/ 3425571 w 6251734"/>
              <a:gd name="connsiteY1681" fmla="*/ 1232725 h 5808721"/>
              <a:gd name="connsiteX1682" fmla="*/ 3329559 w 6251734"/>
              <a:gd name="connsiteY1682" fmla="*/ 1134999 h 5808721"/>
              <a:gd name="connsiteX1683" fmla="*/ 2545178 w 6251734"/>
              <a:gd name="connsiteY1683" fmla="*/ 997834 h 5808721"/>
              <a:gd name="connsiteX1684" fmla="*/ 2649763 w 6251734"/>
              <a:gd name="connsiteY1684" fmla="*/ 1038125 h 5808721"/>
              <a:gd name="connsiteX1685" fmla="*/ 2649763 w 6251734"/>
              <a:gd name="connsiteY1685" fmla="*/ 1040697 h 5808721"/>
              <a:gd name="connsiteX1686" fmla="*/ 2654049 w 6251734"/>
              <a:gd name="connsiteY1686" fmla="*/ 1040697 h 5808721"/>
              <a:gd name="connsiteX1687" fmla="*/ 2654049 w 6251734"/>
              <a:gd name="connsiteY1687" fmla="*/ 1116135 h 5808721"/>
              <a:gd name="connsiteX1688" fmla="*/ 2649763 w 6251734"/>
              <a:gd name="connsiteY1688" fmla="*/ 1116135 h 5808721"/>
              <a:gd name="connsiteX1689" fmla="*/ 2632618 w 6251734"/>
              <a:gd name="connsiteY1689" fmla="*/ 1138423 h 5808721"/>
              <a:gd name="connsiteX1690" fmla="*/ 2632618 w 6251734"/>
              <a:gd name="connsiteY1690" fmla="*/ 1309873 h 5808721"/>
              <a:gd name="connsiteX1691" fmla="*/ 2648905 w 6251734"/>
              <a:gd name="connsiteY1691" fmla="*/ 1351879 h 5808721"/>
              <a:gd name="connsiteX1692" fmla="*/ 2810926 w 6251734"/>
              <a:gd name="connsiteY1692" fmla="*/ 1669918 h 5808721"/>
              <a:gd name="connsiteX1693" fmla="*/ 2546035 w 6251734"/>
              <a:gd name="connsiteY1693" fmla="*/ 1728211 h 5808721"/>
              <a:gd name="connsiteX1694" fmla="*/ 2281144 w 6251734"/>
              <a:gd name="connsiteY1694" fmla="*/ 1669918 h 5808721"/>
              <a:gd name="connsiteX1695" fmla="*/ 2447452 w 6251734"/>
              <a:gd name="connsiteY1695" fmla="*/ 1351879 h 5808721"/>
              <a:gd name="connsiteX1696" fmla="*/ 2470597 w 6251734"/>
              <a:gd name="connsiteY1696" fmla="*/ 1309873 h 5808721"/>
              <a:gd name="connsiteX1697" fmla="*/ 2470597 w 6251734"/>
              <a:gd name="connsiteY1697" fmla="*/ 1139281 h 5808721"/>
              <a:gd name="connsiteX1698" fmla="*/ 2440594 w 6251734"/>
              <a:gd name="connsiteY1698" fmla="*/ 1116135 h 5808721"/>
              <a:gd name="connsiteX1699" fmla="*/ 2438022 w 6251734"/>
              <a:gd name="connsiteY1699" fmla="*/ 1116135 h 5808721"/>
              <a:gd name="connsiteX1700" fmla="*/ 2438022 w 6251734"/>
              <a:gd name="connsiteY1700" fmla="*/ 1040697 h 5808721"/>
              <a:gd name="connsiteX1701" fmla="*/ 2440594 w 6251734"/>
              <a:gd name="connsiteY1701" fmla="*/ 1040697 h 5808721"/>
              <a:gd name="connsiteX1702" fmla="*/ 2440594 w 6251734"/>
              <a:gd name="connsiteY1702" fmla="*/ 1038125 h 5808721"/>
              <a:gd name="connsiteX1703" fmla="*/ 2545178 w 6251734"/>
              <a:gd name="connsiteY1703" fmla="*/ 997834 h 5808721"/>
              <a:gd name="connsiteX1704" fmla="*/ 1963962 w 6251734"/>
              <a:gd name="connsiteY1704" fmla="*/ 956688 h 5808721"/>
              <a:gd name="connsiteX1705" fmla="*/ 2026541 w 6251734"/>
              <a:gd name="connsiteY1705" fmla="*/ 956688 h 5808721"/>
              <a:gd name="connsiteX1706" fmla="*/ 2042829 w 6251734"/>
              <a:gd name="connsiteY1706" fmla="*/ 975549 h 5808721"/>
              <a:gd name="connsiteX1707" fmla="*/ 2027398 w 6251734"/>
              <a:gd name="connsiteY1707" fmla="*/ 994408 h 5808721"/>
              <a:gd name="connsiteX1708" fmla="*/ 1963962 w 6251734"/>
              <a:gd name="connsiteY1708" fmla="*/ 994408 h 5808721"/>
              <a:gd name="connsiteX1709" fmla="*/ 1948531 w 6251734"/>
              <a:gd name="connsiteY1709" fmla="*/ 975549 h 5808721"/>
              <a:gd name="connsiteX1710" fmla="*/ 1963962 w 6251734"/>
              <a:gd name="connsiteY1710" fmla="*/ 956688 h 5808721"/>
              <a:gd name="connsiteX1711" fmla="*/ 3402425 w 6251734"/>
              <a:gd name="connsiteY1711" fmla="*/ 943831 h 5808721"/>
              <a:gd name="connsiteX1712" fmla="*/ 3330416 w 6251734"/>
              <a:gd name="connsiteY1712" fmla="*/ 1016699 h 5808721"/>
              <a:gd name="connsiteX1713" fmla="*/ 3402425 w 6251734"/>
              <a:gd name="connsiteY1713" fmla="*/ 1089565 h 5808721"/>
              <a:gd name="connsiteX1714" fmla="*/ 3474434 w 6251734"/>
              <a:gd name="connsiteY1714" fmla="*/ 1016699 h 5808721"/>
              <a:gd name="connsiteX1715" fmla="*/ 3402425 w 6251734"/>
              <a:gd name="connsiteY1715" fmla="*/ 943831 h 5808721"/>
              <a:gd name="connsiteX1716" fmla="*/ 4083082 w 6251734"/>
              <a:gd name="connsiteY1716" fmla="*/ 928402 h 5808721"/>
              <a:gd name="connsiteX1717" fmla="*/ 3939064 w 6251734"/>
              <a:gd name="connsiteY1717" fmla="*/ 1072419 h 5808721"/>
              <a:gd name="connsiteX1718" fmla="*/ 4083082 w 6251734"/>
              <a:gd name="connsiteY1718" fmla="*/ 1216437 h 5808721"/>
              <a:gd name="connsiteX1719" fmla="*/ 4227100 w 6251734"/>
              <a:gd name="connsiteY1719" fmla="*/ 1072419 h 5808721"/>
              <a:gd name="connsiteX1720" fmla="*/ 4083082 w 6251734"/>
              <a:gd name="connsiteY1720" fmla="*/ 928402 h 5808721"/>
              <a:gd name="connsiteX1721" fmla="*/ 1944245 w 6251734"/>
              <a:gd name="connsiteY1721" fmla="*/ 916397 h 5808721"/>
              <a:gd name="connsiteX1722" fmla="*/ 2047973 w 6251734"/>
              <a:gd name="connsiteY1722" fmla="*/ 916397 h 5808721"/>
              <a:gd name="connsiteX1723" fmla="*/ 2073690 w 6251734"/>
              <a:gd name="connsiteY1723" fmla="*/ 935258 h 5808721"/>
              <a:gd name="connsiteX1724" fmla="*/ 2047973 w 6251734"/>
              <a:gd name="connsiteY1724" fmla="*/ 954117 h 5808721"/>
              <a:gd name="connsiteX1725" fmla="*/ 1944245 w 6251734"/>
              <a:gd name="connsiteY1725" fmla="*/ 954117 h 5808721"/>
              <a:gd name="connsiteX1726" fmla="*/ 1918527 w 6251734"/>
              <a:gd name="connsiteY1726" fmla="*/ 935258 h 5808721"/>
              <a:gd name="connsiteX1727" fmla="*/ 1944245 w 6251734"/>
              <a:gd name="connsiteY1727" fmla="*/ 916397 h 5808721"/>
              <a:gd name="connsiteX1728" fmla="*/ 1944245 w 6251734"/>
              <a:gd name="connsiteY1728" fmla="*/ 876106 h 5808721"/>
              <a:gd name="connsiteX1729" fmla="*/ 2047973 w 6251734"/>
              <a:gd name="connsiteY1729" fmla="*/ 876106 h 5808721"/>
              <a:gd name="connsiteX1730" fmla="*/ 2073690 w 6251734"/>
              <a:gd name="connsiteY1730" fmla="*/ 894967 h 5808721"/>
              <a:gd name="connsiteX1731" fmla="*/ 2047973 w 6251734"/>
              <a:gd name="connsiteY1731" fmla="*/ 913826 h 5808721"/>
              <a:gd name="connsiteX1732" fmla="*/ 1944245 w 6251734"/>
              <a:gd name="connsiteY1732" fmla="*/ 913826 h 5808721"/>
              <a:gd name="connsiteX1733" fmla="*/ 1918527 w 6251734"/>
              <a:gd name="connsiteY1733" fmla="*/ 894967 h 5808721"/>
              <a:gd name="connsiteX1734" fmla="*/ 1944245 w 6251734"/>
              <a:gd name="connsiteY1734" fmla="*/ 876106 h 5808721"/>
              <a:gd name="connsiteX1735" fmla="*/ 5177790 w 6251734"/>
              <a:gd name="connsiteY1735" fmla="*/ 825530 h 5808721"/>
              <a:gd name="connsiteX1736" fmla="*/ 5272088 w 6251734"/>
              <a:gd name="connsiteY1736" fmla="*/ 1060415 h 5808721"/>
              <a:gd name="connsiteX1737" fmla="*/ 5177790 w 6251734"/>
              <a:gd name="connsiteY1737" fmla="*/ 825530 h 5808721"/>
              <a:gd name="connsiteX1738" fmla="*/ 5101495 w 6251734"/>
              <a:gd name="connsiteY1738" fmla="*/ 760378 h 5808721"/>
              <a:gd name="connsiteX1739" fmla="*/ 5107496 w 6251734"/>
              <a:gd name="connsiteY1739" fmla="*/ 760378 h 5808721"/>
              <a:gd name="connsiteX1740" fmla="*/ 5108353 w 6251734"/>
              <a:gd name="connsiteY1740" fmla="*/ 760378 h 5808721"/>
              <a:gd name="connsiteX1741" fmla="*/ 5114354 w 6251734"/>
              <a:gd name="connsiteY1741" fmla="*/ 760378 h 5808721"/>
              <a:gd name="connsiteX1742" fmla="*/ 5275516 w 6251734"/>
              <a:gd name="connsiteY1742" fmla="*/ 1171000 h 5808721"/>
              <a:gd name="connsiteX1743" fmla="*/ 5192363 w 6251734"/>
              <a:gd name="connsiteY1743" fmla="*/ 1351880 h 5808721"/>
              <a:gd name="connsiteX1744" fmla="*/ 5120354 w 6251734"/>
              <a:gd name="connsiteY1744" fmla="*/ 1351880 h 5808721"/>
              <a:gd name="connsiteX1745" fmla="*/ 5107496 w 6251734"/>
              <a:gd name="connsiteY1745" fmla="*/ 1351880 h 5808721"/>
              <a:gd name="connsiteX1746" fmla="*/ 5029486 w 6251734"/>
              <a:gd name="connsiteY1746" fmla="*/ 1351880 h 5808721"/>
              <a:gd name="connsiteX1747" fmla="*/ 4943761 w 6251734"/>
              <a:gd name="connsiteY1747" fmla="*/ 1171000 h 5808721"/>
              <a:gd name="connsiteX1748" fmla="*/ 5101495 w 6251734"/>
              <a:gd name="connsiteY1748" fmla="*/ 760378 h 5808721"/>
              <a:gd name="connsiteX1749" fmla="*/ 3975068 w 6251734"/>
              <a:gd name="connsiteY1749" fmla="*/ 748379 h 5808721"/>
              <a:gd name="connsiteX1750" fmla="*/ 4329113 w 6251734"/>
              <a:gd name="connsiteY1750" fmla="*/ 991837 h 5808721"/>
              <a:gd name="connsiteX1751" fmla="*/ 4023074 w 6251734"/>
              <a:gd name="connsiteY1751" fmla="*/ 1384458 h 5808721"/>
              <a:gd name="connsiteX1752" fmla="*/ 3545586 w 6251734"/>
              <a:gd name="connsiteY1752" fmla="*/ 1825939 h 5808721"/>
              <a:gd name="connsiteX1753" fmla="*/ 3975068 w 6251734"/>
              <a:gd name="connsiteY1753" fmla="*/ 748379 h 5808721"/>
              <a:gd name="connsiteX1754" fmla="*/ 912543 w 6251734"/>
              <a:gd name="connsiteY1754" fmla="*/ 703049 h 5808721"/>
              <a:gd name="connsiteX1755" fmla="*/ 921544 w 6251734"/>
              <a:gd name="connsiteY1755" fmla="*/ 710657 h 5808721"/>
              <a:gd name="connsiteX1756" fmla="*/ 942953 w 6251734"/>
              <a:gd name="connsiteY1756" fmla="*/ 752806 h 5808721"/>
              <a:gd name="connsiteX1757" fmla="*/ 953423 w 6251734"/>
              <a:gd name="connsiteY1757" fmla="*/ 749943 h 5808721"/>
              <a:gd name="connsiteX1758" fmla="*/ 1032987 w 6251734"/>
              <a:gd name="connsiteY1758" fmla="*/ 794666 h 5808721"/>
              <a:gd name="connsiteX1759" fmla="*/ 1041260 w 6251734"/>
              <a:gd name="connsiteY1759" fmla="*/ 842585 h 5808721"/>
              <a:gd name="connsiteX1760" fmla="*/ 1028104 w 6251734"/>
              <a:gd name="connsiteY1760" fmla="*/ 872891 h 5808721"/>
              <a:gd name="connsiteX1761" fmla="*/ 1072875 w 6251734"/>
              <a:gd name="connsiteY1761" fmla="*/ 914092 h 5808721"/>
              <a:gd name="connsiteX1762" fmla="*/ 1425608 w 6251734"/>
              <a:gd name="connsiteY1762" fmla="*/ 1247295 h 5808721"/>
              <a:gd name="connsiteX1763" fmla="*/ 1321023 w 6251734"/>
              <a:gd name="connsiteY1763" fmla="*/ 1216434 h 5808721"/>
              <a:gd name="connsiteX1764" fmla="*/ 1018681 w 6251734"/>
              <a:gd name="connsiteY1764" fmla="*/ 943748 h 5808721"/>
              <a:gd name="connsiteX1765" fmla="*/ 1011064 w 6251734"/>
              <a:gd name="connsiteY1765" fmla="*/ 936811 h 5808721"/>
              <a:gd name="connsiteX1766" fmla="*/ 1026129 w 6251734"/>
              <a:gd name="connsiteY1766" fmla="*/ 1357885 h 5808721"/>
              <a:gd name="connsiteX1767" fmla="*/ 993553 w 6251734"/>
              <a:gd name="connsiteY1767" fmla="*/ 1456468 h 5808721"/>
              <a:gd name="connsiteX1768" fmla="*/ 966978 w 6251734"/>
              <a:gd name="connsiteY1768" fmla="*/ 1357028 h 5808721"/>
              <a:gd name="connsiteX1769" fmla="*/ 946039 w 6251734"/>
              <a:gd name="connsiteY1769" fmla="*/ 912474 h 5808721"/>
              <a:gd name="connsiteX1770" fmla="*/ 933546 w 6251734"/>
              <a:gd name="connsiteY1770" fmla="*/ 910931 h 5808721"/>
              <a:gd name="connsiteX1771" fmla="*/ 885540 w 6251734"/>
              <a:gd name="connsiteY1771" fmla="*/ 870104 h 5808721"/>
              <a:gd name="connsiteX1772" fmla="*/ 896028 w 6251734"/>
              <a:gd name="connsiteY1772" fmla="*/ 778968 h 5808721"/>
              <a:gd name="connsiteX1773" fmla="*/ 914412 w 6251734"/>
              <a:gd name="connsiteY1773" fmla="*/ 764338 h 5808721"/>
              <a:gd name="connsiteX1774" fmla="*/ 894112 w 6251734"/>
              <a:gd name="connsiteY1774" fmla="*/ 724373 h 5808721"/>
              <a:gd name="connsiteX1775" fmla="*/ 900970 w 6251734"/>
              <a:gd name="connsiteY1775" fmla="*/ 703799 h 5808721"/>
              <a:gd name="connsiteX1776" fmla="*/ 912543 w 6251734"/>
              <a:gd name="connsiteY1776" fmla="*/ 703049 h 5808721"/>
              <a:gd name="connsiteX1777" fmla="*/ 2061687 w 6251734"/>
              <a:gd name="connsiteY1777" fmla="*/ 342898 h 5808721"/>
              <a:gd name="connsiteX1778" fmla="*/ 2155984 w 6251734"/>
              <a:gd name="connsiteY1778" fmla="*/ 577785 h 5808721"/>
              <a:gd name="connsiteX1779" fmla="*/ 2061687 w 6251734"/>
              <a:gd name="connsiteY1779" fmla="*/ 342898 h 5808721"/>
              <a:gd name="connsiteX1780" fmla="*/ 1985392 w 6251734"/>
              <a:gd name="connsiteY1780" fmla="*/ 278605 h 5808721"/>
              <a:gd name="connsiteX1781" fmla="*/ 1991393 w 6251734"/>
              <a:gd name="connsiteY1781" fmla="*/ 278605 h 5808721"/>
              <a:gd name="connsiteX1782" fmla="*/ 1992250 w 6251734"/>
              <a:gd name="connsiteY1782" fmla="*/ 278605 h 5808721"/>
              <a:gd name="connsiteX1783" fmla="*/ 1998250 w 6251734"/>
              <a:gd name="connsiteY1783" fmla="*/ 278605 h 5808721"/>
              <a:gd name="connsiteX1784" fmla="*/ 2159413 w 6251734"/>
              <a:gd name="connsiteY1784" fmla="*/ 689228 h 5808721"/>
              <a:gd name="connsiteX1785" fmla="*/ 2076260 w 6251734"/>
              <a:gd name="connsiteY1785" fmla="*/ 870108 h 5808721"/>
              <a:gd name="connsiteX1786" fmla="*/ 2004251 w 6251734"/>
              <a:gd name="connsiteY1786" fmla="*/ 870108 h 5808721"/>
              <a:gd name="connsiteX1787" fmla="*/ 1991393 w 6251734"/>
              <a:gd name="connsiteY1787" fmla="*/ 870108 h 5808721"/>
              <a:gd name="connsiteX1788" fmla="*/ 1913383 w 6251734"/>
              <a:gd name="connsiteY1788" fmla="*/ 870108 h 5808721"/>
              <a:gd name="connsiteX1789" fmla="*/ 1827658 w 6251734"/>
              <a:gd name="connsiteY1789" fmla="*/ 689228 h 5808721"/>
              <a:gd name="connsiteX1790" fmla="*/ 1985392 w 6251734"/>
              <a:gd name="connsiteY1790" fmla="*/ 278605 h 5808721"/>
              <a:gd name="connsiteX1791" fmla="*/ 2776633 w 6251734"/>
              <a:gd name="connsiteY1791" fmla="*/ 269173 h 5808721"/>
              <a:gd name="connsiteX1792" fmla="*/ 2994375 w 6251734"/>
              <a:gd name="connsiteY1792" fmla="*/ 372043 h 5808721"/>
              <a:gd name="connsiteX1793" fmla="*/ 3212117 w 6251734"/>
              <a:gd name="connsiteY1793" fmla="*/ 269173 h 5808721"/>
              <a:gd name="connsiteX1794" fmla="*/ 3212117 w 6251734"/>
              <a:gd name="connsiteY1794" fmla="*/ 519491 h 5808721"/>
              <a:gd name="connsiteX1795" fmla="*/ 3000376 w 6251734"/>
              <a:gd name="connsiteY1795" fmla="*/ 593215 h 5808721"/>
              <a:gd name="connsiteX1796" fmla="*/ 2994375 w 6251734"/>
              <a:gd name="connsiteY1796" fmla="*/ 593215 h 5808721"/>
              <a:gd name="connsiteX1797" fmla="*/ 2988374 w 6251734"/>
              <a:gd name="connsiteY1797" fmla="*/ 593215 h 5808721"/>
              <a:gd name="connsiteX1798" fmla="*/ 2776633 w 6251734"/>
              <a:gd name="connsiteY1798" fmla="*/ 519491 h 5808721"/>
              <a:gd name="connsiteX1799" fmla="*/ 4064357 w 6251734"/>
              <a:gd name="connsiteY1799" fmla="*/ 122787 h 5808721"/>
              <a:gd name="connsiteX1800" fmla="*/ 4135375 w 6251734"/>
              <a:gd name="connsiteY1800" fmla="*/ 158590 h 5808721"/>
              <a:gd name="connsiteX1801" fmla="*/ 4367690 w 6251734"/>
              <a:gd name="connsiteY1801" fmla="*/ 158590 h 5808721"/>
              <a:gd name="connsiteX1802" fmla="*/ 4367690 w 6251734"/>
              <a:gd name="connsiteY1802" fmla="*/ 498920 h 5808721"/>
              <a:gd name="connsiteX1803" fmla="*/ 4130231 w 6251734"/>
              <a:gd name="connsiteY1803" fmla="*/ 500634 h 5808721"/>
              <a:gd name="connsiteX1804" fmla="*/ 3903059 w 6251734"/>
              <a:gd name="connsiteY1804" fmla="*/ 497205 h 5808721"/>
              <a:gd name="connsiteX1805" fmla="*/ 3903059 w 6251734"/>
              <a:gd name="connsiteY1805" fmla="*/ 158590 h 5808721"/>
              <a:gd name="connsiteX1806" fmla="*/ 4064357 w 6251734"/>
              <a:gd name="connsiteY1806" fmla="*/ 122787 h 5808721"/>
              <a:gd name="connsiteX1807" fmla="*/ 3009805 w 6251734"/>
              <a:gd name="connsiteY1807" fmla="*/ 0 h 5808721"/>
              <a:gd name="connsiteX1808" fmla="*/ 3364979 w 6251734"/>
              <a:gd name="connsiteY1808" fmla="*/ 158588 h 5808721"/>
              <a:gd name="connsiteX1809" fmla="*/ 3370707 w 6251734"/>
              <a:gd name="connsiteY1809" fmla="*/ 158588 h 5808721"/>
              <a:gd name="connsiteX1810" fmla="*/ 3370707 w 6251734"/>
              <a:gd name="connsiteY1810" fmla="*/ 161146 h 5808721"/>
              <a:gd name="connsiteX1811" fmla="*/ 3378423 w 6251734"/>
              <a:gd name="connsiteY1811" fmla="*/ 164591 h 5808721"/>
              <a:gd name="connsiteX1812" fmla="*/ 3370707 w 6251734"/>
              <a:gd name="connsiteY1812" fmla="*/ 168108 h 5808721"/>
              <a:gd name="connsiteX1813" fmla="*/ 3370707 w 6251734"/>
              <a:gd name="connsiteY1813" fmla="*/ 381755 h 5808721"/>
              <a:gd name="connsiteX1814" fmla="*/ 3385709 w 6251734"/>
              <a:gd name="connsiteY1814" fmla="*/ 387903 h 5808721"/>
              <a:gd name="connsiteX1815" fmla="*/ 3396425 w 6251734"/>
              <a:gd name="connsiteY1815" fmla="*/ 414049 h 5808721"/>
              <a:gd name="connsiteX1816" fmla="*/ 3385388 w 6251734"/>
              <a:gd name="connsiteY1816" fmla="*/ 440517 h 5808721"/>
              <a:gd name="connsiteX1817" fmla="*/ 3384653 w 6251734"/>
              <a:gd name="connsiteY1817" fmla="*/ 440813 h 5808721"/>
              <a:gd name="connsiteX1818" fmla="*/ 3392352 w 6251734"/>
              <a:gd name="connsiteY1818" fmla="*/ 468698 h 5808721"/>
              <a:gd name="connsiteX1819" fmla="*/ 3396424 w 6251734"/>
              <a:gd name="connsiteY1819" fmla="*/ 582069 h 5808721"/>
              <a:gd name="connsiteX1820" fmla="*/ 3366421 w 6251734"/>
              <a:gd name="connsiteY1820" fmla="*/ 582069 h 5808721"/>
              <a:gd name="connsiteX1821" fmla="*/ 3324416 w 6251734"/>
              <a:gd name="connsiteY1821" fmla="*/ 582069 h 5808721"/>
              <a:gd name="connsiteX1822" fmla="*/ 3329238 w 6251734"/>
              <a:gd name="connsiteY1822" fmla="*/ 468698 h 5808721"/>
              <a:gd name="connsiteX1823" fmla="*/ 3336806 w 6251734"/>
              <a:gd name="connsiteY1823" fmla="*/ 441584 h 5808721"/>
              <a:gd name="connsiteX1824" fmla="*/ 3333417 w 6251734"/>
              <a:gd name="connsiteY1824" fmla="*/ 440196 h 5808721"/>
              <a:gd name="connsiteX1825" fmla="*/ 3322701 w 6251734"/>
              <a:gd name="connsiteY1825" fmla="*/ 414049 h 5808721"/>
              <a:gd name="connsiteX1826" fmla="*/ 3333417 w 6251734"/>
              <a:gd name="connsiteY1826" fmla="*/ 387903 h 5808721"/>
              <a:gd name="connsiteX1827" fmla="*/ 3347562 w 6251734"/>
              <a:gd name="connsiteY1827" fmla="*/ 382106 h 5808721"/>
              <a:gd name="connsiteX1828" fmla="*/ 3347562 w 6251734"/>
              <a:gd name="connsiteY1828" fmla="*/ 178657 h 5808721"/>
              <a:gd name="connsiteX1829" fmla="*/ 3000375 w 6251734"/>
              <a:gd name="connsiteY1829" fmla="*/ 336899 h 5808721"/>
              <a:gd name="connsiteX1830" fmla="*/ 2628328 w 6251734"/>
              <a:gd name="connsiteY1830" fmla="*/ 168878 h 580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</a:cxnLst>
            <a:rect l="l" t="t" r="r" b="b"/>
            <a:pathLst>
              <a:path w="6251734" h="5808721">
                <a:moveTo>
                  <a:pt x="3807697" y="5598000"/>
                </a:moveTo>
                <a:lnTo>
                  <a:pt x="3792649" y="5610966"/>
                </a:lnTo>
                <a:lnTo>
                  <a:pt x="3724407" y="5654281"/>
                </a:lnTo>
                <a:lnTo>
                  <a:pt x="3737518" y="5683584"/>
                </a:lnTo>
                <a:cubicBezTo>
                  <a:pt x="3757635" y="5720397"/>
                  <a:pt x="3781865" y="5741855"/>
                  <a:pt x="3807904" y="5741855"/>
                </a:cubicBezTo>
                <a:cubicBezTo>
                  <a:pt x="3833943" y="5741855"/>
                  <a:pt x="3858174" y="5720397"/>
                  <a:pt x="3878291" y="5683584"/>
                </a:cubicBezTo>
                <a:lnTo>
                  <a:pt x="3891370" y="5654352"/>
                </a:lnTo>
                <a:lnTo>
                  <a:pt x="3821929" y="5610228"/>
                </a:lnTo>
                <a:close/>
                <a:moveTo>
                  <a:pt x="3827101" y="5549255"/>
                </a:moveTo>
                <a:lnTo>
                  <a:pt x="3807904" y="5550689"/>
                </a:lnTo>
                <a:lnTo>
                  <a:pt x="3788212" y="5549599"/>
                </a:lnTo>
                <a:lnTo>
                  <a:pt x="3807470" y="5566172"/>
                </a:lnTo>
                <a:close/>
                <a:moveTo>
                  <a:pt x="3694058" y="5544387"/>
                </a:moveTo>
                <a:lnTo>
                  <a:pt x="3703452" y="5591293"/>
                </a:lnTo>
                <a:lnTo>
                  <a:pt x="3714172" y="5626491"/>
                </a:lnTo>
                <a:lnTo>
                  <a:pt x="3722717" y="5622628"/>
                </a:lnTo>
                <a:lnTo>
                  <a:pt x="3788068" y="5581136"/>
                </a:lnTo>
                <a:lnTo>
                  <a:pt x="3748826" y="5547419"/>
                </a:lnTo>
                <a:close/>
                <a:moveTo>
                  <a:pt x="3922198" y="5542152"/>
                </a:moveTo>
                <a:lnTo>
                  <a:pt x="3867799" y="5546215"/>
                </a:lnTo>
                <a:lnTo>
                  <a:pt x="3827145" y="5581244"/>
                </a:lnTo>
                <a:lnTo>
                  <a:pt x="3901775" y="5626039"/>
                </a:lnTo>
                <a:lnTo>
                  <a:pt x="3912357" y="5591293"/>
                </a:lnTo>
                <a:close/>
                <a:moveTo>
                  <a:pt x="3568695" y="5521810"/>
                </a:moveTo>
                <a:lnTo>
                  <a:pt x="3557706" y="5550648"/>
                </a:lnTo>
                <a:cubicBezTo>
                  <a:pt x="3545907" y="5590927"/>
                  <a:pt x="3547836" y="5623235"/>
                  <a:pt x="3566160" y="5641559"/>
                </a:cubicBezTo>
                <a:cubicBezTo>
                  <a:pt x="3586774" y="5662535"/>
                  <a:pt x="3625087" y="5662456"/>
                  <a:pt x="3672538" y="5645312"/>
                </a:cubicBezTo>
                <a:lnTo>
                  <a:pt x="3686711" y="5638905"/>
                </a:lnTo>
                <a:lnTo>
                  <a:pt x="3683653" y="5628857"/>
                </a:lnTo>
                <a:cubicBezTo>
                  <a:pt x="3678238" y="5607150"/>
                  <a:pt x="3673570" y="5583954"/>
                  <a:pt x="3669753" y="5559542"/>
                </a:cubicBezTo>
                <a:lnTo>
                  <a:pt x="3668350" y="5540767"/>
                </a:lnTo>
                <a:lnTo>
                  <a:pt x="3579717" y="5525147"/>
                </a:lnTo>
                <a:close/>
                <a:moveTo>
                  <a:pt x="4046585" y="5520939"/>
                </a:moveTo>
                <a:lnTo>
                  <a:pt x="3966777" y="5538822"/>
                </a:lnTo>
                <a:lnTo>
                  <a:pt x="3947602" y="5540254"/>
                </a:lnTo>
                <a:lnTo>
                  <a:pt x="3946176" y="5559542"/>
                </a:lnTo>
                <a:cubicBezTo>
                  <a:pt x="3942392" y="5583954"/>
                  <a:pt x="3937761" y="5607150"/>
                  <a:pt x="3932381" y="5628857"/>
                </a:cubicBezTo>
                <a:lnTo>
                  <a:pt x="3929132" y="5639587"/>
                </a:lnTo>
                <a:lnTo>
                  <a:pt x="3958740" y="5650869"/>
                </a:lnTo>
                <a:cubicBezTo>
                  <a:pt x="3999019" y="5662668"/>
                  <a:pt x="4031327" y="5660739"/>
                  <a:pt x="4049650" y="5642415"/>
                </a:cubicBezTo>
                <a:cubicBezTo>
                  <a:pt x="4067974" y="5623770"/>
                  <a:pt x="4069903" y="5591382"/>
                  <a:pt x="4058104" y="5551128"/>
                </a:cubicBezTo>
                <a:close/>
                <a:moveTo>
                  <a:pt x="3688846" y="5493292"/>
                </a:moveTo>
                <a:lnTo>
                  <a:pt x="3690677" y="5517905"/>
                </a:lnTo>
                <a:lnTo>
                  <a:pt x="3706306" y="5520689"/>
                </a:lnTo>
                <a:lnTo>
                  <a:pt x="3718556" y="5521412"/>
                </a:lnTo>
                <a:lnTo>
                  <a:pt x="3700748" y="5506112"/>
                </a:lnTo>
                <a:close/>
                <a:moveTo>
                  <a:pt x="3927084" y="5491676"/>
                </a:moveTo>
                <a:lnTo>
                  <a:pt x="3913348" y="5506970"/>
                </a:lnTo>
                <a:lnTo>
                  <a:pt x="3898270" y="5519961"/>
                </a:lnTo>
                <a:lnTo>
                  <a:pt x="3925127" y="5517962"/>
                </a:lnTo>
                <a:close/>
                <a:moveTo>
                  <a:pt x="2666906" y="5428104"/>
                </a:moveTo>
                <a:lnTo>
                  <a:pt x="2906936" y="5566121"/>
                </a:lnTo>
                <a:lnTo>
                  <a:pt x="2986661" y="5428961"/>
                </a:lnTo>
                <a:close/>
                <a:moveTo>
                  <a:pt x="2421698" y="5427947"/>
                </a:moveTo>
                <a:lnTo>
                  <a:pt x="2911499" y="5711122"/>
                </a:lnTo>
                <a:lnTo>
                  <a:pt x="2873313" y="5777171"/>
                </a:lnTo>
                <a:lnTo>
                  <a:pt x="2383512" y="5493996"/>
                </a:lnTo>
                <a:close/>
                <a:moveTo>
                  <a:pt x="3626020" y="5422235"/>
                </a:moveTo>
                <a:lnTo>
                  <a:pt x="3598818" y="5461243"/>
                </a:lnTo>
                <a:lnTo>
                  <a:pt x="3581388" y="5494011"/>
                </a:lnTo>
                <a:lnTo>
                  <a:pt x="3616801" y="5504746"/>
                </a:lnTo>
                <a:lnTo>
                  <a:pt x="3666318" y="5513566"/>
                </a:lnTo>
                <a:lnTo>
                  <a:pt x="3662700" y="5465131"/>
                </a:lnTo>
                <a:lnTo>
                  <a:pt x="3644732" y="5445778"/>
                </a:lnTo>
                <a:close/>
                <a:moveTo>
                  <a:pt x="3990100" y="5421513"/>
                </a:moveTo>
                <a:lnTo>
                  <a:pt x="3953357" y="5462423"/>
                </a:lnTo>
                <a:lnTo>
                  <a:pt x="3949475" y="5514925"/>
                </a:lnTo>
                <a:lnTo>
                  <a:pt x="4025703" y="5497859"/>
                </a:lnTo>
                <a:lnTo>
                  <a:pt x="4034309" y="5494362"/>
                </a:lnTo>
                <a:lnTo>
                  <a:pt x="4016993" y="5461874"/>
                </a:lnTo>
                <a:close/>
                <a:moveTo>
                  <a:pt x="3956426" y="5380419"/>
                </a:moveTo>
                <a:lnTo>
                  <a:pt x="3957923" y="5400670"/>
                </a:lnTo>
                <a:lnTo>
                  <a:pt x="3956295" y="5422687"/>
                </a:lnTo>
                <a:lnTo>
                  <a:pt x="3964989" y="5412959"/>
                </a:lnTo>
                <a:lnTo>
                  <a:pt x="3973699" y="5400468"/>
                </a:lnTo>
                <a:close/>
                <a:moveTo>
                  <a:pt x="3659650" y="5376790"/>
                </a:moveTo>
                <a:lnTo>
                  <a:pt x="3650822" y="5386669"/>
                </a:lnTo>
                <a:lnTo>
                  <a:pt x="3641492" y="5400048"/>
                </a:lnTo>
                <a:lnTo>
                  <a:pt x="3659392" y="5420848"/>
                </a:lnTo>
                <a:lnTo>
                  <a:pt x="3657885" y="5400670"/>
                </a:lnTo>
                <a:close/>
                <a:moveTo>
                  <a:pt x="2450878" y="5356093"/>
                </a:moveTo>
                <a:lnTo>
                  <a:pt x="3103247" y="5381811"/>
                </a:lnTo>
                <a:lnTo>
                  <a:pt x="2950656" y="5644988"/>
                </a:lnTo>
                <a:close/>
                <a:moveTo>
                  <a:pt x="3808763" y="5338091"/>
                </a:moveTo>
                <a:cubicBezTo>
                  <a:pt x="3843053" y="5338091"/>
                  <a:pt x="3871342" y="5365523"/>
                  <a:pt x="3871342" y="5400671"/>
                </a:cubicBezTo>
                <a:cubicBezTo>
                  <a:pt x="3871342" y="5434961"/>
                  <a:pt x="3843053" y="5463250"/>
                  <a:pt x="3808763" y="5463250"/>
                </a:cubicBezTo>
                <a:cubicBezTo>
                  <a:pt x="3774473" y="5463250"/>
                  <a:pt x="3746183" y="5435818"/>
                  <a:pt x="3746183" y="5400671"/>
                </a:cubicBezTo>
                <a:cubicBezTo>
                  <a:pt x="3746183" y="5366381"/>
                  <a:pt x="3773615" y="5338091"/>
                  <a:pt x="3808763" y="5338091"/>
                </a:cubicBezTo>
                <a:close/>
                <a:moveTo>
                  <a:pt x="3553198" y="5318476"/>
                </a:moveTo>
                <a:lnTo>
                  <a:pt x="3524133" y="5330284"/>
                </a:lnTo>
                <a:cubicBezTo>
                  <a:pt x="3487320" y="5350400"/>
                  <a:pt x="3465862" y="5374631"/>
                  <a:pt x="3465862" y="5400670"/>
                </a:cubicBezTo>
                <a:cubicBezTo>
                  <a:pt x="3465862" y="5426709"/>
                  <a:pt x="3487440" y="5450819"/>
                  <a:pt x="3524359" y="5470831"/>
                </a:cubicBezTo>
                <a:lnTo>
                  <a:pt x="3552494" y="5483326"/>
                </a:lnTo>
                <a:lnTo>
                  <a:pt x="3557534" y="5473887"/>
                </a:lnTo>
                <a:lnTo>
                  <a:pt x="3608797" y="5400567"/>
                </a:lnTo>
                <a:lnTo>
                  <a:pt x="3596753" y="5385414"/>
                </a:lnTo>
                <a:cubicBezTo>
                  <a:pt x="3582180" y="5365463"/>
                  <a:pt x="3569066" y="5345769"/>
                  <a:pt x="3557534" y="5326597"/>
                </a:cubicBezTo>
                <a:close/>
                <a:moveTo>
                  <a:pt x="4062445" y="5317336"/>
                </a:moveTo>
                <a:lnTo>
                  <a:pt x="4057165" y="5327229"/>
                </a:lnTo>
                <a:lnTo>
                  <a:pt x="4006091" y="5400156"/>
                </a:lnTo>
                <a:lnTo>
                  <a:pt x="4017343" y="5414333"/>
                </a:lnTo>
                <a:cubicBezTo>
                  <a:pt x="4031916" y="5434318"/>
                  <a:pt x="4045029" y="5454048"/>
                  <a:pt x="4056562" y="5473256"/>
                </a:cubicBezTo>
                <a:lnTo>
                  <a:pt x="4061849" y="5483174"/>
                </a:lnTo>
                <a:lnTo>
                  <a:pt x="4091676" y="5471057"/>
                </a:lnTo>
                <a:cubicBezTo>
                  <a:pt x="4128489" y="5450940"/>
                  <a:pt x="4149947" y="5426709"/>
                  <a:pt x="4149947" y="5400670"/>
                </a:cubicBezTo>
                <a:cubicBezTo>
                  <a:pt x="4149947" y="5374631"/>
                  <a:pt x="4128368" y="5350401"/>
                  <a:pt x="4091450" y="5330284"/>
                </a:cubicBezTo>
                <a:close/>
                <a:moveTo>
                  <a:pt x="3949551" y="5287441"/>
                </a:moveTo>
                <a:lnTo>
                  <a:pt x="3953173" y="5336435"/>
                </a:lnTo>
                <a:lnTo>
                  <a:pt x="3969364" y="5353884"/>
                </a:lnTo>
                <a:lnTo>
                  <a:pt x="3988964" y="5378578"/>
                </a:lnTo>
                <a:lnTo>
                  <a:pt x="4016993" y="5338385"/>
                </a:lnTo>
                <a:lnTo>
                  <a:pt x="4033793" y="5306800"/>
                </a:lnTo>
                <a:lnTo>
                  <a:pt x="3999007" y="5296218"/>
                </a:lnTo>
                <a:close/>
                <a:moveTo>
                  <a:pt x="3666333" y="5286416"/>
                </a:moveTo>
                <a:lnTo>
                  <a:pt x="3590106" y="5303482"/>
                </a:lnTo>
                <a:lnTo>
                  <a:pt x="3581629" y="5306926"/>
                </a:lnTo>
                <a:lnTo>
                  <a:pt x="3598818" y="5339241"/>
                </a:lnTo>
                <a:lnTo>
                  <a:pt x="3625164" y="5378866"/>
                </a:lnTo>
                <a:lnTo>
                  <a:pt x="3662590" y="5337028"/>
                </a:lnTo>
                <a:close/>
                <a:moveTo>
                  <a:pt x="1925384" y="5284084"/>
                </a:moveTo>
                <a:cubicBezTo>
                  <a:pt x="1892808" y="5284084"/>
                  <a:pt x="1867091" y="5310659"/>
                  <a:pt x="1867091" y="5343235"/>
                </a:cubicBezTo>
                <a:cubicBezTo>
                  <a:pt x="1867091" y="5375810"/>
                  <a:pt x="1892808" y="5402385"/>
                  <a:pt x="1925384" y="5402385"/>
                </a:cubicBezTo>
                <a:cubicBezTo>
                  <a:pt x="1957959" y="5402385"/>
                  <a:pt x="1983677" y="5375810"/>
                  <a:pt x="1983677" y="5343235"/>
                </a:cubicBezTo>
                <a:cubicBezTo>
                  <a:pt x="1983677" y="5310659"/>
                  <a:pt x="1957959" y="5284084"/>
                  <a:pt x="1925384" y="5284084"/>
                </a:cubicBezTo>
                <a:close/>
                <a:moveTo>
                  <a:pt x="3715682" y="5281518"/>
                </a:moveTo>
                <a:lnTo>
                  <a:pt x="3690553" y="5283388"/>
                </a:lnTo>
                <a:lnTo>
                  <a:pt x="3688737" y="5307799"/>
                </a:lnTo>
                <a:lnTo>
                  <a:pt x="3700748" y="5294372"/>
                </a:lnTo>
                <a:close/>
                <a:moveTo>
                  <a:pt x="3897255" y="5279649"/>
                </a:moveTo>
                <a:lnTo>
                  <a:pt x="3913348" y="5293515"/>
                </a:lnTo>
                <a:lnTo>
                  <a:pt x="3927113" y="5308350"/>
                </a:lnTo>
                <a:lnTo>
                  <a:pt x="3925236" y="5283126"/>
                </a:lnTo>
                <a:lnTo>
                  <a:pt x="3909502" y="5280333"/>
                </a:lnTo>
                <a:close/>
                <a:moveTo>
                  <a:pt x="3807904" y="5274654"/>
                </a:moveTo>
                <a:lnTo>
                  <a:pt x="3756063" y="5278512"/>
                </a:lnTo>
                <a:lnTo>
                  <a:pt x="3718751" y="5310660"/>
                </a:lnTo>
                <a:lnTo>
                  <a:pt x="3685778" y="5347555"/>
                </a:lnTo>
                <a:lnTo>
                  <a:pt x="3681889" y="5399812"/>
                </a:lnTo>
                <a:lnTo>
                  <a:pt x="3685732" y="5451455"/>
                </a:lnTo>
                <a:lnTo>
                  <a:pt x="3718751" y="5489824"/>
                </a:lnTo>
                <a:lnTo>
                  <a:pt x="3758175" y="5523751"/>
                </a:lnTo>
                <a:lnTo>
                  <a:pt x="3807904" y="5526686"/>
                </a:lnTo>
                <a:lnTo>
                  <a:pt x="3857581" y="5522989"/>
                </a:lnTo>
                <a:lnTo>
                  <a:pt x="3897060" y="5488968"/>
                </a:lnTo>
                <a:lnTo>
                  <a:pt x="3930031" y="5452075"/>
                </a:lnTo>
                <a:lnTo>
                  <a:pt x="3933920" y="5399812"/>
                </a:lnTo>
                <a:lnTo>
                  <a:pt x="3930213" y="5349995"/>
                </a:lnTo>
                <a:lnTo>
                  <a:pt x="3897060" y="5311517"/>
                </a:lnTo>
                <a:lnTo>
                  <a:pt x="3857442" y="5277423"/>
                </a:lnTo>
                <a:close/>
                <a:moveTo>
                  <a:pt x="3807355" y="5234320"/>
                </a:moveTo>
                <a:lnTo>
                  <a:pt x="3786569" y="5252229"/>
                </a:lnTo>
                <a:lnTo>
                  <a:pt x="3807904" y="5250651"/>
                </a:lnTo>
                <a:lnTo>
                  <a:pt x="3827599" y="5251741"/>
                </a:lnTo>
                <a:close/>
                <a:moveTo>
                  <a:pt x="1827657" y="5200074"/>
                </a:moveTo>
                <a:cubicBezTo>
                  <a:pt x="1797654" y="5200074"/>
                  <a:pt x="1773650" y="5224934"/>
                  <a:pt x="1773650" y="5254938"/>
                </a:cubicBezTo>
                <a:cubicBezTo>
                  <a:pt x="1773650" y="5284942"/>
                  <a:pt x="1797654" y="5309802"/>
                  <a:pt x="1827657" y="5309802"/>
                </a:cubicBezTo>
                <a:cubicBezTo>
                  <a:pt x="1857661" y="5309802"/>
                  <a:pt x="1881664" y="5284942"/>
                  <a:pt x="1881664" y="5254938"/>
                </a:cubicBezTo>
                <a:cubicBezTo>
                  <a:pt x="1881664" y="5224934"/>
                  <a:pt x="1857661" y="5200074"/>
                  <a:pt x="1827657" y="5200074"/>
                </a:cubicBezTo>
                <a:close/>
                <a:moveTo>
                  <a:pt x="3713592" y="5175036"/>
                </a:moveTo>
                <a:lnTo>
                  <a:pt x="3703452" y="5208333"/>
                </a:lnTo>
                <a:lnTo>
                  <a:pt x="3693280" y="5259127"/>
                </a:lnTo>
                <a:lnTo>
                  <a:pt x="3746245" y="5255210"/>
                </a:lnTo>
                <a:lnTo>
                  <a:pt x="3787708" y="5219522"/>
                </a:lnTo>
                <a:close/>
                <a:moveTo>
                  <a:pt x="3901951" y="5174164"/>
                </a:moveTo>
                <a:lnTo>
                  <a:pt x="3827088" y="5219192"/>
                </a:lnTo>
                <a:lnTo>
                  <a:pt x="3867424" y="5253946"/>
                </a:lnTo>
                <a:lnTo>
                  <a:pt x="3922098" y="5256973"/>
                </a:lnTo>
                <a:lnTo>
                  <a:pt x="3912357" y="5208333"/>
                </a:lnTo>
                <a:close/>
                <a:moveTo>
                  <a:pt x="4932831" y="5171785"/>
                </a:moveTo>
                <a:cubicBezTo>
                  <a:pt x="4907114" y="5167928"/>
                  <a:pt x="4879896" y="5173928"/>
                  <a:pt x="4857179" y="5190645"/>
                </a:cubicBezTo>
                <a:cubicBezTo>
                  <a:pt x="4811745" y="5224077"/>
                  <a:pt x="4802315" y="5287514"/>
                  <a:pt x="4836605" y="5332091"/>
                </a:cubicBezTo>
                <a:cubicBezTo>
                  <a:pt x="4869181" y="5377525"/>
                  <a:pt x="4932617" y="5386955"/>
                  <a:pt x="4978051" y="5353523"/>
                </a:cubicBezTo>
                <a:cubicBezTo>
                  <a:pt x="5023486" y="5320947"/>
                  <a:pt x="5032916" y="5256653"/>
                  <a:pt x="4999483" y="5212076"/>
                </a:cubicBezTo>
                <a:cubicBezTo>
                  <a:pt x="4982766" y="5189359"/>
                  <a:pt x="4958549" y="5175643"/>
                  <a:pt x="4932831" y="5171785"/>
                </a:cubicBezTo>
                <a:close/>
                <a:moveTo>
                  <a:pt x="3619671" y="5143348"/>
                </a:moveTo>
                <a:cubicBezTo>
                  <a:pt x="3596806" y="5141780"/>
                  <a:pt x="3578376" y="5146710"/>
                  <a:pt x="3566160" y="5158925"/>
                </a:cubicBezTo>
                <a:cubicBezTo>
                  <a:pt x="3547836" y="5177249"/>
                  <a:pt x="3545907" y="5209557"/>
                  <a:pt x="3557706" y="5249836"/>
                </a:cubicBezTo>
                <a:lnTo>
                  <a:pt x="3569257" y="5280149"/>
                </a:lnTo>
                <a:lnTo>
                  <a:pt x="3649032" y="5262398"/>
                </a:lnTo>
                <a:lnTo>
                  <a:pt x="3668214" y="5260980"/>
                </a:lnTo>
                <a:lnTo>
                  <a:pt x="3669632" y="5241797"/>
                </a:lnTo>
                <a:cubicBezTo>
                  <a:pt x="3673416" y="5217386"/>
                  <a:pt x="3678047" y="5194190"/>
                  <a:pt x="3683427" y="5172482"/>
                </a:cubicBezTo>
                <a:lnTo>
                  <a:pt x="3686676" y="5161753"/>
                </a:lnTo>
                <a:lnTo>
                  <a:pt x="3657070" y="5150472"/>
                </a:lnTo>
                <a:cubicBezTo>
                  <a:pt x="3643644" y="5146539"/>
                  <a:pt x="3631103" y="5144131"/>
                  <a:pt x="3619671" y="5143348"/>
                </a:cubicBezTo>
                <a:close/>
                <a:moveTo>
                  <a:pt x="3995778" y="5142491"/>
                </a:moveTo>
                <a:cubicBezTo>
                  <a:pt x="3984325" y="5143275"/>
                  <a:pt x="3971781" y="5145682"/>
                  <a:pt x="3958364" y="5149615"/>
                </a:cubicBezTo>
                <a:lnTo>
                  <a:pt x="3928865" y="5160870"/>
                </a:lnTo>
                <a:lnTo>
                  <a:pt x="3932381" y="5172482"/>
                </a:lnTo>
                <a:cubicBezTo>
                  <a:pt x="3937761" y="5194190"/>
                  <a:pt x="3942392" y="5217386"/>
                  <a:pt x="3946176" y="5241797"/>
                </a:cubicBezTo>
                <a:lnTo>
                  <a:pt x="3947566" y="5260592"/>
                </a:lnTo>
                <a:lnTo>
                  <a:pt x="4036092" y="5276193"/>
                </a:lnTo>
                <a:lnTo>
                  <a:pt x="4046530" y="5279354"/>
                </a:lnTo>
                <a:lnTo>
                  <a:pt x="4058104" y="5248980"/>
                </a:lnTo>
                <a:cubicBezTo>
                  <a:pt x="4069903" y="5208700"/>
                  <a:pt x="4067974" y="5176393"/>
                  <a:pt x="4049650" y="5158069"/>
                </a:cubicBezTo>
                <a:cubicBezTo>
                  <a:pt x="4037220" y="5145853"/>
                  <a:pt x="4018682" y="5140924"/>
                  <a:pt x="3995778" y="5142491"/>
                </a:cubicBezTo>
                <a:close/>
                <a:moveTo>
                  <a:pt x="1795082" y="5089489"/>
                </a:moveTo>
                <a:cubicBezTo>
                  <a:pt x="1769364" y="5089489"/>
                  <a:pt x="1747933" y="5110920"/>
                  <a:pt x="1747933" y="5137495"/>
                </a:cubicBezTo>
                <a:cubicBezTo>
                  <a:pt x="1747933" y="5164069"/>
                  <a:pt x="1768507" y="5185501"/>
                  <a:pt x="1795082" y="5185501"/>
                </a:cubicBezTo>
                <a:cubicBezTo>
                  <a:pt x="1801511" y="5185501"/>
                  <a:pt x="1807672" y="5184161"/>
                  <a:pt x="1813298" y="5181737"/>
                </a:cubicBezTo>
                <a:lnTo>
                  <a:pt x="1824372" y="5174153"/>
                </a:lnTo>
                <a:lnTo>
                  <a:pt x="1839840" y="5131531"/>
                </a:lnTo>
                <a:lnTo>
                  <a:pt x="1828621" y="5103526"/>
                </a:lnTo>
                <a:cubicBezTo>
                  <a:pt x="1820156" y="5094847"/>
                  <a:pt x="1808369" y="5089489"/>
                  <a:pt x="1795082" y="5089489"/>
                </a:cubicBezTo>
                <a:close/>
                <a:moveTo>
                  <a:pt x="3807904" y="5057770"/>
                </a:moveTo>
                <a:cubicBezTo>
                  <a:pt x="3781865" y="5057770"/>
                  <a:pt x="3757635" y="5079228"/>
                  <a:pt x="3737518" y="5116041"/>
                </a:cubicBezTo>
                <a:lnTo>
                  <a:pt x="3724435" y="5145282"/>
                </a:lnTo>
                <a:lnTo>
                  <a:pt x="3733832" y="5150300"/>
                </a:lnTo>
                <a:cubicBezTo>
                  <a:pt x="3753004" y="5161833"/>
                  <a:pt x="3772698" y="5174946"/>
                  <a:pt x="3792649" y="5189519"/>
                </a:cubicBezTo>
                <a:lnTo>
                  <a:pt x="3807599" y="5202400"/>
                </a:lnTo>
                <a:lnTo>
                  <a:pt x="3821568" y="5190377"/>
                </a:lnTo>
                <a:cubicBezTo>
                  <a:pt x="3841553" y="5175804"/>
                  <a:pt x="3861283" y="5162690"/>
                  <a:pt x="3880491" y="5151158"/>
                </a:cubicBezTo>
                <a:lnTo>
                  <a:pt x="3891401" y="5145342"/>
                </a:lnTo>
                <a:lnTo>
                  <a:pt x="3878291" y="5116041"/>
                </a:lnTo>
                <a:cubicBezTo>
                  <a:pt x="3858174" y="5079228"/>
                  <a:pt x="3833943" y="5057770"/>
                  <a:pt x="3807904" y="5057770"/>
                </a:cubicBezTo>
                <a:close/>
                <a:moveTo>
                  <a:pt x="1830229" y="4995190"/>
                </a:moveTo>
                <a:cubicBezTo>
                  <a:pt x="1810512" y="4995190"/>
                  <a:pt x="1795082" y="5011478"/>
                  <a:pt x="1795082" y="5031195"/>
                </a:cubicBezTo>
                <a:cubicBezTo>
                  <a:pt x="1795082" y="5050913"/>
                  <a:pt x="1810512" y="5067200"/>
                  <a:pt x="1830229" y="5067200"/>
                </a:cubicBezTo>
                <a:cubicBezTo>
                  <a:pt x="1849089" y="5067200"/>
                  <a:pt x="1865376" y="5050913"/>
                  <a:pt x="1865376" y="5031195"/>
                </a:cubicBezTo>
                <a:cubicBezTo>
                  <a:pt x="1865376" y="5011478"/>
                  <a:pt x="1849946" y="4995190"/>
                  <a:pt x="1830229" y="4995190"/>
                </a:cubicBezTo>
                <a:close/>
                <a:moveTo>
                  <a:pt x="3807904" y="4992618"/>
                </a:moveTo>
                <a:cubicBezTo>
                  <a:pt x="3849481" y="4992618"/>
                  <a:pt x="3886985" y="5038267"/>
                  <a:pt x="3914096" y="5112098"/>
                </a:cubicBezTo>
                <a:lnTo>
                  <a:pt x="3919610" y="5130307"/>
                </a:lnTo>
                <a:lnTo>
                  <a:pt x="3936279" y="5121422"/>
                </a:lnTo>
                <a:cubicBezTo>
                  <a:pt x="3972069" y="5104920"/>
                  <a:pt x="4004698" y="5095222"/>
                  <a:pt x="4032023" y="5093293"/>
                </a:cubicBezTo>
                <a:cubicBezTo>
                  <a:pt x="4059348" y="5091364"/>
                  <a:pt x="4081369" y="5097204"/>
                  <a:pt x="4095942" y="5111777"/>
                </a:cubicBezTo>
                <a:cubicBezTo>
                  <a:pt x="4125517" y="5140924"/>
                  <a:pt x="4119945" y="5199860"/>
                  <a:pt x="4086941" y="5271440"/>
                </a:cubicBezTo>
                <a:lnTo>
                  <a:pt x="4077682" y="5288787"/>
                </a:lnTo>
                <a:lnTo>
                  <a:pt x="4096476" y="5294478"/>
                </a:lnTo>
                <a:cubicBezTo>
                  <a:pt x="4170307" y="5321589"/>
                  <a:pt x="4215956" y="5359094"/>
                  <a:pt x="4215956" y="5400670"/>
                </a:cubicBezTo>
                <a:cubicBezTo>
                  <a:pt x="4215956" y="5431531"/>
                  <a:pt x="4190279" y="5460343"/>
                  <a:pt x="4146292" y="5484302"/>
                </a:cubicBezTo>
                <a:lnTo>
                  <a:pt x="4077351" y="5512259"/>
                </a:lnTo>
                <a:lnTo>
                  <a:pt x="4086298" y="5529044"/>
                </a:lnTo>
                <a:cubicBezTo>
                  <a:pt x="4119302" y="5600625"/>
                  <a:pt x="4125089" y="5659561"/>
                  <a:pt x="4095942" y="5688707"/>
                </a:cubicBezTo>
                <a:cubicBezTo>
                  <a:pt x="4074082" y="5710888"/>
                  <a:pt x="4035586" y="5713179"/>
                  <a:pt x="3987551" y="5698969"/>
                </a:cubicBezTo>
                <a:lnTo>
                  <a:pt x="3919857" y="5670215"/>
                </a:lnTo>
                <a:lnTo>
                  <a:pt x="3914096" y="5689242"/>
                </a:lnTo>
                <a:cubicBezTo>
                  <a:pt x="3886985" y="5763073"/>
                  <a:pt x="3849481" y="5808721"/>
                  <a:pt x="3807904" y="5808721"/>
                </a:cubicBezTo>
                <a:cubicBezTo>
                  <a:pt x="3766756" y="5808721"/>
                  <a:pt x="3729251" y="5763073"/>
                  <a:pt x="3702033" y="5689242"/>
                </a:cubicBezTo>
                <a:lnTo>
                  <a:pt x="3696238" y="5670203"/>
                </a:lnTo>
                <a:lnTo>
                  <a:pt x="3627147" y="5699451"/>
                </a:lnTo>
                <a:cubicBezTo>
                  <a:pt x="3579033" y="5713635"/>
                  <a:pt x="3540336" y="5711425"/>
                  <a:pt x="3518154" y="5689565"/>
                </a:cubicBezTo>
                <a:cubicBezTo>
                  <a:pt x="3489007" y="5659990"/>
                  <a:pt x="3494794" y="5601054"/>
                  <a:pt x="3527798" y="5529580"/>
                </a:cubicBezTo>
                <a:lnTo>
                  <a:pt x="3537061" y="5512231"/>
                </a:lnTo>
                <a:lnTo>
                  <a:pt x="3519332" y="5506862"/>
                </a:lnTo>
                <a:cubicBezTo>
                  <a:pt x="3445502" y="5479751"/>
                  <a:pt x="3399853" y="5442247"/>
                  <a:pt x="3399853" y="5400670"/>
                </a:cubicBezTo>
                <a:cubicBezTo>
                  <a:pt x="3399853" y="5369488"/>
                  <a:pt x="3425530" y="5340596"/>
                  <a:pt x="3469516" y="5316662"/>
                </a:cubicBezTo>
                <a:lnTo>
                  <a:pt x="3537546" y="5289161"/>
                </a:lnTo>
                <a:lnTo>
                  <a:pt x="3527798" y="5270904"/>
                </a:lnTo>
                <a:cubicBezTo>
                  <a:pt x="3494794" y="5199430"/>
                  <a:pt x="3489007" y="5140494"/>
                  <a:pt x="3518154" y="5110919"/>
                </a:cubicBezTo>
                <a:cubicBezTo>
                  <a:pt x="3532942" y="5096346"/>
                  <a:pt x="3555069" y="5090506"/>
                  <a:pt x="3582435" y="5092435"/>
                </a:cubicBezTo>
                <a:cubicBezTo>
                  <a:pt x="3609800" y="5094364"/>
                  <a:pt x="3642402" y="5104061"/>
                  <a:pt x="3678139" y="5120564"/>
                </a:cubicBezTo>
                <a:lnTo>
                  <a:pt x="3696224" y="5130220"/>
                </a:lnTo>
                <a:lnTo>
                  <a:pt x="3701712" y="5112098"/>
                </a:lnTo>
                <a:cubicBezTo>
                  <a:pt x="3728823" y="5038267"/>
                  <a:pt x="3766328" y="4992618"/>
                  <a:pt x="3807904" y="4992618"/>
                </a:cubicBezTo>
                <a:close/>
                <a:moveTo>
                  <a:pt x="2165414" y="4987475"/>
                </a:moveTo>
                <a:cubicBezTo>
                  <a:pt x="2135838" y="4987475"/>
                  <a:pt x="2110603" y="5005317"/>
                  <a:pt x="2099834" y="5030874"/>
                </a:cubicBezTo>
                <a:lnTo>
                  <a:pt x="2095529" y="5052318"/>
                </a:lnTo>
                <a:lnTo>
                  <a:pt x="2115842" y="5109524"/>
                </a:lnTo>
                <a:lnTo>
                  <a:pt x="2137660" y="5124207"/>
                </a:lnTo>
                <a:cubicBezTo>
                  <a:pt x="2146179" y="5127796"/>
                  <a:pt x="2155555" y="5129779"/>
                  <a:pt x="2165414" y="5129779"/>
                </a:cubicBezTo>
                <a:cubicBezTo>
                  <a:pt x="2203990" y="5129779"/>
                  <a:pt x="2235708" y="5098061"/>
                  <a:pt x="2236565" y="5058628"/>
                </a:cubicBezTo>
                <a:cubicBezTo>
                  <a:pt x="2236565" y="5019193"/>
                  <a:pt x="2204847" y="4987475"/>
                  <a:pt x="2165414" y="4987475"/>
                </a:cubicBezTo>
                <a:close/>
                <a:moveTo>
                  <a:pt x="5334024" y="4966796"/>
                </a:moveTo>
                <a:cubicBezTo>
                  <a:pt x="5320952" y="4964760"/>
                  <a:pt x="5307236" y="4967760"/>
                  <a:pt x="5296091" y="4976333"/>
                </a:cubicBezTo>
                <a:cubicBezTo>
                  <a:pt x="5273803" y="4993478"/>
                  <a:pt x="5268659" y="5025196"/>
                  <a:pt x="5285804" y="5048341"/>
                </a:cubicBezTo>
                <a:cubicBezTo>
                  <a:pt x="5302092" y="5071487"/>
                  <a:pt x="5334668" y="5076631"/>
                  <a:pt x="5356956" y="5059486"/>
                </a:cubicBezTo>
                <a:cubicBezTo>
                  <a:pt x="5379245" y="5043198"/>
                  <a:pt x="5383531" y="5010623"/>
                  <a:pt x="5368100" y="4987477"/>
                </a:cubicBezTo>
                <a:cubicBezTo>
                  <a:pt x="5359527" y="4975904"/>
                  <a:pt x="5347097" y="4968831"/>
                  <a:pt x="5334024" y="4966796"/>
                </a:cubicBezTo>
                <a:close/>
                <a:moveTo>
                  <a:pt x="1939100" y="4858031"/>
                </a:moveTo>
                <a:lnTo>
                  <a:pt x="2026539" y="4858031"/>
                </a:lnTo>
                <a:lnTo>
                  <a:pt x="2042850" y="4903966"/>
                </a:lnTo>
                <a:lnTo>
                  <a:pt x="2112264" y="4899178"/>
                </a:lnTo>
                <a:cubicBezTo>
                  <a:pt x="2112264" y="4899178"/>
                  <a:pt x="2247710" y="4912037"/>
                  <a:pt x="2286286" y="5018336"/>
                </a:cubicBezTo>
                <a:cubicBezTo>
                  <a:pt x="2324862" y="5124636"/>
                  <a:pt x="2235708" y="5171785"/>
                  <a:pt x="2136267" y="5212076"/>
                </a:cubicBezTo>
                <a:cubicBezTo>
                  <a:pt x="2035969" y="5251509"/>
                  <a:pt x="2059115" y="5440962"/>
                  <a:pt x="1901381" y="5428960"/>
                </a:cubicBezTo>
                <a:cubicBezTo>
                  <a:pt x="1773222" y="5419209"/>
                  <a:pt x="1589037" y="5081224"/>
                  <a:pt x="1852317" y="4950224"/>
                </a:cubicBezTo>
                <a:lnTo>
                  <a:pt x="1914216" y="4926595"/>
                </a:lnTo>
                <a:close/>
                <a:moveTo>
                  <a:pt x="5285697" y="4798238"/>
                </a:moveTo>
                <a:cubicBezTo>
                  <a:pt x="5268445" y="4795666"/>
                  <a:pt x="5250228" y="4799738"/>
                  <a:pt x="5235226" y="4810882"/>
                </a:cubicBezTo>
                <a:cubicBezTo>
                  <a:pt x="5205223" y="4833172"/>
                  <a:pt x="5199222" y="4875177"/>
                  <a:pt x="5221511" y="4906038"/>
                </a:cubicBezTo>
                <a:cubicBezTo>
                  <a:pt x="5243799" y="4936042"/>
                  <a:pt x="5286661" y="4942900"/>
                  <a:pt x="5316665" y="4920611"/>
                </a:cubicBezTo>
                <a:cubicBezTo>
                  <a:pt x="5346669" y="4898322"/>
                  <a:pt x="5352670" y="4856318"/>
                  <a:pt x="5330381" y="4825456"/>
                </a:cubicBezTo>
                <a:cubicBezTo>
                  <a:pt x="5319237" y="4810025"/>
                  <a:pt x="5302949" y="4800810"/>
                  <a:pt x="5285697" y="4798238"/>
                </a:cubicBezTo>
                <a:close/>
                <a:moveTo>
                  <a:pt x="5149716" y="4681759"/>
                </a:moveTo>
                <a:cubicBezTo>
                  <a:pt x="5129999" y="4678652"/>
                  <a:pt x="5109211" y="4683152"/>
                  <a:pt x="5092066" y="4696011"/>
                </a:cubicBezTo>
                <a:cubicBezTo>
                  <a:pt x="5057776" y="4721728"/>
                  <a:pt x="5050061" y="4770591"/>
                  <a:pt x="5076635" y="4804881"/>
                </a:cubicBezTo>
                <a:cubicBezTo>
                  <a:pt x="5102353" y="4840030"/>
                  <a:pt x="5151216" y="4847745"/>
                  <a:pt x="5185506" y="4822027"/>
                </a:cubicBezTo>
                <a:cubicBezTo>
                  <a:pt x="5219796" y="4796309"/>
                  <a:pt x="5226654" y="4747446"/>
                  <a:pt x="5200936" y="4713156"/>
                </a:cubicBezTo>
                <a:cubicBezTo>
                  <a:pt x="5188077" y="4695583"/>
                  <a:pt x="5169433" y="4684867"/>
                  <a:pt x="5149716" y="4681759"/>
                </a:cubicBezTo>
                <a:close/>
                <a:moveTo>
                  <a:pt x="4961978" y="4656899"/>
                </a:moveTo>
                <a:cubicBezTo>
                  <a:pt x="4940761" y="4653577"/>
                  <a:pt x="4918473" y="4658292"/>
                  <a:pt x="4900042" y="4672008"/>
                </a:cubicBezTo>
                <a:cubicBezTo>
                  <a:pt x="4863180" y="4699440"/>
                  <a:pt x="4855465" y="4752589"/>
                  <a:pt x="4882897" y="4789451"/>
                </a:cubicBezTo>
                <a:cubicBezTo>
                  <a:pt x="4910329" y="4826314"/>
                  <a:pt x="4963478" y="4834886"/>
                  <a:pt x="5000340" y="4807453"/>
                </a:cubicBezTo>
                <a:cubicBezTo>
                  <a:pt x="5038059" y="4780021"/>
                  <a:pt x="5044917" y="4727729"/>
                  <a:pt x="5017485" y="4690010"/>
                </a:cubicBezTo>
                <a:cubicBezTo>
                  <a:pt x="5003340" y="4671579"/>
                  <a:pt x="4983195" y="4660221"/>
                  <a:pt x="4961978" y="4656899"/>
                </a:cubicBezTo>
                <a:close/>
                <a:moveTo>
                  <a:pt x="4998395" y="4598030"/>
                </a:moveTo>
                <a:cubicBezTo>
                  <a:pt x="5253309" y="4596998"/>
                  <a:pt x="5722680" y="4945793"/>
                  <a:pt x="5114354" y="5410101"/>
                </a:cubicBezTo>
                <a:cubicBezTo>
                  <a:pt x="5114354" y="5410101"/>
                  <a:pt x="4946333" y="5510399"/>
                  <a:pt x="4811745" y="5421245"/>
                </a:cubicBezTo>
                <a:cubicBezTo>
                  <a:pt x="4677157" y="5331234"/>
                  <a:pt x="4738879" y="5201789"/>
                  <a:pt x="4821175" y="5069772"/>
                </a:cubicBezTo>
                <a:cubicBezTo>
                  <a:pt x="4902613" y="4938613"/>
                  <a:pt x="4714018" y="4741445"/>
                  <a:pt x="4906043" y="4620573"/>
                </a:cubicBezTo>
                <a:cubicBezTo>
                  <a:pt x="4929939" y="4605464"/>
                  <a:pt x="4961978" y="4598177"/>
                  <a:pt x="4998395" y="4598030"/>
                </a:cubicBezTo>
                <a:close/>
                <a:moveTo>
                  <a:pt x="4274249" y="4584568"/>
                </a:moveTo>
                <a:cubicBezTo>
                  <a:pt x="4274249" y="4584568"/>
                  <a:pt x="4379691" y="4696011"/>
                  <a:pt x="4374548" y="4755161"/>
                </a:cubicBezTo>
                <a:cubicBezTo>
                  <a:pt x="4369404" y="4814311"/>
                  <a:pt x="4257961" y="4835742"/>
                  <a:pt x="4257961" y="4835742"/>
                </a:cubicBezTo>
                <a:cubicBezTo>
                  <a:pt x="4257961" y="4835742"/>
                  <a:pt x="4409695" y="4835742"/>
                  <a:pt x="4411409" y="4762876"/>
                </a:cubicBezTo>
                <a:cubicBezTo>
                  <a:pt x="4412266" y="4690867"/>
                  <a:pt x="4274249" y="4584568"/>
                  <a:pt x="4274249" y="4584568"/>
                </a:cubicBezTo>
                <a:close/>
                <a:moveTo>
                  <a:pt x="3351982" y="4540192"/>
                </a:moveTo>
                <a:cubicBezTo>
                  <a:pt x="3377619" y="4544170"/>
                  <a:pt x="3402426" y="4554779"/>
                  <a:pt x="3423000" y="4575995"/>
                </a:cubicBezTo>
                <a:lnTo>
                  <a:pt x="3655315" y="4575995"/>
                </a:lnTo>
                <a:lnTo>
                  <a:pt x="3655315" y="4916325"/>
                </a:lnTo>
                <a:lnTo>
                  <a:pt x="3417856" y="4918039"/>
                </a:lnTo>
                <a:cubicBezTo>
                  <a:pt x="3417856" y="4918039"/>
                  <a:pt x="3338132" y="4837458"/>
                  <a:pt x="3190684" y="4914610"/>
                </a:cubicBezTo>
                <a:lnTo>
                  <a:pt x="3190684" y="4575995"/>
                </a:lnTo>
                <a:cubicBezTo>
                  <a:pt x="3190684" y="4575995"/>
                  <a:pt x="3275070" y="4528258"/>
                  <a:pt x="3351982" y="4540192"/>
                </a:cubicBezTo>
                <a:close/>
                <a:moveTo>
                  <a:pt x="2448416" y="4421371"/>
                </a:moveTo>
                <a:cubicBezTo>
                  <a:pt x="2452166" y="4422121"/>
                  <a:pt x="2455595" y="4424264"/>
                  <a:pt x="2457738" y="4427692"/>
                </a:cubicBezTo>
                <a:lnTo>
                  <a:pt x="2484119" y="4467601"/>
                </a:lnTo>
                <a:lnTo>
                  <a:pt x="2494346" y="4463537"/>
                </a:lnTo>
                <a:cubicBezTo>
                  <a:pt x="2526051" y="4457750"/>
                  <a:pt x="2559323" y="4470769"/>
                  <a:pt x="2578610" y="4499701"/>
                </a:cubicBezTo>
                <a:cubicBezTo>
                  <a:pt x="2591040" y="4518990"/>
                  <a:pt x="2594684" y="4541279"/>
                  <a:pt x="2590397" y="4561960"/>
                </a:cubicBezTo>
                <a:lnTo>
                  <a:pt x="2583304" y="4578864"/>
                </a:lnTo>
                <a:lnTo>
                  <a:pt x="2600248" y="4591301"/>
                </a:lnTo>
                <a:cubicBezTo>
                  <a:pt x="2715712" y="4676099"/>
                  <a:pt x="3023094" y="4902555"/>
                  <a:pt x="3017521" y="4906038"/>
                </a:cubicBezTo>
                <a:cubicBezTo>
                  <a:pt x="3010663" y="4910324"/>
                  <a:pt x="2910365" y="4886321"/>
                  <a:pt x="2910365" y="4886321"/>
                </a:cubicBezTo>
                <a:cubicBezTo>
                  <a:pt x="2910365" y="4886321"/>
                  <a:pt x="2690962" y="4728640"/>
                  <a:pt x="2580176" y="4648353"/>
                </a:cubicBezTo>
                <a:lnTo>
                  <a:pt x="2571469" y="4642020"/>
                </a:lnTo>
                <a:lnTo>
                  <a:pt x="2632617" y="5059485"/>
                </a:lnTo>
                <a:lnTo>
                  <a:pt x="2611186" y="5161498"/>
                </a:lnTo>
                <a:lnTo>
                  <a:pt x="2574324" y="5065486"/>
                </a:lnTo>
                <a:lnTo>
                  <a:pt x="2504337" y="4626262"/>
                </a:lnTo>
                <a:lnTo>
                  <a:pt x="2492028" y="4626039"/>
                </a:lnTo>
                <a:cubicBezTo>
                  <a:pt x="2471240" y="4621646"/>
                  <a:pt x="2452166" y="4609430"/>
                  <a:pt x="2439736" y="4590570"/>
                </a:cubicBezTo>
                <a:cubicBezTo>
                  <a:pt x="2421091" y="4561638"/>
                  <a:pt x="2422216" y="4525955"/>
                  <a:pt x="2440218" y="4499073"/>
                </a:cubicBezTo>
                <a:lnTo>
                  <a:pt x="2457768" y="4481633"/>
                </a:lnTo>
                <a:lnTo>
                  <a:pt x="2432878" y="4443980"/>
                </a:lnTo>
                <a:cubicBezTo>
                  <a:pt x="2428592" y="4437122"/>
                  <a:pt x="2430306" y="4427692"/>
                  <a:pt x="2437164" y="4423406"/>
                </a:cubicBezTo>
                <a:cubicBezTo>
                  <a:pt x="2440593" y="4421263"/>
                  <a:pt x="2444665" y="4420621"/>
                  <a:pt x="2448416" y="4421371"/>
                </a:cubicBezTo>
                <a:close/>
                <a:moveTo>
                  <a:pt x="1177862" y="4374542"/>
                </a:moveTo>
                <a:cubicBezTo>
                  <a:pt x="1177862" y="4374542"/>
                  <a:pt x="1327023" y="4458553"/>
                  <a:pt x="1272159" y="4609429"/>
                </a:cubicBezTo>
                <a:cubicBezTo>
                  <a:pt x="1272159" y="4609429"/>
                  <a:pt x="1399889" y="4409689"/>
                  <a:pt x="1177862" y="4374542"/>
                </a:cubicBezTo>
                <a:close/>
                <a:moveTo>
                  <a:pt x="1102424" y="4309391"/>
                </a:moveTo>
                <a:lnTo>
                  <a:pt x="1108424" y="4309391"/>
                </a:lnTo>
                <a:lnTo>
                  <a:pt x="1109281" y="4309391"/>
                </a:lnTo>
                <a:lnTo>
                  <a:pt x="1115282" y="4309391"/>
                </a:lnTo>
                <a:cubicBezTo>
                  <a:pt x="1440180" y="4317964"/>
                  <a:pt x="1363885" y="4640290"/>
                  <a:pt x="1276445" y="4720014"/>
                </a:cubicBezTo>
                <a:cubicBezTo>
                  <a:pt x="1186434" y="4799738"/>
                  <a:pt x="1193292" y="4900894"/>
                  <a:pt x="1193292" y="4900894"/>
                </a:cubicBezTo>
                <a:lnTo>
                  <a:pt x="1121283" y="4900894"/>
                </a:lnTo>
                <a:lnTo>
                  <a:pt x="1108424" y="4900894"/>
                </a:lnTo>
                <a:lnTo>
                  <a:pt x="1030415" y="4900894"/>
                </a:lnTo>
                <a:cubicBezTo>
                  <a:pt x="1030415" y="4900894"/>
                  <a:pt x="1033844" y="4800596"/>
                  <a:pt x="944690" y="4720014"/>
                </a:cubicBezTo>
                <a:cubicBezTo>
                  <a:pt x="856393" y="4640290"/>
                  <a:pt x="777526" y="4317964"/>
                  <a:pt x="1102424" y="4309391"/>
                </a:cubicBezTo>
                <a:close/>
                <a:moveTo>
                  <a:pt x="4160235" y="4161086"/>
                </a:moveTo>
                <a:cubicBezTo>
                  <a:pt x="4217671" y="4161086"/>
                  <a:pt x="4264820" y="4179089"/>
                  <a:pt x="4264820" y="4201377"/>
                </a:cubicBezTo>
                <a:cubicBezTo>
                  <a:pt x="4264820" y="4202235"/>
                  <a:pt x="4264820" y="4203092"/>
                  <a:pt x="4264820" y="4203949"/>
                </a:cubicBezTo>
                <a:lnTo>
                  <a:pt x="4269106" y="4203949"/>
                </a:lnTo>
                <a:lnTo>
                  <a:pt x="4269106" y="4279387"/>
                </a:lnTo>
                <a:lnTo>
                  <a:pt x="4264820" y="4279387"/>
                </a:lnTo>
                <a:cubicBezTo>
                  <a:pt x="4263962" y="4287960"/>
                  <a:pt x="4258819" y="4295675"/>
                  <a:pt x="4247675" y="4301676"/>
                </a:cubicBezTo>
                <a:cubicBezTo>
                  <a:pt x="4247675" y="4337680"/>
                  <a:pt x="4247675" y="4444836"/>
                  <a:pt x="4247675" y="4473126"/>
                </a:cubicBezTo>
                <a:cubicBezTo>
                  <a:pt x="4247675" y="4506559"/>
                  <a:pt x="4263962" y="4515131"/>
                  <a:pt x="4263962" y="4515131"/>
                </a:cubicBezTo>
                <a:cubicBezTo>
                  <a:pt x="4302538" y="4538276"/>
                  <a:pt x="4524566" y="4764591"/>
                  <a:pt x="4425983" y="4833171"/>
                </a:cubicBezTo>
                <a:cubicBezTo>
                  <a:pt x="4337686" y="4894893"/>
                  <a:pt x="4190239" y="4892321"/>
                  <a:pt x="4161091" y="4891464"/>
                </a:cubicBezTo>
                <a:cubicBezTo>
                  <a:pt x="4131945" y="4892321"/>
                  <a:pt x="3983640" y="4894893"/>
                  <a:pt x="3896201" y="4833171"/>
                </a:cubicBezTo>
                <a:cubicBezTo>
                  <a:pt x="3798475" y="4764591"/>
                  <a:pt x="4023931" y="4538276"/>
                  <a:pt x="4062507" y="4515131"/>
                </a:cubicBezTo>
                <a:cubicBezTo>
                  <a:pt x="4062507" y="4515131"/>
                  <a:pt x="4085653" y="4506559"/>
                  <a:pt x="4085653" y="4473126"/>
                </a:cubicBezTo>
                <a:cubicBezTo>
                  <a:pt x="4085653" y="4445693"/>
                  <a:pt x="4085653" y="4339395"/>
                  <a:pt x="4085653" y="4302533"/>
                </a:cubicBezTo>
                <a:cubicBezTo>
                  <a:pt x="4064222" y="4296532"/>
                  <a:pt x="4057364" y="4287960"/>
                  <a:pt x="4055650" y="4279387"/>
                </a:cubicBezTo>
                <a:lnTo>
                  <a:pt x="4053935" y="4279387"/>
                </a:lnTo>
                <a:lnTo>
                  <a:pt x="4053935" y="4203949"/>
                </a:lnTo>
                <a:lnTo>
                  <a:pt x="4055650" y="4203949"/>
                </a:lnTo>
                <a:cubicBezTo>
                  <a:pt x="4055650" y="4203092"/>
                  <a:pt x="4055650" y="4202235"/>
                  <a:pt x="4055650" y="4201377"/>
                </a:cubicBezTo>
                <a:cubicBezTo>
                  <a:pt x="4055650" y="4179089"/>
                  <a:pt x="4102798" y="4161086"/>
                  <a:pt x="4160235" y="4161086"/>
                </a:cubicBezTo>
                <a:close/>
                <a:moveTo>
                  <a:pt x="1690622" y="3905928"/>
                </a:moveTo>
                <a:cubicBezTo>
                  <a:pt x="1643577" y="3910087"/>
                  <a:pt x="1597165" y="3927808"/>
                  <a:pt x="1557624" y="3959633"/>
                </a:cubicBezTo>
                <a:cubicBezTo>
                  <a:pt x="1452182" y="4044502"/>
                  <a:pt x="1436751" y="4198807"/>
                  <a:pt x="1521619" y="4304248"/>
                </a:cubicBezTo>
                <a:cubicBezTo>
                  <a:pt x="1606488" y="4409690"/>
                  <a:pt x="1760793" y="4425121"/>
                  <a:pt x="1866235" y="4340253"/>
                </a:cubicBezTo>
                <a:cubicBezTo>
                  <a:pt x="1970819" y="4255385"/>
                  <a:pt x="1987107" y="4101080"/>
                  <a:pt x="1902239" y="3995637"/>
                </a:cubicBezTo>
                <a:cubicBezTo>
                  <a:pt x="1849197" y="3929737"/>
                  <a:pt x="1769030" y="3898996"/>
                  <a:pt x="1690622" y="3905928"/>
                </a:cubicBezTo>
                <a:close/>
                <a:moveTo>
                  <a:pt x="1684921" y="3849926"/>
                </a:moveTo>
                <a:cubicBezTo>
                  <a:pt x="1781219" y="3841547"/>
                  <a:pt x="1879736" y="3879587"/>
                  <a:pt x="1945102" y="3960490"/>
                </a:cubicBezTo>
                <a:cubicBezTo>
                  <a:pt x="2037364" y="4073005"/>
                  <a:pt x="2033801" y="4232775"/>
                  <a:pt x="1944751" y="4341023"/>
                </a:cubicBezTo>
                <a:lnTo>
                  <a:pt x="1930222" y="4355411"/>
                </a:lnTo>
                <a:lnTo>
                  <a:pt x="1980119" y="4416919"/>
                </a:lnTo>
                <a:lnTo>
                  <a:pt x="1986891" y="4416333"/>
                </a:lnTo>
                <a:cubicBezTo>
                  <a:pt x="2003394" y="4418048"/>
                  <a:pt x="2019253" y="4425977"/>
                  <a:pt x="2030826" y="4439693"/>
                </a:cubicBezTo>
                <a:lnTo>
                  <a:pt x="2204848" y="4654864"/>
                </a:lnTo>
                <a:cubicBezTo>
                  <a:pt x="2227136" y="4683153"/>
                  <a:pt x="2222850" y="4723444"/>
                  <a:pt x="2195418" y="4746590"/>
                </a:cubicBezTo>
                <a:cubicBezTo>
                  <a:pt x="2167129" y="4768878"/>
                  <a:pt x="2126838" y="4764592"/>
                  <a:pt x="2103692" y="4737160"/>
                </a:cubicBezTo>
                <a:lnTo>
                  <a:pt x="1929670" y="4521990"/>
                </a:lnTo>
                <a:cubicBezTo>
                  <a:pt x="1918526" y="4507845"/>
                  <a:pt x="1914026" y="4490700"/>
                  <a:pt x="1915740" y="4474198"/>
                </a:cubicBezTo>
                <a:lnTo>
                  <a:pt x="1917360" y="4468826"/>
                </a:lnTo>
                <a:lnTo>
                  <a:pt x="1866912" y="4406639"/>
                </a:lnTo>
                <a:lnTo>
                  <a:pt x="1850557" y="4417393"/>
                </a:lnTo>
                <a:cubicBezTo>
                  <a:pt x="1726557" y="4481914"/>
                  <a:pt x="1569412" y="4452660"/>
                  <a:pt x="1477899" y="4339396"/>
                </a:cubicBezTo>
                <a:cubicBezTo>
                  <a:pt x="1372458" y="4210808"/>
                  <a:pt x="1392174" y="4020499"/>
                  <a:pt x="1521619" y="3915913"/>
                </a:cubicBezTo>
                <a:cubicBezTo>
                  <a:pt x="1570161" y="3876694"/>
                  <a:pt x="1627142" y="3854954"/>
                  <a:pt x="1684921" y="3849926"/>
                </a:cubicBezTo>
                <a:close/>
                <a:moveTo>
                  <a:pt x="812246" y="3781539"/>
                </a:moveTo>
                <a:cubicBezTo>
                  <a:pt x="816103" y="3781325"/>
                  <a:pt x="819961" y="3782611"/>
                  <a:pt x="822961" y="3785611"/>
                </a:cubicBezTo>
                <a:cubicBezTo>
                  <a:pt x="828962" y="3791612"/>
                  <a:pt x="829819" y="3801042"/>
                  <a:pt x="823818" y="3807042"/>
                </a:cubicBezTo>
                <a:lnTo>
                  <a:pt x="792194" y="3842032"/>
                </a:lnTo>
                <a:lnTo>
                  <a:pt x="798502" y="3850722"/>
                </a:lnTo>
                <a:cubicBezTo>
                  <a:pt x="811923" y="3880016"/>
                  <a:pt x="807744" y="3915699"/>
                  <a:pt x="785241" y="3940773"/>
                </a:cubicBezTo>
                <a:cubicBezTo>
                  <a:pt x="769810" y="3957489"/>
                  <a:pt x="749022" y="3966490"/>
                  <a:pt x="727912" y="3967562"/>
                </a:cubicBezTo>
                <a:lnTo>
                  <a:pt x="709923" y="3965051"/>
                </a:lnTo>
                <a:lnTo>
                  <a:pt x="701209" y="3986914"/>
                </a:lnTo>
                <a:cubicBezTo>
                  <a:pt x="648195" y="4119828"/>
                  <a:pt x="506367" y="4473875"/>
                  <a:pt x="501492" y="4469697"/>
                </a:cubicBezTo>
                <a:cubicBezTo>
                  <a:pt x="496348" y="4464553"/>
                  <a:pt x="493776" y="4360826"/>
                  <a:pt x="493776" y="4360826"/>
                </a:cubicBezTo>
                <a:cubicBezTo>
                  <a:pt x="493776" y="4360826"/>
                  <a:pt x="591181" y="4108151"/>
                  <a:pt x="640969" y="3980729"/>
                </a:cubicBezTo>
                <a:lnTo>
                  <a:pt x="644840" y="3970847"/>
                </a:lnTo>
                <a:lnTo>
                  <a:pt x="257175" y="4134512"/>
                </a:lnTo>
                <a:lnTo>
                  <a:pt x="152590" y="4139655"/>
                </a:lnTo>
                <a:lnTo>
                  <a:pt x="236601" y="4079647"/>
                </a:lnTo>
                <a:lnTo>
                  <a:pt x="644257" y="3901600"/>
                </a:lnTo>
                <a:lnTo>
                  <a:pt x="641223" y="3889445"/>
                </a:lnTo>
                <a:cubicBezTo>
                  <a:pt x="640151" y="3868336"/>
                  <a:pt x="647223" y="3846904"/>
                  <a:pt x="662654" y="3830188"/>
                </a:cubicBezTo>
                <a:cubicBezTo>
                  <a:pt x="678084" y="3813043"/>
                  <a:pt x="698873" y="3803828"/>
                  <a:pt x="719983" y="3802756"/>
                </a:cubicBezTo>
                <a:cubicBezTo>
                  <a:pt x="730538" y="3802220"/>
                  <a:pt x="741174" y="3803720"/>
                  <a:pt x="751260" y="3807283"/>
                </a:cubicBezTo>
                <a:lnTo>
                  <a:pt x="771606" y="3819575"/>
                </a:lnTo>
                <a:lnTo>
                  <a:pt x="801530" y="3786468"/>
                </a:lnTo>
                <a:cubicBezTo>
                  <a:pt x="804530" y="3783468"/>
                  <a:pt x="808388" y="3781754"/>
                  <a:pt x="812246" y="3781539"/>
                </a:cubicBezTo>
                <a:close/>
                <a:moveTo>
                  <a:pt x="5496913" y="3702672"/>
                </a:moveTo>
                <a:lnTo>
                  <a:pt x="5456397" y="3737606"/>
                </a:lnTo>
                <a:cubicBezTo>
                  <a:pt x="5456397" y="3737606"/>
                  <a:pt x="5471399" y="3722175"/>
                  <a:pt x="5490901" y="3706745"/>
                </a:cubicBezTo>
                <a:close/>
                <a:moveTo>
                  <a:pt x="5797583" y="3639879"/>
                </a:moveTo>
                <a:cubicBezTo>
                  <a:pt x="5797583" y="3639879"/>
                  <a:pt x="5800289" y="3640884"/>
                  <a:pt x="5805112" y="3642965"/>
                </a:cubicBezTo>
                <a:lnTo>
                  <a:pt x="5820840" y="3650383"/>
                </a:lnTo>
                <a:close/>
                <a:moveTo>
                  <a:pt x="5699857" y="3627877"/>
                </a:moveTo>
                <a:lnTo>
                  <a:pt x="5704143" y="3631306"/>
                </a:lnTo>
                <a:cubicBezTo>
                  <a:pt x="5704143" y="3631306"/>
                  <a:pt x="5701571" y="3635593"/>
                  <a:pt x="5699857" y="3638164"/>
                </a:cubicBezTo>
                <a:cubicBezTo>
                  <a:pt x="5698999" y="3640736"/>
                  <a:pt x="5703285" y="3639022"/>
                  <a:pt x="5703285" y="3639022"/>
                </a:cubicBezTo>
                <a:cubicBezTo>
                  <a:pt x="5703285" y="3639022"/>
                  <a:pt x="5717002" y="3645880"/>
                  <a:pt x="5717002" y="3648451"/>
                </a:cubicBezTo>
                <a:cubicBezTo>
                  <a:pt x="5717002" y="3651023"/>
                  <a:pt x="5711001" y="3653595"/>
                  <a:pt x="5698999" y="3652738"/>
                </a:cubicBezTo>
                <a:cubicBezTo>
                  <a:pt x="5686997" y="3651881"/>
                  <a:pt x="5692998" y="3654452"/>
                  <a:pt x="5677567" y="3646737"/>
                </a:cubicBezTo>
                <a:cubicBezTo>
                  <a:pt x="5661279" y="3639022"/>
                  <a:pt x="5662994" y="3659596"/>
                  <a:pt x="5656993" y="3664739"/>
                </a:cubicBezTo>
                <a:cubicBezTo>
                  <a:pt x="5650135" y="3669883"/>
                  <a:pt x="5650135" y="3671597"/>
                  <a:pt x="5645849" y="3681027"/>
                </a:cubicBezTo>
                <a:cubicBezTo>
                  <a:pt x="5642420" y="3690457"/>
                  <a:pt x="5645849" y="3681027"/>
                  <a:pt x="5656136" y="3687028"/>
                </a:cubicBezTo>
                <a:cubicBezTo>
                  <a:pt x="5666423" y="3693028"/>
                  <a:pt x="5660422" y="3688742"/>
                  <a:pt x="5665566" y="3687885"/>
                </a:cubicBezTo>
                <a:cubicBezTo>
                  <a:pt x="5670709" y="3687885"/>
                  <a:pt x="5685282" y="3684456"/>
                  <a:pt x="5689569" y="3683599"/>
                </a:cubicBezTo>
                <a:cubicBezTo>
                  <a:pt x="5693855" y="3682741"/>
                  <a:pt x="5696427" y="3683599"/>
                  <a:pt x="5695569" y="3698172"/>
                </a:cubicBezTo>
                <a:cubicBezTo>
                  <a:pt x="5694713" y="3713602"/>
                  <a:pt x="5695569" y="3698172"/>
                  <a:pt x="5717859" y="3709316"/>
                </a:cubicBezTo>
                <a:cubicBezTo>
                  <a:pt x="5740148" y="3719603"/>
                  <a:pt x="5713573" y="3719603"/>
                  <a:pt x="5730718" y="3723889"/>
                </a:cubicBezTo>
                <a:cubicBezTo>
                  <a:pt x="5747863" y="3728176"/>
                  <a:pt x="5728146" y="3729033"/>
                  <a:pt x="5715287" y="3734176"/>
                </a:cubicBezTo>
                <a:cubicBezTo>
                  <a:pt x="5702427" y="3740177"/>
                  <a:pt x="5708429" y="3733319"/>
                  <a:pt x="5699857" y="3744463"/>
                </a:cubicBezTo>
                <a:cubicBezTo>
                  <a:pt x="5691283" y="3755608"/>
                  <a:pt x="5701571" y="3752179"/>
                  <a:pt x="5705857" y="3753893"/>
                </a:cubicBezTo>
                <a:cubicBezTo>
                  <a:pt x="5710143" y="3755608"/>
                  <a:pt x="5717859" y="3753893"/>
                  <a:pt x="5722145" y="3750464"/>
                </a:cubicBezTo>
                <a:cubicBezTo>
                  <a:pt x="5725574" y="3747035"/>
                  <a:pt x="5729003" y="3748750"/>
                  <a:pt x="5729003" y="3748750"/>
                </a:cubicBezTo>
                <a:cubicBezTo>
                  <a:pt x="5729003" y="3748750"/>
                  <a:pt x="5738433" y="3740177"/>
                  <a:pt x="5747863" y="3745321"/>
                </a:cubicBezTo>
                <a:cubicBezTo>
                  <a:pt x="5757293" y="3750464"/>
                  <a:pt x="5747863" y="3745321"/>
                  <a:pt x="5750435" y="3742749"/>
                </a:cubicBezTo>
                <a:cubicBezTo>
                  <a:pt x="5753006" y="3741034"/>
                  <a:pt x="5757293" y="3741892"/>
                  <a:pt x="5760722" y="3738463"/>
                </a:cubicBezTo>
                <a:cubicBezTo>
                  <a:pt x="5764150" y="3735891"/>
                  <a:pt x="5771866" y="3733319"/>
                  <a:pt x="5794154" y="3741892"/>
                </a:cubicBezTo>
                <a:cubicBezTo>
                  <a:pt x="5817300" y="3750464"/>
                  <a:pt x="5795869" y="3748750"/>
                  <a:pt x="5806156" y="3753036"/>
                </a:cubicBezTo>
                <a:cubicBezTo>
                  <a:pt x="5815585" y="3757322"/>
                  <a:pt x="5809585" y="3755608"/>
                  <a:pt x="5810442" y="3749607"/>
                </a:cubicBezTo>
                <a:cubicBezTo>
                  <a:pt x="5811299" y="3743606"/>
                  <a:pt x="5811299" y="3735034"/>
                  <a:pt x="5814728" y="3733319"/>
                </a:cubicBezTo>
                <a:cubicBezTo>
                  <a:pt x="5818157" y="3732462"/>
                  <a:pt x="5820729" y="3734176"/>
                  <a:pt x="5825015" y="3737606"/>
                </a:cubicBezTo>
                <a:cubicBezTo>
                  <a:pt x="5829302" y="3741034"/>
                  <a:pt x="5838731" y="3718746"/>
                  <a:pt x="5849018" y="3723032"/>
                </a:cubicBezTo>
                <a:cubicBezTo>
                  <a:pt x="5858448" y="3727318"/>
                  <a:pt x="5851590" y="3724747"/>
                  <a:pt x="5861877" y="3731605"/>
                </a:cubicBezTo>
                <a:cubicBezTo>
                  <a:pt x="5872164" y="3738463"/>
                  <a:pt x="5861877" y="3741892"/>
                  <a:pt x="5856733" y="3746178"/>
                </a:cubicBezTo>
                <a:cubicBezTo>
                  <a:pt x="5850733" y="3751321"/>
                  <a:pt x="5853305" y="3743606"/>
                  <a:pt x="5844732" y="3741034"/>
                </a:cubicBezTo>
                <a:cubicBezTo>
                  <a:pt x="5836160" y="3738463"/>
                  <a:pt x="5841303" y="3742749"/>
                  <a:pt x="5828444" y="3754751"/>
                </a:cubicBezTo>
                <a:cubicBezTo>
                  <a:pt x="5815585" y="3765895"/>
                  <a:pt x="5828444" y="3754751"/>
                  <a:pt x="5831016" y="3761608"/>
                </a:cubicBezTo>
                <a:cubicBezTo>
                  <a:pt x="5833588" y="3768466"/>
                  <a:pt x="5840446" y="3759037"/>
                  <a:pt x="5847304" y="3761608"/>
                </a:cubicBezTo>
                <a:cubicBezTo>
                  <a:pt x="5854162" y="3764180"/>
                  <a:pt x="5852447" y="3764180"/>
                  <a:pt x="5861877" y="3765895"/>
                </a:cubicBezTo>
                <a:cubicBezTo>
                  <a:pt x="5871307" y="3767609"/>
                  <a:pt x="5861877" y="3765895"/>
                  <a:pt x="5863592" y="3771896"/>
                </a:cubicBezTo>
                <a:cubicBezTo>
                  <a:pt x="5864449" y="3777896"/>
                  <a:pt x="5867878" y="3772753"/>
                  <a:pt x="5877308" y="3777039"/>
                </a:cubicBezTo>
                <a:cubicBezTo>
                  <a:pt x="5886737" y="3782182"/>
                  <a:pt x="5880737" y="3779611"/>
                  <a:pt x="5877308" y="3786469"/>
                </a:cubicBezTo>
                <a:cubicBezTo>
                  <a:pt x="5874736" y="3793327"/>
                  <a:pt x="5874736" y="3786469"/>
                  <a:pt x="5871307" y="3784754"/>
                </a:cubicBezTo>
                <a:cubicBezTo>
                  <a:pt x="5867878" y="3783040"/>
                  <a:pt x="5867020" y="3783040"/>
                  <a:pt x="5859305" y="3787326"/>
                </a:cubicBezTo>
                <a:cubicBezTo>
                  <a:pt x="5851590" y="3791612"/>
                  <a:pt x="5850733" y="3788183"/>
                  <a:pt x="5847304" y="3789898"/>
                </a:cubicBezTo>
                <a:cubicBezTo>
                  <a:pt x="5843875" y="3791612"/>
                  <a:pt x="5842160" y="3788183"/>
                  <a:pt x="5824158" y="3786469"/>
                </a:cubicBezTo>
                <a:cubicBezTo>
                  <a:pt x="5806156" y="3784754"/>
                  <a:pt x="5824158" y="3786469"/>
                  <a:pt x="5813871" y="3796756"/>
                </a:cubicBezTo>
                <a:cubicBezTo>
                  <a:pt x="5803584" y="3807043"/>
                  <a:pt x="5813871" y="3796756"/>
                  <a:pt x="5807013" y="3796756"/>
                </a:cubicBezTo>
                <a:cubicBezTo>
                  <a:pt x="5800155" y="3796756"/>
                  <a:pt x="5797583" y="3794184"/>
                  <a:pt x="5793297" y="3791612"/>
                </a:cubicBezTo>
                <a:cubicBezTo>
                  <a:pt x="5788153" y="3789041"/>
                  <a:pt x="5790725" y="3787326"/>
                  <a:pt x="5781295" y="3787326"/>
                </a:cubicBezTo>
                <a:cubicBezTo>
                  <a:pt x="5771866" y="3787326"/>
                  <a:pt x="5781295" y="3787326"/>
                  <a:pt x="5771866" y="3786469"/>
                </a:cubicBezTo>
                <a:cubicBezTo>
                  <a:pt x="5763293" y="3785611"/>
                  <a:pt x="5768437" y="3780468"/>
                  <a:pt x="5767580" y="3768466"/>
                </a:cubicBezTo>
                <a:cubicBezTo>
                  <a:pt x="5766722" y="3756465"/>
                  <a:pt x="5767580" y="3768466"/>
                  <a:pt x="5762436" y="3767609"/>
                </a:cubicBezTo>
                <a:cubicBezTo>
                  <a:pt x="5757293" y="3766752"/>
                  <a:pt x="5759007" y="3765895"/>
                  <a:pt x="5755578" y="3765895"/>
                </a:cubicBezTo>
                <a:cubicBezTo>
                  <a:pt x="5753006" y="3765895"/>
                  <a:pt x="5755578" y="3765895"/>
                  <a:pt x="5742719" y="3768466"/>
                </a:cubicBezTo>
                <a:cubicBezTo>
                  <a:pt x="5729860" y="3771038"/>
                  <a:pt x="5738433" y="3769324"/>
                  <a:pt x="5734147" y="3769324"/>
                </a:cubicBezTo>
                <a:cubicBezTo>
                  <a:pt x="5729860" y="3769324"/>
                  <a:pt x="5728146" y="3770181"/>
                  <a:pt x="5721288" y="3771896"/>
                </a:cubicBezTo>
                <a:cubicBezTo>
                  <a:pt x="5714430" y="3773610"/>
                  <a:pt x="5716145" y="3771896"/>
                  <a:pt x="5712715" y="3772753"/>
                </a:cubicBezTo>
                <a:cubicBezTo>
                  <a:pt x="5710143" y="3772753"/>
                  <a:pt x="5703285" y="3780468"/>
                  <a:pt x="5698999" y="3784754"/>
                </a:cubicBezTo>
                <a:cubicBezTo>
                  <a:pt x="5693855" y="3789041"/>
                  <a:pt x="5686140" y="3792469"/>
                  <a:pt x="5679282" y="3791612"/>
                </a:cubicBezTo>
                <a:cubicBezTo>
                  <a:pt x="5672424" y="3791612"/>
                  <a:pt x="5674996" y="3793327"/>
                  <a:pt x="5671567" y="3795898"/>
                </a:cubicBezTo>
                <a:cubicBezTo>
                  <a:pt x="5668137" y="3797613"/>
                  <a:pt x="5665566" y="3805328"/>
                  <a:pt x="5663851" y="3808757"/>
                </a:cubicBezTo>
                <a:cubicBezTo>
                  <a:pt x="5662137" y="3811329"/>
                  <a:pt x="5651850" y="3816472"/>
                  <a:pt x="5644134" y="3830188"/>
                </a:cubicBezTo>
                <a:cubicBezTo>
                  <a:pt x="5636419" y="3843904"/>
                  <a:pt x="5638134" y="3839618"/>
                  <a:pt x="5646706" y="3858478"/>
                </a:cubicBezTo>
                <a:cubicBezTo>
                  <a:pt x="5655279" y="3877337"/>
                  <a:pt x="5641563" y="3863621"/>
                  <a:pt x="5641563" y="3873051"/>
                </a:cubicBezTo>
                <a:cubicBezTo>
                  <a:pt x="5641563" y="3881623"/>
                  <a:pt x="5639848" y="3877337"/>
                  <a:pt x="5636419" y="3885052"/>
                </a:cubicBezTo>
                <a:cubicBezTo>
                  <a:pt x="5632990" y="3892768"/>
                  <a:pt x="5636419" y="3885052"/>
                  <a:pt x="5644992" y="3894482"/>
                </a:cubicBezTo>
                <a:cubicBezTo>
                  <a:pt x="5653564" y="3903912"/>
                  <a:pt x="5644992" y="3894482"/>
                  <a:pt x="5650135" y="3900483"/>
                </a:cubicBezTo>
                <a:cubicBezTo>
                  <a:pt x="5656136" y="3907341"/>
                  <a:pt x="5651850" y="3905626"/>
                  <a:pt x="5652707" y="3912484"/>
                </a:cubicBezTo>
                <a:cubicBezTo>
                  <a:pt x="5653564" y="3919342"/>
                  <a:pt x="5655279" y="3915913"/>
                  <a:pt x="5662137" y="3920200"/>
                </a:cubicBezTo>
                <a:cubicBezTo>
                  <a:pt x="5668995" y="3924486"/>
                  <a:pt x="5665566" y="3923629"/>
                  <a:pt x="5668995" y="3931344"/>
                </a:cubicBezTo>
                <a:cubicBezTo>
                  <a:pt x="5672424" y="3939059"/>
                  <a:pt x="5673281" y="3933058"/>
                  <a:pt x="5680139" y="3937345"/>
                </a:cubicBezTo>
                <a:cubicBezTo>
                  <a:pt x="5687854" y="3941631"/>
                  <a:pt x="5698141" y="3938202"/>
                  <a:pt x="5707571" y="3938202"/>
                </a:cubicBezTo>
                <a:cubicBezTo>
                  <a:pt x="5717002" y="3938202"/>
                  <a:pt x="5719573" y="3939059"/>
                  <a:pt x="5726432" y="3935630"/>
                </a:cubicBezTo>
                <a:cubicBezTo>
                  <a:pt x="5734147" y="3933058"/>
                  <a:pt x="5741862" y="3933058"/>
                  <a:pt x="5746148" y="3929629"/>
                </a:cubicBezTo>
                <a:cubicBezTo>
                  <a:pt x="5750435" y="3926201"/>
                  <a:pt x="5754721" y="3927058"/>
                  <a:pt x="5757293" y="3928772"/>
                </a:cubicBezTo>
                <a:cubicBezTo>
                  <a:pt x="5759864" y="3930487"/>
                  <a:pt x="5758150" y="3934773"/>
                  <a:pt x="5765008" y="3939916"/>
                </a:cubicBezTo>
                <a:cubicBezTo>
                  <a:pt x="5771866" y="3945060"/>
                  <a:pt x="5771866" y="3938202"/>
                  <a:pt x="5776152" y="3937345"/>
                </a:cubicBezTo>
                <a:cubicBezTo>
                  <a:pt x="5780438" y="3936487"/>
                  <a:pt x="5792440" y="3944203"/>
                  <a:pt x="5792440" y="3944203"/>
                </a:cubicBezTo>
                <a:cubicBezTo>
                  <a:pt x="5792440" y="3944203"/>
                  <a:pt x="5791583" y="3950203"/>
                  <a:pt x="5789011" y="3960491"/>
                </a:cubicBezTo>
                <a:cubicBezTo>
                  <a:pt x="5786439" y="3970777"/>
                  <a:pt x="5789011" y="3960491"/>
                  <a:pt x="5789011" y="3966491"/>
                </a:cubicBezTo>
                <a:cubicBezTo>
                  <a:pt x="5789011" y="3972492"/>
                  <a:pt x="5790725" y="3988780"/>
                  <a:pt x="5790725" y="3988780"/>
                </a:cubicBezTo>
                <a:cubicBezTo>
                  <a:pt x="5790725" y="3988780"/>
                  <a:pt x="5794154" y="3993066"/>
                  <a:pt x="5798440" y="3999924"/>
                </a:cubicBezTo>
                <a:cubicBezTo>
                  <a:pt x="5802727" y="4006782"/>
                  <a:pt x="5802727" y="4005067"/>
                  <a:pt x="5803584" y="4007639"/>
                </a:cubicBezTo>
                <a:cubicBezTo>
                  <a:pt x="5804441" y="4010211"/>
                  <a:pt x="5810442" y="4016212"/>
                  <a:pt x="5812157" y="4020498"/>
                </a:cubicBezTo>
                <a:cubicBezTo>
                  <a:pt x="5813871" y="4023927"/>
                  <a:pt x="5813871" y="4026499"/>
                  <a:pt x="5814728" y="4032499"/>
                </a:cubicBezTo>
                <a:cubicBezTo>
                  <a:pt x="5815585" y="4039358"/>
                  <a:pt x="5809585" y="4040215"/>
                  <a:pt x="5803584" y="4044501"/>
                </a:cubicBezTo>
                <a:cubicBezTo>
                  <a:pt x="5797583" y="4048787"/>
                  <a:pt x="5801012" y="4050502"/>
                  <a:pt x="5798440" y="4060789"/>
                </a:cubicBezTo>
                <a:cubicBezTo>
                  <a:pt x="5795869" y="4071075"/>
                  <a:pt x="5798440" y="4060789"/>
                  <a:pt x="5794154" y="4071075"/>
                </a:cubicBezTo>
                <a:cubicBezTo>
                  <a:pt x="5789868" y="4081363"/>
                  <a:pt x="5795012" y="4075362"/>
                  <a:pt x="5801012" y="4081363"/>
                </a:cubicBezTo>
                <a:cubicBezTo>
                  <a:pt x="5807870" y="4087363"/>
                  <a:pt x="5807013" y="4083934"/>
                  <a:pt x="5811299" y="4094221"/>
                </a:cubicBezTo>
                <a:cubicBezTo>
                  <a:pt x="5816443" y="4103651"/>
                  <a:pt x="5813014" y="4097651"/>
                  <a:pt x="5813871" y="4106223"/>
                </a:cubicBezTo>
                <a:cubicBezTo>
                  <a:pt x="5814728" y="4114796"/>
                  <a:pt x="5813871" y="4106223"/>
                  <a:pt x="5813871" y="4115653"/>
                </a:cubicBezTo>
                <a:cubicBezTo>
                  <a:pt x="5813871" y="4124225"/>
                  <a:pt x="5813871" y="4115653"/>
                  <a:pt x="5819015" y="4127654"/>
                </a:cubicBezTo>
                <a:cubicBezTo>
                  <a:pt x="5824158" y="4139655"/>
                  <a:pt x="5819872" y="4132798"/>
                  <a:pt x="5825873" y="4143942"/>
                </a:cubicBezTo>
                <a:cubicBezTo>
                  <a:pt x="5832730" y="4155086"/>
                  <a:pt x="5825873" y="4143942"/>
                  <a:pt x="5830159" y="4143942"/>
                </a:cubicBezTo>
                <a:cubicBezTo>
                  <a:pt x="5834445" y="4143942"/>
                  <a:pt x="5845589" y="4138798"/>
                  <a:pt x="5848161" y="4136227"/>
                </a:cubicBezTo>
                <a:cubicBezTo>
                  <a:pt x="5850733" y="4133655"/>
                  <a:pt x="5866163" y="4127654"/>
                  <a:pt x="5870450" y="4126797"/>
                </a:cubicBezTo>
                <a:cubicBezTo>
                  <a:pt x="5875593" y="4125940"/>
                  <a:pt x="5873878" y="4117367"/>
                  <a:pt x="5873878" y="4117367"/>
                </a:cubicBezTo>
                <a:lnTo>
                  <a:pt x="5888452" y="4105365"/>
                </a:lnTo>
                <a:lnTo>
                  <a:pt x="5900453" y="4087363"/>
                </a:lnTo>
                <a:cubicBezTo>
                  <a:pt x="5900453" y="4087363"/>
                  <a:pt x="5900453" y="4077934"/>
                  <a:pt x="5900453" y="4075362"/>
                </a:cubicBezTo>
                <a:cubicBezTo>
                  <a:pt x="5900453" y="4073648"/>
                  <a:pt x="5907311" y="4072790"/>
                  <a:pt x="5911598" y="4071933"/>
                </a:cubicBezTo>
                <a:cubicBezTo>
                  <a:pt x="5915027" y="4071075"/>
                  <a:pt x="5914169" y="4066789"/>
                  <a:pt x="5915884" y="4064218"/>
                </a:cubicBezTo>
                <a:cubicBezTo>
                  <a:pt x="5917598" y="4062503"/>
                  <a:pt x="5923599" y="4053073"/>
                  <a:pt x="5929600" y="4051359"/>
                </a:cubicBezTo>
                <a:cubicBezTo>
                  <a:pt x="5936458" y="4050502"/>
                  <a:pt x="5924456" y="4039358"/>
                  <a:pt x="5924456" y="4039358"/>
                </a:cubicBezTo>
                <a:cubicBezTo>
                  <a:pt x="5924456" y="4039358"/>
                  <a:pt x="5933029" y="4033357"/>
                  <a:pt x="5934743" y="4027356"/>
                </a:cubicBezTo>
                <a:cubicBezTo>
                  <a:pt x="5936458" y="4021355"/>
                  <a:pt x="5934743" y="4009354"/>
                  <a:pt x="5933886" y="4005925"/>
                </a:cubicBezTo>
                <a:cubicBezTo>
                  <a:pt x="5933029" y="4003353"/>
                  <a:pt x="5933886" y="3991351"/>
                  <a:pt x="5933886" y="3991351"/>
                </a:cubicBezTo>
                <a:lnTo>
                  <a:pt x="5940744" y="3982779"/>
                </a:lnTo>
                <a:cubicBezTo>
                  <a:pt x="5940744" y="3982779"/>
                  <a:pt x="5941601" y="3967348"/>
                  <a:pt x="5944173" y="3965634"/>
                </a:cubicBezTo>
                <a:cubicBezTo>
                  <a:pt x="5946745" y="3963919"/>
                  <a:pt x="5951031" y="3953632"/>
                  <a:pt x="5955317" y="3953632"/>
                </a:cubicBezTo>
                <a:cubicBezTo>
                  <a:pt x="5959603" y="3953632"/>
                  <a:pt x="5958746" y="3930487"/>
                  <a:pt x="5958746" y="3930487"/>
                </a:cubicBezTo>
                <a:lnTo>
                  <a:pt x="5965604" y="3917628"/>
                </a:lnTo>
                <a:cubicBezTo>
                  <a:pt x="5965604" y="3917628"/>
                  <a:pt x="5968176" y="3904769"/>
                  <a:pt x="5968176" y="3902197"/>
                </a:cubicBezTo>
                <a:cubicBezTo>
                  <a:pt x="5968176" y="3899626"/>
                  <a:pt x="5961318" y="3894482"/>
                  <a:pt x="5961318" y="3894482"/>
                </a:cubicBezTo>
                <a:cubicBezTo>
                  <a:pt x="5961318" y="3894482"/>
                  <a:pt x="5954460" y="3894482"/>
                  <a:pt x="5949317" y="3897054"/>
                </a:cubicBezTo>
                <a:cubicBezTo>
                  <a:pt x="5944173" y="3899626"/>
                  <a:pt x="5945888" y="3897911"/>
                  <a:pt x="5942458" y="3898768"/>
                </a:cubicBezTo>
                <a:cubicBezTo>
                  <a:pt x="5939030" y="3899626"/>
                  <a:pt x="5938172" y="3897054"/>
                  <a:pt x="5933029" y="3895339"/>
                </a:cubicBezTo>
                <a:cubicBezTo>
                  <a:pt x="5927885" y="3893625"/>
                  <a:pt x="5932172" y="3888481"/>
                  <a:pt x="5933029" y="3884195"/>
                </a:cubicBezTo>
                <a:cubicBezTo>
                  <a:pt x="5933886" y="3879909"/>
                  <a:pt x="5925313" y="3880766"/>
                  <a:pt x="5921885" y="3879909"/>
                </a:cubicBezTo>
                <a:cubicBezTo>
                  <a:pt x="5919313" y="3879052"/>
                  <a:pt x="5918455" y="3869622"/>
                  <a:pt x="5915884" y="3867050"/>
                </a:cubicBezTo>
                <a:cubicBezTo>
                  <a:pt x="5914169" y="3865336"/>
                  <a:pt x="5913312" y="3861907"/>
                  <a:pt x="5909883" y="3855049"/>
                </a:cubicBezTo>
                <a:cubicBezTo>
                  <a:pt x="5906454" y="3848191"/>
                  <a:pt x="5904740" y="3851620"/>
                  <a:pt x="5900453" y="3850762"/>
                </a:cubicBezTo>
                <a:cubicBezTo>
                  <a:pt x="5896167" y="3849905"/>
                  <a:pt x="5901310" y="3841333"/>
                  <a:pt x="5897024" y="3833617"/>
                </a:cubicBezTo>
                <a:cubicBezTo>
                  <a:pt x="5892738" y="3825902"/>
                  <a:pt x="5906454" y="3830188"/>
                  <a:pt x="5906454" y="3830188"/>
                </a:cubicBezTo>
                <a:cubicBezTo>
                  <a:pt x="5906454" y="3830188"/>
                  <a:pt x="5906454" y="3830188"/>
                  <a:pt x="5912455" y="3835332"/>
                </a:cubicBezTo>
                <a:cubicBezTo>
                  <a:pt x="5918455" y="3841333"/>
                  <a:pt x="5914169" y="3839618"/>
                  <a:pt x="5918455" y="3845619"/>
                </a:cubicBezTo>
                <a:cubicBezTo>
                  <a:pt x="5923599" y="3851620"/>
                  <a:pt x="5919313" y="3855906"/>
                  <a:pt x="5921027" y="3858478"/>
                </a:cubicBezTo>
                <a:cubicBezTo>
                  <a:pt x="5922742" y="3861049"/>
                  <a:pt x="5932172" y="3862764"/>
                  <a:pt x="5935600" y="3867907"/>
                </a:cubicBezTo>
                <a:cubicBezTo>
                  <a:pt x="5939030" y="3873051"/>
                  <a:pt x="5944173" y="3879052"/>
                  <a:pt x="5944173" y="3879052"/>
                </a:cubicBezTo>
                <a:cubicBezTo>
                  <a:pt x="5944173" y="3879052"/>
                  <a:pt x="5961318" y="3876480"/>
                  <a:pt x="5964747" y="3874766"/>
                </a:cubicBezTo>
                <a:cubicBezTo>
                  <a:pt x="5967319" y="3873051"/>
                  <a:pt x="5969033" y="3863621"/>
                  <a:pt x="5969033" y="3863621"/>
                </a:cubicBezTo>
                <a:cubicBezTo>
                  <a:pt x="5969033" y="3863621"/>
                  <a:pt x="5972462" y="3855049"/>
                  <a:pt x="5972462" y="3851620"/>
                </a:cubicBezTo>
                <a:cubicBezTo>
                  <a:pt x="5972462" y="3849048"/>
                  <a:pt x="5968176" y="3837046"/>
                  <a:pt x="5968176" y="3837046"/>
                </a:cubicBezTo>
                <a:lnTo>
                  <a:pt x="5968176" y="3825045"/>
                </a:lnTo>
                <a:cubicBezTo>
                  <a:pt x="5968176" y="3825045"/>
                  <a:pt x="5962175" y="3819044"/>
                  <a:pt x="5963890" y="3814758"/>
                </a:cubicBezTo>
                <a:cubicBezTo>
                  <a:pt x="5965604" y="3811329"/>
                  <a:pt x="5963890" y="3814758"/>
                  <a:pt x="5967319" y="3815615"/>
                </a:cubicBezTo>
                <a:cubicBezTo>
                  <a:pt x="5969890" y="3816472"/>
                  <a:pt x="5976748" y="3816472"/>
                  <a:pt x="5979320" y="3819901"/>
                </a:cubicBezTo>
                <a:cubicBezTo>
                  <a:pt x="5981892" y="3823331"/>
                  <a:pt x="5984464" y="3832760"/>
                  <a:pt x="5987893" y="3836189"/>
                </a:cubicBezTo>
                <a:cubicBezTo>
                  <a:pt x="5991322" y="3839618"/>
                  <a:pt x="5991322" y="3838761"/>
                  <a:pt x="5995608" y="3843904"/>
                </a:cubicBezTo>
                <a:cubicBezTo>
                  <a:pt x="5999037" y="3849048"/>
                  <a:pt x="5998180" y="3845619"/>
                  <a:pt x="6001609" y="3850762"/>
                </a:cubicBezTo>
                <a:cubicBezTo>
                  <a:pt x="6005038" y="3856763"/>
                  <a:pt x="6001609" y="3855049"/>
                  <a:pt x="6005895" y="3862764"/>
                </a:cubicBezTo>
                <a:cubicBezTo>
                  <a:pt x="6010181" y="3870479"/>
                  <a:pt x="6010181" y="3868765"/>
                  <a:pt x="6014468" y="3873051"/>
                </a:cubicBezTo>
                <a:lnTo>
                  <a:pt x="6016182" y="3869622"/>
                </a:lnTo>
                <a:cubicBezTo>
                  <a:pt x="5982107" y="3745535"/>
                  <a:pt x="5876182" y="3678348"/>
                  <a:pt x="5825350" y="3652510"/>
                </a:cubicBezTo>
                <a:lnTo>
                  <a:pt x="5820840" y="3650383"/>
                </a:lnTo>
                <a:lnTo>
                  <a:pt x="5876805" y="3675659"/>
                </a:lnTo>
                <a:cubicBezTo>
                  <a:pt x="6043936" y="3773476"/>
                  <a:pt x="6086691" y="3965313"/>
                  <a:pt x="5998180" y="4119082"/>
                </a:cubicBezTo>
                <a:cubicBezTo>
                  <a:pt x="5897024" y="4294818"/>
                  <a:pt x="5717002" y="4286246"/>
                  <a:pt x="5717002" y="4286246"/>
                </a:cubicBezTo>
                <a:cubicBezTo>
                  <a:pt x="5797583" y="4285388"/>
                  <a:pt x="5835302" y="4250241"/>
                  <a:pt x="5835302" y="4250241"/>
                </a:cubicBezTo>
                <a:cubicBezTo>
                  <a:pt x="5835302" y="4250241"/>
                  <a:pt x="5821586" y="4249384"/>
                  <a:pt x="5819015" y="4251098"/>
                </a:cubicBezTo>
                <a:cubicBezTo>
                  <a:pt x="5816443" y="4252813"/>
                  <a:pt x="5805298" y="4244240"/>
                  <a:pt x="5802727" y="4244240"/>
                </a:cubicBezTo>
                <a:cubicBezTo>
                  <a:pt x="5800155" y="4244240"/>
                  <a:pt x="5795869" y="4243383"/>
                  <a:pt x="5793297" y="4242525"/>
                </a:cubicBezTo>
                <a:cubicBezTo>
                  <a:pt x="5790725" y="4241668"/>
                  <a:pt x="5783010" y="4244240"/>
                  <a:pt x="5777867" y="4245098"/>
                </a:cubicBezTo>
                <a:cubicBezTo>
                  <a:pt x="5771866" y="4245955"/>
                  <a:pt x="5771008" y="4245955"/>
                  <a:pt x="5765865" y="4251098"/>
                </a:cubicBezTo>
                <a:cubicBezTo>
                  <a:pt x="5759864" y="4256242"/>
                  <a:pt x="5759864" y="4250241"/>
                  <a:pt x="5755578" y="4250241"/>
                </a:cubicBezTo>
                <a:cubicBezTo>
                  <a:pt x="5752149" y="4250241"/>
                  <a:pt x="5742719" y="4251098"/>
                  <a:pt x="5742719" y="4251098"/>
                </a:cubicBezTo>
                <a:lnTo>
                  <a:pt x="5747005" y="4240811"/>
                </a:lnTo>
                <a:cubicBezTo>
                  <a:pt x="5747005" y="4240811"/>
                  <a:pt x="5741005" y="4239097"/>
                  <a:pt x="5735861" y="4239097"/>
                </a:cubicBezTo>
                <a:cubicBezTo>
                  <a:pt x="5730718" y="4239097"/>
                  <a:pt x="5731575" y="4243383"/>
                  <a:pt x="5729003" y="4247669"/>
                </a:cubicBezTo>
                <a:cubicBezTo>
                  <a:pt x="5726432" y="4251956"/>
                  <a:pt x="5726432" y="4252813"/>
                  <a:pt x="5723003" y="4258813"/>
                </a:cubicBezTo>
                <a:cubicBezTo>
                  <a:pt x="5720431" y="4265671"/>
                  <a:pt x="5706715" y="4255384"/>
                  <a:pt x="5701571" y="4254527"/>
                </a:cubicBezTo>
                <a:cubicBezTo>
                  <a:pt x="5696427" y="4253670"/>
                  <a:pt x="5693855" y="4254527"/>
                  <a:pt x="5689569" y="4251956"/>
                </a:cubicBezTo>
                <a:cubicBezTo>
                  <a:pt x="5685282" y="4249384"/>
                  <a:pt x="5690426" y="4247669"/>
                  <a:pt x="5690426" y="4247669"/>
                </a:cubicBezTo>
                <a:lnTo>
                  <a:pt x="5702427" y="4239097"/>
                </a:lnTo>
                <a:lnTo>
                  <a:pt x="5714430" y="4232239"/>
                </a:lnTo>
                <a:cubicBezTo>
                  <a:pt x="5714430" y="4232239"/>
                  <a:pt x="5712715" y="4226238"/>
                  <a:pt x="5708429" y="4225380"/>
                </a:cubicBezTo>
                <a:cubicBezTo>
                  <a:pt x="5704999" y="4224523"/>
                  <a:pt x="5704999" y="4227953"/>
                  <a:pt x="5702427" y="4230524"/>
                </a:cubicBezTo>
                <a:cubicBezTo>
                  <a:pt x="5699857" y="4233096"/>
                  <a:pt x="5677567" y="4231381"/>
                  <a:pt x="5677567" y="4231381"/>
                </a:cubicBezTo>
                <a:cubicBezTo>
                  <a:pt x="5677567" y="4231381"/>
                  <a:pt x="5663851" y="4236525"/>
                  <a:pt x="5656993" y="4233096"/>
                </a:cubicBezTo>
                <a:cubicBezTo>
                  <a:pt x="5649278" y="4229667"/>
                  <a:pt x="5656993" y="4233096"/>
                  <a:pt x="5653564" y="4226238"/>
                </a:cubicBezTo>
                <a:cubicBezTo>
                  <a:pt x="5650992" y="4219380"/>
                  <a:pt x="5644134" y="4230524"/>
                  <a:pt x="5638991" y="4233096"/>
                </a:cubicBezTo>
                <a:cubicBezTo>
                  <a:pt x="5632990" y="4235668"/>
                  <a:pt x="5632990" y="4233953"/>
                  <a:pt x="5618417" y="4236525"/>
                </a:cubicBezTo>
                <a:cubicBezTo>
                  <a:pt x="5603844" y="4239097"/>
                  <a:pt x="5608130" y="4238239"/>
                  <a:pt x="5608130" y="4238239"/>
                </a:cubicBezTo>
                <a:lnTo>
                  <a:pt x="5607273" y="4232239"/>
                </a:lnTo>
                <a:cubicBezTo>
                  <a:pt x="5607273" y="4232239"/>
                  <a:pt x="5601272" y="4236525"/>
                  <a:pt x="5596986" y="4240811"/>
                </a:cubicBezTo>
                <a:cubicBezTo>
                  <a:pt x="5592699" y="4245098"/>
                  <a:pt x="5588413" y="4242525"/>
                  <a:pt x="5584984" y="4242525"/>
                </a:cubicBezTo>
                <a:cubicBezTo>
                  <a:pt x="5581555" y="4242525"/>
                  <a:pt x="5583270" y="4256242"/>
                  <a:pt x="5583270" y="4256242"/>
                </a:cubicBezTo>
                <a:cubicBezTo>
                  <a:pt x="5589271" y="4270815"/>
                  <a:pt x="5664709" y="4287103"/>
                  <a:pt x="5664709" y="4287103"/>
                </a:cubicBezTo>
                <a:cubicBezTo>
                  <a:pt x="5338954" y="4239097"/>
                  <a:pt x="5372386" y="3912484"/>
                  <a:pt x="5372386" y="3912484"/>
                </a:cubicBezTo>
                <a:lnTo>
                  <a:pt x="5375815" y="3909913"/>
                </a:lnTo>
                <a:cubicBezTo>
                  <a:pt x="5375815" y="3909913"/>
                  <a:pt x="5377530" y="3917628"/>
                  <a:pt x="5378387" y="3921057"/>
                </a:cubicBezTo>
                <a:cubicBezTo>
                  <a:pt x="5380101" y="3924486"/>
                  <a:pt x="5380101" y="3923629"/>
                  <a:pt x="5384388" y="3929629"/>
                </a:cubicBezTo>
                <a:cubicBezTo>
                  <a:pt x="5387817" y="3935630"/>
                  <a:pt x="5389531" y="3934773"/>
                  <a:pt x="5391246" y="3939059"/>
                </a:cubicBezTo>
                <a:cubicBezTo>
                  <a:pt x="5392960" y="3944203"/>
                  <a:pt x="5391246" y="3939059"/>
                  <a:pt x="5386959" y="3953632"/>
                </a:cubicBezTo>
                <a:cubicBezTo>
                  <a:pt x="5383531" y="3968206"/>
                  <a:pt x="5395532" y="3977636"/>
                  <a:pt x="5395532" y="3977636"/>
                </a:cubicBezTo>
                <a:cubicBezTo>
                  <a:pt x="5395532" y="3977636"/>
                  <a:pt x="5395532" y="3981922"/>
                  <a:pt x="5394675" y="4006782"/>
                </a:cubicBezTo>
                <a:cubicBezTo>
                  <a:pt x="5393817" y="4030785"/>
                  <a:pt x="5404962" y="4036785"/>
                  <a:pt x="5413534" y="4051359"/>
                </a:cubicBezTo>
                <a:cubicBezTo>
                  <a:pt x="5421249" y="4065075"/>
                  <a:pt x="5416963" y="4059931"/>
                  <a:pt x="5420392" y="4065932"/>
                </a:cubicBezTo>
                <a:cubicBezTo>
                  <a:pt x="5423821" y="4071075"/>
                  <a:pt x="5422964" y="4066789"/>
                  <a:pt x="5432394" y="4075362"/>
                </a:cubicBezTo>
                <a:cubicBezTo>
                  <a:pt x="5441824" y="4083934"/>
                  <a:pt x="5434108" y="4083934"/>
                  <a:pt x="5438394" y="4101079"/>
                </a:cubicBezTo>
                <a:cubicBezTo>
                  <a:pt x="5442681" y="4118224"/>
                  <a:pt x="5442681" y="4108795"/>
                  <a:pt x="5446110" y="4123368"/>
                </a:cubicBezTo>
                <a:cubicBezTo>
                  <a:pt x="5448681" y="4138798"/>
                  <a:pt x="5449539" y="4126797"/>
                  <a:pt x="5455539" y="4135369"/>
                </a:cubicBezTo>
                <a:cubicBezTo>
                  <a:pt x="5461540" y="4143942"/>
                  <a:pt x="5455539" y="4135369"/>
                  <a:pt x="5462397" y="4148228"/>
                </a:cubicBezTo>
                <a:cubicBezTo>
                  <a:pt x="5469256" y="4161087"/>
                  <a:pt x="5467541" y="4154229"/>
                  <a:pt x="5470113" y="4160230"/>
                </a:cubicBezTo>
                <a:cubicBezTo>
                  <a:pt x="5472684" y="4165373"/>
                  <a:pt x="5475256" y="4162801"/>
                  <a:pt x="5484686" y="4188519"/>
                </a:cubicBezTo>
                <a:cubicBezTo>
                  <a:pt x="5494116" y="4214236"/>
                  <a:pt x="5486401" y="4192805"/>
                  <a:pt x="5491544" y="4198806"/>
                </a:cubicBezTo>
                <a:cubicBezTo>
                  <a:pt x="5496687" y="4204807"/>
                  <a:pt x="5499259" y="4201378"/>
                  <a:pt x="5511261" y="4210808"/>
                </a:cubicBezTo>
                <a:cubicBezTo>
                  <a:pt x="5523262" y="4220237"/>
                  <a:pt x="5514690" y="4215094"/>
                  <a:pt x="5524119" y="4221094"/>
                </a:cubicBezTo>
                <a:cubicBezTo>
                  <a:pt x="5533549" y="4227095"/>
                  <a:pt x="5525834" y="4218523"/>
                  <a:pt x="5525834" y="4215094"/>
                </a:cubicBezTo>
                <a:cubicBezTo>
                  <a:pt x="5525834" y="4211665"/>
                  <a:pt x="5521548" y="4209950"/>
                  <a:pt x="5518119" y="4206521"/>
                </a:cubicBezTo>
                <a:cubicBezTo>
                  <a:pt x="5513832" y="4203949"/>
                  <a:pt x="5512975" y="4199663"/>
                  <a:pt x="5509546" y="4195377"/>
                </a:cubicBezTo>
                <a:cubicBezTo>
                  <a:pt x="5506974" y="4191948"/>
                  <a:pt x="5506974" y="4190233"/>
                  <a:pt x="5505260" y="4185947"/>
                </a:cubicBezTo>
                <a:cubicBezTo>
                  <a:pt x="5502688" y="4181661"/>
                  <a:pt x="5500117" y="4179946"/>
                  <a:pt x="5495830" y="4173088"/>
                </a:cubicBezTo>
                <a:cubicBezTo>
                  <a:pt x="5491544" y="4166231"/>
                  <a:pt x="5499259" y="4167945"/>
                  <a:pt x="5500117" y="4165373"/>
                </a:cubicBezTo>
                <a:cubicBezTo>
                  <a:pt x="5500974" y="4162801"/>
                  <a:pt x="5502688" y="4163659"/>
                  <a:pt x="5503546" y="4160230"/>
                </a:cubicBezTo>
                <a:cubicBezTo>
                  <a:pt x="5504403" y="4156800"/>
                  <a:pt x="5504403" y="4151657"/>
                  <a:pt x="5500117" y="4147371"/>
                </a:cubicBezTo>
                <a:cubicBezTo>
                  <a:pt x="5496687" y="4142228"/>
                  <a:pt x="5507832" y="4121653"/>
                  <a:pt x="5508689" y="4119082"/>
                </a:cubicBezTo>
                <a:cubicBezTo>
                  <a:pt x="5509546" y="4116510"/>
                  <a:pt x="5508689" y="4103651"/>
                  <a:pt x="5508689" y="4103651"/>
                </a:cubicBezTo>
                <a:cubicBezTo>
                  <a:pt x="5508689" y="4103651"/>
                  <a:pt x="5514690" y="4097651"/>
                  <a:pt x="5518119" y="4096793"/>
                </a:cubicBezTo>
                <a:cubicBezTo>
                  <a:pt x="5521548" y="4095936"/>
                  <a:pt x="5527549" y="4091650"/>
                  <a:pt x="5531835" y="4087363"/>
                </a:cubicBezTo>
                <a:cubicBezTo>
                  <a:pt x="5536121" y="4083077"/>
                  <a:pt x="5530120" y="4078791"/>
                  <a:pt x="5530120" y="4078791"/>
                </a:cubicBezTo>
                <a:cubicBezTo>
                  <a:pt x="5530120" y="4078791"/>
                  <a:pt x="5532692" y="4073648"/>
                  <a:pt x="5534407" y="4070218"/>
                </a:cubicBezTo>
                <a:cubicBezTo>
                  <a:pt x="5536121" y="4066789"/>
                  <a:pt x="5535264" y="4059074"/>
                  <a:pt x="5535264" y="4056503"/>
                </a:cubicBezTo>
                <a:cubicBezTo>
                  <a:pt x="5535264" y="4053930"/>
                  <a:pt x="5532692" y="4049644"/>
                  <a:pt x="5530977" y="4045358"/>
                </a:cubicBezTo>
                <a:cubicBezTo>
                  <a:pt x="5528406" y="4041072"/>
                  <a:pt x="5530977" y="4036785"/>
                  <a:pt x="5532692" y="4034214"/>
                </a:cubicBezTo>
                <a:cubicBezTo>
                  <a:pt x="5535264" y="4031642"/>
                  <a:pt x="5538693" y="4023070"/>
                  <a:pt x="5542122" y="4020498"/>
                </a:cubicBezTo>
                <a:cubicBezTo>
                  <a:pt x="5545551" y="4017926"/>
                  <a:pt x="5546408" y="4013640"/>
                  <a:pt x="5547265" y="4007639"/>
                </a:cubicBezTo>
                <a:cubicBezTo>
                  <a:pt x="5548122" y="4001638"/>
                  <a:pt x="5543836" y="4001638"/>
                  <a:pt x="5542122" y="4000781"/>
                </a:cubicBezTo>
                <a:cubicBezTo>
                  <a:pt x="5540407" y="3999924"/>
                  <a:pt x="5537836" y="3998209"/>
                  <a:pt x="5529263" y="3993923"/>
                </a:cubicBezTo>
                <a:cubicBezTo>
                  <a:pt x="5521548" y="3988780"/>
                  <a:pt x="5524119" y="3985351"/>
                  <a:pt x="5520691" y="3982779"/>
                </a:cubicBezTo>
                <a:cubicBezTo>
                  <a:pt x="5517262" y="3980207"/>
                  <a:pt x="5511261" y="3981064"/>
                  <a:pt x="5504403" y="3981922"/>
                </a:cubicBezTo>
                <a:cubicBezTo>
                  <a:pt x="5497545" y="3982779"/>
                  <a:pt x="5502688" y="3977636"/>
                  <a:pt x="5500974" y="3976778"/>
                </a:cubicBezTo>
                <a:cubicBezTo>
                  <a:pt x="5499259" y="3975921"/>
                  <a:pt x="5494116" y="3973349"/>
                  <a:pt x="5488115" y="3971635"/>
                </a:cubicBezTo>
                <a:cubicBezTo>
                  <a:pt x="5482971" y="3969920"/>
                  <a:pt x="5486401" y="3964777"/>
                  <a:pt x="5486401" y="3964777"/>
                </a:cubicBezTo>
                <a:cubicBezTo>
                  <a:pt x="5486401" y="3964777"/>
                  <a:pt x="5479542" y="3963919"/>
                  <a:pt x="5476971" y="3963062"/>
                </a:cubicBezTo>
                <a:cubicBezTo>
                  <a:pt x="5474399" y="3963062"/>
                  <a:pt x="5474399" y="3958776"/>
                  <a:pt x="5475256" y="3957061"/>
                </a:cubicBezTo>
                <a:cubicBezTo>
                  <a:pt x="5476114" y="3954490"/>
                  <a:pt x="5474399" y="3947632"/>
                  <a:pt x="5474399" y="3947632"/>
                </a:cubicBezTo>
                <a:cubicBezTo>
                  <a:pt x="5474399" y="3947632"/>
                  <a:pt x="5473542" y="3939059"/>
                  <a:pt x="5469256" y="3938202"/>
                </a:cubicBezTo>
                <a:cubicBezTo>
                  <a:pt x="5464969" y="3936487"/>
                  <a:pt x="5466684" y="3933058"/>
                  <a:pt x="5464969" y="3932201"/>
                </a:cubicBezTo>
                <a:cubicBezTo>
                  <a:pt x="5462397" y="3931344"/>
                  <a:pt x="5455539" y="3930487"/>
                  <a:pt x="5453825" y="3930487"/>
                </a:cubicBezTo>
                <a:cubicBezTo>
                  <a:pt x="5452968" y="3930487"/>
                  <a:pt x="5445252" y="3928772"/>
                  <a:pt x="5444395" y="3925343"/>
                </a:cubicBezTo>
                <a:cubicBezTo>
                  <a:pt x="5443538" y="3922771"/>
                  <a:pt x="5443538" y="3917628"/>
                  <a:pt x="5441824" y="3916771"/>
                </a:cubicBezTo>
                <a:cubicBezTo>
                  <a:pt x="5440109" y="3915913"/>
                  <a:pt x="5438394" y="3910770"/>
                  <a:pt x="5437537" y="3907341"/>
                </a:cubicBezTo>
                <a:cubicBezTo>
                  <a:pt x="5435823" y="3903912"/>
                  <a:pt x="5433251" y="3903912"/>
                  <a:pt x="5431536" y="3903055"/>
                </a:cubicBezTo>
                <a:cubicBezTo>
                  <a:pt x="5429822" y="3902197"/>
                  <a:pt x="5422107" y="3906484"/>
                  <a:pt x="5419535" y="3905626"/>
                </a:cubicBezTo>
                <a:cubicBezTo>
                  <a:pt x="5416963" y="3904769"/>
                  <a:pt x="5420392" y="3899626"/>
                  <a:pt x="5418678" y="3897911"/>
                </a:cubicBezTo>
                <a:cubicBezTo>
                  <a:pt x="5417821" y="3896197"/>
                  <a:pt x="5416963" y="3897054"/>
                  <a:pt x="5411820" y="3896197"/>
                </a:cubicBezTo>
                <a:cubicBezTo>
                  <a:pt x="5406676" y="3895339"/>
                  <a:pt x="5406676" y="3899626"/>
                  <a:pt x="5406676" y="3899626"/>
                </a:cubicBezTo>
                <a:lnTo>
                  <a:pt x="5404104" y="3903055"/>
                </a:lnTo>
                <a:cubicBezTo>
                  <a:pt x="5404104" y="3903055"/>
                  <a:pt x="5402390" y="3905626"/>
                  <a:pt x="5398104" y="3911627"/>
                </a:cubicBezTo>
                <a:cubicBezTo>
                  <a:pt x="5393817" y="3917628"/>
                  <a:pt x="5398104" y="3911627"/>
                  <a:pt x="5396389" y="3909913"/>
                </a:cubicBezTo>
                <a:cubicBezTo>
                  <a:pt x="5394675" y="3908198"/>
                  <a:pt x="5394675" y="3908198"/>
                  <a:pt x="5393817" y="3906484"/>
                </a:cubicBezTo>
                <a:cubicBezTo>
                  <a:pt x="5392103" y="3904769"/>
                  <a:pt x="5389531" y="3897054"/>
                  <a:pt x="5390389" y="3893625"/>
                </a:cubicBezTo>
                <a:cubicBezTo>
                  <a:pt x="5391246" y="3890196"/>
                  <a:pt x="5392960" y="3886767"/>
                  <a:pt x="5393817" y="3884195"/>
                </a:cubicBezTo>
                <a:cubicBezTo>
                  <a:pt x="5394675" y="3881623"/>
                  <a:pt x="5392960" y="3879909"/>
                  <a:pt x="5392960" y="3871336"/>
                </a:cubicBezTo>
                <a:cubicBezTo>
                  <a:pt x="5392960" y="3862764"/>
                  <a:pt x="5392960" y="3863621"/>
                  <a:pt x="5393817" y="3861049"/>
                </a:cubicBezTo>
                <a:cubicBezTo>
                  <a:pt x="5393817" y="3858478"/>
                  <a:pt x="5392960" y="3855906"/>
                  <a:pt x="5392960" y="3853334"/>
                </a:cubicBezTo>
                <a:cubicBezTo>
                  <a:pt x="5392960" y="3850762"/>
                  <a:pt x="5388674" y="3851620"/>
                  <a:pt x="5388674" y="3851620"/>
                </a:cubicBezTo>
                <a:cubicBezTo>
                  <a:pt x="5392103" y="3836189"/>
                  <a:pt x="5402390" y="3815615"/>
                  <a:pt x="5402390" y="3815615"/>
                </a:cubicBezTo>
                <a:cubicBezTo>
                  <a:pt x="5402390" y="3815615"/>
                  <a:pt x="5400676" y="3825045"/>
                  <a:pt x="5400676" y="3826759"/>
                </a:cubicBezTo>
                <a:cubicBezTo>
                  <a:pt x="5400676" y="3828474"/>
                  <a:pt x="5399818" y="3831903"/>
                  <a:pt x="5399818" y="3833617"/>
                </a:cubicBezTo>
                <a:cubicBezTo>
                  <a:pt x="5399818" y="3835332"/>
                  <a:pt x="5398961" y="3839618"/>
                  <a:pt x="5398961" y="3841333"/>
                </a:cubicBezTo>
                <a:cubicBezTo>
                  <a:pt x="5398961" y="3843047"/>
                  <a:pt x="5400676" y="3842190"/>
                  <a:pt x="5401533" y="3842190"/>
                </a:cubicBezTo>
                <a:cubicBezTo>
                  <a:pt x="5403247" y="3841333"/>
                  <a:pt x="5404104" y="3842190"/>
                  <a:pt x="5406676" y="3845619"/>
                </a:cubicBezTo>
                <a:cubicBezTo>
                  <a:pt x="5409248" y="3849048"/>
                  <a:pt x="5406676" y="3845619"/>
                  <a:pt x="5408391" y="3845619"/>
                </a:cubicBezTo>
                <a:cubicBezTo>
                  <a:pt x="5409248" y="3845619"/>
                  <a:pt x="5411820" y="3849048"/>
                  <a:pt x="5412677" y="3850762"/>
                </a:cubicBezTo>
                <a:cubicBezTo>
                  <a:pt x="5413534" y="3852477"/>
                  <a:pt x="5411820" y="3854191"/>
                  <a:pt x="5411820" y="3857621"/>
                </a:cubicBezTo>
                <a:cubicBezTo>
                  <a:pt x="5410962" y="3861049"/>
                  <a:pt x="5411820" y="3857621"/>
                  <a:pt x="5413534" y="3859335"/>
                </a:cubicBezTo>
                <a:cubicBezTo>
                  <a:pt x="5415249" y="3861049"/>
                  <a:pt x="5417821" y="3861049"/>
                  <a:pt x="5418678" y="3861907"/>
                </a:cubicBezTo>
                <a:cubicBezTo>
                  <a:pt x="5420392" y="3862764"/>
                  <a:pt x="5422964" y="3860192"/>
                  <a:pt x="5425536" y="3861049"/>
                </a:cubicBezTo>
                <a:cubicBezTo>
                  <a:pt x="5428107" y="3861049"/>
                  <a:pt x="5428107" y="3862764"/>
                  <a:pt x="5428965" y="3865336"/>
                </a:cubicBezTo>
                <a:cubicBezTo>
                  <a:pt x="5429822" y="3868765"/>
                  <a:pt x="5429822" y="3868765"/>
                  <a:pt x="5430679" y="3868765"/>
                </a:cubicBezTo>
                <a:cubicBezTo>
                  <a:pt x="5431536" y="3868765"/>
                  <a:pt x="5433251" y="3866193"/>
                  <a:pt x="5434108" y="3865336"/>
                </a:cubicBezTo>
                <a:cubicBezTo>
                  <a:pt x="5434966" y="3864478"/>
                  <a:pt x="5435823" y="3861049"/>
                  <a:pt x="5435823" y="3861049"/>
                </a:cubicBezTo>
                <a:lnTo>
                  <a:pt x="5432394" y="3858478"/>
                </a:lnTo>
                <a:lnTo>
                  <a:pt x="5427250" y="3855049"/>
                </a:lnTo>
                <a:lnTo>
                  <a:pt x="5421249" y="3853334"/>
                </a:lnTo>
                <a:cubicBezTo>
                  <a:pt x="5421249" y="3853334"/>
                  <a:pt x="5417821" y="3852477"/>
                  <a:pt x="5415249" y="3852477"/>
                </a:cubicBezTo>
                <a:cubicBezTo>
                  <a:pt x="5412677" y="3852477"/>
                  <a:pt x="5415249" y="3846476"/>
                  <a:pt x="5415249" y="3845619"/>
                </a:cubicBezTo>
                <a:cubicBezTo>
                  <a:pt x="5415249" y="3843904"/>
                  <a:pt x="5415249" y="3837904"/>
                  <a:pt x="5415249" y="3837904"/>
                </a:cubicBezTo>
                <a:cubicBezTo>
                  <a:pt x="5415249" y="3837904"/>
                  <a:pt x="5411820" y="3837046"/>
                  <a:pt x="5410962" y="3837046"/>
                </a:cubicBezTo>
                <a:cubicBezTo>
                  <a:pt x="5410105" y="3837046"/>
                  <a:pt x="5406676" y="3834475"/>
                  <a:pt x="5406676" y="3833617"/>
                </a:cubicBezTo>
                <a:cubicBezTo>
                  <a:pt x="5406676" y="3831903"/>
                  <a:pt x="5407534" y="3828474"/>
                  <a:pt x="5410105" y="3826759"/>
                </a:cubicBezTo>
                <a:cubicBezTo>
                  <a:pt x="5411820" y="3825045"/>
                  <a:pt x="5419535" y="3822473"/>
                  <a:pt x="5420392" y="3822473"/>
                </a:cubicBezTo>
                <a:cubicBezTo>
                  <a:pt x="5421249" y="3821616"/>
                  <a:pt x="5423821" y="3819044"/>
                  <a:pt x="5425536" y="3818187"/>
                </a:cubicBezTo>
                <a:cubicBezTo>
                  <a:pt x="5426393" y="3817330"/>
                  <a:pt x="5428965" y="3813901"/>
                  <a:pt x="5428965" y="3810472"/>
                </a:cubicBezTo>
                <a:cubicBezTo>
                  <a:pt x="5429822" y="3807900"/>
                  <a:pt x="5431536" y="3803614"/>
                  <a:pt x="5432394" y="3801899"/>
                </a:cubicBezTo>
                <a:cubicBezTo>
                  <a:pt x="5433251" y="3800185"/>
                  <a:pt x="5433251" y="3795898"/>
                  <a:pt x="5434108" y="3792469"/>
                </a:cubicBezTo>
                <a:cubicBezTo>
                  <a:pt x="5434966" y="3789898"/>
                  <a:pt x="5438394" y="3785611"/>
                  <a:pt x="5439252" y="3785611"/>
                </a:cubicBezTo>
                <a:cubicBezTo>
                  <a:pt x="5440109" y="3785611"/>
                  <a:pt x="5448681" y="3779611"/>
                  <a:pt x="5451253" y="3776182"/>
                </a:cubicBezTo>
                <a:cubicBezTo>
                  <a:pt x="5453825" y="3772753"/>
                  <a:pt x="5458111" y="3770181"/>
                  <a:pt x="5458111" y="3770181"/>
                </a:cubicBezTo>
                <a:lnTo>
                  <a:pt x="5460683" y="3764180"/>
                </a:lnTo>
                <a:cubicBezTo>
                  <a:pt x="5460683" y="3764180"/>
                  <a:pt x="5461540" y="3762466"/>
                  <a:pt x="5466684" y="3761608"/>
                </a:cubicBezTo>
                <a:cubicBezTo>
                  <a:pt x="5471827" y="3759894"/>
                  <a:pt x="5474399" y="3757322"/>
                  <a:pt x="5474399" y="3757322"/>
                </a:cubicBezTo>
                <a:cubicBezTo>
                  <a:pt x="5474399" y="3757322"/>
                  <a:pt x="5476971" y="3751321"/>
                  <a:pt x="5476971" y="3749607"/>
                </a:cubicBezTo>
                <a:cubicBezTo>
                  <a:pt x="5476971" y="3747892"/>
                  <a:pt x="5479542" y="3747035"/>
                  <a:pt x="5479542" y="3747035"/>
                </a:cubicBezTo>
                <a:cubicBezTo>
                  <a:pt x="5479542" y="3747035"/>
                  <a:pt x="5488115" y="3741892"/>
                  <a:pt x="5488115" y="3741034"/>
                </a:cubicBezTo>
                <a:cubicBezTo>
                  <a:pt x="5488115" y="3740177"/>
                  <a:pt x="5488972" y="3739320"/>
                  <a:pt x="5491544" y="3738463"/>
                </a:cubicBezTo>
                <a:cubicBezTo>
                  <a:pt x="5494116" y="3737606"/>
                  <a:pt x="5495830" y="3738463"/>
                  <a:pt x="5498402" y="3739320"/>
                </a:cubicBezTo>
                <a:cubicBezTo>
                  <a:pt x="5500117" y="3740177"/>
                  <a:pt x="5503546" y="3741034"/>
                  <a:pt x="5507832" y="3741892"/>
                </a:cubicBezTo>
                <a:cubicBezTo>
                  <a:pt x="5512118" y="3742749"/>
                  <a:pt x="5512975" y="3741034"/>
                  <a:pt x="5512975" y="3741034"/>
                </a:cubicBezTo>
                <a:cubicBezTo>
                  <a:pt x="5512975" y="3741034"/>
                  <a:pt x="5514690" y="3736748"/>
                  <a:pt x="5514690" y="3735034"/>
                </a:cubicBezTo>
                <a:cubicBezTo>
                  <a:pt x="5514690" y="3733319"/>
                  <a:pt x="5513832" y="3731605"/>
                  <a:pt x="5513832" y="3731605"/>
                </a:cubicBezTo>
                <a:cubicBezTo>
                  <a:pt x="5513832" y="3731605"/>
                  <a:pt x="5510404" y="3729890"/>
                  <a:pt x="5509546" y="3729890"/>
                </a:cubicBezTo>
                <a:cubicBezTo>
                  <a:pt x="5508689" y="3729890"/>
                  <a:pt x="5511261" y="3723032"/>
                  <a:pt x="5511261" y="3723032"/>
                </a:cubicBezTo>
                <a:lnTo>
                  <a:pt x="5517262" y="3718746"/>
                </a:lnTo>
                <a:cubicBezTo>
                  <a:pt x="5517262" y="3718746"/>
                  <a:pt x="5522405" y="3714460"/>
                  <a:pt x="5525834" y="3713602"/>
                </a:cubicBezTo>
                <a:cubicBezTo>
                  <a:pt x="5529263" y="3712745"/>
                  <a:pt x="5529263" y="3717031"/>
                  <a:pt x="5530977" y="3717889"/>
                </a:cubicBezTo>
                <a:cubicBezTo>
                  <a:pt x="5532692" y="3719603"/>
                  <a:pt x="5531835" y="3720461"/>
                  <a:pt x="5531835" y="3720461"/>
                </a:cubicBezTo>
                <a:lnTo>
                  <a:pt x="5524977" y="3724747"/>
                </a:lnTo>
                <a:cubicBezTo>
                  <a:pt x="5524977" y="3724747"/>
                  <a:pt x="5525834" y="3729890"/>
                  <a:pt x="5528406" y="3730747"/>
                </a:cubicBezTo>
                <a:cubicBezTo>
                  <a:pt x="5530977" y="3731605"/>
                  <a:pt x="5536978" y="3730747"/>
                  <a:pt x="5536978" y="3730747"/>
                </a:cubicBezTo>
                <a:lnTo>
                  <a:pt x="5542122" y="3727318"/>
                </a:lnTo>
                <a:lnTo>
                  <a:pt x="5543836" y="3723032"/>
                </a:lnTo>
                <a:lnTo>
                  <a:pt x="5543836" y="3716174"/>
                </a:lnTo>
                <a:cubicBezTo>
                  <a:pt x="5543836" y="3716174"/>
                  <a:pt x="5542979" y="3712745"/>
                  <a:pt x="5542979" y="3710173"/>
                </a:cubicBezTo>
                <a:cubicBezTo>
                  <a:pt x="5542979" y="3707602"/>
                  <a:pt x="5544694" y="3706744"/>
                  <a:pt x="5545551" y="3705887"/>
                </a:cubicBezTo>
                <a:cubicBezTo>
                  <a:pt x="5546408" y="3704173"/>
                  <a:pt x="5548980" y="3703316"/>
                  <a:pt x="5548980" y="3703316"/>
                </a:cubicBezTo>
                <a:lnTo>
                  <a:pt x="5551552" y="3699029"/>
                </a:lnTo>
                <a:cubicBezTo>
                  <a:pt x="5551552" y="3699029"/>
                  <a:pt x="5551552" y="3693886"/>
                  <a:pt x="5551552" y="3692171"/>
                </a:cubicBezTo>
                <a:cubicBezTo>
                  <a:pt x="5551552" y="3691314"/>
                  <a:pt x="5556695" y="3684456"/>
                  <a:pt x="5557552" y="3683599"/>
                </a:cubicBezTo>
                <a:cubicBezTo>
                  <a:pt x="5559267" y="3682741"/>
                  <a:pt x="5560124" y="3679312"/>
                  <a:pt x="5560124" y="3679312"/>
                </a:cubicBezTo>
                <a:lnTo>
                  <a:pt x="5552409" y="3675883"/>
                </a:lnTo>
                <a:cubicBezTo>
                  <a:pt x="5543408" y="3675883"/>
                  <a:pt x="5532906" y="3679741"/>
                  <a:pt x="5522218" y="3685527"/>
                </a:cubicBezTo>
                <a:lnTo>
                  <a:pt x="5496913" y="3702672"/>
                </a:lnTo>
                <a:lnTo>
                  <a:pt x="5518815" y="3683786"/>
                </a:lnTo>
                <a:cubicBezTo>
                  <a:pt x="5583431" y="3642075"/>
                  <a:pt x="5647564" y="3633878"/>
                  <a:pt x="5647564" y="3633878"/>
                </a:cubicBezTo>
                <a:cubicBezTo>
                  <a:pt x="5658708" y="3631306"/>
                  <a:pt x="5702427" y="3631306"/>
                  <a:pt x="5699857" y="3627877"/>
                </a:cubicBezTo>
                <a:close/>
                <a:moveTo>
                  <a:pt x="4861612" y="3580313"/>
                </a:moveTo>
                <a:cubicBezTo>
                  <a:pt x="4765935" y="3577782"/>
                  <a:pt x="4673513" y="3631306"/>
                  <a:pt x="4631722" y="3723889"/>
                </a:cubicBezTo>
                <a:cubicBezTo>
                  <a:pt x="4576000" y="3847334"/>
                  <a:pt x="4630007" y="3993066"/>
                  <a:pt x="4753451" y="4048788"/>
                </a:cubicBezTo>
                <a:cubicBezTo>
                  <a:pt x="4876896" y="4105366"/>
                  <a:pt x="5021771" y="4050502"/>
                  <a:pt x="5078350" y="3927058"/>
                </a:cubicBezTo>
                <a:cubicBezTo>
                  <a:pt x="5134071" y="3803614"/>
                  <a:pt x="5080064" y="3657881"/>
                  <a:pt x="4956620" y="3602159"/>
                </a:cubicBezTo>
                <a:cubicBezTo>
                  <a:pt x="4925759" y="3588229"/>
                  <a:pt x="4893505" y="3581157"/>
                  <a:pt x="4861612" y="3580313"/>
                </a:cubicBezTo>
                <a:close/>
                <a:moveTo>
                  <a:pt x="4863113" y="3524739"/>
                </a:moveTo>
                <a:cubicBezTo>
                  <a:pt x="4902238" y="3525757"/>
                  <a:pt x="4941832" y="3534437"/>
                  <a:pt x="4979766" y="3551582"/>
                </a:cubicBezTo>
                <a:cubicBezTo>
                  <a:pt x="5131499" y="3621019"/>
                  <a:pt x="5198365" y="3799328"/>
                  <a:pt x="5128928" y="3950204"/>
                </a:cubicBezTo>
                <a:cubicBezTo>
                  <a:pt x="5068921" y="4082221"/>
                  <a:pt x="4924902" y="4149917"/>
                  <a:pt x="4788185" y="4118835"/>
                </a:cubicBezTo>
                <a:lnTo>
                  <a:pt x="4769854" y="4112669"/>
                </a:lnTo>
                <a:lnTo>
                  <a:pt x="4736576" y="4185841"/>
                </a:lnTo>
                <a:lnTo>
                  <a:pt x="4739414" y="4190448"/>
                </a:lnTo>
                <a:cubicBezTo>
                  <a:pt x="4745307" y="4206093"/>
                  <a:pt x="4745307" y="4224095"/>
                  <a:pt x="4738021" y="4240811"/>
                </a:cubicBezTo>
                <a:lnTo>
                  <a:pt x="4623149" y="4492842"/>
                </a:lnTo>
                <a:cubicBezTo>
                  <a:pt x="4608576" y="4525418"/>
                  <a:pt x="4570000" y="4539991"/>
                  <a:pt x="4536567" y="4525418"/>
                </a:cubicBezTo>
                <a:cubicBezTo>
                  <a:pt x="4503991" y="4510845"/>
                  <a:pt x="4489418" y="4472268"/>
                  <a:pt x="4503991" y="4438835"/>
                </a:cubicBezTo>
                <a:lnTo>
                  <a:pt x="4618863" y="4186804"/>
                </a:lnTo>
                <a:cubicBezTo>
                  <a:pt x="4624328" y="4174588"/>
                  <a:pt x="4633169" y="4164904"/>
                  <a:pt x="4643847" y="4158339"/>
                </a:cubicBezTo>
                <a:lnTo>
                  <a:pt x="4661831" y="4153470"/>
                </a:lnTo>
                <a:lnTo>
                  <a:pt x="4695622" y="4079170"/>
                </a:lnTo>
                <a:lnTo>
                  <a:pt x="4677765" y="4068771"/>
                </a:lnTo>
                <a:cubicBezTo>
                  <a:pt x="4564829" y="3986624"/>
                  <a:pt x="4521137" y="3833511"/>
                  <a:pt x="4581144" y="3700743"/>
                </a:cubicBezTo>
                <a:cubicBezTo>
                  <a:pt x="4632579" y="3587586"/>
                  <a:pt x="4745736" y="3521685"/>
                  <a:pt x="4863113" y="3524739"/>
                </a:cubicBezTo>
                <a:close/>
                <a:moveTo>
                  <a:pt x="1544765" y="3428138"/>
                </a:moveTo>
                <a:cubicBezTo>
                  <a:pt x="1544765" y="3428138"/>
                  <a:pt x="1624490" y="3511291"/>
                  <a:pt x="1620204" y="3555010"/>
                </a:cubicBezTo>
                <a:cubicBezTo>
                  <a:pt x="1615918" y="3598730"/>
                  <a:pt x="1532764" y="3615018"/>
                  <a:pt x="1532764" y="3615018"/>
                </a:cubicBezTo>
                <a:cubicBezTo>
                  <a:pt x="1532764" y="3615018"/>
                  <a:pt x="1645922" y="3615018"/>
                  <a:pt x="1646779" y="3561011"/>
                </a:cubicBezTo>
                <a:cubicBezTo>
                  <a:pt x="1647636" y="3507004"/>
                  <a:pt x="1544765" y="3428138"/>
                  <a:pt x="1544765" y="3428138"/>
                </a:cubicBezTo>
                <a:close/>
                <a:moveTo>
                  <a:pt x="408910" y="3284263"/>
                </a:moveTo>
                <a:lnTo>
                  <a:pt x="393653" y="3296390"/>
                </a:lnTo>
                <a:cubicBezTo>
                  <a:pt x="373702" y="3310964"/>
                  <a:pt x="354008" y="3324077"/>
                  <a:pt x="334836" y="3335610"/>
                </a:cubicBezTo>
                <a:lnTo>
                  <a:pt x="325136" y="3340789"/>
                </a:lnTo>
                <a:lnTo>
                  <a:pt x="330318" y="3354497"/>
                </a:lnTo>
                <a:cubicBezTo>
                  <a:pt x="351753" y="3400123"/>
                  <a:pt x="378758" y="3427281"/>
                  <a:pt x="408051" y="3427281"/>
                </a:cubicBezTo>
                <a:cubicBezTo>
                  <a:pt x="434090" y="3427281"/>
                  <a:pt x="458321" y="3405823"/>
                  <a:pt x="478438" y="3369010"/>
                </a:cubicBezTo>
                <a:lnTo>
                  <a:pt x="491268" y="3340334"/>
                </a:lnTo>
                <a:lnTo>
                  <a:pt x="481268" y="3334978"/>
                </a:lnTo>
                <a:close/>
                <a:moveTo>
                  <a:pt x="385103" y="3234417"/>
                </a:moveTo>
                <a:lnTo>
                  <a:pt x="394907" y="3243179"/>
                </a:lnTo>
                <a:lnTo>
                  <a:pt x="407331" y="3251843"/>
                </a:lnTo>
                <a:lnTo>
                  <a:pt x="427247" y="3234680"/>
                </a:lnTo>
                <a:lnTo>
                  <a:pt x="408051" y="3236114"/>
                </a:lnTo>
                <a:close/>
                <a:moveTo>
                  <a:pt x="293992" y="3227681"/>
                </a:moveTo>
                <a:lnTo>
                  <a:pt x="310863" y="3303036"/>
                </a:lnTo>
                <a:lnTo>
                  <a:pt x="314200" y="3311864"/>
                </a:lnTo>
                <a:lnTo>
                  <a:pt x="346623" y="3294552"/>
                </a:lnTo>
                <a:lnTo>
                  <a:pt x="386844" y="3267724"/>
                </a:lnTo>
                <a:lnTo>
                  <a:pt x="346453" y="3231560"/>
                </a:lnTo>
                <a:close/>
                <a:moveTo>
                  <a:pt x="521204" y="3227662"/>
                </a:moveTo>
                <a:lnTo>
                  <a:pt x="472442" y="3231304"/>
                </a:lnTo>
                <a:lnTo>
                  <a:pt x="454017" y="3248411"/>
                </a:lnTo>
                <a:lnTo>
                  <a:pt x="429899" y="3267581"/>
                </a:lnTo>
                <a:lnTo>
                  <a:pt x="469481" y="3295183"/>
                </a:lnTo>
                <a:lnTo>
                  <a:pt x="501667" y="3312302"/>
                </a:lnTo>
                <a:lnTo>
                  <a:pt x="512504" y="3276718"/>
                </a:lnTo>
                <a:close/>
                <a:moveTo>
                  <a:pt x="645944" y="3207392"/>
                </a:moveTo>
                <a:lnTo>
                  <a:pt x="636239" y="3210346"/>
                </a:lnTo>
                <a:cubicBezTo>
                  <a:pt x="614532" y="3215761"/>
                  <a:pt x="591336" y="3220429"/>
                  <a:pt x="566924" y="3224247"/>
                </a:cubicBezTo>
                <a:lnTo>
                  <a:pt x="548148" y="3225649"/>
                </a:lnTo>
                <a:lnTo>
                  <a:pt x="532529" y="3314283"/>
                </a:lnTo>
                <a:lnTo>
                  <a:pt x="529280" y="3325012"/>
                </a:lnTo>
                <a:lnTo>
                  <a:pt x="558887" y="3336294"/>
                </a:lnTo>
                <a:cubicBezTo>
                  <a:pt x="599166" y="3348093"/>
                  <a:pt x="631474" y="3346164"/>
                  <a:pt x="649797" y="3327840"/>
                </a:cubicBezTo>
                <a:cubicBezTo>
                  <a:pt x="668121" y="3309195"/>
                  <a:pt x="670050" y="3276807"/>
                  <a:pt x="658251" y="3236553"/>
                </a:cubicBezTo>
                <a:close/>
                <a:moveTo>
                  <a:pt x="169104" y="3206549"/>
                </a:moveTo>
                <a:lnTo>
                  <a:pt x="157854" y="3236073"/>
                </a:lnTo>
                <a:cubicBezTo>
                  <a:pt x="146055" y="3276352"/>
                  <a:pt x="147984" y="3308660"/>
                  <a:pt x="166307" y="3326984"/>
                </a:cubicBezTo>
                <a:cubicBezTo>
                  <a:pt x="184631" y="3345629"/>
                  <a:pt x="216939" y="3347638"/>
                  <a:pt x="257218" y="3335814"/>
                </a:cubicBezTo>
                <a:lnTo>
                  <a:pt x="287649" y="3324179"/>
                </a:lnTo>
                <a:lnTo>
                  <a:pt x="269900" y="3244968"/>
                </a:lnTo>
                <a:lnTo>
                  <a:pt x="268468" y="3225793"/>
                </a:lnTo>
                <a:lnTo>
                  <a:pt x="249179" y="3224367"/>
                </a:lnTo>
                <a:close/>
                <a:moveTo>
                  <a:pt x="288917" y="3177713"/>
                </a:moveTo>
                <a:lnTo>
                  <a:pt x="290802" y="3203043"/>
                </a:lnTo>
                <a:lnTo>
                  <a:pt x="316853" y="3205057"/>
                </a:lnTo>
                <a:lnTo>
                  <a:pt x="301752" y="3191537"/>
                </a:lnTo>
                <a:close/>
                <a:moveTo>
                  <a:pt x="528974" y="3176635"/>
                </a:moveTo>
                <a:lnTo>
                  <a:pt x="514351" y="3192395"/>
                </a:lnTo>
                <a:lnTo>
                  <a:pt x="500527" y="3205229"/>
                </a:lnTo>
                <a:lnTo>
                  <a:pt x="525512" y="3203370"/>
                </a:lnTo>
                <a:lnTo>
                  <a:pt x="528388" y="3187154"/>
                </a:lnTo>
                <a:close/>
                <a:moveTo>
                  <a:pt x="1459898" y="3111812"/>
                </a:moveTo>
                <a:cubicBezTo>
                  <a:pt x="1502760" y="3111812"/>
                  <a:pt x="1537907" y="3125528"/>
                  <a:pt x="1537907" y="3141816"/>
                </a:cubicBezTo>
                <a:cubicBezTo>
                  <a:pt x="1537907" y="3141816"/>
                  <a:pt x="1537907" y="3142673"/>
                  <a:pt x="1537907" y="3143530"/>
                </a:cubicBezTo>
                <a:lnTo>
                  <a:pt x="1540479" y="3143530"/>
                </a:lnTo>
                <a:lnTo>
                  <a:pt x="1540479" y="3199252"/>
                </a:lnTo>
                <a:lnTo>
                  <a:pt x="1537907" y="3199252"/>
                </a:lnTo>
                <a:cubicBezTo>
                  <a:pt x="1537050" y="3206110"/>
                  <a:pt x="1532764" y="3212110"/>
                  <a:pt x="1525048" y="3216397"/>
                </a:cubicBezTo>
                <a:cubicBezTo>
                  <a:pt x="1525048" y="3242972"/>
                  <a:pt x="1525048" y="3323553"/>
                  <a:pt x="1525048" y="3344127"/>
                </a:cubicBezTo>
                <a:cubicBezTo>
                  <a:pt x="1525048" y="3368987"/>
                  <a:pt x="1537050" y="3375845"/>
                  <a:pt x="1537050" y="3375845"/>
                </a:cubicBezTo>
                <a:cubicBezTo>
                  <a:pt x="1566197" y="3392990"/>
                  <a:pt x="1731647" y="3561869"/>
                  <a:pt x="1658780" y="3612446"/>
                </a:cubicBezTo>
                <a:cubicBezTo>
                  <a:pt x="1593629" y="3657880"/>
                  <a:pt x="1483900" y="3656166"/>
                  <a:pt x="1461612" y="3655309"/>
                </a:cubicBezTo>
                <a:cubicBezTo>
                  <a:pt x="1439323" y="3656166"/>
                  <a:pt x="1328738" y="3657880"/>
                  <a:pt x="1263587" y="3612446"/>
                </a:cubicBezTo>
                <a:cubicBezTo>
                  <a:pt x="1190721" y="3561011"/>
                  <a:pt x="1358742" y="3392133"/>
                  <a:pt x="1387888" y="3374988"/>
                </a:cubicBezTo>
                <a:cubicBezTo>
                  <a:pt x="1387888" y="3374988"/>
                  <a:pt x="1405033" y="3368130"/>
                  <a:pt x="1405033" y="3343270"/>
                </a:cubicBezTo>
                <a:cubicBezTo>
                  <a:pt x="1405033" y="3322696"/>
                  <a:pt x="1405033" y="3243829"/>
                  <a:pt x="1405033" y="3216397"/>
                </a:cubicBezTo>
                <a:cubicBezTo>
                  <a:pt x="1389603" y="3212110"/>
                  <a:pt x="1383602" y="3206110"/>
                  <a:pt x="1382745" y="3199252"/>
                </a:cubicBezTo>
                <a:lnTo>
                  <a:pt x="1381030" y="3199252"/>
                </a:lnTo>
                <a:lnTo>
                  <a:pt x="1381030" y="3143530"/>
                </a:lnTo>
                <a:lnTo>
                  <a:pt x="1381888" y="3143530"/>
                </a:lnTo>
                <a:cubicBezTo>
                  <a:pt x="1381888" y="3143530"/>
                  <a:pt x="1381888" y="3142673"/>
                  <a:pt x="1381888" y="3141816"/>
                </a:cubicBezTo>
                <a:cubicBezTo>
                  <a:pt x="1381888" y="3125528"/>
                  <a:pt x="1417035" y="3111812"/>
                  <a:pt x="1459898" y="3111812"/>
                </a:cubicBezTo>
                <a:close/>
                <a:moveTo>
                  <a:pt x="590102" y="3107161"/>
                </a:moveTo>
                <a:lnTo>
                  <a:pt x="570367" y="3132026"/>
                </a:lnTo>
                <a:lnTo>
                  <a:pt x="554587" y="3149033"/>
                </a:lnTo>
                <a:lnTo>
                  <a:pt x="551759" y="3200115"/>
                </a:lnTo>
                <a:lnTo>
                  <a:pt x="599532" y="3190547"/>
                </a:lnTo>
                <a:lnTo>
                  <a:pt x="634360" y="3179941"/>
                </a:lnTo>
                <a:lnTo>
                  <a:pt x="630590" y="3171008"/>
                </a:lnTo>
                <a:close/>
                <a:moveTo>
                  <a:pt x="226426" y="3105365"/>
                </a:moveTo>
                <a:lnTo>
                  <a:pt x="198965" y="3146668"/>
                </a:lnTo>
                <a:lnTo>
                  <a:pt x="181775" y="3178985"/>
                </a:lnTo>
                <a:lnTo>
                  <a:pt x="216948" y="3190170"/>
                </a:lnTo>
                <a:lnTo>
                  <a:pt x="266550" y="3200120"/>
                </a:lnTo>
                <a:lnTo>
                  <a:pt x="262773" y="3149552"/>
                </a:lnTo>
                <a:lnTo>
                  <a:pt x="245737" y="3131203"/>
                </a:lnTo>
                <a:close/>
                <a:moveTo>
                  <a:pt x="556573" y="3065846"/>
                </a:moveTo>
                <a:lnTo>
                  <a:pt x="558070" y="3086095"/>
                </a:lnTo>
                <a:lnTo>
                  <a:pt x="557031" y="3104875"/>
                </a:lnTo>
                <a:lnTo>
                  <a:pt x="573606" y="3085614"/>
                </a:lnTo>
                <a:close/>
                <a:moveTo>
                  <a:pt x="259173" y="3065486"/>
                </a:moveTo>
                <a:lnTo>
                  <a:pt x="241966" y="3085481"/>
                </a:lnTo>
                <a:lnTo>
                  <a:pt x="259516" y="3105960"/>
                </a:lnTo>
                <a:lnTo>
                  <a:pt x="258032" y="3086095"/>
                </a:lnTo>
                <a:close/>
                <a:moveTo>
                  <a:pt x="408909" y="3023515"/>
                </a:moveTo>
                <a:cubicBezTo>
                  <a:pt x="443199" y="3023515"/>
                  <a:pt x="471488" y="3050947"/>
                  <a:pt x="471488" y="3086095"/>
                </a:cubicBezTo>
                <a:cubicBezTo>
                  <a:pt x="471488" y="3120385"/>
                  <a:pt x="443199" y="3148674"/>
                  <a:pt x="408909" y="3148674"/>
                </a:cubicBezTo>
                <a:cubicBezTo>
                  <a:pt x="374619" y="3148674"/>
                  <a:pt x="346329" y="3121242"/>
                  <a:pt x="346329" y="3086095"/>
                </a:cubicBezTo>
                <a:cubicBezTo>
                  <a:pt x="346329" y="3051805"/>
                  <a:pt x="373761" y="3023515"/>
                  <a:pt x="408909" y="3023515"/>
                </a:cubicBezTo>
                <a:close/>
                <a:moveTo>
                  <a:pt x="153678" y="3002555"/>
                </a:moveTo>
                <a:lnTo>
                  <a:pt x="124280" y="3015709"/>
                </a:lnTo>
                <a:cubicBezTo>
                  <a:pt x="87467" y="3035826"/>
                  <a:pt x="66009" y="3060056"/>
                  <a:pt x="66009" y="3086095"/>
                </a:cubicBezTo>
                <a:cubicBezTo>
                  <a:pt x="66009" y="3107794"/>
                  <a:pt x="80994" y="3128154"/>
                  <a:pt x="107354" y="3145918"/>
                </a:cubicBezTo>
                <a:lnTo>
                  <a:pt x="153101" y="3169496"/>
                </a:lnTo>
                <a:lnTo>
                  <a:pt x="158538" y="3159312"/>
                </a:lnTo>
                <a:cubicBezTo>
                  <a:pt x="170071" y="3140140"/>
                  <a:pt x="183184" y="3120446"/>
                  <a:pt x="197758" y="3100495"/>
                </a:cubicBezTo>
                <a:lnTo>
                  <a:pt x="210657" y="3084265"/>
                </a:lnTo>
                <a:lnTo>
                  <a:pt x="167482" y="3026495"/>
                </a:lnTo>
                <a:close/>
                <a:moveTo>
                  <a:pt x="663026" y="3002411"/>
                </a:moveTo>
                <a:lnTo>
                  <a:pt x="657566" y="3012654"/>
                </a:lnTo>
                <a:cubicBezTo>
                  <a:pt x="646033" y="3031861"/>
                  <a:pt x="632920" y="3051592"/>
                  <a:pt x="618347" y="3071576"/>
                </a:cubicBezTo>
                <a:lnTo>
                  <a:pt x="606027" y="3087098"/>
                </a:lnTo>
                <a:lnTo>
                  <a:pt x="648622" y="3144181"/>
                </a:lnTo>
                <a:lnTo>
                  <a:pt x="663100" y="3169333"/>
                </a:lnTo>
                <a:lnTo>
                  <a:pt x="691823" y="3156482"/>
                </a:lnTo>
                <a:cubicBezTo>
                  <a:pt x="728636" y="3136365"/>
                  <a:pt x="750094" y="3112134"/>
                  <a:pt x="750094" y="3086095"/>
                </a:cubicBezTo>
                <a:cubicBezTo>
                  <a:pt x="750094" y="3064396"/>
                  <a:pt x="735109" y="3043953"/>
                  <a:pt x="708749" y="3026099"/>
                </a:cubicBezTo>
                <a:close/>
                <a:moveTo>
                  <a:pt x="264344" y="2972075"/>
                </a:moveTo>
                <a:lnTo>
                  <a:pt x="216572" y="2981643"/>
                </a:lnTo>
                <a:lnTo>
                  <a:pt x="182153" y="2992125"/>
                </a:lnTo>
                <a:lnTo>
                  <a:pt x="185871" y="3000908"/>
                </a:lnTo>
                <a:lnTo>
                  <a:pt x="226227" y="3064676"/>
                </a:lnTo>
                <a:lnTo>
                  <a:pt x="245737" y="3040131"/>
                </a:lnTo>
                <a:lnTo>
                  <a:pt x="261518" y="3023133"/>
                </a:lnTo>
                <a:close/>
                <a:moveTo>
                  <a:pt x="549613" y="2971718"/>
                </a:moveTo>
                <a:lnTo>
                  <a:pt x="553247" y="3020858"/>
                </a:lnTo>
                <a:lnTo>
                  <a:pt x="570367" y="3039308"/>
                </a:lnTo>
                <a:lnTo>
                  <a:pt x="589651" y="3065152"/>
                </a:lnTo>
                <a:lnTo>
                  <a:pt x="617139" y="3023810"/>
                </a:lnTo>
                <a:lnTo>
                  <a:pt x="633701" y="2992672"/>
                </a:lnTo>
                <a:lnTo>
                  <a:pt x="599155" y="2981643"/>
                </a:lnTo>
                <a:close/>
                <a:moveTo>
                  <a:pt x="501023" y="2967017"/>
                </a:moveTo>
                <a:lnTo>
                  <a:pt x="514350" y="2978939"/>
                </a:lnTo>
                <a:lnTo>
                  <a:pt x="527186" y="2992772"/>
                </a:lnTo>
                <a:lnTo>
                  <a:pt x="525405" y="2968836"/>
                </a:lnTo>
                <a:close/>
                <a:moveTo>
                  <a:pt x="315586" y="2966960"/>
                </a:moveTo>
                <a:lnTo>
                  <a:pt x="290341" y="2968839"/>
                </a:lnTo>
                <a:lnTo>
                  <a:pt x="287715" y="2983640"/>
                </a:lnTo>
                <a:lnTo>
                  <a:pt x="287044" y="2995639"/>
                </a:lnTo>
                <a:lnTo>
                  <a:pt x="301753" y="2979796"/>
                </a:lnTo>
                <a:close/>
                <a:moveTo>
                  <a:pt x="408051" y="2960079"/>
                </a:moveTo>
                <a:lnTo>
                  <a:pt x="356209" y="2963937"/>
                </a:lnTo>
                <a:lnTo>
                  <a:pt x="318898" y="2996084"/>
                </a:lnTo>
                <a:lnTo>
                  <a:pt x="284805" y="3035702"/>
                </a:lnTo>
                <a:lnTo>
                  <a:pt x="282035" y="3085238"/>
                </a:lnTo>
                <a:lnTo>
                  <a:pt x="285866" y="3136706"/>
                </a:lnTo>
                <a:lnTo>
                  <a:pt x="318897" y="3175250"/>
                </a:lnTo>
                <a:lnTo>
                  <a:pt x="355604" y="3208055"/>
                </a:lnTo>
                <a:lnTo>
                  <a:pt x="408051" y="3212111"/>
                </a:lnTo>
                <a:lnTo>
                  <a:pt x="457727" y="3208414"/>
                </a:lnTo>
                <a:lnTo>
                  <a:pt x="497206" y="3174393"/>
                </a:lnTo>
                <a:lnTo>
                  <a:pt x="531308" y="3134766"/>
                </a:lnTo>
                <a:lnTo>
                  <a:pt x="534067" y="3085238"/>
                </a:lnTo>
                <a:lnTo>
                  <a:pt x="530360" y="3035422"/>
                </a:lnTo>
                <a:lnTo>
                  <a:pt x="497205" y="2996941"/>
                </a:lnTo>
                <a:lnTo>
                  <a:pt x="460323" y="2963980"/>
                </a:lnTo>
                <a:close/>
                <a:moveTo>
                  <a:pt x="407682" y="2919589"/>
                </a:moveTo>
                <a:lnTo>
                  <a:pt x="386715" y="2937654"/>
                </a:lnTo>
                <a:lnTo>
                  <a:pt x="408051" y="2936076"/>
                </a:lnTo>
                <a:lnTo>
                  <a:pt x="430998" y="2937773"/>
                </a:lnTo>
                <a:lnTo>
                  <a:pt x="421196" y="2929013"/>
                </a:lnTo>
                <a:close/>
                <a:moveTo>
                  <a:pt x="313772" y="2860695"/>
                </a:moveTo>
                <a:lnTo>
                  <a:pt x="303599" y="2894135"/>
                </a:lnTo>
                <a:lnTo>
                  <a:pt x="294668" y="2944460"/>
                </a:lnTo>
                <a:lnTo>
                  <a:pt x="343747" y="2940831"/>
                </a:lnTo>
                <a:lnTo>
                  <a:pt x="362122" y="2923781"/>
                </a:lnTo>
                <a:lnTo>
                  <a:pt x="386241" y="2904637"/>
                </a:lnTo>
                <a:lnTo>
                  <a:pt x="346622" y="2877008"/>
                </a:lnTo>
                <a:close/>
                <a:moveTo>
                  <a:pt x="501946" y="2858728"/>
                </a:moveTo>
                <a:lnTo>
                  <a:pt x="469255" y="2876151"/>
                </a:lnTo>
                <a:lnTo>
                  <a:pt x="429247" y="2902810"/>
                </a:lnTo>
                <a:lnTo>
                  <a:pt x="471695" y="2940782"/>
                </a:lnTo>
                <a:lnTo>
                  <a:pt x="522501" y="2944539"/>
                </a:lnTo>
                <a:lnTo>
                  <a:pt x="505240" y="2867440"/>
                </a:lnTo>
                <a:close/>
                <a:moveTo>
                  <a:pt x="219818" y="2828773"/>
                </a:moveTo>
                <a:cubicBezTo>
                  <a:pt x="196953" y="2827205"/>
                  <a:pt x="178523" y="2832135"/>
                  <a:pt x="166307" y="2844350"/>
                </a:cubicBezTo>
                <a:cubicBezTo>
                  <a:pt x="147984" y="2862675"/>
                  <a:pt x="146176" y="2894983"/>
                  <a:pt x="158080" y="2935262"/>
                </a:cubicBezTo>
                <a:lnTo>
                  <a:pt x="170445" y="2964470"/>
                </a:lnTo>
                <a:lnTo>
                  <a:pt x="179864" y="2961618"/>
                </a:lnTo>
                <a:cubicBezTo>
                  <a:pt x="201572" y="2956238"/>
                  <a:pt x="224768" y="2951607"/>
                  <a:pt x="249179" y="2947823"/>
                </a:cubicBezTo>
                <a:lnTo>
                  <a:pt x="267973" y="2946434"/>
                </a:lnTo>
                <a:lnTo>
                  <a:pt x="283574" y="2857908"/>
                </a:lnTo>
                <a:lnTo>
                  <a:pt x="286788" y="2847295"/>
                </a:lnTo>
                <a:lnTo>
                  <a:pt x="277993" y="2842929"/>
                </a:lnTo>
                <a:cubicBezTo>
                  <a:pt x="256609" y="2834778"/>
                  <a:pt x="236967" y="2829948"/>
                  <a:pt x="219818" y="2828773"/>
                </a:cubicBezTo>
                <a:close/>
                <a:moveTo>
                  <a:pt x="595924" y="2827916"/>
                </a:moveTo>
                <a:cubicBezTo>
                  <a:pt x="584472" y="2828700"/>
                  <a:pt x="571928" y="2831107"/>
                  <a:pt x="558510" y="2835040"/>
                </a:cubicBezTo>
                <a:lnTo>
                  <a:pt x="528370" y="2846540"/>
                </a:lnTo>
                <a:lnTo>
                  <a:pt x="546323" y="2927223"/>
                </a:lnTo>
                <a:lnTo>
                  <a:pt x="547742" y="2946405"/>
                </a:lnTo>
                <a:lnTo>
                  <a:pt x="566924" y="2947823"/>
                </a:lnTo>
                <a:lnTo>
                  <a:pt x="646399" y="2965508"/>
                </a:lnTo>
                <a:lnTo>
                  <a:pt x="658251" y="2934405"/>
                </a:lnTo>
                <a:cubicBezTo>
                  <a:pt x="670050" y="2894126"/>
                  <a:pt x="668121" y="2861818"/>
                  <a:pt x="649797" y="2843494"/>
                </a:cubicBezTo>
                <a:cubicBezTo>
                  <a:pt x="637367" y="2831278"/>
                  <a:pt x="618829" y="2826349"/>
                  <a:pt x="595924" y="2827916"/>
                </a:cubicBezTo>
                <a:close/>
                <a:moveTo>
                  <a:pt x="408051" y="2743195"/>
                </a:moveTo>
                <a:cubicBezTo>
                  <a:pt x="382012" y="2743195"/>
                  <a:pt x="357782" y="2764774"/>
                  <a:pt x="337665" y="2801693"/>
                </a:cubicBezTo>
                <a:lnTo>
                  <a:pt x="324723" y="2830683"/>
                </a:lnTo>
                <a:lnTo>
                  <a:pt x="334835" y="2835724"/>
                </a:lnTo>
                <a:lnTo>
                  <a:pt x="408327" y="2887107"/>
                </a:lnTo>
                <a:lnTo>
                  <a:pt x="422572" y="2875801"/>
                </a:lnTo>
                <a:cubicBezTo>
                  <a:pt x="442557" y="2861228"/>
                  <a:pt x="462287" y="2848115"/>
                  <a:pt x="481495" y="2836582"/>
                </a:cubicBezTo>
                <a:lnTo>
                  <a:pt x="491548" y="2831224"/>
                </a:lnTo>
                <a:lnTo>
                  <a:pt x="485785" y="2815980"/>
                </a:lnTo>
                <a:cubicBezTo>
                  <a:pt x="464351" y="2770353"/>
                  <a:pt x="437345" y="2743195"/>
                  <a:pt x="408051" y="2743195"/>
                </a:cubicBezTo>
                <a:close/>
                <a:moveTo>
                  <a:pt x="6236067" y="2687689"/>
                </a:moveTo>
                <a:cubicBezTo>
                  <a:pt x="6239925" y="2687475"/>
                  <a:pt x="6243782" y="2688760"/>
                  <a:pt x="6246782" y="2691760"/>
                </a:cubicBezTo>
                <a:cubicBezTo>
                  <a:pt x="6252783" y="2697761"/>
                  <a:pt x="6253640" y="2707192"/>
                  <a:pt x="6247640" y="2713192"/>
                </a:cubicBezTo>
                <a:lnTo>
                  <a:pt x="6216014" y="2748180"/>
                </a:lnTo>
                <a:lnTo>
                  <a:pt x="6222322" y="2756871"/>
                </a:lnTo>
                <a:cubicBezTo>
                  <a:pt x="6235744" y="2786165"/>
                  <a:pt x="6231565" y="2821847"/>
                  <a:pt x="6209062" y="2846922"/>
                </a:cubicBezTo>
                <a:cubicBezTo>
                  <a:pt x="6193632" y="2863639"/>
                  <a:pt x="6172843" y="2872640"/>
                  <a:pt x="6151734" y="2873711"/>
                </a:cubicBezTo>
                <a:lnTo>
                  <a:pt x="6133744" y="2871200"/>
                </a:lnTo>
                <a:lnTo>
                  <a:pt x="6125031" y="2893063"/>
                </a:lnTo>
                <a:cubicBezTo>
                  <a:pt x="6072016" y="3025978"/>
                  <a:pt x="5930188" y="3380025"/>
                  <a:pt x="5925312" y="3375846"/>
                </a:cubicBezTo>
                <a:cubicBezTo>
                  <a:pt x="5920169" y="3370702"/>
                  <a:pt x="5917597" y="3266975"/>
                  <a:pt x="5917597" y="3266975"/>
                </a:cubicBezTo>
                <a:cubicBezTo>
                  <a:pt x="5917597" y="3266975"/>
                  <a:pt x="6005120" y="3039936"/>
                  <a:pt x="6056644" y="2907754"/>
                </a:cubicBezTo>
                <a:lnTo>
                  <a:pt x="6068648" y="2877062"/>
                </a:lnTo>
                <a:lnTo>
                  <a:pt x="5680138" y="3041518"/>
                </a:lnTo>
                <a:lnTo>
                  <a:pt x="5576411" y="3046661"/>
                </a:lnTo>
                <a:lnTo>
                  <a:pt x="5660422" y="2986654"/>
                </a:lnTo>
                <a:lnTo>
                  <a:pt x="6069879" y="2807820"/>
                </a:lnTo>
                <a:lnTo>
                  <a:pt x="6065771" y="2780383"/>
                </a:lnTo>
                <a:cubicBezTo>
                  <a:pt x="6068031" y="2764586"/>
                  <a:pt x="6074903" y="2749196"/>
                  <a:pt x="6086476" y="2736337"/>
                </a:cubicBezTo>
                <a:cubicBezTo>
                  <a:pt x="6101906" y="2719192"/>
                  <a:pt x="6122694" y="2710191"/>
                  <a:pt x="6143804" y="2709228"/>
                </a:cubicBezTo>
                <a:cubicBezTo>
                  <a:pt x="6154359" y="2708745"/>
                  <a:pt x="6164994" y="2710271"/>
                  <a:pt x="6175080" y="2713794"/>
                </a:cubicBezTo>
                <a:lnTo>
                  <a:pt x="6195368" y="2725788"/>
                </a:lnTo>
                <a:lnTo>
                  <a:pt x="6225351" y="2692617"/>
                </a:lnTo>
                <a:cubicBezTo>
                  <a:pt x="6228352" y="2689618"/>
                  <a:pt x="6232209" y="2687903"/>
                  <a:pt x="6236067" y="2687689"/>
                </a:cubicBezTo>
                <a:close/>
                <a:moveTo>
                  <a:pt x="408051" y="2678044"/>
                </a:moveTo>
                <a:cubicBezTo>
                  <a:pt x="439234" y="2678044"/>
                  <a:pt x="468126" y="2703722"/>
                  <a:pt x="492060" y="2747708"/>
                </a:cubicBezTo>
                <a:lnTo>
                  <a:pt x="519745" y="2816195"/>
                </a:lnTo>
                <a:lnTo>
                  <a:pt x="537283" y="2806846"/>
                </a:lnTo>
                <a:cubicBezTo>
                  <a:pt x="608864" y="2773842"/>
                  <a:pt x="667800" y="2768056"/>
                  <a:pt x="696946" y="2797202"/>
                </a:cubicBezTo>
                <a:cubicBezTo>
                  <a:pt x="726093" y="2826349"/>
                  <a:pt x="720306" y="2885285"/>
                  <a:pt x="687302" y="2956865"/>
                </a:cubicBezTo>
                <a:lnTo>
                  <a:pt x="677955" y="2974402"/>
                </a:lnTo>
                <a:lnTo>
                  <a:pt x="746440" y="3002086"/>
                </a:lnTo>
                <a:cubicBezTo>
                  <a:pt x="790426" y="3026021"/>
                  <a:pt x="816103" y="3054913"/>
                  <a:pt x="816103" y="3086095"/>
                </a:cubicBezTo>
                <a:cubicBezTo>
                  <a:pt x="816103" y="3127243"/>
                  <a:pt x="770455" y="3164748"/>
                  <a:pt x="696624" y="3191966"/>
                </a:cubicBezTo>
                <a:lnTo>
                  <a:pt x="678828" y="3197383"/>
                </a:lnTo>
                <a:lnTo>
                  <a:pt x="698388" y="3240686"/>
                </a:lnTo>
                <a:cubicBezTo>
                  <a:pt x="721207" y="3300318"/>
                  <a:pt x="722450" y="3348629"/>
                  <a:pt x="696946" y="3374132"/>
                </a:cubicBezTo>
                <a:cubicBezTo>
                  <a:pt x="667371" y="3403707"/>
                  <a:pt x="608435" y="3397921"/>
                  <a:pt x="536961" y="3364809"/>
                </a:cubicBezTo>
                <a:lnTo>
                  <a:pt x="519982" y="3355715"/>
                </a:lnTo>
                <a:lnTo>
                  <a:pt x="514243" y="3374667"/>
                </a:lnTo>
                <a:cubicBezTo>
                  <a:pt x="487133" y="3448498"/>
                  <a:pt x="449628" y="3494146"/>
                  <a:pt x="408051" y="3494146"/>
                </a:cubicBezTo>
                <a:cubicBezTo>
                  <a:pt x="377190" y="3494146"/>
                  <a:pt x="348379" y="3468469"/>
                  <a:pt x="324419" y="3424483"/>
                </a:cubicBezTo>
                <a:lnTo>
                  <a:pt x="296648" y="3355999"/>
                </a:lnTo>
                <a:lnTo>
                  <a:pt x="279143" y="3365346"/>
                </a:lnTo>
                <a:cubicBezTo>
                  <a:pt x="207669" y="3398350"/>
                  <a:pt x="148733" y="3404137"/>
                  <a:pt x="119158" y="3374990"/>
                </a:cubicBezTo>
                <a:cubicBezTo>
                  <a:pt x="90011" y="3345415"/>
                  <a:pt x="95798" y="3286479"/>
                  <a:pt x="128803" y="3215005"/>
                </a:cubicBezTo>
                <a:lnTo>
                  <a:pt x="138022" y="3197737"/>
                </a:lnTo>
                <a:lnTo>
                  <a:pt x="69663" y="3170104"/>
                </a:lnTo>
                <a:cubicBezTo>
                  <a:pt x="25677" y="3146169"/>
                  <a:pt x="0" y="3117277"/>
                  <a:pt x="0" y="3086095"/>
                </a:cubicBezTo>
                <a:cubicBezTo>
                  <a:pt x="0" y="3044519"/>
                  <a:pt x="45649" y="3007014"/>
                  <a:pt x="119480" y="2979903"/>
                </a:cubicBezTo>
                <a:lnTo>
                  <a:pt x="137725" y="2974378"/>
                </a:lnTo>
                <a:lnTo>
                  <a:pt x="117717" y="2930147"/>
                </a:lnTo>
                <a:cubicBezTo>
                  <a:pt x="94897" y="2870580"/>
                  <a:pt x="93655" y="2822222"/>
                  <a:pt x="119158" y="2796344"/>
                </a:cubicBezTo>
                <a:cubicBezTo>
                  <a:pt x="133945" y="2781771"/>
                  <a:pt x="156073" y="2775931"/>
                  <a:pt x="183438" y="2777860"/>
                </a:cubicBezTo>
                <a:cubicBezTo>
                  <a:pt x="203962" y="2779308"/>
                  <a:pt x="227432" y="2785123"/>
                  <a:pt x="252960" y="2794903"/>
                </a:cubicBezTo>
                <a:lnTo>
                  <a:pt x="296135" y="2816430"/>
                </a:lnTo>
                <a:lnTo>
                  <a:pt x="301859" y="2797524"/>
                </a:lnTo>
                <a:cubicBezTo>
                  <a:pt x="328970" y="2723693"/>
                  <a:pt x="366475" y="2678044"/>
                  <a:pt x="408051" y="2678044"/>
                </a:cubicBezTo>
                <a:close/>
                <a:moveTo>
                  <a:pt x="5013199" y="2674617"/>
                </a:moveTo>
                <a:lnTo>
                  <a:pt x="5013199" y="3173535"/>
                </a:lnTo>
                <a:lnTo>
                  <a:pt x="5299521" y="3173535"/>
                </a:lnTo>
                <a:close/>
                <a:moveTo>
                  <a:pt x="1456470" y="2362577"/>
                </a:moveTo>
                <a:lnTo>
                  <a:pt x="1669068" y="2628325"/>
                </a:lnTo>
                <a:lnTo>
                  <a:pt x="1485616" y="2776629"/>
                </a:lnTo>
                <a:cubicBezTo>
                  <a:pt x="1485616" y="2776629"/>
                  <a:pt x="1373317" y="2763771"/>
                  <a:pt x="1306451" y="2916361"/>
                </a:cubicBezTo>
                <a:lnTo>
                  <a:pt x="1094710" y="2652328"/>
                </a:lnTo>
                <a:cubicBezTo>
                  <a:pt x="1094710" y="2652328"/>
                  <a:pt x="1159004" y="2492022"/>
                  <a:pt x="1275590" y="2507453"/>
                </a:cubicBezTo>
                <a:close/>
                <a:moveTo>
                  <a:pt x="4655725" y="2293138"/>
                </a:moveTo>
                <a:lnTo>
                  <a:pt x="4792886" y="2293138"/>
                </a:lnTo>
                <a:lnTo>
                  <a:pt x="4792886" y="3310694"/>
                </a:lnTo>
                <a:lnTo>
                  <a:pt x="4655725" y="3310694"/>
                </a:lnTo>
                <a:close/>
                <a:moveTo>
                  <a:pt x="409649" y="2273959"/>
                </a:moveTo>
                <a:lnTo>
                  <a:pt x="459486" y="2287996"/>
                </a:lnTo>
                <a:cubicBezTo>
                  <a:pt x="459486" y="2287996"/>
                  <a:pt x="440627" y="2283924"/>
                  <a:pt x="421017" y="2278031"/>
                </a:cubicBezTo>
                <a:close/>
                <a:moveTo>
                  <a:pt x="4930045" y="2273422"/>
                </a:moveTo>
                <a:lnTo>
                  <a:pt x="5477829" y="3311552"/>
                </a:lnTo>
                <a:lnTo>
                  <a:pt x="4930045" y="3311552"/>
                </a:lnTo>
                <a:close/>
                <a:moveTo>
                  <a:pt x="5782627" y="2202717"/>
                </a:moveTo>
                <a:lnTo>
                  <a:pt x="5767752" y="2214541"/>
                </a:lnTo>
                <a:cubicBezTo>
                  <a:pt x="5747801" y="2229115"/>
                  <a:pt x="5728108" y="2242228"/>
                  <a:pt x="5708935" y="2253760"/>
                </a:cubicBezTo>
                <a:lnTo>
                  <a:pt x="5698749" y="2259199"/>
                </a:lnTo>
                <a:lnTo>
                  <a:pt x="5722156" y="2304260"/>
                </a:lnTo>
                <a:cubicBezTo>
                  <a:pt x="5740009" y="2330529"/>
                  <a:pt x="5760453" y="2345431"/>
                  <a:pt x="5782152" y="2345431"/>
                </a:cubicBezTo>
                <a:cubicBezTo>
                  <a:pt x="5803851" y="2345431"/>
                  <a:pt x="5824294" y="2330530"/>
                  <a:pt x="5842148" y="2304260"/>
                </a:cubicBezTo>
                <a:lnTo>
                  <a:pt x="5865804" y="2258720"/>
                </a:lnTo>
                <a:lnTo>
                  <a:pt x="5855368" y="2253129"/>
                </a:lnTo>
                <a:cubicBezTo>
                  <a:pt x="5836195" y="2241561"/>
                  <a:pt x="5816502" y="2228411"/>
                  <a:pt x="5796551" y="2213804"/>
                </a:cubicBezTo>
                <a:close/>
                <a:moveTo>
                  <a:pt x="5760901" y="2151836"/>
                </a:moveTo>
                <a:lnTo>
                  <a:pt x="5781715" y="2169748"/>
                </a:lnTo>
                <a:lnTo>
                  <a:pt x="5802358" y="2151959"/>
                </a:lnTo>
                <a:lnTo>
                  <a:pt x="5782152" y="2153407"/>
                </a:lnTo>
                <a:close/>
                <a:moveTo>
                  <a:pt x="5896549" y="2145209"/>
                </a:moveTo>
                <a:lnTo>
                  <a:pt x="5847314" y="2148737"/>
                </a:lnTo>
                <a:lnTo>
                  <a:pt x="5828117" y="2166561"/>
                </a:lnTo>
                <a:lnTo>
                  <a:pt x="5803118" y="2186431"/>
                </a:lnTo>
                <a:lnTo>
                  <a:pt x="5843581" y="2213334"/>
                </a:lnTo>
                <a:lnTo>
                  <a:pt x="5875307" y="2230209"/>
                </a:lnTo>
                <a:lnTo>
                  <a:pt x="5886604" y="2194868"/>
                </a:lnTo>
                <a:close/>
                <a:moveTo>
                  <a:pt x="5667701" y="2144945"/>
                </a:moveTo>
                <a:lnTo>
                  <a:pt x="5677700" y="2194868"/>
                </a:lnTo>
                <a:lnTo>
                  <a:pt x="5688842" y="2229724"/>
                </a:lnTo>
                <a:lnTo>
                  <a:pt x="5720722" y="2212702"/>
                </a:lnTo>
                <a:lnTo>
                  <a:pt x="5761232" y="2185681"/>
                </a:lnTo>
                <a:lnTo>
                  <a:pt x="5736186" y="2165739"/>
                </a:lnTo>
                <a:lnTo>
                  <a:pt x="5717789" y="2148648"/>
                </a:lnTo>
                <a:close/>
                <a:moveTo>
                  <a:pt x="6020742" y="2124279"/>
                </a:moveTo>
                <a:lnTo>
                  <a:pt x="5941024" y="2142022"/>
                </a:lnTo>
                <a:lnTo>
                  <a:pt x="5921776" y="2143401"/>
                </a:lnTo>
                <a:lnTo>
                  <a:pt x="5920303" y="2163118"/>
                </a:lnTo>
                <a:lnTo>
                  <a:pt x="5902447" y="2242808"/>
                </a:lnTo>
                <a:lnTo>
                  <a:pt x="5932987" y="2254446"/>
                </a:lnTo>
                <a:cubicBezTo>
                  <a:pt x="5973266" y="2266244"/>
                  <a:pt x="6005573" y="2264317"/>
                  <a:pt x="6023897" y="2245992"/>
                </a:cubicBezTo>
                <a:cubicBezTo>
                  <a:pt x="6042221" y="2227346"/>
                  <a:pt x="6044149" y="2194959"/>
                  <a:pt x="6032350" y="2154704"/>
                </a:cubicBezTo>
                <a:close/>
                <a:moveTo>
                  <a:pt x="5543504" y="2123909"/>
                </a:moveTo>
                <a:lnTo>
                  <a:pt x="5531953" y="2154223"/>
                </a:lnTo>
                <a:cubicBezTo>
                  <a:pt x="5520155" y="2194502"/>
                  <a:pt x="5522083" y="2226811"/>
                  <a:pt x="5540407" y="2245135"/>
                </a:cubicBezTo>
                <a:cubicBezTo>
                  <a:pt x="5558731" y="2263781"/>
                  <a:pt x="5591038" y="2265788"/>
                  <a:pt x="5631317" y="2253964"/>
                </a:cubicBezTo>
                <a:lnTo>
                  <a:pt x="5661749" y="2242328"/>
                </a:lnTo>
                <a:lnTo>
                  <a:pt x="5644001" y="2163118"/>
                </a:lnTo>
                <a:lnTo>
                  <a:pt x="5642504" y="2143082"/>
                </a:lnTo>
                <a:lnTo>
                  <a:pt x="5623279" y="2141660"/>
                </a:lnTo>
                <a:close/>
                <a:moveTo>
                  <a:pt x="5901217" y="2096788"/>
                </a:moveTo>
                <a:lnTo>
                  <a:pt x="5888451" y="2110545"/>
                </a:lnTo>
                <a:lnTo>
                  <a:pt x="5875630" y="2122448"/>
                </a:lnTo>
                <a:lnTo>
                  <a:pt x="5899439" y="2120676"/>
                </a:lnTo>
                <a:close/>
                <a:moveTo>
                  <a:pt x="5663018" y="2095865"/>
                </a:moveTo>
                <a:lnTo>
                  <a:pt x="5664871" y="2120759"/>
                </a:lnTo>
                <a:lnTo>
                  <a:pt x="5689742" y="2122592"/>
                </a:lnTo>
                <a:lnTo>
                  <a:pt x="5675852" y="2109688"/>
                </a:lnTo>
                <a:close/>
                <a:moveTo>
                  <a:pt x="5964361" y="2025112"/>
                </a:moveTo>
                <a:lnTo>
                  <a:pt x="5944467" y="2050176"/>
                </a:lnTo>
                <a:lnTo>
                  <a:pt x="5927363" y="2068609"/>
                </a:lnTo>
                <a:lnTo>
                  <a:pt x="5923685" y="2117844"/>
                </a:lnTo>
                <a:lnTo>
                  <a:pt x="5973632" y="2107841"/>
                </a:lnTo>
                <a:lnTo>
                  <a:pt x="6007981" y="2096861"/>
                </a:lnTo>
                <a:lnTo>
                  <a:pt x="5991239" y="2065450"/>
                </a:lnTo>
                <a:close/>
                <a:moveTo>
                  <a:pt x="5599967" y="2024356"/>
                </a:moveTo>
                <a:lnTo>
                  <a:pt x="5573064" y="2064817"/>
                </a:lnTo>
                <a:lnTo>
                  <a:pt x="5555981" y="2096936"/>
                </a:lnTo>
                <a:lnTo>
                  <a:pt x="5591049" y="2108067"/>
                </a:lnTo>
                <a:lnTo>
                  <a:pt x="5640623" y="2117908"/>
                </a:lnTo>
                <a:lnTo>
                  <a:pt x="5636873" y="2067704"/>
                </a:lnTo>
                <a:lnTo>
                  <a:pt x="5619836" y="2049354"/>
                </a:lnTo>
                <a:close/>
                <a:moveTo>
                  <a:pt x="5930674" y="1983998"/>
                </a:moveTo>
                <a:lnTo>
                  <a:pt x="5932171" y="2004246"/>
                </a:lnTo>
                <a:lnTo>
                  <a:pt x="5930734" y="2023487"/>
                </a:lnTo>
                <a:lnTo>
                  <a:pt x="5947705" y="2003765"/>
                </a:lnTo>
                <a:close/>
                <a:moveTo>
                  <a:pt x="5633693" y="1983147"/>
                </a:moveTo>
                <a:lnTo>
                  <a:pt x="5615905" y="2003818"/>
                </a:lnTo>
                <a:lnTo>
                  <a:pt x="5633640" y="2024428"/>
                </a:lnTo>
                <a:lnTo>
                  <a:pt x="5632133" y="2004246"/>
                </a:lnTo>
                <a:close/>
                <a:moveTo>
                  <a:pt x="5783009" y="1940810"/>
                </a:moveTo>
                <a:cubicBezTo>
                  <a:pt x="5817299" y="1940810"/>
                  <a:pt x="5845588" y="1968242"/>
                  <a:pt x="5845588" y="2003389"/>
                </a:cubicBezTo>
                <a:cubicBezTo>
                  <a:pt x="5845588" y="2038537"/>
                  <a:pt x="5817299" y="2066825"/>
                  <a:pt x="5783009" y="2065968"/>
                </a:cubicBezTo>
                <a:cubicBezTo>
                  <a:pt x="5748719" y="2065968"/>
                  <a:pt x="5720429" y="2038537"/>
                  <a:pt x="5720429" y="2003389"/>
                </a:cubicBezTo>
                <a:cubicBezTo>
                  <a:pt x="5720429" y="1969099"/>
                  <a:pt x="5747861" y="1940810"/>
                  <a:pt x="5783009" y="1940810"/>
                </a:cubicBezTo>
                <a:close/>
                <a:moveTo>
                  <a:pt x="6037483" y="1919889"/>
                </a:moveTo>
                <a:lnTo>
                  <a:pt x="6031666" y="1930805"/>
                </a:lnTo>
                <a:cubicBezTo>
                  <a:pt x="6020133" y="1950011"/>
                  <a:pt x="6007020" y="1969741"/>
                  <a:pt x="5992446" y="1989726"/>
                </a:cubicBezTo>
                <a:lnTo>
                  <a:pt x="5981262" y="2003818"/>
                </a:lnTo>
                <a:lnTo>
                  <a:pt x="5992446" y="2017909"/>
                </a:lnTo>
                <a:cubicBezTo>
                  <a:pt x="6007020" y="2037893"/>
                  <a:pt x="6020133" y="2057623"/>
                  <a:pt x="6031666" y="2076831"/>
                </a:cubicBezTo>
                <a:lnTo>
                  <a:pt x="6037189" y="2087193"/>
                </a:lnTo>
                <a:lnTo>
                  <a:pt x="6083022" y="2063384"/>
                </a:lnTo>
                <a:cubicBezTo>
                  <a:pt x="6109293" y="2045531"/>
                  <a:pt x="6124194" y="2025087"/>
                  <a:pt x="6124194" y="2003388"/>
                </a:cubicBezTo>
                <a:cubicBezTo>
                  <a:pt x="6124194" y="1981689"/>
                  <a:pt x="6109209" y="1961247"/>
                  <a:pt x="6082849" y="1943392"/>
                </a:cubicBezTo>
                <a:close/>
                <a:moveTo>
                  <a:pt x="5527012" y="1919637"/>
                </a:moveTo>
                <a:lnTo>
                  <a:pt x="5481281" y="1943393"/>
                </a:lnTo>
                <a:cubicBezTo>
                  <a:pt x="5455010" y="1961247"/>
                  <a:pt x="5440109" y="1981689"/>
                  <a:pt x="5440109" y="2003388"/>
                </a:cubicBezTo>
                <a:cubicBezTo>
                  <a:pt x="5440109" y="2025355"/>
                  <a:pt x="5455094" y="2045899"/>
                  <a:pt x="5481454" y="2063765"/>
                </a:cubicBezTo>
                <a:lnTo>
                  <a:pt x="5527292" y="2087474"/>
                </a:lnTo>
                <a:lnTo>
                  <a:pt x="5532638" y="2077462"/>
                </a:lnTo>
                <a:cubicBezTo>
                  <a:pt x="5544171" y="2058290"/>
                  <a:pt x="5557284" y="2038597"/>
                  <a:pt x="5571857" y="2018645"/>
                </a:cubicBezTo>
                <a:lnTo>
                  <a:pt x="5583642" y="2003818"/>
                </a:lnTo>
                <a:lnTo>
                  <a:pt x="5571857" y="1988990"/>
                </a:lnTo>
                <a:cubicBezTo>
                  <a:pt x="5557284" y="1969039"/>
                  <a:pt x="5544171" y="1949345"/>
                  <a:pt x="5532638" y="1930175"/>
                </a:cubicBezTo>
                <a:close/>
                <a:moveTo>
                  <a:pt x="5923650" y="1888999"/>
                </a:moveTo>
                <a:lnTo>
                  <a:pt x="5927348" y="1939009"/>
                </a:lnTo>
                <a:lnTo>
                  <a:pt x="5944467" y="1957460"/>
                </a:lnTo>
                <a:lnTo>
                  <a:pt x="5964311" y="1982460"/>
                </a:lnTo>
                <a:lnTo>
                  <a:pt x="5991239" y="1941959"/>
                </a:lnTo>
                <a:lnTo>
                  <a:pt x="6008190" y="1910091"/>
                </a:lnTo>
                <a:lnTo>
                  <a:pt x="5973255" y="1898937"/>
                </a:lnTo>
                <a:close/>
                <a:moveTo>
                  <a:pt x="5640660" y="1888926"/>
                </a:moveTo>
                <a:lnTo>
                  <a:pt x="5590672" y="1898937"/>
                </a:lnTo>
                <a:lnTo>
                  <a:pt x="5555674" y="1910123"/>
                </a:lnTo>
                <a:lnTo>
                  <a:pt x="5573064" y="1942817"/>
                </a:lnTo>
                <a:lnTo>
                  <a:pt x="5599967" y="1983279"/>
                </a:lnTo>
                <a:lnTo>
                  <a:pt x="5619836" y="1958282"/>
                </a:lnTo>
                <a:lnTo>
                  <a:pt x="5636890" y="1939913"/>
                </a:lnTo>
                <a:close/>
                <a:moveTo>
                  <a:pt x="5874649" y="1884276"/>
                </a:moveTo>
                <a:lnTo>
                  <a:pt x="5888451" y="1897089"/>
                </a:lnTo>
                <a:lnTo>
                  <a:pt x="5901285" y="1910921"/>
                </a:lnTo>
                <a:lnTo>
                  <a:pt x="5899440" y="1886125"/>
                </a:lnTo>
                <a:close/>
                <a:moveTo>
                  <a:pt x="5691290" y="1884137"/>
                </a:moveTo>
                <a:lnTo>
                  <a:pt x="5664888" y="1886102"/>
                </a:lnTo>
                <a:lnTo>
                  <a:pt x="5662969" y="1911824"/>
                </a:lnTo>
                <a:lnTo>
                  <a:pt x="5675852" y="1897947"/>
                </a:lnTo>
                <a:close/>
                <a:moveTo>
                  <a:pt x="5782152" y="1877374"/>
                </a:moveTo>
                <a:lnTo>
                  <a:pt x="5729852" y="1881266"/>
                </a:lnTo>
                <a:lnTo>
                  <a:pt x="5692997" y="1914234"/>
                </a:lnTo>
                <a:lnTo>
                  <a:pt x="5659921" y="1952671"/>
                </a:lnTo>
                <a:lnTo>
                  <a:pt x="5656136" y="2003388"/>
                </a:lnTo>
                <a:lnTo>
                  <a:pt x="5659980" y="2055033"/>
                </a:lnTo>
                <a:lnTo>
                  <a:pt x="5692997" y="2093401"/>
                </a:lnTo>
                <a:lnTo>
                  <a:pt x="5730401" y="2125589"/>
                </a:lnTo>
                <a:lnTo>
                  <a:pt x="5782152" y="2129404"/>
                </a:lnTo>
                <a:lnTo>
                  <a:pt x="5832915" y="2125626"/>
                </a:lnTo>
                <a:lnTo>
                  <a:pt x="5871306" y="2092543"/>
                </a:lnTo>
                <a:lnTo>
                  <a:pt x="5904394" y="2054095"/>
                </a:lnTo>
                <a:lnTo>
                  <a:pt x="5908167" y="2003388"/>
                </a:lnTo>
                <a:lnTo>
                  <a:pt x="5904460" y="1953572"/>
                </a:lnTo>
                <a:lnTo>
                  <a:pt x="5871306" y="1915093"/>
                </a:lnTo>
                <a:lnTo>
                  <a:pt x="5831778" y="1881078"/>
                </a:lnTo>
                <a:close/>
                <a:moveTo>
                  <a:pt x="5781317" y="1837652"/>
                </a:moveTo>
                <a:lnTo>
                  <a:pt x="5768933" y="1846306"/>
                </a:lnTo>
                <a:lnTo>
                  <a:pt x="5759134" y="1855072"/>
                </a:lnTo>
                <a:lnTo>
                  <a:pt x="5782152" y="1853370"/>
                </a:lnTo>
                <a:lnTo>
                  <a:pt x="5801220" y="1854779"/>
                </a:lnTo>
                <a:close/>
                <a:moveTo>
                  <a:pt x="5875814" y="1778152"/>
                </a:moveTo>
                <a:lnTo>
                  <a:pt x="5843355" y="1794301"/>
                </a:lnTo>
                <a:lnTo>
                  <a:pt x="5803931" y="1821851"/>
                </a:lnTo>
                <a:lnTo>
                  <a:pt x="5828117" y="1841074"/>
                </a:lnTo>
                <a:lnTo>
                  <a:pt x="5846484" y="1858127"/>
                </a:lnTo>
                <a:lnTo>
                  <a:pt x="5896602" y="1861833"/>
                </a:lnTo>
                <a:lnTo>
                  <a:pt x="5886604" y="1811909"/>
                </a:lnTo>
                <a:close/>
                <a:moveTo>
                  <a:pt x="5688619" y="1778083"/>
                </a:moveTo>
                <a:lnTo>
                  <a:pt x="5677700" y="1812285"/>
                </a:lnTo>
                <a:lnTo>
                  <a:pt x="5667775" y="1861826"/>
                </a:lnTo>
                <a:lnTo>
                  <a:pt x="5720592" y="1857921"/>
                </a:lnTo>
                <a:lnTo>
                  <a:pt x="5760892" y="1821868"/>
                </a:lnTo>
                <a:lnTo>
                  <a:pt x="5720722" y="1795160"/>
                </a:lnTo>
                <a:close/>
                <a:moveTo>
                  <a:pt x="1448754" y="1765931"/>
                </a:moveTo>
                <a:cubicBezTo>
                  <a:pt x="1448754" y="1767646"/>
                  <a:pt x="1631349" y="1852515"/>
                  <a:pt x="1666496" y="1868802"/>
                </a:cubicBezTo>
                <a:cubicBezTo>
                  <a:pt x="1701643" y="1852515"/>
                  <a:pt x="1884238" y="1767646"/>
                  <a:pt x="1884238" y="1765931"/>
                </a:cubicBezTo>
                <a:lnTo>
                  <a:pt x="1884238" y="2016249"/>
                </a:lnTo>
                <a:cubicBezTo>
                  <a:pt x="1825087" y="2077971"/>
                  <a:pt x="1709358" y="2088258"/>
                  <a:pt x="1672497" y="2089973"/>
                </a:cubicBezTo>
                <a:cubicBezTo>
                  <a:pt x="1672497" y="2089973"/>
                  <a:pt x="1669925" y="2089973"/>
                  <a:pt x="1666496" y="2089973"/>
                </a:cubicBezTo>
                <a:cubicBezTo>
                  <a:pt x="1662210" y="2089973"/>
                  <a:pt x="1660495" y="2089973"/>
                  <a:pt x="1660495" y="2089973"/>
                </a:cubicBezTo>
                <a:cubicBezTo>
                  <a:pt x="1623633" y="2089116"/>
                  <a:pt x="1507905" y="2078829"/>
                  <a:pt x="1448754" y="2016249"/>
                </a:cubicBezTo>
                <a:close/>
                <a:moveTo>
                  <a:pt x="5593918" y="1746924"/>
                </a:moveTo>
                <a:cubicBezTo>
                  <a:pt x="5571054" y="1745356"/>
                  <a:pt x="5552623" y="1750285"/>
                  <a:pt x="5540407" y="1762502"/>
                </a:cubicBezTo>
                <a:cubicBezTo>
                  <a:pt x="5522083" y="1780825"/>
                  <a:pt x="5520155" y="1813133"/>
                  <a:pt x="5531953" y="1853413"/>
                </a:cubicBezTo>
                <a:lnTo>
                  <a:pt x="5543203" y="1882935"/>
                </a:lnTo>
                <a:lnTo>
                  <a:pt x="5623279" y="1865117"/>
                </a:lnTo>
                <a:lnTo>
                  <a:pt x="5642525" y="1863694"/>
                </a:lnTo>
                <a:lnTo>
                  <a:pt x="5643880" y="1845375"/>
                </a:lnTo>
                <a:lnTo>
                  <a:pt x="5661631" y="1765599"/>
                </a:lnTo>
                <a:lnTo>
                  <a:pt x="5631317" y="1754048"/>
                </a:lnTo>
                <a:cubicBezTo>
                  <a:pt x="5617891" y="1750115"/>
                  <a:pt x="5605350" y="1747708"/>
                  <a:pt x="5593918" y="1746924"/>
                </a:cubicBezTo>
                <a:close/>
                <a:moveTo>
                  <a:pt x="5970024" y="1746066"/>
                </a:moveTo>
                <a:cubicBezTo>
                  <a:pt x="5952845" y="1747241"/>
                  <a:pt x="5933211" y="1752072"/>
                  <a:pt x="5911854" y="1760221"/>
                </a:cubicBezTo>
                <a:lnTo>
                  <a:pt x="5902511" y="1764870"/>
                </a:lnTo>
                <a:lnTo>
                  <a:pt x="5920424" y="1845375"/>
                </a:lnTo>
                <a:lnTo>
                  <a:pt x="5921779" y="1863694"/>
                </a:lnTo>
                <a:lnTo>
                  <a:pt x="5941024" y="1865117"/>
                </a:lnTo>
                <a:lnTo>
                  <a:pt x="6020799" y="1882868"/>
                </a:lnTo>
                <a:lnTo>
                  <a:pt x="6032350" y="1852555"/>
                </a:lnTo>
                <a:cubicBezTo>
                  <a:pt x="6044149" y="1812276"/>
                  <a:pt x="6042221" y="1779968"/>
                  <a:pt x="6023897" y="1761646"/>
                </a:cubicBezTo>
                <a:cubicBezTo>
                  <a:pt x="6011467" y="1749428"/>
                  <a:pt x="5992929" y="1744499"/>
                  <a:pt x="5970024" y="1746066"/>
                </a:cubicBezTo>
                <a:close/>
                <a:moveTo>
                  <a:pt x="289975" y="1703570"/>
                </a:moveTo>
                <a:lnTo>
                  <a:pt x="249460" y="1738503"/>
                </a:lnTo>
                <a:cubicBezTo>
                  <a:pt x="249460" y="1738503"/>
                  <a:pt x="264462" y="1723072"/>
                  <a:pt x="283964" y="1707642"/>
                </a:cubicBezTo>
                <a:close/>
                <a:moveTo>
                  <a:pt x="4368605" y="1696916"/>
                </a:moveTo>
                <a:cubicBezTo>
                  <a:pt x="4407031" y="1694430"/>
                  <a:pt x="4447416" y="1702386"/>
                  <a:pt x="4478277" y="1734211"/>
                </a:cubicBezTo>
                <a:lnTo>
                  <a:pt x="4710592" y="1734211"/>
                </a:lnTo>
                <a:lnTo>
                  <a:pt x="4710592" y="2074541"/>
                </a:lnTo>
                <a:lnTo>
                  <a:pt x="4473133" y="2076255"/>
                </a:lnTo>
                <a:cubicBezTo>
                  <a:pt x="4473133" y="2076255"/>
                  <a:pt x="4393408" y="1995674"/>
                  <a:pt x="4245961" y="2072826"/>
                </a:cubicBezTo>
                <a:lnTo>
                  <a:pt x="4245961" y="1734211"/>
                </a:lnTo>
                <a:cubicBezTo>
                  <a:pt x="4245961" y="1734211"/>
                  <a:pt x="4304562" y="1701060"/>
                  <a:pt x="4368605" y="1696916"/>
                </a:cubicBezTo>
                <a:close/>
                <a:moveTo>
                  <a:pt x="5782152" y="1661348"/>
                </a:moveTo>
                <a:cubicBezTo>
                  <a:pt x="5760453" y="1661348"/>
                  <a:pt x="5740010" y="1676333"/>
                  <a:pt x="5722156" y="1702693"/>
                </a:cubicBezTo>
                <a:lnTo>
                  <a:pt x="5698519" y="1748314"/>
                </a:lnTo>
                <a:lnTo>
                  <a:pt x="5708935" y="1753875"/>
                </a:lnTo>
                <a:cubicBezTo>
                  <a:pt x="5728108" y="1765408"/>
                  <a:pt x="5747801" y="1778522"/>
                  <a:pt x="5767753" y="1793094"/>
                </a:cubicBezTo>
                <a:lnTo>
                  <a:pt x="5783057" y="1805259"/>
                </a:lnTo>
                <a:lnTo>
                  <a:pt x="5855594" y="1754507"/>
                </a:lnTo>
                <a:lnTo>
                  <a:pt x="5866361" y="1749129"/>
                </a:lnTo>
                <a:lnTo>
                  <a:pt x="5842148" y="1702521"/>
                </a:lnTo>
                <a:cubicBezTo>
                  <a:pt x="5824294" y="1676250"/>
                  <a:pt x="5803851" y="1661348"/>
                  <a:pt x="5782152" y="1661348"/>
                </a:cubicBezTo>
                <a:close/>
                <a:moveTo>
                  <a:pt x="592360" y="1640776"/>
                </a:moveTo>
                <a:cubicBezTo>
                  <a:pt x="592360" y="1640776"/>
                  <a:pt x="595066" y="1641779"/>
                  <a:pt x="599890" y="1643860"/>
                </a:cubicBezTo>
                <a:lnTo>
                  <a:pt x="615617" y="1651278"/>
                </a:lnTo>
                <a:close/>
                <a:moveTo>
                  <a:pt x="493776" y="1630488"/>
                </a:moveTo>
                <a:lnTo>
                  <a:pt x="498063" y="1633917"/>
                </a:lnTo>
                <a:cubicBezTo>
                  <a:pt x="498063" y="1633917"/>
                  <a:pt x="495491" y="1638204"/>
                  <a:pt x="493776" y="1640776"/>
                </a:cubicBezTo>
                <a:cubicBezTo>
                  <a:pt x="492919" y="1643348"/>
                  <a:pt x="497205" y="1641634"/>
                  <a:pt x="497205" y="1641634"/>
                </a:cubicBezTo>
                <a:cubicBezTo>
                  <a:pt x="497205" y="1641634"/>
                  <a:pt x="510921" y="1648491"/>
                  <a:pt x="510921" y="1651062"/>
                </a:cubicBezTo>
                <a:cubicBezTo>
                  <a:pt x="510921" y="1653635"/>
                  <a:pt x="504921" y="1656207"/>
                  <a:pt x="492919" y="1655350"/>
                </a:cubicBezTo>
                <a:cubicBezTo>
                  <a:pt x="480918" y="1654492"/>
                  <a:pt x="486918" y="1657064"/>
                  <a:pt x="471488" y="1649348"/>
                </a:cubicBezTo>
                <a:cubicBezTo>
                  <a:pt x="456057" y="1641634"/>
                  <a:pt x="457772" y="1662207"/>
                  <a:pt x="451771" y="1667351"/>
                </a:cubicBezTo>
                <a:cubicBezTo>
                  <a:pt x="444913" y="1672494"/>
                  <a:pt x="444913" y="1674208"/>
                  <a:pt x="440627" y="1683638"/>
                </a:cubicBezTo>
                <a:cubicBezTo>
                  <a:pt x="437198" y="1693069"/>
                  <a:pt x="440627" y="1683638"/>
                  <a:pt x="450914" y="1689640"/>
                </a:cubicBezTo>
                <a:cubicBezTo>
                  <a:pt x="461201" y="1695639"/>
                  <a:pt x="455200" y="1691355"/>
                  <a:pt x="460344" y="1690497"/>
                </a:cubicBezTo>
                <a:cubicBezTo>
                  <a:pt x="465487" y="1690497"/>
                  <a:pt x="480060" y="1687067"/>
                  <a:pt x="484347" y="1686210"/>
                </a:cubicBezTo>
                <a:cubicBezTo>
                  <a:pt x="488633" y="1685352"/>
                  <a:pt x="491205" y="1686210"/>
                  <a:pt x="490347" y="1700784"/>
                </a:cubicBezTo>
                <a:cubicBezTo>
                  <a:pt x="489490" y="1716214"/>
                  <a:pt x="490347" y="1700784"/>
                  <a:pt x="512636" y="1711927"/>
                </a:cubicBezTo>
                <a:cubicBezTo>
                  <a:pt x="534924" y="1723071"/>
                  <a:pt x="508350" y="1723071"/>
                  <a:pt x="525495" y="1726501"/>
                </a:cubicBezTo>
                <a:cubicBezTo>
                  <a:pt x="542640" y="1730788"/>
                  <a:pt x="522923" y="1731644"/>
                  <a:pt x="510064" y="1736787"/>
                </a:cubicBezTo>
                <a:cubicBezTo>
                  <a:pt x="497205" y="1742789"/>
                  <a:pt x="503206" y="1735930"/>
                  <a:pt x="494634" y="1747070"/>
                </a:cubicBezTo>
                <a:cubicBezTo>
                  <a:pt x="486061" y="1758215"/>
                  <a:pt x="496348" y="1754786"/>
                  <a:pt x="500634" y="1756500"/>
                </a:cubicBezTo>
                <a:cubicBezTo>
                  <a:pt x="504921" y="1758215"/>
                  <a:pt x="512636" y="1756500"/>
                  <a:pt x="516922" y="1753071"/>
                </a:cubicBezTo>
                <a:cubicBezTo>
                  <a:pt x="520351" y="1749645"/>
                  <a:pt x="523780" y="1751357"/>
                  <a:pt x="523780" y="1751357"/>
                </a:cubicBezTo>
                <a:cubicBezTo>
                  <a:pt x="523780" y="1751357"/>
                  <a:pt x="533210" y="1742789"/>
                  <a:pt x="542640" y="1747928"/>
                </a:cubicBezTo>
                <a:cubicBezTo>
                  <a:pt x="552069" y="1753071"/>
                  <a:pt x="542640" y="1747928"/>
                  <a:pt x="545211" y="1745356"/>
                </a:cubicBezTo>
                <a:cubicBezTo>
                  <a:pt x="547783" y="1743646"/>
                  <a:pt x="552069" y="1744499"/>
                  <a:pt x="555498" y="1741075"/>
                </a:cubicBezTo>
                <a:cubicBezTo>
                  <a:pt x="558927" y="1738503"/>
                  <a:pt x="566643" y="1735930"/>
                  <a:pt x="588931" y="1744499"/>
                </a:cubicBezTo>
                <a:cubicBezTo>
                  <a:pt x="612077" y="1753071"/>
                  <a:pt x="590646" y="1751357"/>
                  <a:pt x="600933" y="1755643"/>
                </a:cubicBezTo>
                <a:cubicBezTo>
                  <a:pt x="610362" y="1759929"/>
                  <a:pt x="604362" y="1758215"/>
                  <a:pt x="605219" y="1752214"/>
                </a:cubicBezTo>
                <a:cubicBezTo>
                  <a:pt x="606076" y="1746213"/>
                  <a:pt x="606076" y="1737646"/>
                  <a:pt x="609505" y="1735930"/>
                </a:cubicBezTo>
                <a:cubicBezTo>
                  <a:pt x="612934" y="1734216"/>
                  <a:pt x="615506" y="1735930"/>
                  <a:pt x="619792" y="1739360"/>
                </a:cubicBezTo>
                <a:cubicBezTo>
                  <a:pt x="624078" y="1742789"/>
                  <a:pt x="633508" y="1720500"/>
                  <a:pt x="643795" y="1724786"/>
                </a:cubicBezTo>
                <a:cubicBezTo>
                  <a:pt x="653225" y="1729073"/>
                  <a:pt x="646367" y="1726501"/>
                  <a:pt x="656654" y="1733358"/>
                </a:cubicBezTo>
                <a:cubicBezTo>
                  <a:pt x="666942" y="1740217"/>
                  <a:pt x="656654" y="1743646"/>
                  <a:pt x="651510" y="1747928"/>
                </a:cubicBezTo>
                <a:cubicBezTo>
                  <a:pt x="645510" y="1753071"/>
                  <a:pt x="648081" y="1745356"/>
                  <a:pt x="639509" y="1742789"/>
                </a:cubicBezTo>
                <a:cubicBezTo>
                  <a:pt x="630936" y="1740217"/>
                  <a:pt x="636080" y="1744499"/>
                  <a:pt x="623221" y="1756500"/>
                </a:cubicBezTo>
                <a:cubicBezTo>
                  <a:pt x="610362" y="1767644"/>
                  <a:pt x="623221" y="1756500"/>
                  <a:pt x="625793" y="1763359"/>
                </a:cubicBezTo>
                <a:cubicBezTo>
                  <a:pt x="628365" y="1770216"/>
                  <a:pt x="635223" y="1760786"/>
                  <a:pt x="642081" y="1763359"/>
                </a:cubicBezTo>
                <a:cubicBezTo>
                  <a:pt x="648939" y="1765931"/>
                  <a:pt x="647224" y="1765931"/>
                  <a:pt x="656654" y="1767644"/>
                </a:cubicBezTo>
                <a:cubicBezTo>
                  <a:pt x="666085" y="1769359"/>
                  <a:pt x="656654" y="1767644"/>
                  <a:pt x="658369" y="1773647"/>
                </a:cubicBezTo>
                <a:cubicBezTo>
                  <a:pt x="660084" y="1779648"/>
                  <a:pt x="662656" y="1774503"/>
                  <a:pt x="672085" y="1778790"/>
                </a:cubicBezTo>
                <a:cubicBezTo>
                  <a:pt x="681515" y="1783932"/>
                  <a:pt x="675514" y="1781362"/>
                  <a:pt x="672085" y="1788218"/>
                </a:cubicBezTo>
                <a:cubicBezTo>
                  <a:pt x="669514" y="1795076"/>
                  <a:pt x="669514" y="1788218"/>
                  <a:pt x="666085" y="1786504"/>
                </a:cubicBezTo>
                <a:cubicBezTo>
                  <a:pt x="662656" y="1785647"/>
                  <a:pt x="661798" y="1785647"/>
                  <a:pt x="654082" y="1789076"/>
                </a:cubicBezTo>
                <a:cubicBezTo>
                  <a:pt x="646367" y="1793363"/>
                  <a:pt x="645510" y="1789933"/>
                  <a:pt x="642081" y="1791647"/>
                </a:cubicBezTo>
                <a:cubicBezTo>
                  <a:pt x="639509" y="1793363"/>
                  <a:pt x="636937" y="1789933"/>
                  <a:pt x="618935" y="1788218"/>
                </a:cubicBezTo>
                <a:cubicBezTo>
                  <a:pt x="600933" y="1786504"/>
                  <a:pt x="618935" y="1788218"/>
                  <a:pt x="608648" y="1798505"/>
                </a:cubicBezTo>
                <a:cubicBezTo>
                  <a:pt x="598361" y="1808794"/>
                  <a:pt x="608648" y="1798505"/>
                  <a:pt x="601790" y="1798505"/>
                </a:cubicBezTo>
                <a:cubicBezTo>
                  <a:pt x="594932" y="1798505"/>
                  <a:pt x="592360" y="1795935"/>
                  <a:pt x="588074" y="1793363"/>
                </a:cubicBezTo>
                <a:cubicBezTo>
                  <a:pt x="582930" y="1790790"/>
                  <a:pt x="585502" y="1789076"/>
                  <a:pt x="576072" y="1789076"/>
                </a:cubicBezTo>
                <a:cubicBezTo>
                  <a:pt x="566643" y="1789076"/>
                  <a:pt x="576072" y="1789076"/>
                  <a:pt x="566643" y="1788218"/>
                </a:cubicBezTo>
                <a:cubicBezTo>
                  <a:pt x="558070" y="1787361"/>
                  <a:pt x="563214" y="1782218"/>
                  <a:pt x="562356" y="1770216"/>
                </a:cubicBezTo>
                <a:cubicBezTo>
                  <a:pt x="561499" y="1758215"/>
                  <a:pt x="562356" y="1770216"/>
                  <a:pt x="557213" y="1769359"/>
                </a:cubicBezTo>
                <a:cubicBezTo>
                  <a:pt x="552069" y="1768504"/>
                  <a:pt x="553784" y="1767644"/>
                  <a:pt x="550355" y="1767644"/>
                </a:cubicBezTo>
                <a:cubicBezTo>
                  <a:pt x="547783" y="1767644"/>
                  <a:pt x="550355" y="1767644"/>
                  <a:pt x="537496" y="1770216"/>
                </a:cubicBezTo>
                <a:cubicBezTo>
                  <a:pt x="524637" y="1772790"/>
                  <a:pt x="533210" y="1771073"/>
                  <a:pt x="528924" y="1771073"/>
                </a:cubicBezTo>
                <a:cubicBezTo>
                  <a:pt x="524637" y="1771073"/>
                  <a:pt x="522923" y="1771933"/>
                  <a:pt x="516065" y="1773647"/>
                </a:cubicBezTo>
                <a:cubicBezTo>
                  <a:pt x="509207" y="1775362"/>
                  <a:pt x="510921" y="1773647"/>
                  <a:pt x="507492" y="1774503"/>
                </a:cubicBezTo>
                <a:cubicBezTo>
                  <a:pt x="504921" y="1775362"/>
                  <a:pt x="498063" y="1782218"/>
                  <a:pt x="493776" y="1786504"/>
                </a:cubicBezTo>
                <a:cubicBezTo>
                  <a:pt x="488633" y="1790790"/>
                  <a:pt x="480918" y="1794219"/>
                  <a:pt x="474060" y="1793363"/>
                </a:cubicBezTo>
                <a:cubicBezTo>
                  <a:pt x="467202" y="1793363"/>
                  <a:pt x="469773" y="1795076"/>
                  <a:pt x="466344" y="1797648"/>
                </a:cubicBezTo>
                <a:cubicBezTo>
                  <a:pt x="462915" y="1799363"/>
                  <a:pt x="460344" y="1807080"/>
                  <a:pt x="458629" y="1810508"/>
                </a:cubicBezTo>
                <a:cubicBezTo>
                  <a:pt x="456915" y="1813080"/>
                  <a:pt x="446628" y="1818224"/>
                  <a:pt x="438912" y="1831938"/>
                </a:cubicBezTo>
                <a:cubicBezTo>
                  <a:pt x="431197" y="1845654"/>
                  <a:pt x="432912" y="1841369"/>
                  <a:pt x="441484" y="1860230"/>
                </a:cubicBezTo>
                <a:cubicBezTo>
                  <a:pt x="450057" y="1879088"/>
                  <a:pt x="436341" y="1865373"/>
                  <a:pt x="436341" y="1874802"/>
                </a:cubicBezTo>
                <a:cubicBezTo>
                  <a:pt x="436341" y="1883375"/>
                  <a:pt x="434626" y="1879088"/>
                  <a:pt x="431197" y="1886803"/>
                </a:cubicBezTo>
                <a:cubicBezTo>
                  <a:pt x="427768" y="1894520"/>
                  <a:pt x="431197" y="1886803"/>
                  <a:pt x="439770" y="1896233"/>
                </a:cubicBezTo>
                <a:cubicBezTo>
                  <a:pt x="448342" y="1905663"/>
                  <a:pt x="439770" y="1896233"/>
                  <a:pt x="444913" y="1902233"/>
                </a:cubicBezTo>
                <a:cubicBezTo>
                  <a:pt x="450914" y="1909093"/>
                  <a:pt x="446628" y="1907378"/>
                  <a:pt x="447485" y="1914235"/>
                </a:cubicBezTo>
                <a:cubicBezTo>
                  <a:pt x="448342" y="1921094"/>
                  <a:pt x="450057" y="1917664"/>
                  <a:pt x="456915" y="1921951"/>
                </a:cubicBezTo>
                <a:cubicBezTo>
                  <a:pt x="463773" y="1926236"/>
                  <a:pt x="460344" y="1925378"/>
                  <a:pt x="463773" y="1933095"/>
                </a:cubicBezTo>
                <a:cubicBezTo>
                  <a:pt x="467202" y="1940810"/>
                  <a:pt x="468059" y="1934810"/>
                  <a:pt x="474917" y="1939095"/>
                </a:cubicBezTo>
                <a:cubicBezTo>
                  <a:pt x="481775" y="1943381"/>
                  <a:pt x="492919" y="1939953"/>
                  <a:pt x="502349" y="1939953"/>
                </a:cubicBezTo>
                <a:cubicBezTo>
                  <a:pt x="511779" y="1939953"/>
                  <a:pt x="514350" y="1940810"/>
                  <a:pt x="521208" y="1937380"/>
                </a:cubicBezTo>
                <a:cubicBezTo>
                  <a:pt x="528924" y="1934810"/>
                  <a:pt x="536639" y="1934810"/>
                  <a:pt x="540925" y="1931380"/>
                </a:cubicBezTo>
                <a:cubicBezTo>
                  <a:pt x="545211" y="1927951"/>
                  <a:pt x="549498" y="1928810"/>
                  <a:pt x="552069" y="1930522"/>
                </a:cubicBezTo>
                <a:cubicBezTo>
                  <a:pt x="554641" y="1932237"/>
                  <a:pt x="552927" y="1936523"/>
                  <a:pt x="559785" y="1941666"/>
                </a:cubicBezTo>
                <a:cubicBezTo>
                  <a:pt x="566643" y="1946811"/>
                  <a:pt x="566643" y="1939953"/>
                  <a:pt x="570929" y="1939095"/>
                </a:cubicBezTo>
                <a:cubicBezTo>
                  <a:pt x="575215" y="1938237"/>
                  <a:pt x="587217" y="1945953"/>
                  <a:pt x="587217" y="1945953"/>
                </a:cubicBezTo>
                <a:cubicBezTo>
                  <a:pt x="587217" y="1945953"/>
                  <a:pt x="586359" y="1951954"/>
                  <a:pt x="583788" y="1962240"/>
                </a:cubicBezTo>
                <a:cubicBezTo>
                  <a:pt x="581216" y="1971670"/>
                  <a:pt x="583788" y="1962240"/>
                  <a:pt x="583788" y="1968242"/>
                </a:cubicBezTo>
                <a:cubicBezTo>
                  <a:pt x="583788" y="1974242"/>
                  <a:pt x="585502" y="1990529"/>
                  <a:pt x="585502" y="1990529"/>
                </a:cubicBezTo>
                <a:cubicBezTo>
                  <a:pt x="585502" y="1990529"/>
                  <a:pt x="588931" y="1994816"/>
                  <a:pt x="593217" y="2001674"/>
                </a:cubicBezTo>
                <a:cubicBezTo>
                  <a:pt x="597504" y="2008532"/>
                  <a:pt x="597504" y="2006817"/>
                  <a:pt x="598361" y="2009389"/>
                </a:cubicBezTo>
                <a:cubicBezTo>
                  <a:pt x="599218" y="2011104"/>
                  <a:pt x="605219" y="2017105"/>
                  <a:pt x="606933" y="2021391"/>
                </a:cubicBezTo>
                <a:cubicBezTo>
                  <a:pt x="608648" y="2024819"/>
                  <a:pt x="608648" y="2027392"/>
                  <a:pt x="609505" y="2033392"/>
                </a:cubicBezTo>
                <a:cubicBezTo>
                  <a:pt x="610362" y="2040250"/>
                  <a:pt x="604362" y="2041107"/>
                  <a:pt x="598361" y="2045393"/>
                </a:cubicBezTo>
                <a:cubicBezTo>
                  <a:pt x="592360" y="2049680"/>
                  <a:pt x="595789" y="2051396"/>
                  <a:pt x="593217" y="2061682"/>
                </a:cubicBezTo>
                <a:cubicBezTo>
                  <a:pt x="590646" y="2071968"/>
                  <a:pt x="593217" y="2061682"/>
                  <a:pt x="588931" y="2071968"/>
                </a:cubicBezTo>
                <a:cubicBezTo>
                  <a:pt x="584645" y="2082255"/>
                  <a:pt x="589788" y="2076254"/>
                  <a:pt x="595789" y="2082255"/>
                </a:cubicBezTo>
                <a:cubicBezTo>
                  <a:pt x="601790" y="2088256"/>
                  <a:pt x="601790" y="2084827"/>
                  <a:pt x="606076" y="2095114"/>
                </a:cubicBezTo>
                <a:cubicBezTo>
                  <a:pt x="611220" y="2104544"/>
                  <a:pt x="607791" y="2098543"/>
                  <a:pt x="608648" y="2107115"/>
                </a:cubicBezTo>
                <a:cubicBezTo>
                  <a:pt x="609505" y="2115689"/>
                  <a:pt x="608648" y="2107115"/>
                  <a:pt x="608648" y="2116545"/>
                </a:cubicBezTo>
                <a:cubicBezTo>
                  <a:pt x="608648" y="2125118"/>
                  <a:pt x="608648" y="2116545"/>
                  <a:pt x="613791" y="2128547"/>
                </a:cubicBezTo>
                <a:cubicBezTo>
                  <a:pt x="618935" y="2140548"/>
                  <a:pt x="614649" y="2133690"/>
                  <a:pt x="620649" y="2144834"/>
                </a:cubicBezTo>
                <a:cubicBezTo>
                  <a:pt x="627507" y="2155979"/>
                  <a:pt x="620649" y="2144834"/>
                  <a:pt x="624936" y="2144834"/>
                </a:cubicBezTo>
                <a:cubicBezTo>
                  <a:pt x="629222" y="2144834"/>
                  <a:pt x="640366" y="2139691"/>
                  <a:pt x="642938" y="2137119"/>
                </a:cubicBezTo>
                <a:cubicBezTo>
                  <a:pt x="645510" y="2134548"/>
                  <a:pt x="660941" y="2128547"/>
                  <a:pt x="665227" y="2127690"/>
                </a:cubicBezTo>
                <a:cubicBezTo>
                  <a:pt x="670371" y="2126832"/>
                  <a:pt x="668656" y="2118260"/>
                  <a:pt x="668656" y="2118260"/>
                </a:cubicBezTo>
                <a:lnTo>
                  <a:pt x="683230" y="2106258"/>
                </a:lnTo>
                <a:lnTo>
                  <a:pt x="695231" y="2088256"/>
                </a:lnTo>
                <a:cubicBezTo>
                  <a:pt x="695231" y="2088256"/>
                  <a:pt x="695231" y="2078826"/>
                  <a:pt x="695231" y="2076254"/>
                </a:cubicBezTo>
                <a:cubicBezTo>
                  <a:pt x="695231" y="2074540"/>
                  <a:pt x="702089" y="2073683"/>
                  <a:pt x="706375" y="2072825"/>
                </a:cubicBezTo>
                <a:cubicBezTo>
                  <a:pt x="709804" y="2071968"/>
                  <a:pt x="708947" y="2067682"/>
                  <a:pt x="710662" y="2065110"/>
                </a:cubicBezTo>
                <a:cubicBezTo>
                  <a:pt x="712376" y="2063397"/>
                  <a:pt x="718377" y="2053966"/>
                  <a:pt x="724378" y="2052252"/>
                </a:cubicBezTo>
                <a:cubicBezTo>
                  <a:pt x="731236" y="2051396"/>
                  <a:pt x="719234" y="2040250"/>
                  <a:pt x="719234" y="2040250"/>
                </a:cubicBezTo>
                <a:cubicBezTo>
                  <a:pt x="719234" y="2040250"/>
                  <a:pt x="727807" y="2034249"/>
                  <a:pt x="729521" y="2028248"/>
                </a:cubicBezTo>
                <a:cubicBezTo>
                  <a:pt x="731236" y="2022248"/>
                  <a:pt x="729521" y="2010247"/>
                  <a:pt x="728664" y="2006817"/>
                </a:cubicBezTo>
                <a:cubicBezTo>
                  <a:pt x="727807" y="2004246"/>
                  <a:pt x="728664" y="1992244"/>
                  <a:pt x="728664" y="1992244"/>
                </a:cubicBezTo>
                <a:lnTo>
                  <a:pt x="735522" y="1983671"/>
                </a:lnTo>
                <a:cubicBezTo>
                  <a:pt x="735522" y="1983671"/>
                  <a:pt x="736379" y="1968242"/>
                  <a:pt x="738951" y="1966526"/>
                </a:cubicBezTo>
                <a:cubicBezTo>
                  <a:pt x="741523" y="1964813"/>
                  <a:pt x="745809" y="1954526"/>
                  <a:pt x="750095" y="1954526"/>
                </a:cubicBezTo>
                <a:cubicBezTo>
                  <a:pt x="754381" y="1954526"/>
                  <a:pt x="753524" y="1931380"/>
                  <a:pt x="753524" y="1931380"/>
                </a:cubicBezTo>
                <a:lnTo>
                  <a:pt x="760382" y="1918520"/>
                </a:lnTo>
                <a:cubicBezTo>
                  <a:pt x="760382" y="1918520"/>
                  <a:pt x="762954" y="1905663"/>
                  <a:pt x="762954" y="1903090"/>
                </a:cubicBezTo>
                <a:cubicBezTo>
                  <a:pt x="762954" y="1900518"/>
                  <a:pt x="756096" y="1895375"/>
                  <a:pt x="756096" y="1895375"/>
                </a:cubicBezTo>
                <a:cubicBezTo>
                  <a:pt x="756096" y="1895375"/>
                  <a:pt x="749238" y="1895375"/>
                  <a:pt x="744094" y="1897947"/>
                </a:cubicBezTo>
                <a:cubicBezTo>
                  <a:pt x="738951" y="1900518"/>
                  <a:pt x="740665" y="1898805"/>
                  <a:pt x="737236" y="1899662"/>
                </a:cubicBezTo>
                <a:cubicBezTo>
                  <a:pt x="733807" y="1900518"/>
                  <a:pt x="732950" y="1897947"/>
                  <a:pt x="727807" y="1896233"/>
                </a:cubicBezTo>
                <a:cubicBezTo>
                  <a:pt x="722663" y="1894520"/>
                  <a:pt x="726949" y="1889375"/>
                  <a:pt x="727807" y="1885088"/>
                </a:cubicBezTo>
                <a:cubicBezTo>
                  <a:pt x="728664" y="1880803"/>
                  <a:pt x="720091" y="1881660"/>
                  <a:pt x="716662" y="1880803"/>
                </a:cubicBezTo>
                <a:cubicBezTo>
                  <a:pt x="714091" y="1879945"/>
                  <a:pt x="713233" y="1870514"/>
                  <a:pt x="710662" y="1867944"/>
                </a:cubicBezTo>
                <a:cubicBezTo>
                  <a:pt x="708947" y="1866229"/>
                  <a:pt x="708090" y="1862801"/>
                  <a:pt x="704661" y="1855941"/>
                </a:cubicBezTo>
                <a:cubicBezTo>
                  <a:pt x="701232" y="1849083"/>
                  <a:pt x="699517" y="1852513"/>
                  <a:pt x="695231" y="1851655"/>
                </a:cubicBezTo>
                <a:cubicBezTo>
                  <a:pt x="690945" y="1850798"/>
                  <a:pt x="696088" y="1842226"/>
                  <a:pt x="691802" y="1834510"/>
                </a:cubicBezTo>
                <a:cubicBezTo>
                  <a:pt x="687516" y="1826796"/>
                  <a:pt x="701232" y="1831082"/>
                  <a:pt x="701232" y="1831082"/>
                </a:cubicBezTo>
                <a:cubicBezTo>
                  <a:pt x="701232" y="1831082"/>
                  <a:pt x="701232" y="1831082"/>
                  <a:pt x="707233" y="1836225"/>
                </a:cubicBezTo>
                <a:cubicBezTo>
                  <a:pt x="713233" y="1842226"/>
                  <a:pt x="708947" y="1840511"/>
                  <a:pt x="713233" y="1846511"/>
                </a:cubicBezTo>
                <a:cubicBezTo>
                  <a:pt x="718377" y="1852513"/>
                  <a:pt x="714091" y="1856798"/>
                  <a:pt x="715805" y="1859371"/>
                </a:cubicBezTo>
                <a:cubicBezTo>
                  <a:pt x="717520" y="1861944"/>
                  <a:pt x="726949" y="1863658"/>
                  <a:pt x="730378" y="1868802"/>
                </a:cubicBezTo>
                <a:cubicBezTo>
                  <a:pt x="733807" y="1873945"/>
                  <a:pt x="738951" y="1879945"/>
                  <a:pt x="738951" y="1879945"/>
                </a:cubicBezTo>
                <a:cubicBezTo>
                  <a:pt x="738951" y="1879945"/>
                  <a:pt x="756096" y="1877374"/>
                  <a:pt x="759525" y="1875660"/>
                </a:cubicBezTo>
                <a:cubicBezTo>
                  <a:pt x="762097" y="1873945"/>
                  <a:pt x="763811" y="1864514"/>
                  <a:pt x="763811" y="1864514"/>
                </a:cubicBezTo>
                <a:cubicBezTo>
                  <a:pt x="763811" y="1864514"/>
                  <a:pt x="767240" y="1855941"/>
                  <a:pt x="767240" y="1852513"/>
                </a:cubicBezTo>
                <a:cubicBezTo>
                  <a:pt x="767240" y="1849940"/>
                  <a:pt x="762954" y="1837940"/>
                  <a:pt x="762954" y="1837940"/>
                </a:cubicBezTo>
                <a:lnTo>
                  <a:pt x="762954" y="1825938"/>
                </a:lnTo>
                <a:cubicBezTo>
                  <a:pt x="762954" y="1825938"/>
                  <a:pt x="756953" y="1819938"/>
                  <a:pt x="758668" y="1815651"/>
                </a:cubicBezTo>
                <a:cubicBezTo>
                  <a:pt x="760382" y="1812222"/>
                  <a:pt x="758668" y="1815651"/>
                  <a:pt x="762097" y="1816508"/>
                </a:cubicBezTo>
                <a:cubicBezTo>
                  <a:pt x="764668" y="1817366"/>
                  <a:pt x="771526" y="1817366"/>
                  <a:pt x="774098" y="1820794"/>
                </a:cubicBezTo>
                <a:cubicBezTo>
                  <a:pt x="776670" y="1824223"/>
                  <a:pt x="779242" y="1833653"/>
                  <a:pt x="782671" y="1837084"/>
                </a:cubicBezTo>
                <a:cubicBezTo>
                  <a:pt x="786100" y="1840511"/>
                  <a:pt x="786100" y="1839654"/>
                  <a:pt x="790386" y="1844797"/>
                </a:cubicBezTo>
                <a:cubicBezTo>
                  <a:pt x="793815" y="1849940"/>
                  <a:pt x="792958" y="1846511"/>
                  <a:pt x="796387" y="1851655"/>
                </a:cubicBezTo>
                <a:cubicBezTo>
                  <a:pt x="799816" y="1857656"/>
                  <a:pt x="796387" y="1855941"/>
                  <a:pt x="800673" y="1863658"/>
                </a:cubicBezTo>
                <a:cubicBezTo>
                  <a:pt x="804959" y="1871372"/>
                  <a:pt x="804959" y="1869657"/>
                  <a:pt x="809245" y="1873945"/>
                </a:cubicBezTo>
                <a:lnTo>
                  <a:pt x="810960" y="1870514"/>
                </a:lnTo>
                <a:cubicBezTo>
                  <a:pt x="776884" y="1746428"/>
                  <a:pt x="670960" y="1679244"/>
                  <a:pt x="620127" y="1653407"/>
                </a:cubicBezTo>
                <a:lnTo>
                  <a:pt x="615617" y="1651278"/>
                </a:lnTo>
                <a:lnTo>
                  <a:pt x="671583" y="1676556"/>
                </a:lnTo>
                <a:cubicBezTo>
                  <a:pt x="838713" y="1774368"/>
                  <a:pt x="881468" y="1966205"/>
                  <a:pt x="792958" y="2119974"/>
                </a:cubicBezTo>
                <a:cubicBezTo>
                  <a:pt x="691802" y="2295710"/>
                  <a:pt x="511779" y="2287139"/>
                  <a:pt x="511779" y="2287139"/>
                </a:cubicBezTo>
                <a:cubicBezTo>
                  <a:pt x="592360" y="2286282"/>
                  <a:pt x="630079" y="2251133"/>
                  <a:pt x="630079" y="2251133"/>
                </a:cubicBezTo>
                <a:cubicBezTo>
                  <a:pt x="630079" y="2251133"/>
                  <a:pt x="616363" y="2250276"/>
                  <a:pt x="613791" y="2251993"/>
                </a:cubicBezTo>
                <a:cubicBezTo>
                  <a:pt x="611220" y="2253706"/>
                  <a:pt x="600075" y="2245133"/>
                  <a:pt x="597504" y="2245133"/>
                </a:cubicBezTo>
                <a:cubicBezTo>
                  <a:pt x="594932" y="2245133"/>
                  <a:pt x="590646" y="2244276"/>
                  <a:pt x="588074" y="2243418"/>
                </a:cubicBezTo>
                <a:cubicBezTo>
                  <a:pt x="585502" y="2242562"/>
                  <a:pt x="577787" y="2245133"/>
                  <a:pt x="572643" y="2245990"/>
                </a:cubicBezTo>
                <a:cubicBezTo>
                  <a:pt x="566643" y="2246848"/>
                  <a:pt x="565785" y="2246848"/>
                  <a:pt x="560642" y="2251993"/>
                </a:cubicBezTo>
                <a:cubicBezTo>
                  <a:pt x="554641" y="2257136"/>
                  <a:pt x="553784" y="2251133"/>
                  <a:pt x="550355" y="2251133"/>
                </a:cubicBezTo>
                <a:cubicBezTo>
                  <a:pt x="546926" y="2251133"/>
                  <a:pt x="537496" y="2251993"/>
                  <a:pt x="537496" y="2251993"/>
                </a:cubicBezTo>
                <a:lnTo>
                  <a:pt x="541782" y="2241705"/>
                </a:lnTo>
                <a:cubicBezTo>
                  <a:pt x="541782" y="2241705"/>
                  <a:pt x="535782" y="2239989"/>
                  <a:pt x="530638" y="2239989"/>
                </a:cubicBezTo>
                <a:cubicBezTo>
                  <a:pt x="525495" y="2239989"/>
                  <a:pt x="526352" y="2244276"/>
                  <a:pt x="523780" y="2248563"/>
                </a:cubicBezTo>
                <a:cubicBezTo>
                  <a:pt x="521208" y="2252849"/>
                  <a:pt x="521208" y="2253706"/>
                  <a:pt x="517779" y="2259708"/>
                </a:cubicBezTo>
                <a:cubicBezTo>
                  <a:pt x="515208" y="2266564"/>
                  <a:pt x="501492" y="2256279"/>
                  <a:pt x="496348" y="2255421"/>
                </a:cubicBezTo>
                <a:cubicBezTo>
                  <a:pt x="491205" y="2254563"/>
                  <a:pt x="488633" y="2255421"/>
                  <a:pt x="484347" y="2252849"/>
                </a:cubicBezTo>
                <a:cubicBezTo>
                  <a:pt x="480060" y="2250276"/>
                  <a:pt x="485204" y="2248563"/>
                  <a:pt x="485204" y="2248563"/>
                </a:cubicBezTo>
                <a:lnTo>
                  <a:pt x="497205" y="2239989"/>
                </a:lnTo>
                <a:lnTo>
                  <a:pt x="509207" y="2233132"/>
                </a:lnTo>
                <a:cubicBezTo>
                  <a:pt x="509207" y="2233132"/>
                  <a:pt x="507492" y="2227131"/>
                  <a:pt x="503206" y="2226275"/>
                </a:cubicBezTo>
                <a:cubicBezTo>
                  <a:pt x="499777" y="2225418"/>
                  <a:pt x="499777" y="2228846"/>
                  <a:pt x="497205" y="2231417"/>
                </a:cubicBezTo>
                <a:cubicBezTo>
                  <a:pt x="494634" y="2233989"/>
                  <a:pt x="472345" y="2232275"/>
                  <a:pt x="472345" y="2232275"/>
                </a:cubicBezTo>
                <a:cubicBezTo>
                  <a:pt x="472345" y="2232275"/>
                  <a:pt x="458629" y="2237419"/>
                  <a:pt x="451771" y="2233989"/>
                </a:cubicBezTo>
                <a:cubicBezTo>
                  <a:pt x="444056" y="2230561"/>
                  <a:pt x="451771" y="2233989"/>
                  <a:pt x="448342" y="2227131"/>
                </a:cubicBezTo>
                <a:cubicBezTo>
                  <a:pt x="445770" y="2220274"/>
                  <a:pt x="438912" y="2231417"/>
                  <a:pt x="433769" y="2233989"/>
                </a:cubicBezTo>
                <a:cubicBezTo>
                  <a:pt x="427768" y="2236562"/>
                  <a:pt x="427768" y="2234846"/>
                  <a:pt x="413195" y="2237419"/>
                </a:cubicBezTo>
                <a:cubicBezTo>
                  <a:pt x="398622" y="2239989"/>
                  <a:pt x="402908" y="2239132"/>
                  <a:pt x="402908" y="2239132"/>
                </a:cubicBezTo>
                <a:lnTo>
                  <a:pt x="402051" y="2233132"/>
                </a:lnTo>
                <a:cubicBezTo>
                  <a:pt x="402051" y="2233132"/>
                  <a:pt x="396050" y="2237419"/>
                  <a:pt x="391764" y="2241705"/>
                </a:cubicBezTo>
                <a:cubicBezTo>
                  <a:pt x="387477" y="2245990"/>
                  <a:pt x="383191" y="2243418"/>
                  <a:pt x="379762" y="2243418"/>
                </a:cubicBezTo>
                <a:cubicBezTo>
                  <a:pt x="376333" y="2243418"/>
                  <a:pt x="378048" y="2257136"/>
                  <a:pt x="378048" y="2257136"/>
                </a:cubicBezTo>
                <a:cubicBezTo>
                  <a:pt x="379548" y="2260779"/>
                  <a:pt x="385388" y="2264528"/>
                  <a:pt x="393304" y="2268105"/>
                </a:cubicBezTo>
                <a:lnTo>
                  <a:pt x="409649" y="2273959"/>
                </a:lnTo>
                <a:lnTo>
                  <a:pt x="353398" y="2258117"/>
                </a:lnTo>
                <a:cubicBezTo>
                  <a:pt x="141567" y="2163439"/>
                  <a:pt x="167164" y="1913378"/>
                  <a:pt x="167164" y="1913378"/>
                </a:cubicBezTo>
                <a:lnTo>
                  <a:pt x="170593" y="1910806"/>
                </a:lnTo>
                <a:cubicBezTo>
                  <a:pt x="170593" y="1910806"/>
                  <a:pt x="172308" y="1918520"/>
                  <a:pt x="173165" y="1921951"/>
                </a:cubicBezTo>
                <a:cubicBezTo>
                  <a:pt x="174879" y="1925378"/>
                  <a:pt x="174879" y="1924521"/>
                  <a:pt x="179166" y="1930522"/>
                </a:cubicBezTo>
                <a:cubicBezTo>
                  <a:pt x="182595" y="1936523"/>
                  <a:pt x="184309" y="1935665"/>
                  <a:pt x="186024" y="1939953"/>
                </a:cubicBezTo>
                <a:cubicBezTo>
                  <a:pt x="187738" y="1945095"/>
                  <a:pt x="186024" y="1939953"/>
                  <a:pt x="181737" y="1954526"/>
                </a:cubicBezTo>
                <a:cubicBezTo>
                  <a:pt x="178308" y="1969098"/>
                  <a:pt x="190310" y="1978528"/>
                  <a:pt x="190310" y="1978528"/>
                </a:cubicBezTo>
                <a:cubicBezTo>
                  <a:pt x="190310" y="1978528"/>
                  <a:pt x="190310" y="1982814"/>
                  <a:pt x="189453" y="2007674"/>
                </a:cubicBezTo>
                <a:cubicBezTo>
                  <a:pt x="188595" y="2031678"/>
                  <a:pt x="199740" y="2037678"/>
                  <a:pt x="208312" y="2052252"/>
                </a:cubicBezTo>
                <a:cubicBezTo>
                  <a:pt x="216027" y="2065968"/>
                  <a:pt x="211741" y="2060824"/>
                  <a:pt x="215170" y="2066825"/>
                </a:cubicBezTo>
                <a:cubicBezTo>
                  <a:pt x="218599" y="2071968"/>
                  <a:pt x="217742" y="2067682"/>
                  <a:pt x="227172" y="2076254"/>
                </a:cubicBezTo>
                <a:cubicBezTo>
                  <a:pt x="236601" y="2084827"/>
                  <a:pt x="228886" y="2084827"/>
                  <a:pt x="233172" y="2101972"/>
                </a:cubicBezTo>
                <a:cubicBezTo>
                  <a:pt x="237459" y="2119117"/>
                  <a:pt x="237459" y="2109687"/>
                  <a:pt x="240888" y="2124260"/>
                </a:cubicBezTo>
                <a:cubicBezTo>
                  <a:pt x="243459" y="2139691"/>
                  <a:pt x="244317" y="2127690"/>
                  <a:pt x="250317" y="2136262"/>
                </a:cubicBezTo>
                <a:cubicBezTo>
                  <a:pt x="256318" y="2144834"/>
                  <a:pt x="250317" y="2136262"/>
                  <a:pt x="257175" y="2149122"/>
                </a:cubicBezTo>
                <a:cubicBezTo>
                  <a:pt x="264033" y="2161979"/>
                  <a:pt x="262319" y="2155122"/>
                  <a:pt x="264891" y="2161123"/>
                </a:cubicBezTo>
                <a:cubicBezTo>
                  <a:pt x="267462" y="2166267"/>
                  <a:pt x="270034" y="2163694"/>
                  <a:pt x="279464" y="2189412"/>
                </a:cubicBezTo>
                <a:cubicBezTo>
                  <a:pt x="288894" y="2215130"/>
                  <a:pt x="281178" y="2193698"/>
                  <a:pt x="286322" y="2199699"/>
                </a:cubicBezTo>
                <a:cubicBezTo>
                  <a:pt x="291465" y="2205701"/>
                  <a:pt x="294037" y="2202272"/>
                  <a:pt x="306039" y="2211701"/>
                </a:cubicBezTo>
                <a:cubicBezTo>
                  <a:pt x="318040" y="2221130"/>
                  <a:pt x="309468" y="2215986"/>
                  <a:pt x="318897" y="2221987"/>
                </a:cubicBezTo>
                <a:cubicBezTo>
                  <a:pt x="328327" y="2227988"/>
                  <a:pt x="320612" y="2219415"/>
                  <a:pt x="320612" y="2215986"/>
                </a:cubicBezTo>
                <a:cubicBezTo>
                  <a:pt x="320612" y="2212557"/>
                  <a:pt x="316326" y="2210843"/>
                  <a:pt x="312897" y="2207414"/>
                </a:cubicBezTo>
                <a:cubicBezTo>
                  <a:pt x="308610" y="2204842"/>
                  <a:pt x="307753" y="2200556"/>
                  <a:pt x="304324" y="2196269"/>
                </a:cubicBezTo>
                <a:cubicBezTo>
                  <a:pt x="301752" y="2192841"/>
                  <a:pt x="301752" y="2191127"/>
                  <a:pt x="300038" y="2186840"/>
                </a:cubicBezTo>
                <a:cubicBezTo>
                  <a:pt x="297466" y="2182553"/>
                  <a:pt x="294894" y="2180840"/>
                  <a:pt x="290608" y="2173981"/>
                </a:cubicBezTo>
                <a:cubicBezTo>
                  <a:pt x="286322" y="2167124"/>
                  <a:pt x="294037" y="2168839"/>
                  <a:pt x="294894" y="2166267"/>
                </a:cubicBezTo>
                <a:cubicBezTo>
                  <a:pt x="295752" y="2163694"/>
                  <a:pt x="297466" y="2164551"/>
                  <a:pt x="298323" y="2161123"/>
                </a:cubicBezTo>
                <a:cubicBezTo>
                  <a:pt x="299181" y="2157693"/>
                  <a:pt x="299181" y="2152550"/>
                  <a:pt x="294894" y="2148263"/>
                </a:cubicBezTo>
                <a:cubicBezTo>
                  <a:pt x="291465" y="2143120"/>
                  <a:pt x="302610" y="2122546"/>
                  <a:pt x="303467" y="2119974"/>
                </a:cubicBezTo>
                <a:cubicBezTo>
                  <a:pt x="304324" y="2117403"/>
                  <a:pt x="303467" y="2104544"/>
                  <a:pt x="303467" y="2104544"/>
                </a:cubicBezTo>
                <a:cubicBezTo>
                  <a:pt x="303467" y="2104544"/>
                  <a:pt x="309468" y="2098543"/>
                  <a:pt x="312897" y="2097686"/>
                </a:cubicBezTo>
                <a:cubicBezTo>
                  <a:pt x="316326" y="2096828"/>
                  <a:pt x="322326" y="2092543"/>
                  <a:pt x="326613" y="2088256"/>
                </a:cubicBezTo>
                <a:cubicBezTo>
                  <a:pt x="330899" y="2083970"/>
                  <a:pt x="324898" y="2079683"/>
                  <a:pt x="324898" y="2079683"/>
                </a:cubicBezTo>
                <a:cubicBezTo>
                  <a:pt x="324898" y="2079683"/>
                  <a:pt x="327470" y="2074540"/>
                  <a:pt x="329184" y="2071111"/>
                </a:cubicBezTo>
                <a:cubicBezTo>
                  <a:pt x="330899" y="2067682"/>
                  <a:pt x="330042" y="2059967"/>
                  <a:pt x="330042" y="2057396"/>
                </a:cubicBezTo>
                <a:cubicBezTo>
                  <a:pt x="330042" y="2054823"/>
                  <a:pt x="327470" y="2050539"/>
                  <a:pt x="325755" y="2046251"/>
                </a:cubicBezTo>
                <a:cubicBezTo>
                  <a:pt x="323184" y="2041964"/>
                  <a:pt x="325755" y="2037678"/>
                  <a:pt x="327470" y="2035106"/>
                </a:cubicBezTo>
                <a:cubicBezTo>
                  <a:pt x="330042" y="2032536"/>
                  <a:pt x="333471" y="2023962"/>
                  <a:pt x="336900" y="2021391"/>
                </a:cubicBezTo>
                <a:cubicBezTo>
                  <a:pt x="340329" y="2018820"/>
                  <a:pt x="341186" y="2014533"/>
                  <a:pt x="342043" y="2008532"/>
                </a:cubicBezTo>
                <a:cubicBezTo>
                  <a:pt x="342900" y="2002531"/>
                  <a:pt x="338614" y="2002531"/>
                  <a:pt x="336900" y="2001674"/>
                </a:cubicBezTo>
                <a:cubicBezTo>
                  <a:pt x="335185" y="2000816"/>
                  <a:pt x="332613" y="1999102"/>
                  <a:pt x="324041" y="1994816"/>
                </a:cubicBezTo>
                <a:cubicBezTo>
                  <a:pt x="316326" y="1989672"/>
                  <a:pt x="318897" y="1986243"/>
                  <a:pt x="315468" y="1983671"/>
                </a:cubicBezTo>
                <a:cubicBezTo>
                  <a:pt x="312039" y="1981100"/>
                  <a:pt x="306039" y="1981957"/>
                  <a:pt x="299181" y="1982814"/>
                </a:cubicBezTo>
                <a:cubicBezTo>
                  <a:pt x="292323" y="1983671"/>
                  <a:pt x="297466" y="1978528"/>
                  <a:pt x="295752" y="1977671"/>
                </a:cubicBezTo>
                <a:cubicBezTo>
                  <a:pt x="294037" y="1976813"/>
                  <a:pt x="288894" y="1974242"/>
                  <a:pt x="282893" y="1972528"/>
                </a:cubicBezTo>
                <a:cubicBezTo>
                  <a:pt x="277749" y="1970814"/>
                  <a:pt x="281178" y="1965669"/>
                  <a:pt x="281178" y="1965669"/>
                </a:cubicBezTo>
                <a:cubicBezTo>
                  <a:pt x="281178" y="1965669"/>
                  <a:pt x="274320" y="1964813"/>
                  <a:pt x="271749" y="1963955"/>
                </a:cubicBezTo>
                <a:cubicBezTo>
                  <a:pt x="269177" y="1963955"/>
                  <a:pt x="269177" y="1959668"/>
                  <a:pt x="270034" y="1957954"/>
                </a:cubicBezTo>
                <a:cubicBezTo>
                  <a:pt x="270891" y="1955382"/>
                  <a:pt x="269177" y="1948525"/>
                  <a:pt x="269177" y="1948525"/>
                </a:cubicBezTo>
                <a:cubicBezTo>
                  <a:pt x="269177" y="1948525"/>
                  <a:pt x="268320" y="1939953"/>
                  <a:pt x="264033" y="1939095"/>
                </a:cubicBezTo>
                <a:cubicBezTo>
                  <a:pt x="259747" y="1937380"/>
                  <a:pt x="261462" y="1933952"/>
                  <a:pt x="259747" y="1933095"/>
                </a:cubicBezTo>
                <a:cubicBezTo>
                  <a:pt x="257175" y="1932237"/>
                  <a:pt x="250317" y="1931380"/>
                  <a:pt x="248603" y="1931380"/>
                </a:cubicBezTo>
                <a:cubicBezTo>
                  <a:pt x="247746" y="1931380"/>
                  <a:pt x="240030" y="1929666"/>
                  <a:pt x="239173" y="1926236"/>
                </a:cubicBezTo>
                <a:cubicBezTo>
                  <a:pt x="238316" y="1923666"/>
                  <a:pt x="238316" y="1918520"/>
                  <a:pt x="236601" y="1917664"/>
                </a:cubicBezTo>
                <a:cubicBezTo>
                  <a:pt x="234887" y="1916808"/>
                  <a:pt x="233172" y="1911663"/>
                  <a:pt x="232315" y="1908233"/>
                </a:cubicBezTo>
                <a:cubicBezTo>
                  <a:pt x="230601" y="1904805"/>
                  <a:pt x="228029" y="1904805"/>
                  <a:pt x="226314" y="1903948"/>
                </a:cubicBezTo>
                <a:cubicBezTo>
                  <a:pt x="224600" y="1903090"/>
                  <a:pt x="216885" y="1907378"/>
                  <a:pt x="214313" y="1906521"/>
                </a:cubicBezTo>
                <a:cubicBezTo>
                  <a:pt x="211741" y="1905663"/>
                  <a:pt x="215170" y="1900518"/>
                  <a:pt x="213456" y="1898805"/>
                </a:cubicBezTo>
                <a:cubicBezTo>
                  <a:pt x="212598" y="1897090"/>
                  <a:pt x="211741" y="1897947"/>
                  <a:pt x="206598" y="1897090"/>
                </a:cubicBezTo>
                <a:cubicBezTo>
                  <a:pt x="201454" y="1896233"/>
                  <a:pt x="201454" y="1900518"/>
                  <a:pt x="201454" y="1900518"/>
                </a:cubicBezTo>
                <a:lnTo>
                  <a:pt x="198882" y="1903948"/>
                </a:lnTo>
                <a:cubicBezTo>
                  <a:pt x="198882" y="1903948"/>
                  <a:pt x="197168" y="1906521"/>
                  <a:pt x="192882" y="1912520"/>
                </a:cubicBezTo>
                <a:cubicBezTo>
                  <a:pt x="188595" y="1918520"/>
                  <a:pt x="192882" y="1912520"/>
                  <a:pt x="191167" y="1910806"/>
                </a:cubicBezTo>
                <a:cubicBezTo>
                  <a:pt x="189453" y="1909093"/>
                  <a:pt x="189453" y="1909093"/>
                  <a:pt x="188595" y="1907378"/>
                </a:cubicBezTo>
                <a:cubicBezTo>
                  <a:pt x="186881" y="1906521"/>
                  <a:pt x="184309" y="1898805"/>
                  <a:pt x="185166" y="1895375"/>
                </a:cubicBezTo>
                <a:cubicBezTo>
                  <a:pt x="186024" y="1891947"/>
                  <a:pt x="187738" y="1888518"/>
                  <a:pt x="188595" y="1885946"/>
                </a:cubicBezTo>
                <a:cubicBezTo>
                  <a:pt x="189453" y="1883375"/>
                  <a:pt x="187738" y="1881660"/>
                  <a:pt x="187738" y="1873087"/>
                </a:cubicBezTo>
                <a:cubicBezTo>
                  <a:pt x="187738" y="1864514"/>
                  <a:pt x="187738" y="1865373"/>
                  <a:pt x="188595" y="1862801"/>
                </a:cubicBezTo>
                <a:cubicBezTo>
                  <a:pt x="188595" y="1860230"/>
                  <a:pt x="187738" y="1857656"/>
                  <a:pt x="187738" y="1855084"/>
                </a:cubicBezTo>
                <a:cubicBezTo>
                  <a:pt x="187738" y="1852513"/>
                  <a:pt x="183452" y="1853370"/>
                  <a:pt x="183452" y="1853370"/>
                </a:cubicBezTo>
                <a:cubicBezTo>
                  <a:pt x="186881" y="1837940"/>
                  <a:pt x="197168" y="1817366"/>
                  <a:pt x="197168" y="1817366"/>
                </a:cubicBezTo>
                <a:cubicBezTo>
                  <a:pt x="197168" y="1817366"/>
                  <a:pt x="195453" y="1826796"/>
                  <a:pt x="195453" y="1828509"/>
                </a:cubicBezTo>
                <a:cubicBezTo>
                  <a:pt x="195453" y="1830225"/>
                  <a:pt x="194596" y="1833653"/>
                  <a:pt x="194596" y="1835368"/>
                </a:cubicBezTo>
                <a:cubicBezTo>
                  <a:pt x="194596" y="1837084"/>
                  <a:pt x="193739" y="1841369"/>
                  <a:pt x="193739" y="1843085"/>
                </a:cubicBezTo>
                <a:cubicBezTo>
                  <a:pt x="193739" y="1844797"/>
                  <a:pt x="195453" y="1843941"/>
                  <a:pt x="196311" y="1843941"/>
                </a:cubicBezTo>
                <a:cubicBezTo>
                  <a:pt x="197168" y="1843085"/>
                  <a:pt x="198882" y="1843941"/>
                  <a:pt x="201454" y="1847369"/>
                </a:cubicBezTo>
                <a:cubicBezTo>
                  <a:pt x="204026" y="1850798"/>
                  <a:pt x="202311" y="1847369"/>
                  <a:pt x="203169" y="1847369"/>
                </a:cubicBezTo>
                <a:cubicBezTo>
                  <a:pt x="204026" y="1847369"/>
                  <a:pt x="206598" y="1850798"/>
                  <a:pt x="207455" y="1852513"/>
                </a:cubicBezTo>
                <a:cubicBezTo>
                  <a:pt x="208312" y="1854227"/>
                  <a:pt x="206598" y="1855941"/>
                  <a:pt x="206598" y="1859371"/>
                </a:cubicBezTo>
                <a:cubicBezTo>
                  <a:pt x="205740" y="1862801"/>
                  <a:pt x="206598" y="1859371"/>
                  <a:pt x="208312" y="1861087"/>
                </a:cubicBezTo>
                <a:cubicBezTo>
                  <a:pt x="210027" y="1862801"/>
                  <a:pt x="212598" y="1862801"/>
                  <a:pt x="213456" y="1863658"/>
                </a:cubicBezTo>
                <a:cubicBezTo>
                  <a:pt x="215170" y="1864514"/>
                  <a:pt x="217742" y="1861944"/>
                  <a:pt x="220314" y="1862801"/>
                </a:cubicBezTo>
                <a:cubicBezTo>
                  <a:pt x="222885" y="1862801"/>
                  <a:pt x="222885" y="1864514"/>
                  <a:pt x="223743" y="1867085"/>
                </a:cubicBezTo>
                <a:cubicBezTo>
                  <a:pt x="224600" y="1870514"/>
                  <a:pt x="224600" y="1870514"/>
                  <a:pt x="225457" y="1870514"/>
                </a:cubicBezTo>
                <a:cubicBezTo>
                  <a:pt x="226314" y="1871372"/>
                  <a:pt x="228029" y="1867944"/>
                  <a:pt x="228886" y="1867085"/>
                </a:cubicBezTo>
                <a:cubicBezTo>
                  <a:pt x="229743" y="1866229"/>
                  <a:pt x="230601" y="1862801"/>
                  <a:pt x="230601" y="1862801"/>
                </a:cubicBezTo>
                <a:lnTo>
                  <a:pt x="227172" y="1860230"/>
                </a:lnTo>
                <a:lnTo>
                  <a:pt x="222028" y="1856798"/>
                </a:lnTo>
                <a:lnTo>
                  <a:pt x="216027" y="1855084"/>
                </a:lnTo>
                <a:cubicBezTo>
                  <a:pt x="216027" y="1855084"/>
                  <a:pt x="212598" y="1854227"/>
                  <a:pt x="210027" y="1854227"/>
                </a:cubicBezTo>
                <a:cubicBezTo>
                  <a:pt x="207455" y="1854227"/>
                  <a:pt x="210027" y="1848226"/>
                  <a:pt x="210027" y="1847369"/>
                </a:cubicBezTo>
                <a:cubicBezTo>
                  <a:pt x="210027" y="1845654"/>
                  <a:pt x="210027" y="1839654"/>
                  <a:pt x="210027" y="1839654"/>
                </a:cubicBezTo>
                <a:cubicBezTo>
                  <a:pt x="210027" y="1839654"/>
                  <a:pt x="206598" y="1838796"/>
                  <a:pt x="205740" y="1838796"/>
                </a:cubicBezTo>
                <a:cubicBezTo>
                  <a:pt x="204883" y="1838796"/>
                  <a:pt x="201454" y="1835368"/>
                  <a:pt x="201454" y="1834510"/>
                </a:cubicBezTo>
                <a:cubicBezTo>
                  <a:pt x="201454" y="1832795"/>
                  <a:pt x="202311" y="1829367"/>
                  <a:pt x="204883" y="1827653"/>
                </a:cubicBezTo>
                <a:cubicBezTo>
                  <a:pt x="206598" y="1825938"/>
                  <a:pt x="214313" y="1823367"/>
                  <a:pt x="215170" y="1823367"/>
                </a:cubicBezTo>
                <a:cubicBezTo>
                  <a:pt x="216027" y="1822508"/>
                  <a:pt x="218599" y="1819938"/>
                  <a:pt x="220314" y="1819081"/>
                </a:cubicBezTo>
                <a:cubicBezTo>
                  <a:pt x="221171" y="1818224"/>
                  <a:pt x="223743" y="1814795"/>
                  <a:pt x="223743" y="1811365"/>
                </a:cubicBezTo>
                <a:cubicBezTo>
                  <a:pt x="224600" y="1808794"/>
                  <a:pt x="226314" y="1804507"/>
                  <a:pt x="227172" y="1802793"/>
                </a:cubicBezTo>
                <a:cubicBezTo>
                  <a:pt x="228029" y="1801078"/>
                  <a:pt x="228029" y="1796791"/>
                  <a:pt x="228886" y="1793363"/>
                </a:cubicBezTo>
                <a:cubicBezTo>
                  <a:pt x="229743" y="1789933"/>
                  <a:pt x="233172" y="1786504"/>
                  <a:pt x="234030" y="1786504"/>
                </a:cubicBezTo>
                <a:cubicBezTo>
                  <a:pt x="234887" y="1786504"/>
                  <a:pt x="243459" y="1780505"/>
                  <a:pt x="246031" y="1777076"/>
                </a:cubicBezTo>
                <a:cubicBezTo>
                  <a:pt x="249460" y="1773647"/>
                  <a:pt x="252889" y="1771073"/>
                  <a:pt x="252889" y="1771073"/>
                </a:cubicBezTo>
                <a:lnTo>
                  <a:pt x="255461" y="1765075"/>
                </a:lnTo>
                <a:cubicBezTo>
                  <a:pt x="255461" y="1765075"/>
                  <a:pt x="256318" y="1763359"/>
                  <a:pt x="261462" y="1762502"/>
                </a:cubicBezTo>
                <a:cubicBezTo>
                  <a:pt x="266605" y="1760786"/>
                  <a:pt x="269177" y="1758215"/>
                  <a:pt x="269177" y="1758215"/>
                </a:cubicBezTo>
                <a:cubicBezTo>
                  <a:pt x="269177" y="1758215"/>
                  <a:pt x="271749" y="1752214"/>
                  <a:pt x="271749" y="1750501"/>
                </a:cubicBezTo>
                <a:cubicBezTo>
                  <a:pt x="271749" y="1748785"/>
                  <a:pt x="274320" y="1747928"/>
                  <a:pt x="274320" y="1747928"/>
                </a:cubicBezTo>
                <a:cubicBezTo>
                  <a:pt x="274320" y="1747928"/>
                  <a:pt x="282893" y="1742789"/>
                  <a:pt x="282893" y="1741932"/>
                </a:cubicBezTo>
                <a:cubicBezTo>
                  <a:pt x="282893" y="1741075"/>
                  <a:pt x="283750" y="1740217"/>
                  <a:pt x="286322" y="1739360"/>
                </a:cubicBezTo>
                <a:cubicBezTo>
                  <a:pt x="288894" y="1738503"/>
                  <a:pt x="290608" y="1739360"/>
                  <a:pt x="293180" y="1740217"/>
                </a:cubicBezTo>
                <a:cubicBezTo>
                  <a:pt x="294894" y="1741075"/>
                  <a:pt x="298323" y="1741932"/>
                  <a:pt x="302610" y="1742789"/>
                </a:cubicBezTo>
                <a:cubicBezTo>
                  <a:pt x="306896" y="1743646"/>
                  <a:pt x="307753" y="1741932"/>
                  <a:pt x="307753" y="1741932"/>
                </a:cubicBezTo>
                <a:cubicBezTo>
                  <a:pt x="307753" y="1741932"/>
                  <a:pt x="309468" y="1737646"/>
                  <a:pt x="309468" y="1735930"/>
                </a:cubicBezTo>
                <a:cubicBezTo>
                  <a:pt x="309468" y="1734216"/>
                  <a:pt x="308610" y="1732501"/>
                  <a:pt x="308610" y="1732501"/>
                </a:cubicBezTo>
                <a:cubicBezTo>
                  <a:pt x="308610" y="1732501"/>
                  <a:pt x="305181" y="1730788"/>
                  <a:pt x="304324" y="1730788"/>
                </a:cubicBezTo>
                <a:cubicBezTo>
                  <a:pt x="303467" y="1730788"/>
                  <a:pt x="306039" y="1723929"/>
                  <a:pt x="306039" y="1723929"/>
                </a:cubicBezTo>
                <a:lnTo>
                  <a:pt x="312039" y="1719643"/>
                </a:lnTo>
                <a:cubicBezTo>
                  <a:pt x="312039" y="1719643"/>
                  <a:pt x="317183" y="1715357"/>
                  <a:pt x="320612" y="1714500"/>
                </a:cubicBezTo>
                <a:cubicBezTo>
                  <a:pt x="324041" y="1713642"/>
                  <a:pt x="324041" y="1717928"/>
                  <a:pt x="325755" y="1718786"/>
                </a:cubicBezTo>
                <a:cubicBezTo>
                  <a:pt x="327470" y="1720500"/>
                  <a:pt x="326613" y="1721357"/>
                  <a:pt x="326613" y="1721357"/>
                </a:cubicBezTo>
                <a:lnTo>
                  <a:pt x="319755" y="1725643"/>
                </a:lnTo>
                <a:cubicBezTo>
                  <a:pt x="319755" y="1725643"/>
                  <a:pt x="320612" y="1730788"/>
                  <a:pt x="323184" y="1731644"/>
                </a:cubicBezTo>
                <a:cubicBezTo>
                  <a:pt x="324898" y="1732501"/>
                  <a:pt x="330899" y="1731644"/>
                  <a:pt x="330899" y="1731644"/>
                </a:cubicBezTo>
                <a:lnTo>
                  <a:pt x="336042" y="1728216"/>
                </a:lnTo>
                <a:lnTo>
                  <a:pt x="337757" y="1723929"/>
                </a:lnTo>
                <a:lnTo>
                  <a:pt x="337757" y="1717072"/>
                </a:lnTo>
                <a:cubicBezTo>
                  <a:pt x="337757" y="1717072"/>
                  <a:pt x="336900" y="1713642"/>
                  <a:pt x="336900" y="1711070"/>
                </a:cubicBezTo>
                <a:cubicBezTo>
                  <a:pt x="336900" y="1708499"/>
                  <a:pt x="338614" y="1707642"/>
                  <a:pt x="339471" y="1706785"/>
                </a:cubicBezTo>
                <a:cubicBezTo>
                  <a:pt x="340329" y="1705069"/>
                  <a:pt x="342900" y="1704213"/>
                  <a:pt x="342900" y="1704213"/>
                </a:cubicBezTo>
                <a:lnTo>
                  <a:pt x="345472" y="1699927"/>
                </a:lnTo>
                <a:cubicBezTo>
                  <a:pt x="345472" y="1699927"/>
                  <a:pt x="345472" y="1694782"/>
                  <a:pt x="345472" y="1693069"/>
                </a:cubicBezTo>
                <a:cubicBezTo>
                  <a:pt x="345472" y="1692212"/>
                  <a:pt x="350616" y="1685352"/>
                  <a:pt x="351473" y="1684495"/>
                </a:cubicBezTo>
                <a:cubicBezTo>
                  <a:pt x="353187" y="1683638"/>
                  <a:pt x="354045" y="1680211"/>
                  <a:pt x="354045" y="1680211"/>
                </a:cubicBezTo>
                <a:lnTo>
                  <a:pt x="345472" y="1676780"/>
                </a:lnTo>
                <a:cubicBezTo>
                  <a:pt x="336471" y="1676780"/>
                  <a:pt x="325970" y="1680637"/>
                  <a:pt x="315281" y="1686424"/>
                </a:cubicBezTo>
                <a:lnTo>
                  <a:pt x="289975" y="1703570"/>
                </a:lnTo>
                <a:lnTo>
                  <a:pt x="311879" y="1684683"/>
                </a:lnTo>
                <a:cubicBezTo>
                  <a:pt x="376494" y="1642972"/>
                  <a:pt x="440627" y="1634775"/>
                  <a:pt x="440627" y="1634775"/>
                </a:cubicBezTo>
                <a:cubicBezTo>
                  <a:pt x="451771" y="1632204"/>
                  <a:pt x="494634" y="1632204"/>
                  <a:pt x="493776" y="1630488"/>
                </a:cubicBezTo>
                <a:close/>
                <a:moveTo>
                  <a:pt x="5782152" y="1596198"/>
                </a:moveTo>
                <a:cubicBezTo>
                  <a:pt x="5813334" y="1596198"/>
                  <a:pt x="5842226" y="1621875"/>
                  <a:pt x="5866161" y="1665861"/>
                </a:cubicBezTo>
                <a:lnTo>
                  <a:pt x="5894202" y="1735228"/>
                </a:lnTo>
                <a:lnTo>
                  <a:pt x="5937599" y="1713557"/>
                </a:lnTo>
                <a:cubicBezTo>
                  <a:pt x="5963155" y="1703749"/>
                  <a:pt x="5986632" y="1697925"/>
                  <a:pt x="6007126" y="1696509"/>
                </a:cubicBezTo>
                <a:cubicBezTo>
                  <a:pt x="6034451" y="1694620"/>
                  <a:pt x="6056472" y="1700567"/>
                  <a:pt x="6071045" y="1715354"/>
                </a:cubicBezTo>
                <a:cubicBezTo>
                  <a:pt x="6100192" y="1744499"/>
                  <a:pt x="6094406" y="1803436"/>
                  <a:pt x="6061402" y="1875016"/>
                </a:cubicBezTo>
                <a:lnTo>
                  <a:pt x="6052430" y="1891847"/>
                </a:lnTo>
                <a:lnTo>
                  <a:pt x="6120539" y="1919379"/>
                </a:lnTo>
                <a:cubicBezTo>
                  <a:pt x="6164526" y="1943315"/>
                  <a:pt x="6190203" y="1972206"/>
                  <a:pt x="6190203" y="2003388"/>
                </a:cubicBezTo>
                <a:cubicBezTo>
                  <a:pt x="6190203" y="2034571"/>
                  <a:pt x="6164526" y="2063583"/>
                  <a:pt x="6120539" y="2087623"/>
                </a:cubicBezTo>
                <a:lnTo>
                  <a:pt x="6052202" y="2115361"/>
                </a:lnTo>
                <a:lnTo>
                  <a:pt x="6061402" y="2132621"/>
                </a:lnTo>
                <a:cubicBezTo>
                  <a:pt x="6094406" y="2204202"/>
                  <a:pt x="6100192" y="2263137"/>
                  <a:pt x="6071045" y="2292283"/>
                </a:cubicBezTo>
                <a:cubicBezTo>
                  <a:pt x="6041470" y="2321858"/>
                  <a:pt x="5982534" y="2316072"/>
                  <a:pt x="5911061" y="2282960"/>
                </a:cubicBezTo>
                <a:lnTo>
                  <a:pt x="5893744" y="2273685"/>
                </a:lnTo>
                <a:lnTo>
                  <a:pt x="5865784" y="2342634"/>
                </a:lnTo>
                <a:cubicBezTo>
                  <a:pt x="5841825" y="2386620"/>
                  <a:pt x="5813013" y="2412297"/>
                  <a:pt x="5782152" y="2412297"/>
                </a:cubicBezTo>
                <a:cubicBezTo>
                  <a:pt x="5751291" y="2412297"/>
                  <a:pt x="5722479" y="2386620"/>
                  <a:pt x="5698520" y="2342634"/>
                </a:cubicBezTo>
                <a:lnTo>
                  <a:pt x="5670749" y="2274150"/>
                </a:lnTo>
                <a:lnTo>
                  <a:pt x="5653242" y="2283496"/>
                </a:lnTo>
                <a:cubicBezTo>
                  <a:pt x="5581769" y="2316501"/>
                  <a:pt x="5522833" y="2322286"/>
                  <a:pt x="5493258" y="2293141"/>
                </a:cubicBezTo>
                <a:cubicBezTo>
                  <a:pt x="5464112" y="2263565"/>
                  <a:pt x="5469898" y="2204628"/>
                  <a:pt x="5502902" y="2133155"/>
                </a:cubicBezTo>
                <a:lnTo>
                  <a:pt x="5512498" y="2115182"/>
                </a:lnTo>
                <a:lnTo>
                  <a:pt x="5443764" y="2087397"/>
                </a:lnTo>
                <a:cubicBezTo>
                  <a:pt x="5399777" y="2063462"/>
                  <a:pt x="5374100" y="2034570"/>
                  <a:pt x="5374100" y="2003388"/>
                </a:cubicBezTo>
                <a:cubicBezTo>
                  <a:pt x="5374100" y="1972207"/>
                  <a:pt x="5399777" y="1943315"/>
                  <a:pt x="5443764" y="1919379"/>
                </a:cubicBezTo>
                <a:lnTo>
                  <a:pt x="5512121" y="1891747"/>
                </a:lnTo>
                <a:lnTo>
                  <a:pt x="5502902" y="1874480"/>
                </a:lnTo>
                <a:cubicBezTo>
                  <a:pt x="5469898" y="1803007"/>
                  <a:pt x="5464112" y="1744073"/>
                  <a:pt x="5493258" y="1714497"/>
                </a:cubicBezTo>
                <a:cubicBezTo>
                  <a:pt x="5522833" y="1685351"/>
                  <a:pt x="5581769" y="1691138"/>
                  <a:pt x="5653242" y="1724143"/>
                </a:cubicBezTo>
                <a:lnTo>
                  <a:pt x="5670795" y="1733514"/>
                </a:lnTo>
                <a:lnTo>
                  <a:pt x="5698143" y="1665860"/>
                </a:lnTo>
                <a:cubicBezTo>
                  <a:pt x="5722077" y="1621875"/>
                  <a:pt x="5750969" y="1596198"/>
                  <a:pt x="5782152" y="1596198"/>
                </a:cubicBezTo>
                <a:close/>
                <a:moveTo>
                  <a:pt x="3595306" y="1531906"/>
                </a:moveTo>
                <a:cubicBezTo>
                  <a:pt x="3530155" y="1531906"/>
                  <a:pt x="3477006" y="1585913"/>
                  <a:pt x="3477006" y="1651922"/>
                </a:cubicBezTo>
                <a:cubicBezTo>
                  <a:pt x="3477006" y="1717929"/>
                  <a:pt x="3530155" y="1771933"/>
                  <a:pt x="3595306" y="1771933"/>
                </a:cubicBezTo>
                <a:cubicBezTo>
                  <a:pt x="3661315" y="1771933"/>
                  <a:pt x="3714464" y="1717929"/>
                  <a:pt x="3713607" y="1651922"/>
                </a:cubicBezTo>
                <a:cubicBezTo>
                  <a:pt x="3713607" y="1585913"/>
                  <a:pt x="3660458" y="1531906"/>
                  <a:pt x="3595306" y="1531906"/>
                </a:cubicBezTo>
                <a:close/>
                <a:moveTo>
                  <a:pt x="1682785" y="1496755"/>
                </a:moveTo>
                <a:lnTo>
                  <a:pt x="2037137" y="1655346"/>
                </a:lnTo>
                <a:lnTo>
                  <a:pt x="2042829" y="1655346"/>
                </a:lnTo>
                <a:lnTo>
                  <a:pt x="2042829" y="1657894"/>
                </a:lnTo>
                <a:lnTo>
                  <a:pt x="2050545" y="1661347"/>
                </a:lnTo>
                <a:lnTo>
                  <a:pt x="2042829" y="1664864"/>
                </a:lnTo>
                <a:lnTo>
                  <a:pt x="2042829" y="1878511"/>
                </a:lnTo>
                <a:lnTo>
                  <a:pt x="2057832" y="1884660"/>
                </a:lnTo>
                <a:cubicBezTo>
                  <a:pt x="2064475" y="1891304"/>
                  <a:pt x="2068547" y="1900519"/>
                  <a:pt x="2068547" y="1910806"/>
                </a:cubicBezTo>
                <a:cubicBezTo>
                  <a:pt x="2068547" y="1921093"/>
                  <a:pt x="2064475" y="1930523"/>
                  <a:pt x="2057832" y="1937274"/>
                </a:cubicBezTo>
                <a:lnTo>
                  <a:pt x="2057578" y="1937375"/>
                </a:lnTo>
                <a:lnTo>
                  <a:pt x="2065332" y="1965456"/>
                </a:lnTo>
                <a:cubicBezTo>
                  <a:pt x="2071119" y="1992674"/>
                  <a:pt x="2075405" y="2031679"/>
                  <a:pt x="2069404" y="2078827"/>
                </a:cubicBezTo>
                <a:lnTo>
                  <a:pt x="2038543" y="2078827"/>
                </a:lnTo>
                <a:lnTo>
                  <a:pt x="2027398" y="2078827"/>
                </a:lnTo>
                <a:lnTo>
                  <a:pt x="1996538" y="2078827"/>
                </a:lnTo>
                <a:cubicBezTo>
                  <a:pt x="1990966" y="2031679"/>
                  <a:pt x="1995467" y="1992674"/>
                  <a:pt x="2001360" y="1965456"/>
                </a:cubicBezTo>
                <a:lnTo>
                  <a:pt x="2008928" y="1938341"/>
                </a:lnTo>
                <a:lnTo>
                  <a:pt x="2005539" y="1936952"/>
                </a:lnTo>
                <a:cubicBezTo>
                  <a:pt x="1998895" y="1930309"/>
                  <a:pt x="1994823" y="1921093"/>
                  <a:pt x="1994823" y="1910806"/>
                </a:cubicBezTo>
                <a:cubicBezTo>
                  <a:pt x="1994823" y="1900519"/>
                  <a:pt x="1998895" y="1891304"/>
                  <a:pt x="2005539" y="1884660"/>
                </a:cubicBezTo>
                <a:lnTo>
                  <a:pt x="2019683" y="1878863"/>
                </a:lnTo>
                <a:lnTo>
                  <a:pt x="2019683" y="1675413"/>
                </a:lnTo>
                <a:lnTo>
                  <a:pt x="1672498" y="1833654"/>
                </a:lnTo>
                <a:lnTo>
                  <a:pt x="1300450" y="1665634"/>
                </a:lnTo>
                <a:close/>
                <a:moveTo>
                  <a:pt x="5080921" y="1438462"/>
                </a:moveTo>
                <a:lnTo>
                  <a:pt x="5143500" y="1438462"/>
                </a:lnTo>
                <a:cubicBezTo>
                  <a:pt x="5151215" y="1438462"/>
                  <a:pt x="5158931" y="1447035"/>
                  <a:pt x="5158931" y="1457322"/>
                </a:cubicBezTo>
                <a:cubicBezTo>
                  <a:pt x="5158931" y="1467609"/>
                  <a:pt x="5152073" y="1476181"/>
                  <a:pt x="5143500" y="1476181"/>
                </a:cubicBezTo>
                <a:lnTo>
                  <a:pt x="5080921" y="1476181"/>
                </a:lnTo>
                <a:cubicBezTo>
                  <a:pt x="5072348" y="1476181"/>
                  <a:pt x="5065490" y="1467609"/>
                  <a:pt x="5065490" y="1457322"/>
                </a:cubicBezTo>
                <a:cubicBezTo>
                  <a:pt x="5065490" y="1447035"/>
                  <a:pt x="5072348" y="1438462"/>
                  <a:pt x="5080921" y="1438462"/>
                </a:cubicBezTo>
                <a:close/>
                <a:moveTo>
                  <a:pt x="2660050" y="1421316"/>
                </a:moveTo>
                <a:cubicBezTo>
                  <a:pt x="2660050" y="1421316"/>
                  <a:pt x="2765491" y="1532758"/>
                  <a:pt x="2760348" y="1591909"/>
                </a:cubicBezTo>
                <a:cubicBezTo>
                  <a:pt x="2755204" y="1651059"/>
                  <a:pt x="2643762" y="1672490"/>
                  <a:pt x="2643762" y="1672490"/>
                </a:cubicBezTo>
                <a:cubicBezTo>
                  <a:pt x="2643762" y="1672490"/>
                  <a:pt x="2795495" y="1672490"/>
                  <a:pt x="2797210" y="1599624"/>
                </a:cubicBezTo>
                <a:cubicBezTo>
                  <a:pt x="2798067" y="1527615"/>
                  <a:pt x="2660050" y="1421316"/>
                  <a:pt x="2660050" y="1421316"/>
                </a:cubicBezTo>
                <a:close/>
                <a:moveTo>
                  <a:pt x="5060347" y="1398171"/>
                </a:moveTo>
                <a:lnTo>
                  <a:pt x="5164075" y="1398171"/>
                </a:lnTo>
                <a:cubicBezTo>
                  <a:pt x="5177791" y="1398171"/>
                  <a:pt x="5189792" y="1406744"/>
                  <a:pt x="5189792" y="1417031"/>
                </a:cubicBezTo>
                <a:cubicBezTo>
                  <a:pt x="5189792" y="1427318"/>
                  <a:pt x="5177791" y="1435890"/>
                  <a:pt x="5164075" y="1435890"/>
                </a:cubicBezTo>
                <a:lnTo>
                  <a:pt x="5060347" y="1435890"/>
                </a:lnTo>
                <a:cubicBezTo>
                  <a:pt x="5045774" y="1435890"/>
                  <a:pt x="5034629" y="1427318"/>
                  <a:pt x="5034629" y="1417031"/>
                </a:cubicBezTo>
                <a:cubicBezTo>
                  <a:pt x="5034629" y="1406744"/>
                  <a:pt x="5046631" y="1398171"/>
                  <a:pt x="5060347" y="1398171"/>
                </a:cubicBezTo>
                <a:close/>
                <a:moveTo>
                  <a:pt x="3397282" y="1360456"/>
                </a:moveTo>
                <a:cubicBezTo>
                  <a:pt x="3336417" y="1360456"/>
                  <a:pt x="3287554" y="1410176"/>
                  <a:pt x="3287554" y="1471897"/>
                </a:cubicBezTo>
                <a:cubicBezTo>
                  <a:pt x="3287554" y="1532763"/>
                  <a:pt x="3336417" y="1582484"/>
                  <a:pt x="3397282" y="1582484"/>
                </a:cubicBezTo>
                <a:cubicBezTo>
                  <a:pt x="3458146" y="1582484"/>
                  <a:pt x="3507010" y="1532763"/>
                  <a:pt x="3507010" y="1471897"/>
                </a:cubicBezTo>
                <a:cubicBezTo>
                  <a:pt x="3507010" y="1410176"/>
                  <a:pt x="3458146" y="1360456"/>
                  <a:pt x="3397282" y="1360456"/>
                </a:cubicBezTo>
                <a:close/>
                <a:moveTo>
                  <a:pt x="5060347" y="1358738"/>
                </a:moveTo>
                <a:lnTo>
                  <a:pt x="5164075" y="1358738"/>
                </a:lnTo>
                <a:cubicBezTo>
                  <a:pt x="5177791" y="1358738"/>
                  <a:pt x="5189792" y="1367311"/>
                  <a:pt x="5189792" y="1377598"/>
                </a:cubicBezTo>
                <a:cubicBezTo>
                  <a:pt x="5189792" y="1387886"/>
                  <a:pt x="5177791" y="1396458"/>
                  <a:pt x="5164075" y="1396458"/>
                </a:cubicBezTo>
                <a:lnTo>
                  <a:pt x="5060347" y="1396458"/>
                </a:lnTo>
                <a:cubicBezTo>
                  <a:pt x="5045774" y="1396458"/>
                  <a:pt x="5034629" y="1387886"/>
                  <a:pt x="5034629" y="1377598"/>
                </a:cubicBezTo>
                <a:cubicBezTo>
                  <a:pt x="5034629" y="1367311"/>
                  <a:pt x="5046631" y="1358738"/>
                  <a:pt x="5060347" y="1358738"/>
                </a:cubicBezTo>
                <a:close/>
                <a:moveTo>
                  <a:pt x="3329559" y="1134999"/>
                </a:moveTo>
                <a:cubicBezTo>
                  <a:pt x="3276409" y="1134999"/>
                  <a:pt x="3233547" y="1178718"/>
                  <a:pt x="3233547" y="1232725"/>
                </a:cubicBezTo>
                <a:cubicBezTo>
                  <a:pt x="3233547" y="1286732"/>
                  <a:pt x="3277267" y="1330451"/>
                  <a:pt x="3329559" y="1330451"/>
                </a:cubicBezTo>
                <a:cubicBezTo>
                  <a:pt x="3382708" y="1330451"/>
                  <a:pt x="3425571" y="1286732"/>
                  <a:pt x="3425571" y="1232725"/>
                </a:cubicBezTo>
                <a:cubicBezTo>
                  <a:pt x="3425571" y="1178718"/>
                  <a:pt x="3382708" y="1134999"/>
                  <a:pt x="3329559" y="1134999"/>
                </a:cubicBezTo>
                <a:close/>
                <a:moveTo>
                  <a:pt x="2545178" y="997834"/>
                </a:moveTo>
                <a:cubicBezTo>
                  <a:pt x="2602614" y="997834"/>
                  <a:pt x="2649763" y="1015837"/>
                  <a:pt x="2649763" y="1038125"/>
                </a:cubicBezTo>
                <a:cubicBezTo>
                  <a:pt x="2649763" y="1038982"/>
                  <a:pt x="2649763" y="1039840"/>
                  <a:pt x="2649763" y="1040697"/>
                </a:cubicBezTo>
                <a:lnTo>
                  <a:pt x="2654049" y="1040697"/>
                </a:lnTo>
                <a:lnTo>
                  <a:pt x="2654049" y="1116135"/>
                </a:lnTo>
                <a:lnTo>
                  <a:pt x="2649763" y="1116135"/>
                </a:lnTo>
                <a:cubicBezTo>
                  <a:pt x="2648905" y="1124707"/>
                  <a:pt x="2643762" y="1132423"/>
                  <a:pt x="2632618" y="1138423"/>
                </a:cubicBezTo>
                <a:cubicBezTo>
                  <a:pt x="2632618" y="1174428"/>
                  <a:pt x="2632618" y="1282441"/>
                  <a:pt x="2632618" y="1309873"/>
                </a:cubicBezTo>
                <a:cubicBezTo>
                  <a:pt x="2632618" y="1343306"/>
                  <a:pt x="2648905" y="1351879"/>
                  <a:pt x="2648905" y="1351879"/>
                </a:cubicBezTo>
                <a:cubicBezTo>
                  <a:pt x="2688339" y="1374167"/>
                  <a:pt x="2910367" y="1601338"/>
                  <a:pt x="2810926" y="1669918"/>
                </a:cubicBezTo>
                <a:cubicBezTo>
                  <a:pt x="2722629" y="1731640"/>
                  <a:pt x="2575182" y="1729069"/>
                  <a:pt x="2546035" y="1728211"/>
                </a:cubicBezTo>
                <a:cubicBezTo>
                  <a:pt x="2516889" y="1729069"/>
                  <a:pt x="2368584" y="1731640"/>
                  <a:pt x="2281144" y="1669918"/>
                </a:cubicBezTo>
                <a:cubicBezTo>
                  <a:pt x="2183418" y="1601338"/>
                  <a:pt x="2408875" y="1375024"/>
                  <a:pt x="2447452" y="1351879"/>
                </a:cubicBezTo>
                <a:cubicBezTo>
                  <a:pt x="2447452" y="1351879"/>
                  <a:pt x="2470597" y="1343306"/>
                  <a:pt x="2470597" y="1309873"/>
                </a:cubicBezTo>
                <a:cubicBezTo>
                  <a:pt x="2470597" y="1282441"/>
                  <a:pt x="2470597" y="1176142"/>
                  <a:pt x="2470597" y="1139281"/>
                </a:cubicBezTo>
                <a:cubicBezTo>
                  <a:pt x="2449166" y="1133280"/>
                  <a:pt x="2442308" y="1124707"/>
                  <a:pt x="2440594" y="1116135"/>
                </a:cubicBezTo>
                <a:lnTo>
                  <a:pt x="2438022" y="1116135"/>
                </a:lnTo>
                <a:lnTo>
                  <a:pt x="2438022" y="1040697"/>
                </a:lnTo>
                <a:lnTo>
                  <a:pt x="2440594" y="1040697"/>
                </a:lnTo>
                <a:cubicBezTo>
                  <a:pt x="2440594" y="1039840"/>
                  <a:pt x="2440594" y="1038982"/>
                  <a:pt x="2440594" y="1038125"/>
                </a:cubicBezTo>
                <a:cubicBezTo>
                  <a:pt x="2440594" y="1015837"/>
                  <a:pt x="2487742" y="997834"/>
                  <a:pt x="2545178" y="997834"/>
                </a:cubicBezTo>
                <a:close/>
                <a:moveTo>
                  <a:pt x="1963962" y="956688"/>
                </a:moveTo>
                <a:lnTo>
                  <a:pt x="2026541" y="956688"/>
                </a:lnTo>
                <a:cubicBezTo>
                  <a:pt x="2035113" y="956688"/>
                  <a:pt x="2042829" y="964404"/>
                  <a:pt x="2042829" y="975549"/>
                </a:cubicBezTo>
                <a:cubicBezTo>
                  <a:pt x="2042829" y="985836"/>
                  <a:pt x="2035971" y="994408"/>
                  <a:pt x="2027398" y="994408"/>
                </a:cubicBezTo>
                <a:lnTo>
                  <a:pt x="1963962" y="994408"/>
                </a:lnTo>
                <a:cubicBezTo>
                  <a:pt x="1955389" y="994408"/>
                  <a:pt x="1948531" y="985836"/>
                  <a:pt x="1948531" y="975549"/>
                </a:cubicBezTo>
                <a:cubicBezTo>
                  <a:pt x="1948531" y="965262"/>
                  <a:pt x="1955389" y="956688"/>
                  <a:pt x="1963962" y="956688"/>
                </a:cubicBezTo>
                <a:close/>
                <a:moveTo>
                  <a:pt x="3402425" y="943831"/>
                </a:moveTo>
                <a:cubicBezTo>
                  <a:pt x="3362134" y="943831"/>
                  <a:pt x="3329559" y="976409"/>
                  <a:pt x="3330416" y="1016699"/>
                </a:cubicBezTo>
                <a:cubicBezTo>
                  <a:pt x="3330416" y="1056989"/>
                  <a:pt x="3362134" y="1089565"/>
                  <a:pt x="3402425" y="1089565"/>
                </a:cubicBezTo>
                <a:cubicBezTo>
                  <a:pt x="3441859" y="1089565"/>
                  <a:pt x="3474434" y="1056989"/>
                  <a:pt x="3474434" y="1016699"/>
                </a:cubicBezTo>
                <a:cubicBezTo>
                  <a:pt x="3474434" y="976409"/>
                  <a:pt x="3442716" y="943831"/>
                  <a:pt x="3402425" y="943831"/>
                </a:cubicBezTo>
                <a:close/>
                <a:moveTo>
                  <a:pt x="4083082" y="928402"/>
                </a:moveTo>
                <a:cubicBezTo>
                  <a:pt x="4003358" y="928402"/>
                  <a:pt x="3939064" y="992696"/>
                  <a:pt x="3939064" y="1072419"/>
                </a:cubicBezTo>
                <a:cubicBezTo>
                  <a:pt x="3939064" y="1152143"/>
                  <a:pt x="4003358" y="1216437"/>
                  <a:pt x="4083082" y="1216437"/>
                </a:cubicBezTo>
                <a:cubicBezTo>
                  <a:pt x="4162806" y="1216437"/>
                  <a:pt x="4227100" y="1152143"/>
                  <a:pt x="4227100" y="1072419"/>
                </a:cubicBezTo>
                <a:cubicBezTo>
                  <a:pt x="4227100" y="992696"/>
                  <a:pt x="4162806" y="928402"/>
                  <a:pt x="4083082" y="928402"/>
                </a:cubicBezTo>
                <a:close/>
                <a:moveTo>
                  <a:pt x="1944245" y="916397"/>
                </a:moveTo>
                <a:lnTo>
                  <a:pt x="2047973" y="916397"/>
                </a:lnTo>
                <a:cubicBezTo>
                  <a:pt x="2061689" y="916397"/>
                  <a:pt x="2073690" y="924971"/>
                  <a:pt x="2073690" y="935258"/>
                </a:cubicBezTo>
                <a:cubicBezTo>
                  <a:pt x="2073690" y="945545"/>
                  <a:pt x="2061689" y="954117"/>
                  <a:pt x="2047973" y="954117"/>
                </a:cubicBezTo>
                <a:lnTo>
                  <a:pt x="1944245" y="954117"/>
                </a:lnTo>
                <a:cubicBezTo>
                  <a:pt x="1929672" y="954117"/>
                  <a:pt x="1918527" y="945545"/>
                  <a:pt x="1918527" y="935258"/>
                </a:cubicBezTo>
                <a:cubicBezTo>
                  <a:pt x="1918527" y="924971"/>
                  <a:pt x="1930529" y="916397"/>
                  <a:pt x="1944245" y="916397"/>
                </a:cubicBezTo>
                <a:close/>
                <a:moveTo>
                  <a:pt x="1944245" y="876106"/>
                </a:moveTo>
                <a:lnTo>
                  <a:pt x="2047973" y="876106"/>
                </a:lnTo>
                <a:cubicBezTo>
                  <a:pt x="2061689" y="876106"/>
                  <a:pt x="2073690" y="884680"/>
                  <a:pt x="2073690" y="894967"/>
                </a:cubicBezTo>
                <a:cubicBezTo>
                  <a:pt x="2073690" y="905254"/>
                  <a:pt x="2061689" y="913826"/>
                  <a:pt x="2047973" y="913826"/>
                </a:cubicBezTo>
                <a:lnTo>
                  <a:pt x="1944245" y="913826"/>
                </a:lnTo>
                <a:cubicBezTo>
                  <a:pt x="1929672" y="913826"/>
                  <a:pt x="1918527" y="905254"/>
                  <a:pt x="1918527" y="894967"/>
                </a:cubicBezTo>
                <a:cubicBezTo>
                  <a:pt x="1918527" y="884680"/>
                  <a:pt x="1930529" y="876106"/>
                  <a:pt x="1944245" y="876106"/>
                </a:cubicBezTo>
                <a:close/>
                <a:moveTo>
                  <a:pt x="5177790" y="825530"/>
                </a:moveTo>
                <a:cubicBezTo>
                  <a:pt x="5177790" y="825530"/>
                  <a:pt x="5326951" y="909539"/>
                  <a:pt x="5272088" y="1060415"/>
                </a:cubicBezTo>
                <a:cubicBezTo>
                  <a:pt x="5272088" y="1060415"/>
                  <a:pt x="5399818" y="860676"/>
                  <a:pt x="5177790" y="825530"/>
                </a:cubicBezTo>
                <a:close/>
                <a:moveTo>
                  <a:pt x="5101495" y="760378"/>
                </a:moveTo>
                <a:cubicBezTo>
                  <a:pt x="5104710" y="760378"/>
                  <a:pt x="5106531" y="760378"/>
                  <a:pt x="5107496" y="760378"/>
                </a:cubicBezTo>
                <a:lnTo>
                  <a:pt x="5108353" y="760378"/>
                </a:lnTo>
                <a:lnTo>
                  <a:pt x="5114354" y="760378"/>
                </a:lnTo>
                <a:cubicBezTo>
                  <a:pt x="5439252" y="768951"/>
                  <a:pt x="5363813" y="1091277"/>
                  <a:pt x="5275516" y="1171000"/>
                </a:cubicBezTo>
                <a:cubicBezTo>
                  <a:pt x="5185505" y="1250725"/>
                  <a:pt x="5192363" y="1351880"/>
                  <a:pt x="5192363" y="1351880"/>
                </a:cubicBezTo>
                <a:lnTo>
                  <a:pt x="5120354" y="1351880"/>
                </a:lnTo>
                <a:lnTo>
                  <a:pt x="5107496" y="1351880"/>
                </a:lnTo>
                <a:lnTo>
                  <a:pt x="5029486" y="1351880"/>
                </a:lnTo>
                <a:cubicBezTo>
                  <a:pt x="5029486" y="1351880"/>
                  <a:pt x="5032915" y="1251583"/>
                  <a:pt x="4943761" y="1171000"/>
                </a:cubicBezTo>
                <a:cubicBezTo>
                  <a:pt x="4855464" y="1091277"/>
                  <a:pt x="4776597" y="768951"/>
                  <a:pt x="5101495" y="760378"/>
                </a:cubicBezTo>
                <a:close/>
                <a:moveTo>
                  <a:pt x="3975068" y="748379"/>
                </a:moveTo>
                <a:cubicBezTo>
                  <a:pt x="3975068" y="748379"/>
                  <a:pt x="4251103" y="775810"/>
                  <a:pt x="4329113" y="991837"/>
                </a:cubicBezTo>
                <a:cubicBezTo>
                  <a:pt x="4407122" y="1207864"/>
                  <a:pt x="4227100" y="1303876"/>
                  <a:pt x="4023074" y="1384458"/>
                </a:cubicBezTo>
                <a:cubicBezTo>
                  <a:pt x="3818191" y="1465899"/>
                  <a:pt x="3867055" y="1849944"/>
                  <a:pt x="3545586" y="1825939"/>
                </a:cubicBezTo>
                <a:cubicBezTo>
                  <a:pt x="3224974" y="1801937"/>
                  <a:pt x="2732913" y="766380"/>
                  <a:pt x="3975068" y="748379"/>
                </a:cubicBezTo>
                <a:close/>
                <a:moveTo>
                  <a:pt x="912543" y="703049"/>
                </a:moveTo>
                <a:cubicBezTo>
                  <a:pt x="916186" y="704227"/>
                  <a:pt x="919401" y="706799"/>
                  <a:pt x="921544" y="710657"/>
                </a:cubicBezTo>
                <a:lnTo>
                  <a:pt x="942953" y="752806"/>
                </a:lnTo>
                <a:lnTo>
                  <a:pt x="953423" y="749943"/>
                </a:lnTo>
                <a:cubicBezTo>
                  <a:pt x="985731" y="747733"/>
                  <a:pt x="1017557" y="764449"/>
                  <a:pt x="1032987" y="794666"/>
                </a:cubicBezTo>
                <a:cubicBezTo>
                  <a:pt x="1040703" y="810097"/>
                  <a:pt x="1043234" y="826733"/>
                  <a:pt x="1041260" y="842585"/>
                </a:cubicBezTo>
                <a:lnTo>
                  <a:pt x="1028104" y="872891"/>
                </a:lnTo>
                <a:lnTo>
                  <a:pt x="1072875" y="914092"/>
                </a:lnTo>
                <a:cubicBezTo>
                  <a:pt x="1192382" y="1024195"/>
                  <a:pt x="1430752" y="1244724"/>
                  <a:pt x="1425608" y="1247295"/>
                </a:cubicBezTo>
                <a:cubicBezTo>
                  <a:pt x="1418750" y="1250724"/>
                  <a:pt x="1321023" y="1216434"/>
                  <a:pt x="1321023" y="1216434"/>
                </a:cubicBezTo>
                <a:cubicBezTo>
                  <a:pt x="1321023" y="1216434"/>
                  <a:pt x="1119944" y="1035608"/>
                  <a:pt x="1018681" y="943748"/>
                </a:cubicBezTo>
                <a:lnTo>
                  <a:pt x="1011064" y="936811"/>
                </a:lnTo>
                <a:lnTo>
                  <a:pt x="1026129" y="1357885"/>
                </a:lnTo>
                <a:lnTo>
                  <a:pt x="993553" y="1456468"/>
                </a:lnTo>
                <a:lnTo>
                  <a:pt x="966978" y="1357028"/>
                </a:lnTo>
                <a:lnTo>
                  <a:pt x="946039" y="912474"/>
                </a:lnTo>
                <a:lnTo>
                  <a:pt x="933546" y="910931"/>
                </a:lnTo>
                <a:cubicBezTo>
                  <a:pt x="913401" y="904395"/>
                  <a:pt x="895827" y="890250"/>
                  <a:pt x="885540" y="870104"/>
                </a:cubicBezTo>
                <a:cubicBezTo>
                  <a:pt x="870110" y="839243"/>
                  <a:pt x="875414" y="803561"/>
                  <a:pt x="896028" y="778968"/>
                </a:cubicBezTo>
                <a:lnTo>
                  <a:pt x="914412" y="764338"/>
                </a:lnTo>
                <a:lnTo>
                  <a:pt x="894112" y="724373"/>
                </a:lnTo>
                <a:cubicBezTo>
                  <a:pt x="890683" y="716657"/>
                  <a:pt x="893254" y="708085"/>
                  <a:pt x="900970" y="703799"/>
                </a:cubicBezTo>
                <a:cubicBezTo>
                  <a:pt x="904828" y="702085"/>
                  <a:pt x="908900" y="701870"/>
                  <a:pt x="912543" y="703049"/>
                </a:cubicBezTo>
                <a:close/>
                <a:moveTo>
                  <a:pt x="2061687" y="342898"/>
                </a:moveTo>
                <a:cubicBezTo>
                  <a:pt x="2061687" y="342898"/>
                  <a:pt x="2210848" y="426910"/>
                  <a:pt x="2155984" y="577785"/>
                </a:cubicBezTo>
                <a:cubicBezTo>
                  <a:pt x="2155984" y="577785"/>
                  <a:pt x="2283715" y="378904"/>
                  <a:pt x="2061687" y="342898"/>
                </a:cubicBezTo>
                <a:close/>
                <a:moveTo>
                  <a:pt x="1985392" y="278605"/>
                </a:moveTo>
                <a:lnTo>
                  <a:pt x="1991393" y="278605"/>
                </a:lnTo>
                <a:lnTo>
                  <a:pt x="1992250" y="278605"/>
                </a:lnTo>
                <a:lnTo>
                  <a:pt x="1998250" y="278605"/>
                </a:lnTo>
                <a:cubicBezTo>
                  <a:pt x="2323148" y="287178"/>
                  <a:pt x="2247710" y="609504"/>
                  <a:pt x="2159413" y="689228"/>
                </a:cubicBezTo>
                <a:cubicBezTo>
                  <a:pt x="2069402" y="768953"/>
                  <a:pt x="2076260" y="870108"/>
                  <a:pt x="2076260" y="870108"/>
                </a:cubicBezTo>
                <a:lnTo>
                  <a:pt x="2004251" y="870108"/>
                </a:lnTo>
                <a:lnTo>
                  <a:pt x="1991393" y="870108"/>
                </a:lnTo>
                <a:lnTo>
                  <a:pt x="1913383" y="870108"/>
                </a:lnTo>
                <a:cubicBezTo>
                  <a:pt x="1913383" y="870108"/>
                  <a:pt x="1916812" y="769810"/>
                  <a:pt x="1827658" y="689228"/>
                </a:cubicBezTo>
                <a:cubicBezTo>
                  <a:pt x="1739361" y="609504"/>
                  <a:pt x="1660494" y="287178"/>
                  <a:pt x="1985392" y="278605"/>
                </a:cubicBezTo>
                <a:close/>
                <a:moveTo>
                  <a:pt x="2776633" y="269173"/>
                </a:moveTo>
                <a:cubicBezTo>
                  <a:pt x="2776633" y="270888"/>
                  <a:pt x="2959228" y="355756"/>
                  <a:pt x="2994375" y="372043"/>
                </a:cubicBezTo>
                <a:cubicBezTo>
                  <a:pt x="3029522" y="355756"/>
                  <a:pt x="3212117" y="270888"/>
                  <a:pt x="3212117" y="269173"/>
                </a:cubicBezTo>
                <a:lnTo>
                  <a:pt x="3212117" y="519491"/>
                </a:lnTo>
                <a:cubicBezTo>
                  <a:pt x="3152966" y="581213"/>
                  <a:pt x="3037238" y="591500"/>
                  <a:pt x="3000376" y="593215"/>
                </a:cubicBezTo>
                <a:cubicBezTo>
                  <a:pt x="3000376" y="593215"/>
                  <a:pt x="2997804" y="593215"/>
                  <a:pt x="2994375" y="593215"/>
                </a:cubicBezTo>
                <a:cubicBezTo>
                  <a:pt x="2990089" y="593215"/>
                  <a:pt x="2988374" y="593215"/>
                  <a:pt x="2988374" y="593215"/>
                </a:cubicBezTo>
                <a:cubicBezTo>
                  <a:pt x="2951513" y="592358"/>
                  <a:pt x="2835784" y="582071"/>
                  <a:pt x="2776633" y="519491"/>
                </a:cubicBezTo>
                <a:close/>
                <a:moveTo>
                  <a:pt x="4064357" y="122787"/>
                </a:moveTo>
                <a:cubicBezTo>
                  <a:pt x="4089994" y="126765"/>
                  <a:pt x="4114801" y="137373"/>
                  <a:pt x="4135375" y="158590"/>
                </a:cubicBezTo>
                <a:lnTo>
                  <a:pt x="4367690" y="158590"/>
                </a:lnTo>
                <a:lnTo>
                  <a:pt x="4367690" y="498920"/>
                </a:lnTo>
                <a:lnTo>
                  <a:pt x="4130231" y="500634"/>
                </a:lnTo>
                <a:cubicBezTo>
                  <a:pt x="4130231" y="500634"/>
                  <a:pt x="4050506" y="420052"/>
                  <a:pt x="3903059" y="497205"/>
                </a:cubicBezTo>
                <a:lnTo>
                  <a:pt x="3903059" y="158590"/>
                </a:lnTo>
                <a:cubicBezTo>
                  <a:pt x="3903059" y="158590"/>
                  <a:pt x="3987445" y="110852"/>
                  <a:pt x="4064357" y="122787"/>
                </a:cubicBezTo>
                <a:close/>
                <a:moveTo>
                  <a:pt x="3009805" y="0"/>
                </a:moveTo>
                <a:lnTo>
                  <a:pt x="3364979" y="158588"/>
                </a:lnTo>
                <a:lnTo>
                  <a:pt x="3370707" y="158588"/>
                </a:lnTo>
                <a:lnTo>
                  <a:pt x="3370707" y="161146"/>
                </a:lnTo>
                <a:lnTo>
                  <a:pt x="3378423" y="164591"/>
                </a:lnTo>
                <a:lnTo>
                  <a:pt x="3370707" y="168108"/>
                </a:lnTo>
                <a:lnTo>
                  <a:pt x="3370707" y="381755"/>
                </a:lnTo>
                <a:lnTo>
                  <a:pt x="3385709" y="387903"/>
                </a:lnTo>
                <a:cubicBezTo>
                  <a:pt x="3392353" y="394547"/>
                  <a:pt x="3396425" y="403762"/>
                  <a:pt x="3396425" y="414049"/>
                </a:cubicBezTo>
                <a:cubicBezTo>
                  <a:pt x="3396425" y="424336"/>
                  <a:pt x="3392139" y="433766"/>
                  <a:pt x="3385388" y="440517"/>
                </a:cubicBezTo>
                <a:lnTo>
                  <a:pt x="3384653" y="440813"/>
                </a:lnTo>
                <a:lnTo>
                  <a:pt x="3392352" y="468698"/>
                </a:lnTo>
                <a:cubicBezTo>
                  <a:pt x="3398139" y="495916"/>
                  <a:pt x="3402425" y="534921"/>
                  <a:pt x="3396424" y="582069"/>
                </a:cubicBezTo>
                <a:lnTo>
                  <a:pt x="3366421" y="582069"/>
                </a:lnTo>
                <a:lnTo>
                  <a:pt x="3324416" y="582069"/>
                </a:lnTo>
                <a:cubicBezTo>
                  <a:pt x="3318844" y="534921"/>
                  <a:pt x="3323345" y="495916"/>
                  <a:pt x="3329238" y="468698"/>
                </a:cubicBezTo>
                <a:lnTo>
                  <a:pt x="3336806" y="441584"/>
                </a:lnTo>
                <a:lnTo>
                  <a:pt x="3333417" y="440196"/>
                </a:lnTo>
                <a:cubicBezTo>
                  <a:pt x="3326773" y="433552"/>
                  <a:pt x="3322701" y="424336"/>
                  <a:pt x="3322701" y="414049"/>
                </a:cubicBezTo>
                <a:cubicBezTo>
                  <a:pt x="3322701" y="403762"/>
                  <a:pt x="3326773" y="394547"/>
                  <a:pt x="3333417" y="387903"/>
                </a:cubicBezTo>
                <a:lnTo>
                  <a:pt x="3347562" y="382106"/>
                </a:lnTo>
                <a:lnTo>
                  <a:pt x="3347562" y="178657"/>
                </a:lnTo>
                <a:lnTo>
                  <a:pt x="3000375" y="336899"/>
                </a:lnTo>
                <a:lnTo>
                  <a:pt x="2628328" y="168878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E1ADE4-2DF4-A39F-9848-7D69EA9D3C4D}"/>
              </a:ext>
            </a:extLst>
          </p:cNvPr>
          <p:cNvSpPr/>
          <p:nvPr userDrawn="1"/>
        </p:nvSpPr>
        <p:spPr>
          <a:xfrm>
            <a:off x="415572" y="295119"/>
            <a:ext cx="3095329" cy="439839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rgbClr val="1A495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0E6452C-B528-AF49-CB09-53560928AD03}"/>
              </a:ext>
            </a:extLst>
          </p:cNvPr>
          <p:cNvGrpSpPr/>
          <p:nvPr userDrawn="1"/>
        </p:nvGrpSpPr>
        <p:grpSpPr>
          <a:xfrm>
            <a:off x="3657132" y="160566"/>
            <a:ext cx="2900381" cy="538609"/>
            <a:chOff x="3657132" y="444690"/>
            <a:chExt cx="2900381" cy="538609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9338AD9-8077-CC09-9700-87C7C6A89EBB}"/>
                </a:ext>
              </a:extLst>
            </p:cNvPr>
            <p:cNvSpPr txBox="1"/>
            <p:nvPr/>
          </p:nvSpPr>
          <p:spPr>
            <a:xfrm>
              <a:off x="4832198" y="487734"/>
              <a:ext cx="17253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>
                  <a:solidFill>
                    <a:srgbClr val="D3F1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法贝实验室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5126342-EBBA-1DD7-BA9C-CEB128C733AD}"/>
                </a:ext>
              </a:extLst>
            </p:cNvPr>
            <p:cNvSpPr txBox="1"/>
            <p:nvPr/>
          </p:nvSpPr>
          <p:spPr>
            <a:xfrm>
              <a:off x="3657132" y="444690"/>
              <a:ext cx="133722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900" b="1" dirty="0">
                  <a:solidFill>
                    <a:srgbClr val="D3F1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Light SemiCondensed" panose="020B0502040204020203" pitchFamily="34" charset="0"/>
                </a:rPr>
                <a:t>FABLAB</a:t>
              </a:r>
              <a:endParaRPr lang="zh-CN" altLang="en-US" sz="2900" b="1" dirty="0">
                <a:solidFill>
                  <a:srgbClr val="D3F1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F3318228-EB02-6D88-F443-3D2DBFEB6C31}"/>
              </a:ext>
            </a:extLst>
          </p:cNvPr>
          <p:cNvSpPr txBox="1"/>
          <p:nvPr userDrawn="1"/>
        </p:nvSpPr>
        <p:spPr>
          <a:xfrm>
            <a:off x="3778946" y="580460"/>
            <a:ext cx="2779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A6E3E2"/>
                </a:solidFill>
              </a:rPr>
              <a:t>致力于培养 未来科技工程 领军人才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4E2A3B-C36D-E22B-92C7-966520ABA56A}"/>
              </a:ext>
            </a:extLst>
          </p:cNvPr>
          <p:cNvSpPr txBox="1"/>
          <p:nvPr userDrawn="1"/>
        </p:nvSpPr>
        <p:spPr>
          <a:xfrm>
            <a:off x="313970" y="212200"/>
            <a:ext cx="2300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D3F1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精彩瞬间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5A1D53-67F5-947E-8D17-533165E3D788}"/>
              </a:ext>
            </a:extLst>
          </p:cNvPr>
          <p:cNvSpPr txBox="1"/>
          <p:nvPr userDrawn="1"/>
        </p:nvSpPr>
        <p:spPr>
          <a:xfrm>
            <a:off x="309188" y="9113077"/>
            <a:ext cx="52387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A6E3E2"/>
                </a:solidFill>
              </a:rPr>
              <a:t>如果您对课程或授课教师有任何投诉意见，请随时联系</a:t>
            </a:r>
            <a:r>
              <a:rPr lang="en-US" altLang="zh-CN" sz="1100" dirty="0">
                <a:solidFill>
                  <a:srgbClr val="A6E3E2"/>
                </a:solidFill>
              </a:rPr>
              <a:t>FABLAB</a:t>
            </a:r>
            <a:r>
              <a:rPr lang="zh-CN" altLang="en-US" sz="1100" dirty="0">
                <a:solidFill>
                  <a:srgbClr val="A6E3E2"/>
                </a:solidFill>
              </a:rPr>
              <a:t>法贝实验室负责人于老师，手机拨打 </a:t>
            </a:r>
            <a:r>
              <a:rPr lang="en-US" altLang="zh-CN" sz="1100" dirty="0">
                <a:solidFill>
                  <a:srgbClr val="A6E3E2"/>
                </a:solidFill>
              </a:rPr>
              <a:t>18768118065 </a:t>
            </a:r>
            <a:r>
              <a:rPr lang="zh-CN" altLang="en-US" sz="1100" dirty="0">
                <a:solidFill>
                  <a:srgbClr val="A6E3E2"/>
                </a:solidFill>
              </a:rPr>
              <a:t>或扫描右侧二维码添加微信进行反馈。我们将尽一切努力为您提供满意的解决方案。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2B7B85F-F0FF-FD3E-BE1D-0E71A2A0D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124" y="9032144"/>
            <a:ext cx="769390" cy="76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gradFill>
          <a:gsLst>
            <a:gs pos="0">
              <a:srgbClr val="184E5F"/>
            </a:gs>
            <a:gs pos="74000">
              <a:srgbClr val="213745"/>
            </a:gs>
            <a:gs pos="83000">
              <a:srgbClr val="1D2C3C"/>
            </a:gs>
            <a:gs pos="100000">
              <a:srgbClr val="0B202B"/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02158E4-F4BE-22BE-DBA5-34D9E0ABAF06}"/>
              </a:ext>
            </a:extLst>
          </p:cNvPr>
          <p:cNvSpPr/>
          <p:nvPr userDrawn="1"/>
        </p:nvSpPr>
        <p:spPr>
          <a:xfrm>
            <a:off x="303133" y="2048639"/>
            <a:ext cx="6251734" cy="5808721"/>
          </a:xfrm>
          <a:custGeom>
            <a:avLst/>
            <a:gdLst>
              <a:gd name="connsiteX0" fmla="*/ 3807697 w 6251734"/>
              <a:gd name="connsiteY0" fmla="*/ 5598000 h 5808721"/>
              <a:gd name="connsiteX1" fmla="*/ 3792649 w 6251734"/>
              <a:gd name="connsiteY1" fmla="*/ 5610966 h 5808721"/>
              <a:gd name="connsiteX2" fmla="*/ 3724407 w 6251734"/>
              <a:gd name="connsiteY2" fmla="*/ 5654281 h 5808721"/>
              <a:gd name="connsiteX3" fmla="*/ 3737518 w 6251734"/>
              <a:gd name="connsiteY3" fmla="*/ 5683584 h 5808721"/>
              <a:gd name="connsiteX4" fmla="*/ 3807904 w 6251734"/>
              <a:gd name="connsiteY4" fmla="*/ 5741855 h 5808721"/>
              <a:gd name="connsiteX5" fmla="*/ 3878291 w 6251734"/>
              <a:gd name="connsiteY5" fmla="*/ 5683584 h 5808721"/>
              <a:gd name="connsiteX6" fmla="*/ 3891370 w 6251734"/>
              <a:gd name="connsiteY6" fmla="*/ 5654352 h 5808721"/>
              <a:gd name="connsiteX7" fmla="*/ 3821929 w 6251734"/>
              <a:gd name="connsiteY7" fmla="*/ 5610228 h 5808721"/>
              <a:gd name="connsiteX8" fmla="*/ 3827101 w 6251734"/>
              <a:gd name="connsiteY8" fmla="*/ 5549255 h 5808721"/>
              <a:gd name="connsiteX9" fmla="*/ 3807904 w 6251734"/>
              <a:gd name="connsiteY9" fmla="*/ 5550689 h 5808721"/>
              <a:gd name="connsiteX10" fmla="*/ 3788212 w 6251734"/>
              <a:gd name="connsiteY10" fmla="*/ 5549599 h 5808721"/>
              <a:gd name="connsiteX11" fmla="*/ 3807470 w 6251734"/>
              <a:gd name="connsiteY11" fmla="*/ 5566172 h 5808721"/>
              <a:gd name="connsiteX12" fmla="*/ 3694058 w 6251734"/>
              <a:gd name="connsiteY12" fmla="*/ 5544387 h 5808721"/>
              <a:gd name="connsiteX13" fmla="*/ 3703452 w 6251734"/>
              <a:gd name="connsiteY13" fmla="*/ 5591293 h 5808721"/>
              <a:gd name="connsiteX14" fmla="*/ 3714172 w 6251734"/>
              <a:gd name="connsiteY14" fmla="*/ 5626491 h 5808721"/>
              <a:gd name="connsiteX15" fmla="*/ 3722717 w 6251734"/>
              <a:gd name="connsiteY15" fmla="*/ 5622628 h 5808721"/>
              <a:gd name="connsiteX16" fmla="*/ 3788068 w 6251734"/>
              <a:gd name="connsiteY16" fmla="*/ 5581136 h 5808721"/>
              <a:gd name="connsiteX17" fmla="*/ 3748826 w 6251734"/>
              <a:gd name="connsiteY17" fmla="*/ 5547419 h 5808721"/>
              <a:gd name="connsiteX18" fmla="*/ 3922198 w 6251734"/>
              <a:gd name="connsiteY18" fmla="*/ 5542152 h 5808721"/>
              <a:gd name="connsiteX19" fmla="*/ 3867799 w 6251734"/>
              <a:gd name="connsiteY19" fmla="*/ 5546215 h 5808721"/>
              <a:gd name="connsiteX20" fmla="*/ 3827145 w 6251734"/>
              <a:gd name="connsiteY20" fmla="*/ 5581244 h 5808721"/>
              <a:gd name="connsiteX21" fmla="*/ 3901775 w 6251734"/>
              <a:gd name="connsiteY21" fmla="*/ 5626039 h 5808721"/>
              <a:gd name="connsiteX22" fmla="*/ 3912357 w 6251734"/>
              <a:gd name="connsiteY22" fmla="*/ 5591293 h 5808721"/>
              <a:gd name="connsiteX23" fmla="*/ 3568695 w 6251734"/>
              <a:gd name="connsiteY23" fmla="*/ 5521810 h 5808721"/>
              <a:gd name="connsiteX24" fmla="*/ 3557706 w 6251734"/>
              <a:gd name="connsiteY24" fmla="*/ 5550648 h 5808721"/>
              <a:gd name="connsiteX25" fmla="*/ 3566160 w 6251734"/>
              <a:gd name="connsiteY25" fmla="*/ 5641559 h 5808721"/>
              <a:gd name="connsiteX26" fmla="*/ 3672538 w 6251734"/>
              <a:gd name="connsiteY26" fmla="*/ 5645312 h 5808721"/>
              <a:gd name="connsiteX27" fmla="*/ 3686711 w 6251734"/>
              <a:gd name="connsiteY27" fmla="*/ 5638905 h 5808721"/>
              <a:gd name="connsiteX28" fmla="*/ 3683653 w 6251734"/>
              <a:gd name="connsiteY28" fmla="*/ 5628857 h 5808721"/>
              <a:gd name="connsiteX29" fmla="*/ 3669753 w 6251734"/>
              <a:gd name="connsiteY29" fmla="*/ 5559542 h 5808721"/>
              <a:gd name="connsiteX30" fmla="*/ 3668350 w 6251734"/>
              <a:gd name="connsiteY30" fmla="*/ 5540767 h 5808721"/>
              <a:gd name="connsiteX31" fmla="*/ 3579717 w 6251734"/>
              <a:gd name="connsiteY31" fmla="*/ 5525147 h 5808721"/>
              <a:gd name="connsiteX32" fmla="*/ 4046585 w 6251734"/>
              <a:gd name="connsiteY32" fmla="*/ 5520939 h 5808721"/>
              <a:gd name="connsiteX33" fmla="*/ 3966777 w 6251734"/>
              <a:gd name="connsiteY33" fmla="*/ 5538822 h 5808721"/>
              <a:gd name="connsiteX34" fmla="*/ 3947602 w 6251734"/>
              <a:gd name="connsiteY34" fmla="*/ 5540254 h 5808721"/>
              <a:gd name="connsiteX35" fmla="*/ 3946176 w 6251734"/>
              <a:gd name="connsiteY35" fmla="*/ 5559542 h 5808721"/>
              <a:gd name="connsiteX36" fmla="*/ 3932381 w 6251734"/>
              <a:gd name="connsiteY36" fmla="*/ 5628857 h 5808721"/>
              <a:gd name="connsiteX37" fmla="*/ 3929132 w 6251734"/>
              <a:gd name="connsiteY37" fmla="*/ 5639587 h 5808721"/>
              <a:gd name="connsiteX38" fmla="*/ 3958740 w 6251734"/>
              <a:gd name="connsiteY38" fmla="*/ 5650869 h 5808721"/>
              <a:gd name="connsiteX39" fmla="*/ 4049650 w 6251734"/>
              <a:gd name="connsiteY39" fmla="*/ 5642415 h 5808721"/>
              <a:gd name="connsiteX40" fmla="*/ 4058104 w 6251734"/>
              <a:gd name="connsiteY40" fmla="*/ 5551128 h 5808721"/>
              <a:gd name="connsiteX41" fmla="*/ 3688846 w 6251734"/>
              <a:gd name="connsiteY41" fmla="*/ 5493292 h 5808721"/>
              <a:gd name="connsiteX42" fmla="*/ 3690677 w 6251734"/>
              <a:gd name="connsiteY42" fmla="*/ 5517905 h 5808721"/>
              <a:gd name="connsiteX43" fmla="*/ 3706306 w 6251734"/>
              <a:gd name="connsiteY43" fmla="*/ 5520689 h 5808721"/>
              <a:gd name="connsiteX44" fmla="*/ 3718556 w 6251734"/>
              <a:gd name="connsiteY44" fmla="*/ 5521412 h 5808721"/>
              <a:gd name="connsiteX45" fmla="*/ 3700748 w 6251734"/>
              <a:gd name="connsiteY45" fmla="*/ 5506112 h 5808721"/>
              <a:gd name="connsiteX46" fmla="*/ 3927084 w 6251734"/>
              <a:gd name="connsiteY46" fmla="*/ 5491676 h 5808721"/>
              <a:gd name="connsiteX47" fmla="*/ 3913348 w 6251734"/>
              <a:gd name="connsiteY47" fmla="*/ 5506970 h 5808721"/>
              <a:gd name="connsiteX48" fmla="*/ 3898270 w 6251734"/>
              <a:gd name="connsiteY48" fmla="*/ 5519961 h 5808721"/>
              <a:gd name="connsiteX49" fmla="*/ 3925127 w 6251734"/>
              <a:gd name="connsiteY49" fmla="*/ 5517962 h 5808721"/>
              <a:gd name="connsiteX50" fmla="*/ 2666906 w 6251734"/>
              <a:gd name="connsiteY50" fmla="*/ 5428104 h 5808721"/>
              <a:gd name="connsiteX51" fmla="*/ 2906936 w 6251734"/>
              <a:gd name="connsiteY51" fmla="*/ 5566121 h 5808721"/>
              <a:gd name="connsiteX52" fmla="*/ 2986661 w 6251734"/>
              <a:gd name="connsiteY52" fmla="*/ 5428961 h 5808721"/>
              <a:gd name="connsiteX53" fmla="*/ 2421698 w 6251734"/>
              <a:gd name="connsiteY53" fmla="*/ 5427947 h 5808721"/>
              <a:gd name="connsiteX54" fmla="*/ 2911499 w 6251734"/>
              <a:gd name="connsiteY54" fmla="*/ 5711122 h 5808721"/>
              <a:gd name="connsiteX55" fmla="*/ 2873313 w 6251734"/>
              <a:gd name="connsiteY55" fmla="*/ 5777171 h 5808721"/>
              <a:gd name="connsiteX56" fmla="*/ 2383512 w 6251734"/>
              <a:gd name="connsiteY56" fmla="*/ 5493996 h 5808721"/>
              <a:gd name="connsiteX57" fmla="*/ 3626020 w 6251734"/>
              <a:gd name="connsiteY57" fmla="*/ 5422235 h 5808721"/>
              <a:gd name="connsiteX58" fmla="*/ 3598818 w 6251734"/>
              <a:gd name="connsiteY58" fmla="*/ 5461243 h 5808721"/>
              <a:gd name="connsiteX59" fmla="*/ 3581388 w 6251734"/>
              <a:gd name="connsiteY59" fmla="*/ 5494011 h 5808721"/>
              <a:gd name="connsiteX60" fmla="*/ 3616801 w 6251734"/>
              <a:gd name="connsiteY60" fmla="*/ 5504746 h 5808721"/>
              <a:gd name="connsiteX61" fmla="*/ 3666318 w 6251734"/>
              <a:gd name="connsiteY61" fmla="*/ 5513566 h 5808721"/>
              <a:gd name="connsiteX62" fmla="*/ 3662700 w 6251734"/>
              <a:gd name="connsiteY62" fmla="*/ 5465131 h 5808721"/>
              <a:gd name="connsiteX63" fmla="*/ 3644732 w 6251734"/>
              <a:gd name="connsiteY63" fmla="*/ 5445778 h 5808721"/>
              <a:gd name="connsiteX64" fmla="*/ 3990100 w 6251734"/>
              <a:gd name="connsiteY64" fmla="*/ 5421513 h 5808721"/>
              <a:gd name="connsiteX65" fmla="*/ 3953357 w 6251734"/>
              <a:gd name="connsiteY65" fmla="*/ 5462423 h 5808721"/>
              <a:gd name="connsiteX66" fmla="*/ 3949475 w 6251734"/>
              <a:gd name="connsiteY66" fmla="*/ 5514925 h 5808721"/>
              <a:gd name="connsiteX67" fmla="*/ 4025703 w 6251734"/>
              <a:gd name="connsiteY67" fmla="*/ 5497859 h 5808721"/>
              <a:gd name="connsiteX68" fmla="*/ 4034309 w 6251734"/>
              <a:gd name="connsiteY68" fmla="*/ 5494362 h 5808721"/>
              <a:gd name="connsiteX69" fmla="*/ 4016993 w 6251734"/>
              <a:gd name="connsiteY69" fmla="*/ 5461874 h 5808721"/>
              <a:gd name="connsiteX70" fmla="*/ 3956426 w 6251734"/>
              <a:gd name="connsiteY70" fmla="*/ 5380419 h 5808721"/>
              <a:gd name="connsiteX71" fmla="*/ 3957923 w 6251734"/>
              <a:gd name="connsiteY71" fmla="*/ 5400670 h 5808721"/>
              <a:gd name="connsiteX72" fmla="*/ 3956295 w 6251734"/>
              <a:gd name="connsiteY72" fmla="*/ 5422687 h 5808721"/>
              <a:gd name="connsiteX73" fmla="*/ 3964989 w 6251734"/>
              <a:gd name="connsiteY73" fmla="*/ 5412959 h 5808721"/>
              <a:gd name="connsiteX74" fmla="*/ 3973699 w 6251734"/>
              <a:gd name="connsiteY74" fmla="*/ 5400468 h 5808721"/>
              <a:gd name="connsiteX75" fmla="*/ 3659650 w 6251734"/>
              <a:gd name="connsiteY75" fmla="*/ 5376790 h 5808721"/>
              <a:gd name="connsiteX76" fmla="*/ 3650822 w 6251734"/>
              <a:gd name="connsiteY76" fmla="*/ 5386669 h 5808721"/>
              <a:gd name="connsiteX77" fmla="*/ 3641492 w 6251734"/>
              <a:gd name="connsiteY77" fmla="*/ 5400048 h 5808721"/>
              <a:gd name="connsiteX78" fmla="*/ 3659392 w 6251734"/>
              <a:gd name="connsiteY78" fmla="*/ 5420848 h 5808721"/>
              <a:gd name="connsiteX79" fmla="*/ 3657885 w 6251734"/>
              <a:gd name="connsiteY79" fmla="*/ 5400670 h 5808721"/>
              <a:gd name="connsiteX80" fmla="*/ 2450878 w 6251734"/>
              <a:gd name="connsiteY80" fmla="*/ 5356093 h 5808721"/>
              <a:gd name="connsiteX81" fmla="*/ 3103247 w 6251734"/>
              <a:gd name="connsiteY81" fmla="*/ 5381811 h 5808721"/>
              <a:gd name="connsiteX82" fmla="*/ 2950656 w 6251734"/>
              <a:gd name="connsiteY82" fmla="*/ 5644988 h 5808721"/>
              <a:gd name="connsiteX83" fmla="*/ 3808763 w 6251734"/>
              <a:gd name="connsiteY83" fmla="*/ 5338091 h 5808721"/>
              <a:gd name="connsiteX84" fmla="*/ 3871342 w 6251734"/>
              <a:gd name="connsiteY84" fmla="*/ 5400671 h 5808721"/>
              <a:gd name="connsiteX85" fmla="*/ 3808763 w 6251734"/>
              <a:gd name="connsiteY85" fmla="*/ 5463250 h 5808721"/>
              <a:gd name="connsiteX86" fmla="*/ 3746183 w 6251734"/>
              <a:gd name="connsiteY86" fmla="*/ 5400671 h 5808721"/>
              <a:gd name="connsiteX87" fmla="*/ 3808763 w 6251734"/>
              <a:gd name="connsiteY87" fmla="*/ 5338091 h 5808721"/>
              <a:gd name="connsiteX88" fmla="*/ 3553198 w 6251734"/>
              <a:gd name="connsiteY88" fmla="*/ 5318476 h 5808721"/>
              <a:gd name="connsiteX89" fmla="*/ 3524133 w 6251734"/>
              <a:gd name="connsiteY89" fmla="*/ 5330284 h 5808721"/>
              <a:gd name="connsiteX90" fmla="*/ 3465862 w 6251734"/>
              <a:gd name="connsiteY90" fmla="*/ 5400670 h 5808721"/>
              <a:gd name="connsiteX91" fmla="*/ 3524359 w 6251734"/>
              <a:gd name="connsiteY91" fmla="*/ 5470831 h 5808721"/>
              <a:gd name="connsiteX92" fmla="*/ 3552494 w 6251734"/>
              <a:gd name="connsiteY92" fmla="*/ 5483326 h 5808721"/>
              <a:gd name="connsiteX93" fmla="*/ 3557534 w 6251734"/>
              <a:gd name="connsiteY93" fmla="*/ 5473887 h 5808721"/>
              <a:gd name="connsiteX94" fmla="*/ 3608797 w 6251734"/>
              <a:gd name="connsiteY94" fmla="*/ 5400567 h 5808721"/>
              <a:gd name="connsiteX95" fmla="*/ 3596753 w 6251734"/>
              <a:gd name="connsiteY95" fmla="*/ 5385414 h 5808721"/>
              <a:gd name="connsiteX96" fmla="*/ 3557534 w 6251734"/>
              <a:gd name="connsiteY96" fmla="*/ 5326597 h 5808721"/>
              <a:gd name="connsiteX97" fmla="*/ 4062445 w 6251734"/>
              <a:gd name="connsiteY97" fmla="*/ 5317336 h 5808721"/>
              <a:gd name="connsiteX98" fmla="*/ 4057165 w 6251734"/>
              <a:gd name="connsiteY98" fmla="*/ 5327229 h 5808721"/>
              <a:gd name="connsiteX99" fmla="*/ 4006091 w 6251734"/>
              <a:gd name="connsiteY99" fmla="*/ 5400156 h 5808721"/>
              <a:gd name="connsiteX100" fmla="*/ 4017343 w 6251734"/>
              <a:gd name="connsiteY100" fmla="*/ 5414333 h 5808721"/>
              <a:gd name="connsiteX101" fmla="*/ 4056562 w 6251734"/>
              <a:gd name="connsiteY101" fmla="*/ 5473256 h 5808721"/>
              <a:gd name="connsiteX102" fmla="*/ 4061849 w 6251734"/>
              <a:gd name="connsiteY102" fmla="*/ 5483174 h 5808721"/>
              <a:gd name="connsiteX103" fmla="*/ 4091676 w 6251734"/>
              <a:gd name="connsiteY103" fmla="*/ 5471057 h 5808721"/>
              <a:gd name="connsiteX104" fmla="*/ 4149947 w 6251734"/>
              <a:gd name="connsiteY104" fmla="*/ 5400670 h 5808721"/>
              <a:gd name="connsiteX105" fmla="*/ 4091450 w 6251734"/>
              <a:gd name="connsiteY105" fmla="*/ 5330284 h 5808721"/>
              <a:gd name="connsiteX106" fmla="*/ 3949551 w 6251734"/>
              <a:gd name="connsiteY106" fmla="*/ 5287441 h 5808721"/>
              <a:gd name="connsiteX107" fmla="*/ 3953173 w 6251734"/>
              <a:gd name="connsiteY107" fmla="*/ 5336435 h 5808721"/>
              <a:gd name="connsiteX108" fmla="*/ 3969364 w 6251734"/>
              <a:gd name="connsiteY108" fmla="*/ 5353884 h 5808721"/>
              <a:gd name="connsiteX109" fmla="*/ 3988964 w 6251734"/>
              <a:gd name="connsiteY109" fmla="*/ 5378578 h 5808721"/>
              <a:gd name="connsiteX110" fmla="*/ 4016993 w 6251734"/>
              <a:gd name="connsiteY110" fmla="*/ 5338385 h 5808721"/>
              <a:gd name="connsiteX111" fmla="*/ 4033793 w 6251734"/>
              <a:gd name="connsiteY111" fmla="*/ 5306800 h 5808721"/>
              <a:gd name="connsiteX112" fmla="*/ 3999007 w 6251734"/>
              <a:gd name="connsiteY112" fmla="*/ 5296218 h 5808721"/>
              <a:gd name="connsiteX113" fmla="*/ 3666333 w 6251734"/>
              <a:gd name="connsiteY113" fmla="*/ 5286416 h 5808721"/>
              <a:gd name="connsiteX114" fmla="*/ 3590106 w 6251734"/>
              <a:gd name="connsiteY114" fmla="*/ 5303482 h 5808721"/>
              <a:gd name="connsiteX115" fmla="*/ 3581629 w 6251734"/>
              <a:gd name="connsiteY115" fmla="*/ 5306926 h 5808721"/>
              <a:gd name="connsiteX116" fmla="*/ 3598818 w 6251734"/>
              <a:gd name="connsiteY116" fmla="*/ 5339241 h 5808721"/>
              <a:gd name="connsiteX117" fmla="*/ 3625164 w 6251734"/>
              <a:gd name="connsiteY117" fmla="*/ 5378866 h 5808721"/>
              <a:gd name="connsiteX118" fmla="*/ 3662590 w 6251734"/>
              <a:gd name="connsiteY118" fmla="*/ 5337028 h 5808721"/>
              <a:gd name="connsiteX119" fmla="*/ 1925384 w 6251734"/>
              <a:gd name="connsiteY119" fmla="*/ 5284084 h 5808721"/>
              <a:gd name="connsiteX120" fmla="*/ 1867091 w 6251734"/>
              <a:gd name="connsiteY120" fmla="*/ 5343235 h 5808721"/>
              <a:gd name="connsiteX121" fmla="*/ 1925384 w 6251734"/>
              <a:gd name="connsiteY121" fmla="*/ 5402385 h 5808721"/>
              <a:gd name="connsiteX122" fmla="*/ 1983677 w 6251734"/>
              <a:gd name="connsiteY122" fmla="*/ 5343235 h 5808721"/>
              <a:gd name="connsiteX123" fmla="*/ 1925384 w 6251734"/>
              <a:gd name="connsiteY123" fmla="*/ 5284084 h 5808721"/>
              <a:gd name="connsiteX124" fmla="*/ 3715682 w 6251734"/>
              <a:gd name="connsiteY124" fmla="*/ 5281518 h 5808721"/>
              <a:gd name="connsiteX125" fmla="*/ 3690553 w 6251734"/>
              <a:gd name="connsiteY125" fmla="*/ 5283388 h 5808721"/>
              <a:gd name="connsiteX126" fmla="*/ 3688737 w 6251734"/>
              <a:gd name="connsiteY126" fmla="*/ 5307799 h 5808721"/>
              <a:gd name="connsiteX127" fmla="*/ 3700748 w 6251734"/>
              <a:gd name="connsiteY127" fmla="*/ 5294372 h 5808721"/>
              <a:gd name="connsiteX128" fmla="*/ 3897255 w 6251734"/>
              <a:gd name="connsiteY128" fmla="*/ 5279649 h 5808721"/>
              <a:gd name="connsiteX129" fmla="*/ 3913348 w 6251734"/>
              <a:gd name="connsiteY129" fmla="*/ 5293515 h 5808721"/>
              <a:gd name="connsiteX130" fmla="*/ 3927113 w 6251734"/>
              <a:gd name="connsiteY130" fmla="*/ 5308350 h 5808721"/>
              <a:gd name="connsiteX131" fmla="*/ 3925236 w 6251734"/>
              <a:gd name="connsiteY131" fmla="*/ 5283126 h 5808721"/>
              <a:gd name="connsiteX132" fmla="*/ 3909502 w 6251734"/>
              <a:gd name="connsiteY132" fmla="*/ 5280333 h 5808721"/>
              <a:gd name="connsiteX133" fmla="*/ 3807904 w 6251734"/>
              <a:gd name="connsiteY133" fmla="*/ 5274654 h 5808721"/>
              <a:gd name="connsiteX134" fmla="*/ 3756063 w 6251734"/>
              <a:gd name="connsiteY134" fmla="*/ 5278512 h 5808721"/>
              <a:gd name="connsiteX135" fmla="*/ 3718751 w 6251734"/>
              <a:gd name="connsiteY135" fmla="*/ 5310660 h 5808721"/>
              <a:gd name="connsiteX136" fmla="*/ 3685778 w 6251734"/>
              <a:gd name="connsiteY136" fmla="*/ 5347555 h 5808721"/>
              <a:gd name="connsiteX137" fmla="*/ 3681889 w 6251734"/>
              <a:gd name="connsiteY137" fmla="*/ 5399812 h 5808721"/>
              <a:gd name="connsiteX138" fmla="*/ 3685732 w 6251734"/>
              <a:gd name="connsiteY138" fmla="*/ 5451455 h 5808721"/>
              <a:gd name="connsiteX139" fmla="*/ 3718751 w 6251734"/>
              <a:gd name="connsiteY139" fmla="*/ 5489824 h 5808721"/>
              <a:gd name="connsiteX140" fmla="*/ 3758175 w 6251734"/>
              <a:gd name="connsiteY140" fmla="*/ 5523751 h 5808721"/>
              <a:gd name="connsiteX141" fmla="*/ 3807904 w 6251734"/>
              <a:gd name="connsiteY141" fmla="*/ 5526686 h 5808721"/>
              <a:gd name="connsiteX142" fmla="*/ 3857581 w 6251734"/>
              <a:gd name="connsiteY142" fmla="*/ 5522989 h 5808721"/>
              <a:gd name="connsiteX143" fmla="*/ 3897060 w 6251734"/>
              <a:gd name="connsiteY143" fmla="*/ 5488968 h 5808721"/>
              <a:gd name="connsiteX144" fmla="*/ 3930031 w 6251734"/>
              <a:gd name="connsiteY144" fmla="*/ 5452075 h 5808721"/>
              <a:gd name="connsiteX145" fmla="*/ 3933920 w 6251734"/>
              <a:gd name="connsiteY145" fmla="*/ 5399812 h 5808721"/>
              <a:gd name="connsiteX146" fmla="*/ 3930213 w 6251734"/>
              <a:gd name="connsiteY146" fmla="*/ 5349995 h 5808721"/>
              <a:gd name="connsiteX147" fmla="*/ 3897060 w 6251734"/>
              <a:gd name="connsiteY147" fmla="*/ 5311517 h 5808721"/>
              <a:gd name="connsiteX148" fmla="*/ 3857442 w 6251734"/>
              <a:gd name="connsiteY148" fmla="*/ 5277423 h 5808721"/>
              <a:gd name="connsiteX149" fmla="*/ 3807355 w 6251734"/>
              <a:gd name="connsiteY149" fmla="*/ 5234320 h 5808721"/>
              <a:gd name="connsiteX150" fmla="*/ 3786569 w 6251734"/>
              <a:gd name="connsiteY150" fmla="*/ 5252229 h 5808721"/>
              <a:gd name="connsiteX151" fmla="*/ 3807904 w 6251734"/>
              <a:gd name="connsiteY151" fmla="*/ 5250651 h 5808721"/>
              <a:gd name="connsiteX152" fmla="*/ 3827599 w 6251734"/>
              <a:gd name="connsiteY152" fmla="*/ 5251741 h 5808721"/>
              <a:gd name="connsiteX153" fmla="*/ 1827657 w 6251734"/>
              <a:gd name="connsiteY153" fmla="*/ 5200074 h 5808721"/>
              <a:gd name="connsiteX154" fmla="*/ 1773650 w 6251734"/>
              <a:gd name="connsiteY154" fmla="*/ 5254938 h 5808721"/>
              <a:gd name="connsiteX155" fmla="*/ 1827657 w 6251734"/>
              <a:gd name="connsiteY155" fmla="*/ 5309802 h 5808721"/>
              <a:gd name="connsiteX156" fmla="*/ 1881664 w 6251734"/>
              <a:gd name="connsiteY156" fmla="*/ 5254938 h 5808721"/>
              <a:gd name="connsiteX157" fmla="*/ 1827657 w 6251734"/>
              <a:gd name="connsiteY157" fmla="*/ 5200074 h 5808721"/>
              <a:gd name="connsiteX158" fmla="*/ 3713592 w 6251734"/>
              <a:gd name="connsiteY158" fmla="*/ 5175036 h 5808721"/>
              <a:gd name="connsiteX159" fmla="*/ 3703452 w 6251734"/>
              <a:gd name="connsiteY159" fmla="*/ 5208333 h 5808721"/>
              <a:gd name="connsiteX160" fmla="*/ 3693280 w 6251734"/>
              <a:gd name="connsiteY160" fmla="*/ 5259127 h 5808721"/>
              <a:gd name="connsiteX161" fmla="*/ 3746245 w 6251734"/>
              <a:gd name="connsiteY161" fmla="*/ 5255210 h 5808721"/>
              <a:gd name="connsiteX162" fmla="*/ 3787708 w 6251734"/>
              <a:gd name="connsiteY162" fmla="*/ 5219522 h 5808721"/>
              <a:gd name="connsiteX163" fmla="*/ 3901951 w 6251734"/>
              <a:gd name="connsiteY163" fmla="*/ 5174164 h 5808721"/>
              <a:gd name="connsiteX164" fmla="*/ 3827088 w 6251734"/>
              <a:gd name="connsiteY164" fmla="*/ 5219192 h 5808721"/>
              <a:gd name="connsiteX165" fmla="*/ 3867424 w 6251734"/>
              <a:gd name="connsiteY165" fmla="*/ 5253946 h 5808721"/>
              <a:gd name="connsiteX166" fmla="*/ 3922098 w 6251734"/>
              <a:gd name="connsiteY166" fmla="*/ 5256973 h 5808721"/>
              <a:gd name="connsiteX167" fmla="*/ 3912357 w 6251734"/>
              <a:gd name="connsiteY167" fmla="*/ 5208333 h 5808721"/>
              <a:gd name="connsiteX168" fmla="*/ 4932831 w 6251734"/>
              <a:gd name="connsiteY168" fmla="*/ 5171785 h 5808721"/>
              <a:gd name="connsiteX169" fmla="*/ 4857179 w 6251734"/>
              <a:gd name="connsiteY169" fmla="*/ 5190645 h 5808721"/>
              <a:gd name="connsiteX170" fmla="*/ 4836605 w 6251734"/>
              <a:gd name="connsiteY170" fmla="*/ 5332091 h 5808721"/>
              <a:gd name="connsiteX171" fmla="*/ 4978051 w 6251734"/>
              <a:gd name="connsiteY171" fmla="*/ 5353523 h 5808721"/>
              <a:gd name="connsiteX172" fmla="*/ 4999483 w 6251734"/>
              <a:gd name="connsiteY172" fmla="*/ 5212076 h 5808721"/>
              <a:gd name="connsiteX173" fmla="*/ 4932831 w 6251734"/>
              <a:gd name="connsiteY173" fmla="*/ 5171785 h 5808721"/>
              <a:gd name="connsiteX174" fmla="*/ 3619671 w 6251734"/>
              <a:gd name="connsiteY174" fmla="*/ 5143348 h 5808721"/>
              <a:gd name="connsiteX175" fmla="*/ 3566160 w 6251734"/>
              <a:gd name="connsiteY175" fmla="*/ 5158925 h 5808721"/>
              <a:gd name="connsiteX176" fmla="*/ 3557706 w 6251734"/>
              <a:gd name="connsiteY176" fmla="*/ 5249836 h 5808721"/>
              <a:gd name="connsiteX177" fmla="*/ 3569257 w 6251734"/>
              <a:gd name="connsiteY177" fmla="*/ 5280149 h 5808721"/>
              <a:gd name="connsiteX178" fmla="*/ 3649032 w 6251734"/>
              <a:gd name="connsiteY178" fmla="*/ 5262398 h 5808721"/>
              <a:gd name="connsiteX179" fmla="*/ 3668214 w 6251734"/>
              <a:gd name="connsiteY179" fmla="*/ 5260980 h 5808721"/>
              <a:gd name="connsiteX180" fmla="*/ 3669632 w 6251734"/>
              <a:gd name="connsiteY180" fmla="*/ 5241797 h 5808721"/>
              <a:gd name="connsiteX181" fmla="*/ 3683427 w 6251734"/>
              <a:gd name="connsiteY181" fmla="*/ 5172482 h 5808721"/>
              <a:gd name="connsiteX182" fmla="*/ 3686676 w 6251734"/>
              <a:gd name="connsiteY182" fmla="*/ 5161753 h 5808721"/>
              <a:gd name="connsiteX183" fmla="*/ 3657070 w 6251734"/>
              <a:gd name="connsiteY183" fmla="*/ 5150472 h 5808721"/>
              <a:gd name="connsiteX184" fmla="*/ 3619671 w 6251734"/>
              <a:gd name="connsiteY184" fmla="*/ 5143348 h 5808721"/>
              <a:gd name="connsiteX185" fmla="*/ 3995778 w 6251734"/>
              <a:gd name="connsiteY185" fmla="*/ 5142491 h 5808721"/>
              <a:gd name="connsiteX186" fmla="*/ 3958364 w 6251734"/>
              <a:gd name="connsiteY186" fmla="*/ 5149615 h 5808721"/>
              <a:gd name="connsiteX187" fmla="*/ 3928865 w 6251734"/>
              <a:gd name="connsiteY187" fmla="*/ 5160870 h 5808721"/>
              <a:gd name="connsiteX188" fmla="*/ 3932381 w 6251734"/>
              <a:gd name="connsiteY188" fmla="*/ 5172482 h 5808721"/>
              <a:gd name="connsiteX189" fmla="*/ 3946176 w 6251734"/>
              <a:gd name="connsiteY189" fmla="*/ 5241797 h 5808721"/>
              <a:gd name="connsiteX190" fmla="*/ 3947566 w 6251734"/>
              <a:gd name="connsiteY190" fmla="*/ 5260592 h 5808721"/>
              <a:gd name="connsiteX191" fmla="*/ 4036092 w 6251734"/>
              <a:gd name="connsiteY191" fmla="*/ 5276193 h 5808721"/>
              <a:gd name="connsiteX192" fmla="*/ 4046530 w 6251734"/>
              <a:gd name="connsiteY192" fmla="*/ 5279354 h 5808721"/>
              <a:gd name="connsiteX193" fmla="*/ 4058104 w 6251734"/>
              <a:gd name="connsiteY193" fmla="*/ 5248980 h 5808721"/>
              <a:gd name="connsiteX194" fmla="*/ 4049650 w 6251734"/>
              <a:gd name="connsiteY194" fmla="*/ 5158069 h 5808721"/>
              <a:gd name="connsiteX195" fmla="*/ 3995778 w 6251734"/>
              <a:gd name="connsiteY195" fmla="*/ 5142491 h 5808721"/>
              <a:gd name="connsiteX196" fmla="*/ 1795082 w 6251734"/>
              <a:gd name="connsiteY196" fmla="*/ 5089489 h 5808721"/>
              <a:gd name="connsiteX197" fmla="*/ 1747933 w 6251734"/>
              <a:gd name="connsiteY197" fmla="*/ 5137495 h 5808721"/>
              <a:gd name="connsiteX198" fmla="*/ 1795082 w 6251734"/>
              <a:gd name="connsiteY198" fmla="*/ 5185501 h 5808721"/>
              <a:gd name="connsiteX199" fmla="*/ 1813298 w 6251734"/>
              <a:gd name="connsiteY199" fmla="*/ 5181737 h 5808721"/>
              <a:gd name="connsiteX200" fmla="*/ 1824372 w 6251734"/>
              <a:gd name="connsiteY200" fmla="*/ 5174153 h 5808721"/>
              <a:gd name="connsiteX201" fmla="*/ 1839840 w 6251734"/>
              <a:gd name="connsiteY201" fmla="*/ 5131531 h 5808721"/>
              <a:gd name="connsiteX202" fmla="*/ 1828621 w 6251734"/>
              <a:gd name="connsiteY202" fmla="*/ 5103526 h 5808721"/>
              <a:gd name="connsiteX203" fmla="*/ 1795082 w 6251734"/>
              <a:gd name="connsiteY203" fmla="*/ 5089489 h 5808721"/>
              <a:gd name="connsiteX204" fmla="*/ 3807904 w 6251734"/>
              <a:gd name="connsiteY204" fmla="*/ 5057770 h 5808721"/>
              <a:gd name="connsiteX205" fmla="*/ 3737518 w 6251734"/>
              <a:gd name="connsiteY205" fmla="*/ 5116041 h 5808721"/>
              <a:gd name="connsiteX206" fmla="*/ 3724435 w 6251734"/>
              <a:gd name="connsiteY206" fmla="*/ 5145282 h 5808721"/>
              <a:gd name="connsiteX207" fmla="*/ 3733832 w 6251734"/>
              <a:gd name="connsiteY207" fmla="*/ 5150300 h 5808721"/>
              <a:gd name="connsiteX208" fmla="*/ 3792649 w 6251734"/>
              <a:gd name="connsiteY208" fmla="*/ 5189519 h 5808721"/>
              <a:gd name="connsiteX209" fmla="*/ 3807599 w 6251734"/>
              <a:gd name="connsiteY209" fmla="*/ 5202400 h 5808721"/>
              <a:gd name="connsiteX210" fmla="*/ 3821568 w 6251734"/>
              <a:gd name="connsiteY210" fmla="*/ 5190377 h 5808721"/>
              <a:gd name="connsiteX211" fmla="*/ 3880491 w 6251734"/>
              <a:gd name="connsiteY211" fmla="*/ 5151158 h 5808721"/>
              <a:gd name="connsiteX212" fmla="*/ 3891401 w 6251734"/>
              <a:gd name="connsiteY212" fmla="*/ 5145342 h 5808721"/>
              <a:gd name="connsiteX213" fmla="*/ 3878291 w 6251734"/>
              <a:gd name="connsiteY213" fmla="*/ 5116041 h 5808721"/>
              <a:gd name="connsiteX214" fmla="*/ 3807904 w 6251734"/>
              <a:gd name="connsiteY214" fmla="*/ 5057770 h 5808721"/>
              <a:gd name="connsiteX215" fmla="*/ 1830229 w 6251734"/>
              <a:gd name="connsiteY215" fmla="*/ 4995190 h 5808721"/>
              <a:gd name="connsiteX216" fmla="*/ 1795082 w 6251734"/>
              <a:gd name="connsiteY216" fmla="*/ 5031195 h 5808721"/>
              <a:gd name="connsiteX217" fmla="*/ 1830229 w 6251734"/>
              <a:gd name="connsiteY217" fmla="*/ 5067200 h 5808721"/>
              <a:gd name="connsiteX218" fmla="*/ 1865376 w 6251734"/>
              <a:gd name="connsiteY218" fmla="*/ 5031195 h 5808721"/>
              <a:gd name="connsiteX219" fmla="*/ 1830229 w 6251734"/>
              <a:gd name="connsiteY219" fmla="*/ 4995190 h 5808721"/>
              <a:gd name="connsiteX220" fmla="*/ 3807904 w 6251734"/>
              <a:gd name="connsiteY220" fmla="*/ 4992618 h 5808721"/>
              <a:gd name="connsiteX221" fmla="*/ 3914096 w 6251734"/>
              <a:gd name="connsiteY221" fmla="*/ 5112098 h 5808721"/>
              <a:gd name="connsiteX222" fmla="*/ 3919610 w 6251734"/>
              <a:gd name="connsiteY222" fmla="*/ 5130307 h 5808721"/>
              <a:gd name="connsiteX223" fmla="*/ 3936279 w 6251734"/>
              <a:gd name="connsiteY223" fmla="*/ 5121422 h 5808721"/>
              <a:gd name="connsiteX224" fmla="*/ 4032023 w 6251734"/>
              <a:gd name="connsiteY224" fmla="*/ 5093293 h 5808721"/>
              <a:gd name="connsiteX225" fmla="*/ 4095942 w 6251734"/>
              <a:gd name="connsiteY225" fmla="*/ 5111777 h 5808721"/>
              <a:gd name="connsiteX226" fmla="*/ 4086941 w 6251734"/>
              <a:gd name="connsiteY226" fmla="*/ 5271440 h 5808721"/>
              <a:gd name="connsiteX227" fmla="*/ 4077682 w 6251734"/>
              <a:gd name="connsiteY227" fmla="*/ 5288787 h 5808721"/>
              <a:gd name="connsiteX228" fmla="*/ 4096476 w 6251734"/>
              <a:gd name="connsiteY228" fmla="*/ 5294478 h 5808721"/>
              <a:gd name="connsiteX229" fmla="*/ 4215956 w 6251734"/>
              <a:gd name="connsiteY229" fmla="*/ 5400670 h 5808721"/>
              <a:gd name="connsiteX230" fmla="*/ 4146292 w 6251734"/>
              <a:gd name="connsiteY230" fmla="*/ 5484302 h 5808721"/>
              <a:gd name="connsiteX231" fmla="*/ 4077351 w 6251734"/>
              <a:gd name="connsiteY231" fmla="*/ 5512259 h 5808721"/>
              <a:gd name="connsiteX232" fmla="*/ 4086298 w 6251734"/>
              <a:gd name="connsiteY232" fmla="*/ 5529044 h 5808721"/>
              <a:gd name="connsiteX233" fmla="*/ 4095942 w 6251734"/>
              <a:gd name="connsiteY233" fmla="*/ 5688707 h 5808721"/>
              <a:gd name="connsiteX234" fmla="*/ 3987551 w 6251734"/>
              <a:gd name="connsiteY234" fmla="*/ 5698969 h 5808721"/>
              <a:gd name="connsiteX235" fmla="*/ 3919857 w 6251734"/>
              <a:gd name="connsiteY235" fmla="*/ 5670215 h 5808721"/>
              <a:gd name="connsiteX236" fmla="*/ 3914096 w 6251734"/>
              <a:gd name="connsiteY236" fmla="*/ 5689242 h 5808721"/>
              <a:gd name="connsiteX237" fmla="*/ 3807904 w 6251734"/>
              <a:gd name="connsiteY237" fmla="*/ 5808721 h 5808721"/>
              <a:gd name="connsiteX238" fmla="*/ 3702033 w 6251734"/>
              <a:gd name="connsiteY238" fmla="*/ 5689242 h 5808721"/>
              <a:gd name="connsiteX239" fmla="*/ 3696238 w 6251734"/>
              <a:gd name="connsiteY239" fmla="*/ 5670203 h 5808721"/>
              <a:gd name="connsiteX240" fmla="*/ 3627147 w 6251734"/>
              <a:gd name="connsiteY240" fmla="*/ 5699451 h 5808721"/>
              <a:gd name="connsiteX241" fmla="*/ 3518154 w 6251734"/>
              <a:gd name="connsiteY241" fmla="*/ 5689565 h 5808721"/>
              <a:gd name="connsiteX242" fmla="*/ 3527798 w 6251734"/>
              <a:gd name="connsiteY242" fmla="*/ 5529580 h 5808721"/>
              <a:gd name="connsiteX243" fmla="*/ 3537061 w 6251734"/>
              <a:gd name="connsiteY243" fmla="*/ 5512231 h 5808721"/>
              <a:gd name="connsiteX244" fmla="*/ 3519332 w 6251734"/>
              <a:gd name="connsiteY244" fmla="*/ 5506862 h 5808721"/>
              <a:gd name="connsiteX245" fmla="*/ 3399853 w 6251734"/>
              <a:gd name="connsiteY245" fmla="*/ 5400670 h 5808721"/>
              <a:gd name="connsiteX246" fmla="*/ 3469516 w 6251734"/>
              <a:gd name="connsiteY246" fmla="*/ 5316662 h 5808721"/>
              <a:gd name="connsiteX247" fmla="*/ 3537546 w 6251734"/>
              <a:gd name="connsiteY247" fmla="*/ 5289161 h 5808721"/>
              <a:gd name="connsiteX248" fmla="*/ 3527798 w 6251734"/>
              <a:gd name="connsiteY248" fmla="*/ 5270904 h 5808721"/>
              <a:gd name="connsiteX249" fmla="*/ 3518154 w 6251734"/>
              <a:gd name="connsiteY249" fmla="*/ 5110919 h 5808721"/>
              <a:gd name="connsiteX250" fmla="*/ 3582435 w 6251734"/>
              <a:gd name="connsiteY250" fmla="*/ 5092435 h 5808721"/>
              <a:gd name="connsiteX251" fmla="*/ 3678139 w 6251734"/>
              <a:gd name="connsiteY251" fmla="*/ 5120564 h 5808721"/>
              <a:gd name="connsiteX252" fmla="*/ 3696224 w 6251734"/>
              <a:gd name="connsiteY252" fmla="*/ 5130220 h 5808721"/>
              <a:gd name="connsiteX253" fmla="*/ 3701712 w 6251734"/>
              <a:gd name="connsiteY253" fmla="*/ 5112098 h 5808721"/>
              <a:gd name="connsiteX254" fmla="*/ 3807904 w 6251734"/>
              <a:gd name="connsiteY254" fmla="*/ 4992618 h 5808721"/>
              <a:gd name="connsiteX255" fmla="*/ 2165414 w 6251734"/>
              <a:gd name="connsiteY255" fmla="*/ 4987475 h 5808721"/>
              <a:gd name="connsiteX256" fmla="*/ 2099834 w 6251734"/>
              <a:gd name="connsiteY256" fmla="*/ 5030874 h 5808721"/>
              <a:gd name="connsiteX257" fmla="*/ 2095529 w 6251734"/>
              <a:gd name="connsiteY257" fmla="*/ 5052318 h 5808721"/>
              <a:gd name="connsiteX258" fmla="*/ 2115842 w 6251734"/>
              <a:gd name="connsiteY258" fmla="*/ 5109524 h 5808721"/>
              <a:gd name="connsiteX259" fmla="*/ 2137660 w 6251734"/>
              <a:gd name="connsiteY259" fmla="*/ 5124207 h 5808721"/>
              <a:gd name="connsiteX260" fmla="*/ 2165414 w 6251734"/>
              <a:gd name="connsiteY260" fmla="*/ 5129779 h 5808721"/>
              <a:gd name="connsiteX261" fmla="*/ 2236565 w 6251734"/>
              <a:gd name="connsiteY261" fmla="*/ 5058628 h 5808721"/>
              <a:gd name="connsiteX262" fmla="*/ 2165414 w 6251734"/>
              <a:gd name="connsiteY262" fmla="*/ 4987475 h 5808721"/>
              <a:gd name="connsiteX263" fmla="*/ 5334024 w 6251734"/>
              <a:gd name="connsiteY263" fmla="*/ 4966796 h 5808721"/>
              <a:gd name="connsiteX264" fmla="*/ 5296091 w 6251734"/>
              <a:gd name="connsiteY264" fmla="*/ 4976333 h 5808721"/>
              <a:gd name="connsiteX265" fmla="*/ 5285804 w 6251734"/>
              <a:gd name="connsiteY265" fmla="*/ 5048341 h 5808721"/>
              <a:gd name="connsiteX266" fmla="*/ 5356956 w 6251734"/>
              <a:gd name="connsiteY266" fmla="*/ 5059486 h 5808721"/>
              <a:gd name="connsiteX267" fmla="*/ 5368100 w 6251734"/>
              <a:gd name="connsiteY267" fmla="*/ 4987477 h 5808721"/>
              <a:gd name="connsiteX268" fmla="*/ 5334024 w 6251734"/>
              <a:gd name="connsiteY268" fmla="*/ 4966796 h 5808721"/>
              <a:gd name="connsiteX269" fmla="*/ 1939100 w 6251734"/>
              <a:gd name="connsiteY269" fmla="*/ 4858031 h 5808721"/>
              <a:gd name="connsiteX270" fmla="*/ 2026539 w 6251734"/>
              <a:gd name="connsiteY270" fmla="*/ 4858031 h 5808721"/>
              <a:gd name="connsiteX271" fmla="*/ 2042850 w 6251734"/>
              <a:gd name="connsiteY271" fmla="*/ 4903966 h 5808721"/>
              <a:gd name="connsiteX272" fmla="*/ 2112264 w 6251734"/>
              <a:gd name="connsiteY272" fmla="*/ 4899178 h 5808721"/>
              <a:gd name="connsiteX273" fmla="*/ 2286286 w 6251734"/>
              <a:gd name="connsiteY273" fmla="*/ 5018336 h 5808721"/>
              <a:gd name="connsiteX274" fmla="*/ 2136267 w 6251734"/>
              <a:gd name="connsiteY274" fmla="*/ 5212076 h 5808721"/>
              <a:gd name="connsiteX275" fmla="*/ 1901381 w 6251734"/>
              <a:gd name="connsiteY275" fmla="*/ 5428960 h 5808721"/>
              <a:gd name="connsiteX276" fmla="*/ 1852317 w 6251734"/>
              <a:gd name="connsiteY276" fmla="*/ 4950224 h 5808721"/>
              <a:gd name="connsiteX277" fmla="*/ 1914216 w 6251734"/>
              <a:gd name="connsiteY277" fmla="*/ 4926595 h 5808721"/>
              <a:gd name="connsiteX278" fmla="*/ 5285697 w 6251734"/>
              <a:gd name="connsiteY278" fmla="*/ 4798238 h 5808721"/>
              <a:gd name="connsiteX279" fmla="*/ 5235226 w 6251734"/>
              <a:gd name="connsiteY279" fmla="*/ 4810882 h 5808721"/>
              <a:gd name="connsiteX280" fmla="*/ 5221511 w 6251734"/>
              <a:gd name="connsiteY280" fmla="*/ 4906038 h 5808721"/>
              <a:gd name="connsiteX281" fmla="*/ 5316665 w 6251734"/>
              <a:gd name="connsiteY281" fmla="*/ 4920611 h 5808721"/>
              <a:gd name="connsiteX282" fmla="*/ 5330381 w 6251734"/>
              <a:gd name="connsiteY282" fmla="*/ 4825456 h 5808721"/>
              <a:gd name="connsiteX283" fmla="*/ 5285697 w 6251734"/>
              <a:gd name="connsiteY283" fmla="*/ 4798238 h 5808721"/>
              <a:gd name="connsiteX284" fmla="*/ 5149716 w 6251734"/>
              <a:gd name="connsiteY284" fmla="*/ 4681759 h 5808721"/>
              <a:gd name="connsiteX285" fmla="*/ 5092066 w 6251734"/>
              <a:gd name="connsiteY285" fmla="*/ 4696011 h 5808721"/>
              <a:gd name="connsiteX286" fmla="*/ 5076635 w 6251734"/>
              <a:gd name="connsiteY286" fmla="*/ 4804881 h 5808721"/>
              <a:gd name="connsiteX287" fmla="*/ 5185506 w 6251734"/>
              <a:gd name="connsiteY287" fmla="*/ 4822027 h 5808721"/>
              <a:gd name="connsiteX288" fmla="*/ 5200936 w 6251734"/>
              <a:gd name="connsiteY288" fmla="*/ 4713156 h 5808721"/>
              <a:gd name="connsiteX289" fmla="*/ 5149716 w 6251734"/>
              <a:gd name="connsiteY289" fmla="*/ 4681759 h 5808721"/>
              <a:gd name="connsiteX290" fmla="*/ 4961978 w 6251734"/>
              <a:gd name="connsiteY290" fmla="*/ 4656899 h 5808721"/>
              <a:gd name="connsiteX291" fmla="*/ 4900042 w 6251734"/>
              <a:gd name="connsiteY291" fmla="*/ 4672008 h 5808721"/>
              <a:gd name="connsiteX292" fmla="*/ 4882897 w 6251734"/>
              <a:gd name="connsiteY292" fmla="*/ 4789451 h 5808721"/>
              <a:gd name="connsiteX293" fmla="*/ 5000340 w 6251734"/>
              <a:gd name="connsiteY293" fmla="*/ 4807453 h 5808721"/>
              <a:gd name="connsiteX294" fmla="*/ 5017485 w 6251734"/>
              <a:gd name="connsiteY294" fmla="*/ 4690010 h 5808721"/>
              <a:gd name="connsiteX295" fmla="*/ 4961978 w 6251734"/>
              <a:gd name="connsiteY295" fmla="*/ 4656899 h 5808721"/>
              <a:gd name="connsiteX296" fmla="*/ 4998395 w 6251734"/>
              <a:gd name="connsiteY296" fmla="*/ 4598030 h 5808721"/>
              <a:gd name="connsiteX297" fmla="*/ 5114354 w 6251734"/>
              <a:gd name="connsiteY297" fmla="*/ 5410101 h 5808721"/>
              <a:gd name="connsiteX298" fmla="*/ 4811745 w 6251734"/>
              <a:gd name="connsiteY298" fmla="*/ 5421245 h 5808721"/>
              <a:gd name="connsiteX299" fmla="*/ 4821175 w 6251734"/>
              <a:gd name="connsiteY299" fmla="*/ 5069772 h 5808721"/>
              <a:gd name="connsiteX300" fmla="*/ 4906043 w 6251734"/>
              <a:gd name="connsiteY300" fmla="*/ 4620573 h 5808721"/>
              <a:gd name="connsiteX301" fmla="*/ 4998395 w 6251734"/>
              <a:gd name="connsiteY301" fmla="*/ 4598030 h 5808721"/>
              <a:gd name="connsiteX302" fmla="*/ 4274249 w 6251734"/>
              <a:gd name="connsiteY302" fmla="*/ 4584568 h 5808721"/>
              <a:gd name="connsiteX303" fmla="*/ 4374548 w 6251734"/>
              <a:gd name="connsiteY303" fmla="*/ 4755161 h 5808721"/>
              <a:gd name="connsiteX304" fmla="*/ 4257961 w 6251734"/>
              <a:gd name="connsiteY304" fmla="*/ 4835742 h 5808721"/>
              <a:gd name="connsiteX305" fmla="*/ 4411409 w 6251734"/>
              <a:gd name="connsiteY305" fmla="*/ 4762876 h 5808721"/>
              <a:gd name="connsiteX306" fmla="*/ 4274249 w 6251734"/>
              <a:gd name="connsiteY306" fmla="*/ 4584568 h 5808721"/>
              <a:gd name="connsiteX307" fmla="*/ 3351982 w 6251734"/>
              <a:gd name="connsiteY307" fmla="*/ 4540192 h 5808721"/>
              <a:gd name="connsiteX308" fmla="*/ 3423000 w 6251734"/>
              <a:gd name="connsiteY308" fmla="*/ 4575995 h 5808721"/>
              <a:gd name="connsiteX309" fmla="*/ 3655315 w 6251734"/>
              <a:gd name="connsiteY309" fmla="*/ 4575995 h 5808721"/>
              <a:gd name="connsiteX310" fmla="*/ 3655315 w 6251734"/>
              <a:gd name="connsiteY310" fmla="*/ 4916325 h 5808721"/>
              <a:gd name="connsiteX311" fmla="*/ 3417856 w 6251734"/>
              <a:gd name="connsiteY311" fmla="*/ 4918039 h 5808721"/>
              <a:gd name="connsiteX312" fmla="*/ 3190684 w 6251734"/>
              <a:gd name="connsiteY312" fmla="*/ 4914610 h 5808721"/>
              <a:gd name="connsiteX313" fmla="*/ 3190684 w 6251734"/>
              <a:gd name="connsiteY313" fmla="*/ 4575995 h 5808721"/>
              <a:gd name="connsiteX314" fmla="*/ 3351982 w 6251734"/>
              <a:gd name="connsiteY314" fmla="*/ 4540192 h 5808721"/>
              <a:gd name="connsiteX315" fmla="*/ 2448416 w 6251734"/>
              <a:gd name="connsiteY315" fmla="*/ 4421371 h 5808721"/>
              <a:gd name="connsiteX316" fmla="*/ 2457738 w 6251734"/>
              <a:gd name="connsiteY316" fmla="*/ 4427692 h 5808721"/>
              <a:gd name="connsiteX317" fmla="*/ 2484119 w 6251734"/>
              <a:gd name="connsiteY317" fmla="*/ 4467601 h 5808721"/>
              <a:gd name="connsiteX318" fmla="*/ 2494346 w 6251734"/>
              <a:gd name="connsiteY318" fmla="*/ 4463537 h 5808721"/>
              <a:gd name="connsiteX319" fmla="*/ 2578610 w 6251734"/>
              <a:gd name="connsiteY319" fmla="*/ 4499701 h 5808721"/>
              <a:gd name="connsiteX320" fmla="*/ 2590397 w 6251734"/>
              <a:gd name="connsiteY320" fmla="*/ 4561960 h 5808721"/>
              <a:gd name="connsiteX321" fmla="*/ 2583304 w 6251734"/>
              <a:gd name="connsiteY321" fmla="*/ 4578864 h 5808721"/>
              <a:gd name="connsiteX322" fmla="*/ 2600248 w 6251734"/>
              <a:gd name="connsiteY322" fmla="*/ 4591301 h 5808721"/>
              <a:gd name="connsiteX323" fmla="*/ 3017521 w 6251734"/>
              <a:gd name="connsiteY323" fmla="*/ 4906038 h 5808721"/>
              <a:gd name="connsiteX324" fmla="*/ 2910365 w 6251734"/>
              <a:gd name="connsiteY324" fmla="*/ 4886321 h 5808721"/>
              <a:gd name="connsiteX325" fmla="*/ 2580176 w 6251734"/>
              <a:gd name="connsiteY325" fmla="*/ 4648353 h 5808721"/>
              <a:gd name="connsiteX326" fmla="*/ 2571469 w 6251734"/>
              <a:gd name="connsiteY326" fmla="*/ 4642020 h 5808721"/>
              <a:gd name="connsiteX327" fmla="*/ 2632617 w 6251734"/>
              <a:gd name="connsiteY327" fmla="*/ 5059485 h 5808721"/>
              <a:gd name="connsiteX328" fmla="*/ 2611186 w 6251734"/>
              <a:gd name="connsiteY328" fmla="*/ 5161498 h 5808721"/>
              <a:gd name="connsiteX329" fmla="*/ 2574324 w 6251734"/>
              <a:gd name="connsiteY329" fmla="*/ 5065486 h 5808721"/>
              <a:gd name="connsiteX330" fmla="*/ 2504337 w 6251734"/>
              <a:gd name="connsiteY330" fmla="*/ 4626262 h 5808721"/>
              <a:gd name="connsiteX331" fmla="*/ 2492028 w 6251734"/>
              <a:gd name="connsiteY331" fmla="*/ 4626039 h 5808721"/>
              <a:gd name="connsiteX332" fmla="*/ 2439736 w 6251734"/>
              <a:gd name="connsiteY332" fmla="*/ 4590570 h 5808721"/>
              <a:gd name="connsiteX333" fmla="*/ 2440218 w 6251734"/>
              <a:gd name="connsiteY333" fmla="*/ 4499073 h 5808721"/>
              <a:gd name="connsiteX334" fmla="*/ 2457768 w 6251734"/>
              <a:gd name="connsiteY334" fmla="*/ 4481633 h 5808721"/>
              <a:gd name="connsiteX335" fmla="*/ 2432878 w 6251734"/>
              <a:gd name="connsiteY335" fmla="*/ 4443980 h 5808721"/>
              <a:gd name="connsiteX336" fmla="*/ 2437164 w 6251734"/>
              <a:gd name="connsiteY336" fmla="*/ 4423406 h 5808721"/>
              <a:gd name="connsiteX337" fmla="*/ 2448416 w 6251734"/>
              <a:gd name="connsiteY337" fmla="*/ 4421371 h 5808721"/>
              <a:gd name="connsiteX338" fmla="*/ 1177862 w 6251734"/>
              <a:gd name="connsiteY338" fmla="*/ 4374542 h 5808721"/>
              <a:gd name="connsiteX339" fmla="*/ 1272159 w 6251734"/>
              <a:gd name="connsiteY339" fmla="*/ 4609429 h 5808721"/>
              <a:gd name="connsiteX340" fmla="*/ 1177862 w 6251734"/>
              <a:gd name="connsiteY340" fmla="*/ 4374542 h 5808721"/>
              <a:gd name="connsiteX341" fmla="*/ 1102424 w 6251734"/>
              <a:gd name="connsiteY341" fmla="*/ 4309391 h 5808721"/>
              <a:gd name="connsiteX342" fmla="*/ 1108424 w 6251734"/>
              <a:gd name="connsiteY342" fmla="*/ 4309391 h 5808721"/>
              <a:gd name="connsiteX343" fmla="*/ 1109281 w 6251734"/>
              <a:gd name="connsiteY343" fmla="*/ 4309391 h 5808721"/>
              <a:gd name="connsiteX344" fmla="*/ 1115282 w 6251734"/>
              <a:gd name="connsiteY344" fmla="*/ 4309391 h 5808721"/>
              <a:gd name="connsiteX345" fmla="*/ 1276445 w 6251734"/>
              <a:gd name="connsiteY345" fmla="*/ 4720014 h 5808721"/>
              <a:gd name="connsiteX346" fmla="*/ 1193292 w 6251734"/>
              <a:gd name="connsiteY346" fmla="*/ 4900894 h 5808721"/>
              <a:gd name="connsiteX347" fmla="*/ 1121283 w 6251734"/>
              <a:gd name="connsiteY347" fmla="*/ 4900894 h 5808721"/>
              <a:gd name="connsiteX348" fmla="*/ 1108424 w 6251734"/>
              <a:gd name="connsiteY348" fmla="*/ 4900894 h 5808721"/>
              <a:gd name="connsiteX349" fmla="*/ 1030415 w 6251734"/>
              <a:gd name="connsiteY349" fmla="*/ 4900894 h 5808721"/>
              <a:gd name="connsiteX350" fmla="*/ 944690 w 6251734"/>
              <a:gd name="connsiteY350" fmla="*/ 4720014 h 5808721"/>
              <a:gd name="connsiteX351" fmla="*/ 1102424 w 6251734"/>
              <a:gd name="connsiteY351" fmla="*/ 4309391 h 5808721"/>
              <a:gd name="connsiteX352" fmla="*/ 4160235 w 6251734"/>
              <a:gd name="connsiteY352" fmla="*/ 4161086 h 5808721"/>
              <a:gd name="connsiteX353" fmla="*/ 4264820 w 6251734"/>
              <a:gd name="connsiteY353" fmla="*/ 4201377 h 5808721"/>
              <a:gd name="connsiteX354" fmla="*/ 4264820 w 6251734"/>
              <a:gd name="connsiteY354" fmla="*/ 4203949 h 5808721"/>
              <a:gd name="connsiteX355" fmla="*/ 4269106 w 6251734"/>
              <a:gd name="connsiteY355" fmla="*/ 4203949 h 5808721"/>
              <a:gd name="connsiteX356" fmla="*/ 4269106 w 6251734"/>
              <a:gd name="connsiteY356" fmla="*/ 4279387 h 5808721"/>
              <a:gd name="connsiteX357" fmla="*/ 4264820 w 6251734"/>
              <a:gd name="connsiteY357" fmla="*/ 4279387 h 5808721"/>
              <a:gd name="connsiteX358" fmla="*/ 4247675 w 6251734"/>
              <a:gd name="connsiteY358" fmla="*/ 4301676 h 5808721"/>
              <a:gd name="connsiteX359" fmla="*/ 4247675 w 6251734"/>
              <a:gd name="connsiteY359" fmla="*/ 4473126 h 5808721"/>
              <a:gd name="connsiteX360" fmla="*/ 4263962 w 6251734"/>
              <a:gd name="connsiteY360" fmla="*/ 4515131 h 5808721"/>
              <a:gd name="connsiteX361" fmla="*/ 4425983 w 6251734"/>
              <a:gd name="connsiteY361" fmla="*/ 4833171 h 5808721"/>
              <a:gd name="connsiteX362" fmla="*/ 4161091 w 6251734"/>
              <a:gd name="connsiteY362" fmla="*/ 4891464 h 5808721"/>
              <a:gd name="connsiteX363" fmla="*/ 3896201 w 6251734"/>
              <a:gd name="connsiteY363" fmla="*/ 4833171 h 5808721"/>
              <a:gd name="connsiteX364" fmla="*/ 4062507 w 6251734"/>
              <a:gd name="connsiteY364" fmla="*/ 4515131 h 5808721"/>
              <a:gd name="connsiteX365" fmla="*/ 4085653 w 6251734"/>
              <a:gd name="connsiteY365" fmla="*/ 4473126 h 5808721"/>
              <a:gd name="connsiteX366" fmla="*/ 4085653 w 6251734"/>
              <a:gd name="connsiteY366" fmla="*/ 4302533 h 5808721"/>
              <a:gd name="connsiteX367" fmla="*/ 4055650 w 6251734"/>
              <a:gd name="connsiteY367" fmla="*/ 4279387 h 5808721"/>
              <a:gd name="connsiteX368" fmla="*/ 4053935 w 6251734"/>
              <a:gd name="connsiteY368" fmla="*/ 4279387 h 5808721"/>
              <a:gd name="connsiteX369" fmla="*/ 4053935 w 6251734"/>
              <a:gd name="connsiteY369" fmla="*/ 4203949 h 5808721"/>
              <a:gd name="connsiteX370" fmla="*/ 4055650 w 6251734"/>
              <a:gd name="connsiteY370" fmla="*/ 4203949 h 5808721"/>
              <a:gd name="connsiteX371" fmla="*/ 4055650 w 6251734"/>
              <a:gd name="connsiteY371" fmla="*/ 4201377 h 5808721"/>
              <a:gd name="connsiteX372" fmla="*/ 4160235 w 6251734"/>
              <a:gd name="connsiteY372" fmla="*/ 4161086 h 5808721"/>
              <a:gd name="connsiteX373" fmla="*/ 1690622 w 6251734"/>
              <a:gd name="connsiteY373" fmla="*/ 3905928 h 5808721"/>
              <a:gd name="connsiteX374" fmla="*/ 1557624 w 6251734"/>
              <a:gd name="connsiteY374" fmla="*/ 3959633 h 5808721"/>
              <a:gd name="connsiteX375" fmla="*/ 1521619 w 6251734"/>
              <a:gd name="connsiteY375" fmla="*/ 4304248 h 5808721"/>
              <a:gd name="connsiteX376" fmla="*/ 1866235 w 6251734"/>
              <a:gd name="connsiteY376" fmla="*/ 4340253 h 5808721"/>
              <a:gd name="connsiteX377" fmla="*/ 1902239 w 6251734"/>
              <a:gd name="connsiteY377" fmla="*/ 3995637 h 5808721"/>
              <a:gd name="connsiteX378" fmla="*/ 1690622 w 6251734"/>
              <a:gd name="connsiteY378" fmla="*/ 3905928 h 5808721"/>
              <a:gd name="connsiteX379" fmla="*/ 1684921 w 6251734"/>
              <a:gd name="connsiteY379" fmla="*/ 3849926 h 5808721"/>
              <a:gd name="connsiteX380" fmla="*/ 1945102 w 6251734"/>
              <a:gd name="connsiteY380" fmla="*/ 3960490 h 5808721"/>
              <a:gd name="connsiteX381" fmla="*/ 1944751 w 6251734"/>
              <a:gd name="connsiteY381" fmla="*/ 4341023 h 5808721"/>
              <a:gd name="connsiteX382" fmla="*/ 1930222 w 6251734"/>
              <a:gd name="connsiteY382" fmla="*/ 4355411 h 5808721"/>
              <a:gd name="connsiteX383" fmla="*/ 1980119 w 6251734"/>
              <a:gd name="connsiteY383" fmla="*/ 4416919 h 5808721"/>
              <a:gd name="connsiteX384" fmla="*/ 1986891 w 6251734"/>
              <a:gd name="connsiteY384" fmla="*/ 4416333 h 5808721"/>
              <a:gd name="connsiteX385" fmla="*/ 2030826 w 6251734"/>
              <a:gd name="connsiteY385" fmla="*/ 4439693 h 5808721"/>
              <a:gd name="connsiteX386" fmla="*/ 2204848 w 6251734"/>
              <a:gd name="connsiteY386" fmla="*/ 4654864 h 5808721"/>
              <a:gd name="connsiteX387" fmla="*/ 2195418 w 6251734"/>
              <a:gd name="connsiteY387" fmla="*/ 4746590 h 5808721"/>
              <a:gd name="connsiteX388" fmla="*/ 2103692 w 6251734"/>
              <a:gd name="connsiteY388" fmla="*/ 4737160 h 5808721"/>
              <a:gd name="connsiteX389" fmla="*/ 1929670 w 6251734"/>
              <a:gd name="connsiteY389" fmla="*/ 4521990 h 5808721"/>
              <a:gd name="connsiteX390" fmla="*/ 1915740 w 6251734"/>
              <a:gd name="connsiteY390" fmla="*/ 4474198 h 5808721"/>
              <a:gd name="connsiteX391" fmla="*/ 1917360 w 6251734"/>
              <a:gd name="connsiteY391" fmla="*/ 4468826 h 5808721"/>
              <a:gd name="connsiteX392" fmla="*/ 1866912 w 6251734"/>
              <a:gd name="connsiteY392" fmla="*/ 4406639 h 5808721"/>
              <a:gd name="connsiteX393" fmla="*/ 1850557 w 6251734"/>
              <a:gd name="connsiteY393" fmla="*/ 4417393 h 5808721"/>
              <a:gd name="connsiteX394" fmla="*/ 1477899 w 6251734"/>
              <a:gd name="connsiteY394" fmla="*/ 4339396 h 5808721"/>
              <a:gd name="connsiteX395" fmla="*/ 1521619 w 6251734"/>
              <a:gd name="connsiteY395" fmla="*/ 3915913 h 5808721"/>
              <a:gd name="connsiteX396" fmla="*/ 1684921 w 6251734"/>
              <a:gd name="connsiteY396" fmla="*/ 3849926 h 5808721"/>
              <a:gd name="connsiteX397" fmla="*/ 812246 w 6251734"/>
              <a:gd name="connsiteY397" fmla="*/ 3781539 h 5808721"/>
              <a:gd name="connsiteX398" fmla="*/ 822961 w 6251734"/>
              <a:gd name="connsiteY398" fmla="*/ 3785611 h 5808721"/>
              <a:gd name="connsiteX399" fmla="*/ 823818 w 6251734"/>
              <a:gd name="connsiteY399" fmla="*/ 3807042 h 5808721"/>
              <a:gd name="connsiteX400" fmla="*/ 792194 w 6251734"/>
              <a:gd name="connsiteY400" fmla="*/ 3842032 h 5808721"/>
              <a:gd name="connsiteX401" fmla="*/ 798502 w 6251734"/>
              <a:gd name="connsiteY401" fmla="*/ 3850722 h 5808721"/>
              <a:gd name="connsiteX402" fmla="*/ 785241 w 6251734"/>
              <a:gd name="connsiteY402" fmla="*/ 3940773 h 5808721"/>
              <a:gd name="connsiteX403" fmla="*/ 727912 w 6251734"/>
              <a:gd name="connsiteY403" fmla="*/ 3967562 h 5808721"/>
              <a:gd name="connsiteX404" fmla="*/ 709923 w 6251734"/>
              <a:gd name="connsiteY404" fmla="*/ 3965051 h 5808721"/>
              <a:gd name="connsiteX405" fmla="*/ 701209 w 6251734"/>
              <a:gd name="connsiteY405" fmla="*/ 3986914 h 5808721"/>
              <a:gd name="connsiteX406" fmla="*/ 501492 w 6251734"/>
              <a:gd name="connsiteY406" fmla="*/ 4469697 h 5808721"/>
              <a:gd name="connsiteX407" fmla="*/ 493776 w 6251734"/>
              <a:gd name="connsiteY407" fmla="*/ 4360826 h 5808721"/>
              <a:gd name="connsiteX408" fmla="*/ 640969 w 6251734"/>
              <a:gd name="connsiteY408" fmla="*/ 3980729 h 5808721"/>
              <a:gd name="connsiteX409" fmla="*/ 644840 w 6251734"/>
              <a:gd name="connsiteY409" fmla="*/ 3970847 h 5808721"/>
              <a:gd name="connsiteX410" fmla="*/ 257175 w 6251734"/>
              <a:gd name="connsiteY410" fmla="*/ 4134512 h 5808721"/>
              <a:gd name="connsiteX411" fmla="*/ 152590 w 6251734"/>
              <a:gd name="connsiteY411" fmla="*/ 4139655 h 5808721"/>
              <a:gd name="connsiteX412" fmla="*/ 236601 w 6251734"/>
              <a:gd name="connsiteY412" fmla="*/ 4079647 h 5808721"/>
              <a:gd name="connsiteX413" fmla="*/ 644257 w 6251734"/>
              <a:gd name="connsiteY413" fmla="*/ 3901600 h 5808721"/>
              <a:gd name="connsiteX414" fmla="*/ 641223 w 6251734"/>
              <a:gd name="connsiteY414" fmla="*/ 3889445 h 5808721"/>
              <a:gd name="connsiteX415" fmla="*/ 662654 w 6251734"/>
              <a:gd name="connsiteY415" fmla="*/ 3830188 h 5808721"/>
              <a:gd name="connsiteX416" fmla="*/ 719983 w 6251734"/>
              <a:gd name="connsiteY416" fmla="*/ 3802756 h 5808721"/>
              <a:gd name="connsiteX417" fmla="*/ 751260 w 6251734"/>
              <a:gd name="connsiteY417" fmla="*/ 3807283 h 5808721"/>
              <a:gd name="connsiteX418" fmla="*/ 771606 w 6251734"/>
              <a:gd name="connsiteY418" fmla="*/ 3819575 h 5808721"/>
              <a:gd name="connsiteX419" fmla="*/ 801530 w 6251734"/>
              <a:gd name="connsiteY419" fmla="*/ 3786468 h 5808721"/>
              <a:gd name="connsiteX420" fmla="*/ 812246 w 6251734"/>
              <a:gd name="connsiteY420" fmla="*/ 3781539 h 5808721"/>
              <a:gd name="connsiteX421" fmla="*/ 5496913 w 6251734"/>
              <a:gd name="connsiteY421" fmla="*/ 3702672 h 5808721"/>
              <a:gd name="connsiteX422" fmla="*/ 5456397 w 6251734"/>
              <a:gd name="connsiteY422" fmla="*/ 3737606 h 5808721"/>
              <a:gd name="connsiteX423" fmla="*/ 5490901 w 6251734"/>
              <a:gd name="connsiteY423" fmla="*/ 3706745 h 5808721"/>
              <a:gd name="connsiteX424" fmla="*/ 5797583 w 6251734"/>
              <a:gd name="connsiteY424" fmla="*/ 3639879 h 5808721"/>
              <a:gd name="connsiteX425" fmla="*/ 5805112 w 6251734"/>
              <a:gd name="connsiteY425" fmla="*/ 3642965 h 5808721"/>
              <a:gd name="connsiteX426" fmla="*/ 5820840 w 6251734"/>
              <a:gd name="connsiteY426" fmla="*/ 3650383 h 5808721"/>
              <a:gd name="connsiteX427" fmla="*/ 5699857 w 6251734"/>
              <a:gd name="connsiteY427" fmla="*/ 3627877 h 5808721"/>
              <a:gd name="connsiteX428" fmla="*/ 5704143 w 6251734"/>
              <a:gd name="connsiteY428" fmla="*/ 3631306 h 5808721"/>
              <a:gd name="connsiteX429" fmla="*/ 5699857 w 6251734"/>
              <a:gd name="connsiteY429" fmla="*/ 3638164 h 5808721"/>
              <a:gd name="connsiteX430" fmla="*/ 5703285 w 6251734"/>
              <a:gd name="connsiteY430" fmla="*/ 3639022 h 5808721"/>
              <a:gd name="connsiteX431" fmla="*/ 5717002 w 6251734"/>
              <a:gd name="connsiteY431" fmla="*/ 3648451 h 5808721"/>
              <a:gd name="connsiteX432" fmla="*/ 5698999 w 6251734"/>
              <a:gd name="connsiteY432" fmla="*/ 3652738 h 5808721"/>
              <a:gd name="connsiteX433" fmla="*/ 5677567 w 6251734"/>
              <a:gd name="connsiteY433" fmla="*/ 3646737 h 5808721"/>
              <a:gd name="connsiteX434" fmla="*/ 5656993 w 6251734"/>
              <a:gd name="connsiteY434" fmla="*/ 3664739 h 5808721"/>
              <a:gd name="connsiteX435" fmla="*/ 5645849 w 6251734"/>
              <a:gd name="connsiteY435" fmla="*/ 3681027 h 5808721"/>
              <a:gd name="connsiteX436" fmla="*/ 5656136 w 6251734"/>
              <a:gd name="connsiteY436" fmla="*/ 3687028 h 5808721"/>
              <a:gd name="connsiteX437" fmla="*/ 5665566 w 6251734"/>
              <a:gd name="connsiteY437" fmla="*/ 3687885 h 5808721"/>
              <a:gd name="connsiteX438" fmla="*/ 5689569 w 6251734"/>
              <a:gd name="connsiteY438" fmla="*/ 3683599 h 5808721"/>
              <a:gd name="connsiteX439" fmla="*/ 5695569 w 6251734"/>
              <a:gd name="connsiteY439" fmla="*/ 3698172 h 5808721"/>
              <a:gd name="connsiteX440" fmla="*/ 5717859 w 6251734"/>
              <a:gd name="connsiteY440" fmla="*/ 3709316 h 5808721"/>
              <a:gd name="connsiteX441" fmla="*/ 5730718 w 6251734"/>
              <a:gd name="connsiteY441" fmla="*/ 3723889 h 5808721"/>
              <a:gd name="connsiteX442" fmla="*/ 5715287 w 6251734"/>
              <a:gd name="connsiteY442" fmla="*/ 3734176 h 5808721"/>
              <a:gd name="connsiteX443" fmla="*/ 5699857 w 6251734"/>
              <a:gd name="connsiteY443" fmla="*/ 3744463 h 5808721"/>
              <a:gd name="connsiteX444" fmla="*/ 5705857 w 6251734"/>
              <a:gd name="connsiteY444" fmla="*/ 3753893 h 5808721"/>
              <a:gd name="connsiteX445" fmla="*/ 5722145 w 6251734"/>
              <a:gd name="connsiteY445" fmla="*/ 3750464 h 5808721"/>
              <a:gd name="connsiteX446" fmla="*/ 5729003 w 6251734"/>
              <a:gd name="connsiteY446" fmla="*/ 3748750 h 5808721"/>
              <a:gd name="connsiteX447" fmla="*/ 5747863 w 6251734"/>
              <a:gd name="connsiteY447" fmla="*/ 3745321 h 5808721"/>
              <a:gd name="connsiteX448" fmla="*/ 5750435 w 6251734"/>
              <a:gd name="connsiteY448" fmla="*/ 3742749 h 5808721"/>
              <a:gd name="connsiteX449" fmla="*/ 5760722 w 6251734"/>
              <a:gd name="connsiteY449" fmla="*/ 3738463 h 5808721"/>
              <a:gd name="connsiteX450" fmla="*/ 5794154 w 6251734"/>
              <a:gd name="connsiteY450" fmla="*/ 3741892 h 5808721"/>
              <a:gd name="connsiteX451" fmla="*/ 5806156 w 6251734"/>
              <a:gd name="connsiteY451" fmla="*/ 3753036 h 5808721"/>
              <a:gd name="connsiteX452" fmla="*/ 5810442 w 6251734"/>
              <a:gd name="connsiteY452" fmla="*/ 3749607 h 5808721"/>
              <a:gd name="connsiteX453" fmla="*/ 5814728 w 6251734"/>
              <a:gd name="connsiteY453" fmla="*/ 3733319 h 5808721"/>
              <a:gd name="connsiteX454" fmla="*/ 5825015 w 6251734"/>
              <a:gd name="connsiteY454" fmla="*/ 3737606 h 5808721"/>
              <a:gd name="connsiteX455" fmla="*/ 5849018 w 6251734"/>
              <a:gd name="connsiteY455" fmla="*/ 3723032 h 5808721"/>
              <a:gd name="connsiteX456" fmla="*/ 5861877 w 6251734"/>
              <a:gd name="connsiteY456" fmla="*/ 3731605 h 5808721"/>
              <a:gd name="connsiteX457" fmla="*/ 5856733 w 6251734"/>
              <a:gd name="connsiteY457" fmla="*/ 3746178 h 5808721"/>
              <a:gd name="connsiteX458" fmla="*/ 5844732 w 6251734"/>
              <a:gd name="connsiteY458" fmla="*/ 3741034 h 5808721"/>
              <a:gd name="connsiteX459" fmla="*/ 5828444 w 6251734"/>
              <a:gd name="connsiteY459" fmla="*/ 3754751 h 5808721"/>
              <a:gd name="connsiteX460" fmla="*/ 5831016 w 6251734"/>
              <a:gd name="connsiteY460" fmla="*/ 3761608 h 5808721"/>
              <a:gd name="connsiteX461" fmla="*/ 5847304 w 6251734"/>
              <a:gd name="connsiteY461" fmla="*/ 3761608 h 5808721"/>
              <a:gd name="connsiteX462" fmla="*/ 5861877 w 6251734"/>
              <a:gd name="connsiteY462" fmla="*/ 3765895 h 5808721"/>
              <a:gd name="connsiteX463" fmla="*/ 5863592 w 6251734"/>
              <a:gd name="connsiteY463" fmla="*/ 3771896 h 5808721"/>
              <a:gd name="connsiteX464" fmla="*/ 5877308 w 6251734"/>
              <a:gd name="connsiteY464" fmla="*/ 3777039 h 5808721"/>
              <a:gd name="connsiteX465" fmla="*/ 5877308 w 6251734"/>
              <a:gd name="connsiteY465" fmla="*/ 3786469 h 5808721"/>
              <a:gd name="connsiteX466" fmla="*/ 5871307 w 6251734"/>
              <a:gd name="connsiteY466" fmla="*/ 3784754 h 5808721"/>
              <a:gd name="connsiteX467" fmla="*/ 5859305 w 6251734"/>
              <a:gd name="connsiteY467" fmla="*/ 3787326 h 5808721"/>
              <a:gd name="connsiteX468" fmla="*/ 5847304 w 6251734"/>
              <a:gd name="connsiteY468" fmla="*/ 3789898 h 5808721"/>
              <a:gd name="connsiteX469" fmla="*/ 5824158 w 6251734"/>
              <a:gd name="connsiteY469" fmla="*/ 3786469 h 5808721"/>
              <a:gd name="connsiteX470" fmla="*/ 5813871 w 6251734"/>
              <a:gd name="connsiteY470" fmla="*/ 3796756 h 5808721"/>
              <a:gd name="connsiteX471" fmla="*/ 5807013 w 6251734"/>
              <a:gd name="connsiteY471" fmla="*/ 3796756 h 5808721"/>
              <a:gd name="connsiteX472" fmla="*/ 5793297 w 6251734"/>
              <a:gd name="connsiteY472" fmla="*/ 3791612 h 5808721"/>
              <a:gd name="connsiteX473" fmla="*/ 5781295 w 6251734"/>
              <a:gd name="connsiteY473" fmla="*/ 3787326 h 5808721"/>
              <a:gd name="connsiteX474" fmla="*/ 5771866 w 6251734"/>
              <a:gd name="connsiteY474" fmla="*/ 3786469 h 5808721"/>
              <a:gd name="connsiteX475" fmla="*/ 5767580 w 6251734"/>
              <a:gd name="connsiteY475" fmla="*/ 3768466 h 5808721"/>
              <a:gd name="connsiteX476" fmla="*/ 5762436 w 6251734"/>
              <a:gd name="connsiteY476" fmla="*/ 3767609 h 5808721"/>
              <a:gd name="connsiteX477" fmla="*/ 5755578 w 6251734"/>
              <a:gd name="connsiteY477" fmla="*/ 3765895 h 5808721"/>
              <a:gd name="connsiteX478" fmla="*/ 5742719 w 6251734"/>
              <a:gd name="connsiteY478" fmla="*/ 3768466 h 5808721"/>
              <a:gd name="connsiteX479" fmla="*/ 5734147 w 6251734"/>
              <a:gd name="connsiteY479" fmla="*/ 3769324 h 5808721"/>
              <a:gd name="connsiteX480" fmla="*/ 5721288 w 6251734"/>
              <a:gd name="connsiteY480" fmla="*/ 3771896 h 5808721"/>
              <a:gd name="connsiteX481" fmla="*/ 5712715 w 6251734"/>
              <a:gd name="connsiteY481" fmla="*/ 3772753 h 5808721"/>
              <a:gd name="connsiteX482" fmla="*/ 5698999 w 6251734"/>
              <a:gd name="connsiteY482" fmla="*/ 3784754 h 5808721"/>
              <a:gd name="connsiteX483" fmla="*/ 5679282 w 6251734"/>
              <a:gd name="connsiteY483" fmla="*/ 3791612 h 5808721"/>
              <a:gd name="connsiteX484" fmla="*/ 5671567 w 6251734"/>
              <a:gd name="connsiteY484" fmla="*/ 3795898 h 5808721"/>
              <a:gd name="connsiteX485" fmla="*/ 5663851 w 6251734"/>
              <a:gd name="connsiteY485" fmla="*/ 3808757 h 5808721"/>
              <a:gd name="connsiteX486" fmla="*/ 5644134 w 6251734"/>
              <a:gd name="connsiteY486" fmla="*/ 3830188 h 5808721"/>
              <a:gd name="connsiteX487" fmla="*/ 5646706 w 6251734"/>
              <a:gd name="connsiteY487" fmla="*/ 3858478 h 5808721"/>
              <a:gd name="connsiteX488" fmla="*/ 5641563 w 6251734"/>
              <a:gd name="connsiteY488" fmla="*/ 3873051 h 5808721"/>
              <a:gd name="connsiteX489" fmla="*/ 5636419 w 6251734"/>
              <a:gd name="connsiteY489" fmla="*/ 3885052 h 5808721"/>
              <a:gd name="connsiteX490" fmla="*/ 5644992 w 6251734"/>
              <a:gd name="connsiteY490" fmla="*/ 3894482 h 5808721"/>
              <a:gd name="connsiteX491" fmla="*/ 5650135 w 6251734"/>
              <a:gd name="connsiteY491" fmla="*/ 3900483 h 5808721"/>
              <a:gd name="connsiteX492" fmla="*/ 5652707 w 6251734"/>
              <a:gd name="connsiteY492" fmla="*/ 3912484 h 5808721"/>
              <a:gd name="connsiteX493" fmla="*/ 5662137 w 6251734"/>
              <a:gd name="connsiteY493" fmla="*/ 3920200 h 5808721"/>
              <a:gd name="connsiteX494" fmla="*/ 5668995 w 6251734"/>
              <a:gd name="connsiteY494" fmla="*/ 3931344 h 5808721"/>
              <a:gd name="connsiteX495" fmla="*/ 5680139 w 6251734"/>
              <a:gd name="connsiteY495" fmla="*/ 3937345 h 5808721"/>
              <a:gd name="connsiteX496" fmla="*/ 5707571 w 6251734"/>
              <a:gd name="connsiteY496" fmla="*/ 3938202 h 5808721"/>
              <a:gd name="connsiteX497" fmla="*/ 5726432 w 6251734"/>
              <a:gd name="connsiteY497" fmla="*/ 3935630 h 5808721"/>
              <a:gd name="connsiteX498" fmla="*/ 5746148 w 6251734"/>
              <a:gd name="connsiteY498" fmla="*/ 3929629 h 5808721"/>
              <a:gd name="connsiteX499" fmla="*/ 5757293 w 6251734"/>
              <a:gd name="connsiteY499" fmla="*/ 3928772 h 5808721"/>
              <a:gd name="connsiteX500" fmla="*/ 5765008 w 6251734"/>
              <a:gd name="connsiteY500" fmla="*/ 3939916 h 5808721"/>
              <a:gd name="connsiteX501" fmla="*/ 5776152 w 6251734"/>
              <a:gd name="connsiteY501" fmla="*/ 3937345 h 5808721"/>
              <a:gd name="connsiteX502" fmla="*/ 5792440 w 6251734"/>
              <a:gd name="connsiteY502" fmla="*/ 3944203 h 5808721"/>
              <a:gd name="connsiteX503" fmla="*/ 5789011 w 6251734"/>
              <a:gd name="connsiteY503" fmla="*/ 3960491 h 5808721"/>
              <a:gd name="connsiteX504" fmla="*/ 5789011 w 6251734"/>
              <a:gd name="connsiteY504" fmla="*/ 3966491 h 5808721"/>
              <a:gd name="connsiteX505" fmla="*/ 5790725 w 6251734"/>
              <a:gd name="connsiteY505" fmla="*/ 3988780 h 5808721"/>
              <a:gd name="connsiteX506" fmla="*/ 5798440 w 6251734"/>
              <a:gd name="connsiteY506" fmla="*/ 3999924 h 5808721"/>
              <a:gd name="connsiteX507" fmla="*/ 5803584 w 6251734"/>
              <a:gd name="connsiteY507" fmla="*/ 4007639 h 5808721"/>
              <a:gd name="connsiteX508" fmla="*/ 5812157 w 6251734"/>
              <a:gd name="connsiteY508" fmla="*/ 4020498 h 5808721"/>
              <a:gd name="connsiteX509" fmla="*/ 5814728 w 6251734"/>
              <a:gd name="connsiteY509" fmla="*/ 4032499 h 5808721"/>
              <a:gd name="connsiteX510" fmla="*/ 5803584 w 6251734"/>
              <a:gd name="connsiteY510" fmla="*/ 4044501 h 5808721"/>
              <a:gd name="connsiteX511" fmla="*/ 5798440 w 6251734"/>
              <a:gd name="connsiteY511" fmla="*/ 4060789 h 5808721"/>
              <a:gd name="connsiteX512" fmla="*/ 5794154 w 6251734"/>
              <a:gd name="connsiteY512" fmla="*/ 4071075 h 5808721"/>
              <a:gd name="connsiteX513" fmla="*/ 5801012 w 6251734"/>
              <a:gd name="connsiteY513" fmla="*/ 4081363 h 5808721"/>
              <a:gd name="connsiteX514" fmla="*/ 5811299 w 6251734"/>
              <a:gd name="connsiteY514" fmla="*/ 4094221 h 5808721"/>
              <a:gd name="connsiteX515" fmla="*/ 5813871 w 6251734"/>
              <a:gd name="connsiteY515" fmla="*/ 4106223 h 5808721"/>
              <a:gd name="connsiteX516" fmla="*/ 5813871 w 6251734"/>
              <a:gd name="connsiteY516" fmla="*/ 4115653 h 5808721"/>
              <a:gd name="connsiteX517" fmla="*/ 5819015 w 6251734"/>
              <a:gd name="connsiteY517" fmla="*/ 4127654 h 5808721"/>
              <a:gd name="connsiteX518" fmla="*/ 5825873 w 6251734"/>
              <a:gd name="connsiteY518" fmla="*/ 4143942 h 5808721"/>
              <a:gd name="connsiteX519" fmla="*/ 5830159 w 6251734"/>
              <a:gd name="connsiteY519" fmla="*/ 4143942 h 5808721"/>
              <a:gd name="connsiteX520" fmla="*/ 5848161 w 6251734"/>
              <a:gd name="connsiteY520" fmla="*/ 4136227 h 5808721"/>
              <a:gd name="connsiteX521" fmla="*/ 5870450 w 6251734"/>
              <a:gd name="connsiteY521" fmla="*/ 4126797 h 5808721"/>
              <a:gd name="connsiteX522" fmla="*/ 5873878 w 6251734"/>
              <a:gd name="connsiteY522" fmla="*/ 4117367 h 5808721"/>
              <a:gd name="connsiteX523" fmla="*/ 5888452 w 6251734"/>
              <a:gd name="connsiteY523" fmla="*/ 4105365 h 5808721"/>
              <a:gd name="connsiteX524" fmla="*/ 5900453 w 6251734"/>
              <a:gd name="connsiteY524" fmla="*/ 4087363 h 5808721"/>
              <a:gd name="connsiteX525" fmla="*/ 5900453 w 6251734"/>
              <a:gd name="connsiteY525" fmla="*/ 4075362 h 5808721"/>
              <a:gd name="connsiteX526" fmla="*/ 5911598 w 6251734"/>
              <a:gd name="connsiteY526" fmla="*/ 4071933 h 5808721"/>
              <a:gd name="connsiteX527" fmla="*/ 5915884 w 6251734"/>
              <a:gd name="connsiteY527" fmla="*/ 4064218 h 5808721"/>
              <a:gd name="connsiteX528" fmla="*/ 5929600 w 6251734"/>
              <a:gd name="connsiteY528" fmla="*/ 4051359 h 5808721"/>
              <a:gd name="connsiteX529" fmla="*/ 5924456 w 6251734"/>
              <a:gd name="connsiteY529" fmla="*/ 4039358 h 5808721"/>
              <a:gd name="connsiteX530" fmla="*/ 5934743 w 6251734"/>
              <a:gd name="connsiteY530" fmla="*/ 4027356 h 5808721"/>
              <a:gd name="connsiteX531" fmla="*/ 5933886 w 6251734"/>
              <a:gd name="connsiteY531" fmla="*/ 4005925 h 5808721"/>
              <a:gd name="connsiteX532" fmla="*/ 5933886 w 6251734"/>
              <a:gd name="connsiteY532" fmla="*/ 3991351 h 5808721"/>
              <a:gd name="connsiteX533" fmla="*/ 5940744 w 6251734"/>
              <a:gd name="connsiteY533" fmla="*/ 3982779 h 5808721"/>
              <a:gd name="connsiteX534" fmla="*/ 5944173 w 6251734"/>
              <a:gd name="connsiteY534" fmla="*/ 3965634 h 5808721"/>
              <a:gd name="connsiteX535" fmla="*/ 5955317 w 6251734"/>
              <a:gd name="connsiteY535" fmla="*/ 3953632 h 5808721"/>
              <a:gd name="connsiteX536" fmla="*/ 5958746 w 6251734"/>
              <a:gd name="connsiteY536" fmla="*/ 3930487 h 5808721"/>
              <a:gd name="connsiteX537" fmla="*/ 5965604 w 6251734"/>
              <a:gd name="connsiteY537" fmla="*/ 3917628 h 5808721"/>
              <a:gd name="connsiteX538" fmla="*/ 5968176 w 6251734"/>
              <a:gd name="connsiteY538" fmla="*/ 3902197 h 5808721"/>
              <a:gd name="connsiteX539" fmla="*/ 5961318 w 6251734"/>
              <a:gd name="connsiteY539" fmla="*/ 3894482 h 5808721"/>
              <a:gd name="connsiteX540" fmla="*/ 5949317 w 6251734"/>
              <a:gd name="connsiteY540" fmla="*/ 3897054 h 5808721"/>
              <a:gd name="connsiteX541" fmla="*/ 5942458 w 6251734"/>
              <a:gd name="connsiteY541" fmla="*/ 3898768 h 5808721"/>
              <a:gd name="connsiteX542" fmla="*/ 5933029 w 6251734"/>
              <a:gd name="connsiteY542" fmla="*/ 3895339 h 5808721"/>
              <a:gd name="connsiteX543" fmla="*/ 5933029 w 6251734"/>
              <a:gd name="connsiteY543" fmla="*/ 3884195 h 5808721"/>
              <a:gd name="connsiteX544" fmla="*/ 5921885 w 6251734"/>
              <a:gd name="connsiteY544" fmla="*/ 3879909 h 5808721"/>
              <a:gd name="connsiteX545" fmla="*/ 5915884 w 6251734"/>
              <a:gd name="connsiteY545" fmla="*/ 3867050 h 5808721"/>
              <a:gd name="connsiteX546" fmla="*/ 5909883 w 6251734"/>
              <a:gd name="connsiteY546" fmla="*/ 3855049 h 5808721"/>
              <a:gd name="connsiteX547" fmla="*/ 5900453 w 6251734"/>
              <a:gd name="connsiteY547" fmla="*/ 3850762 h 5808721"/>
              <a:gd name="connsiteX548" fmla="*/ 5897024 w 6251734"/>
              <a:gd name="connsiteY548" fmla="*/ 3833617 h 5808721"/>
              <a:gd name="connsiteX549" fmla="*/ 5906454 w 6251734"/>
              <a:gd name="connsiteY549" fmla="*/ 3830188 h 5808721"/>
              <a:gd name="connsiteX550" fmla="*/ 5912455 w 6251734"/>
              <a:gd name="connsiteY550" fmla="*/ 3835332 h 5808721"/>
              <a:gd name="connsiteX551" fmla="*/ 5918455 w 6251734"/>
              <a:gd name="connsiteY551" fmla="*/ 3845619 h 5808721"/>
              <a:gd name="connsiteX552" fmla="*/ 5921027 w 6251734"/>
              <a:gd name="connsiteY552" fmla="*/ 3858478 h 5808721"/>
              <a:gd name="connsiteX553" fmla="*/ 5935600 w 6251734"/>
              <a:gd name="connsiteY553" fmla="*/ 3867907 h 5808721"/>
              <a:gd name="connsiteX554" fmla="*/ 5944173 w 6251734"/>
              <a:gd name="connsiteY554" fmla="*/ 3879052 h 5808721"/>
              <a:gd name="connsiteX555" fmla="*/ 5964747 w 6251734"/>
              <a:gd name="connsiteY555" fmla="*/ 3874766 h 5808721"/>
              <a:gd name="connsiteX556" fmla="*/ 5969033 w 6251734"/>
              <a:gd name="connsiteY556" fmla="*/ 3863621 h 5808721"/>
              <a:gd name="connsiteX557" fmla="*/ 5972462 w 6251734"/>
              <a:gd name="connsiteY557" fmla="*/ 3851620 h 5808721"/>
              <a:gd name="connsiteX558" fmla="*/ 5968176 w 6251734"/>
              <a:gd name="connsiteY558" fmla="*/ 3837046 h 5808721"/>
              <a:gd name="connsiteX559" fmla="*/ 5968176 w 6251734"/>
              <a:gd name="connsiteY559" fmla="*/ 3825045 h 5808721"/>
              <a:gd name="connsiteX560" fmla="*/ 5963890 w 6251734"/>
              <a:gd name="connsiteY560" fmla="*/ 3814758 h 5808721"/>
              <a:gd name="connsiteX561" fmla="*/ 5967319 w 6251734"/>
              <a:gd name="connsiteY561" fmla="*/ 3815615 h 5808721"/>
              <a:gd name="connsiteX562" fmla="*/ 5979320 w 6251734"/>
              <a:gd name="connsiteY562" fmla="*/ 3819901 h 5808721"/>
              <a:gd name="connsiteX563" fmla="*/ 5987893 w 6251734"/>
              <a:gd name="connsiteY563" fmla="*/ 3836189 h 5808721"/>
              <a:gd name="connsiteX564" fmla="*/ 5995608 w 6251734"/>
              <a:gd name="connsiteY564" fmla="*/ 3843904 h 5808721"/>
              <a:gd name="connsiteX565" fmla="*/ 6001609 w 6251734"/>
              <a:gd name="connsiteY565" fmla="*/ 3850762 h 5808721"/>
              <a:gd name="connsiteX566" fmla="*/ 6005895 w 6251734"/>
              <a:gd name="connsiteY566" fmla="*/ 3862764 h 5808721"/>
              <a:gd name="connsiteX567" fmla="*/ 6014468 w 6251734"/>
              <a:gd name="connsiteY567" fmla="*/ 3873051 h 5808721"/>
              <a:gd name="connsiteX568" fmla="*/ 6016182 w 6251734"/>
              <a:gd name="connsiteY568" fmla="*/ 3869622 h 5808721"/>
              <a:gd name="connsiteX569" fmla="*/ 5825350 w 6251734"/>
              <a:gd name="connsiteY569" fmla="*/ 3652510 h 5808721"/>
              <a:gd name="connsiteX570" fmla="*/ 5820840 w 6251734"/>
              <a:gd name="connsiteY570" fmla="*/ 3650383 h 5808721"/>
              <a:gd name="connsiteX571" fmla="*/ 5876805 w 6251734"/>
              <a:gd name="connsiteY571" fmla="*/ 3675659 h 5808721"/>
              <a:gd name="connsiteX572" fmla="*/ 5998180 w 6251734"/>
              <a:gd name="connsiteY572" fmla="*/ 4119082 h 5808721"/>
              <a:gd name="connsiteX573" fmla="*/ 5717002 w 6251734"/>
              <a:gd name="connsiteY573" fmla="*/ 4286246 h 5808721"/>
              <a:gd name="connsiteX574" fmla="*/ 5835302 w 6251734"/>
              <a:gd name="connsiteY574" fmla="*/ 4250241 h 5808721"/>
              <a:gd name="connsiteX575" fmla="*/ 5819015 w 6251734"/>
              <a:gd name="connsiteY575" fmla="*/ 4251098 h 5808721"/>
              <a:gd name="connsiteX576" fmla="*/ 5802727 w 6251734"/>
              <a:gd name="connsiteY576" fmla="*/ 4244240 h 5808721"/>
              <a:gd name="connsiteX577" fmla="*/ 5793297 w 6251734"/>
              <a:gd name="connsiteY577" fmla="*/ 4242525 h 5808721"/>
              <a:gd name="connsiteX578" fmla="*/ 5777867 w 6251734"/>
              <a:gd name="connsiteY578" fmla="*/ 4245098 h 5808721"/>
              <a:gd name="connsiteX579" fmla="*/ 5765865 w 6251734"/>
              <a:gd name="connsiteY579" fmla="*/ 4251098 h 5808721"/>
              <a:gd name="connsiteX580" fmla="*/ 5755578 w 6251734"/>
              <a:gd name="connsiteY580" fmla="*/ 4250241 h 5808721"/>
              <a:gd name="connsiteX581" fmla="*/ 5742719 w 6251734"/>
              <a:gd name="connsiteY581" fmla="*/ 4251098 h 5808721"/>
              <a:gd name="connsiteX582" fmla="*/ 5747005 w 6251734"/>
              <a:gd name="connsiteY582" fmla="*/ 4240811 h 5808721"/>
              <a:gd name="connsiteX583" fmla="*/ 5735861 w 6251734"/>
              <a:gd name="connsiteY583" fmla="*/ 4239097 h 5808721"/>
              <a:gd name="connsiteX584" fmla="*/ 5729003 w 6251734"/>
              <a:gd name="connsiteY584" fmla="*/ 4247669 h 5808721"/>
              <a:gd name="connsiteX585" fmla="*/ 5723003 w 6251734"/>
              <a:gd name="connsiteY585" fmla="*/ 4258813 h 5808721"/>
              <a:gd name="connsiteX586" fmla="*/ 5701571 w 6251734"/>
              <a:gd name="connsiteY586" fmla="*/ 4254527 h 5808721"/>
              <a:gd name="connsiteX587" fmla="*/ 5689569 w 6251734"/>
              <a:gd name="connsiteY587" fmla="*/ 4251956 h 5808721"/>
              <a:gd name="connsiteX588" fmla="*/ 5690426 w 6251734"/>
              <a:gd name="connsiteY588" fmla="*/ 4247669 h 5808721"/>
              <a:gd name="connsiteX589" fmla="*/ 5702427 w 6251734"/>
              <a:gd name="connsiteY589" fmla="*/ 4239097 h 5808721"/>
              <a:gd name="connsiteX590" fmla="*/ 5714430 w 6251734"/>
              <a:gd name="connsiteY590" fmla="*/ 4232239 h 5808721"/>
              <a:gd name="connsiteX591" fmla="*/ 5708429 w 6251734"/>
              <a:gd name="connsiteY591" fmla="*/ 4225380 h 5808721"/>
              <a:gd name="connsiteX592" fmla="*/ 5702427 w 6251734"/>
              <a:gd name="connsiteY592" fmla="*/ 4230524 h 5808721"/>
              <a:gd name="connsiteX593" fmla="*/ 5677567 w 6251734"/>
              <a:gd name="connsiteY593" fmla="*/ 4231381 h 5808721"/>
              <a:gd name="connsiteX594" fmla="*/ 5656993 w 6251734"/>
              <a:gd name="connsiteY594" fmla="*/ 4233096 h 5808721"/>
              <a:gd name="connsiteX595" fmla="*/ 5653564 w 6251734"/>
              <a:gd name="connsiteY595" fmla="*/ 4226238 h 5808721"/>
              <a:gd name="connsiteX596" fmla="*/ 5638991 w 6251734"/>
              <a:gd name="connsiteY596" fmla="*/ 4233096 h 5808721"/>
              <a:gd name="connsiteX597" fmla="*/ 5618417 w 6251734"/>
              <a:gd name="connsiteY597" fmla="*/ 4236525 h 5808721"/>
              <a:gd name="connsiteX598" fmla="*/ 5608130 w 6251734"/>
              <a:gd name="connsiteY598" fmla="*/ 4238239 h 5808721"/>
              <a:gd name="connsiteX599" fmla="*/ 5607273 w 6251734"/>
              <a:gd name="connsiteY599" fmla="*/ 4232239 h 5808721"/>
              <a:gd name="connsiteX600" fmla="*/ 5596986 w 6251734"/>
              <a:gd name="connsiteY600" fmla="*/ 4240811 h 5808721"/>
              <a:gd name="connsiteX601" fmla="*/ 5584984 w 6251734"/>
              <a:gd name="connsiteY601" fmla="*/ 4242525 h 5808721"/>
              <a:gd name="connsiteX602" fmla="*/ 5583270 w 6251734"/>
              <a:gd name="connsiteY602" fmla="*/ 4256242 h 5808721"/>
              <a:gd name="connsiteX603" fmla="*/ 5664709 w 6251734"/>
              <a:gd name="connsiteY603" fmla="*/ 4287103 h 5808721"/>
              <a:gd name="connsiteX604" fmla="*/ 5372386 w 6251734"/>
              <a:gd name="connsiteY604" fmla="*/ 3912484 h 5808721"/>
              <a:gd name="connsiteX605" fmla="*/ 5375815 w 6251734"/>
              <a:gd name="connsiteY605" fmla="*/ 3909913 h 5808721"/>
              <a:gd name="connsiteX606" fmla="*/ 5378387 w 6251734"/>
              <a:gd name="connsiteY606" fmla="*/ 3921057 h 5808721"/>
              <a:gd name="connsiteX607" fmla="*/ 5384388 w 6251734"/>
              <a:gd name="connsiteY607" fmla="*/ 3929629 h 5808721"/>
              <a:gd name="connsiteX608" fmla="*/ 5391246 w 6251734"/>
              <a:gd name="connsiteY608" fmla="*/ 3939059 h 5808721"/>
              <a:gd name="connsiteX609" fmla="*/ 5386959 w 6251734"/>
              <a:gd name="connsiteY609" fmla="*/ 3953632 h 5808721"/>
              <a:gd name="connsiteX610" fmla="*/ 5395532 w 6251734"/>
              <a:gd name="connsiteY610" fmla="*/ 3977636 h 5808721"/>
              <a:gd name="connsiteX611" fmla="*/ 5394675 w 6251734"/>
              <a:gd name="connsiteY611" fmla="*/ 4006782 h 5808721"/>
              <a:gd name="connsiteX612" fmla="*/ 5413534 w 6251734"/>
              <a:gd name="connsiteY612" fmla="*/ 4051359 h 5808721"/>
              <a:gd name="connsiteX613" fmla="*/ 5420392 w 6251734"/>
              <a:gd name="connsiteY613" fmla="*/ 4065932 h 5808721"/>
              <a:gd name="connsiteX614" fmla="*/ 5432394 w 6251734"/>
              <a:gd name="connsiteY614" fmla="*/ 4075362 h 5808721"/>
              <a:gd name="connsiteX615" fmla="*/ 5438394 w 6251734"/>
              <a:gd name="connsiteY615" fmla="*/ 4101079 h 5808721"/>
              <a:gd name="connsiteX616" fmla="*/ 5446110 w 6251734"/>
              <a:gd name="connsiteY616" fmla="*/ 4123368 h 5808721"/>
              <a:gd name="connsiteX617" fmla="*/ 5455539 w 6251734"/>
              <a:gd name="connsiteY617" fmla="*/ 4135369 h 5808721"/>
              <a:gd name="connsiteX618" fmla="*/ 5462397 w 6251734"/>
              <a:gd name="connsiteY618" fmla="*/ 4148228 h 5808721"/>
              <a:gd name="connsiteX619" fmla="*/ 5470113 w 6251734"/>
              <a:gd name="connsiteY619" fmla="*/ 4160230 h 5808721"/>
              <a:gd name="connsiteX620" fmla="*/ 5484686 w 6251734"/>
              <a:gd name="connsiteY620" fmla="*/ 4188519 h 5808721"/>
              <a:gd name="connsiteX621" fmla="*/ 5491544 w 6251734"/>
              <a:gd name="connsiteY621" fmla="*/ 4198806 h 5808721"/>
              <a:gd name="connsiteX622" fmla="*/ 5511261 w 6251734"/>
              <a:gd name="connsiteY622" fmla="*/ 4210808 h 5808721"/>
              <a:gd name="connsiteX623" fmla="*/ 5524119 w 6251734"/>
              <a:gd name="connsiteY623" fmla="*/ 4221094 h 5808721"/>
              <a:gd name="connsiteX624" fmla="*/ 5525834 w 6251734"/>
              <a:gd name="connsiteY624" fmla="*/ 4215094 h 5808721"/>
              <a:gd name="connsiteX625" fmla="*/ 5518119 w 6251734"/>
              <a:gd name="connsiteY625" fmla="*/ 4206521 h 5808721"/>
              <a:gd name="connsiteX626" fmla="*/ 5509546 w 6251734"/>
              <a:gd name="connsiteY626" fmla="*/ 4195377 h 5808721"/>
              <a:gd name="connsiteX627" fmla="*/ 5505260 w 6251734"/>
              <a:gd name="connsiteY627" fmla="*/ 4185947 h 5808721"/>
              <a:gd name="connsiteX628" fmla="*/ 5495830 w 6251734"/>
              <a:gd name="connsiteY628" fmla="*/ 4173088 h 5808721"/>
              <a:gd name="connsiteX629" fmla="*/ 5500117 w 6251734"/>
              <a:gd name="connsiteY629" fmla="*/ 4165373 h 5808721"/>
              <a:gd name="connsiteX630" fmla="*/ 5503546 w 6251734"/>
              <a:gd name="connsiteY630" fmla="*/ 4160230 h 5808721"/>
              <a:gd name="connsiteX631" fmla="*/ 5500117 w 6251734"/>
              <a:gd name="connsiteY631" fmla="*/ 4147371 h 5808721"/>
              <a:gd name="connsiteX632" fmla="*/ 5508689 w 6251734"/>
              <a:gd name="connsiteY632" fmla="*/ 4119082 h 5808721"/>
              <a:gd name="connsiteX633" fmla="*/ 5508689 w 6251734"/>
              <a:gd name="connsiteY633" fmla="*/ 4103651 h 5808721"/>
              <a:gd name="connsiteX634" fmla="*/ 5518119 w 6251734"/>
              <a:gd name="connsiteY634" fmla="*/ 4096793 h 5808721"/>
              <a:gd name="connsiteX635" fmla="*/ 5531835 w 6251734"/>
              <a:gd name="connsiteY635" fmla="*/ 4087363 h 5808721"/>
              <a:gd name="connsiteX636" fmla="*/ 5530120 w 6251734"/>
              <a:gd name="connsiteY636" fmla="*/ 4078791 h 5808721"/>
              <a:gd name="connsiteX637" fmla="*/ 5534407 w 6251734"/>
              <a:gd name="connsiteY637" fmla="*/ 4070218 h 5808721"/>
              <a:gd name="connsiteX638" fmla="*/ 5535264 w 6251734"/>
              <a:gd name="connsiteY638" fmla="*/ 4056503 h 5808721"/>
              <a:gd name="connsiteX639" fmla="*/ 5530977 w 6251734"/>
              <a:gd name="connsiteY639" fmla="*/ 4045358 h 5808721"/>
              <a:gd name="connsiteX640" fmla="*/ 5532692 w 6251734"/>
              <a:gd name="connsiteY640" fmla="*/ 4034214 h 5808721"/>
              <a:gd name="connsiteX641" fmla="*/ 5542122 w 6251734"/>
              <a:gd name="connsiteY641" fmla="*/ 4020498 h 5808721"/>
              <a:gd name="connsiteX642" fmla="*/ 5547265 w 6251734"/>
              <a:gd name="connsiteY642" fmla="*/ 4007639 h 5808721"/>
              <a:gd name="connsiteX643" fmla="*/ 5542122 w 6251734"/>
              <a:gd name="connsiteY643" fmla="*/ 4000781 h 5808721"/>
              <a:gd name="connsiteX644" fmla="*/ 5529263 w 6251734"/>
              <a:gd name="connsiteY644" fmla="*/ 3993923 h 5808721"/>
              <a:gd name="connsiteX645" fmla="*/ 5520691 w 6251734"/>
              <a:gd name="connsiteY645" fmla="*/ 3982779 h 5808721"/>
              <a:gd name="connsiteX646" fmla="*/ 5504403 w 6251734"/>
              <a:gd name="connsiteY646" fmla="*/ 3981922 h 5808721"/>
              <a:gd name="connsiteX647" fmla="*/ 5500974 w 6251734"/>
              <a:gd name="connsiteY647" fmla="*/ 3976778 h 5808721"/>
              <a:gd name="connsiteX648" fmla="*/ 5488115 w 6251734"/>
              <a:gd name="connsiteY648" fmla="*/ 3971635 h 5808721"/>
              <a:gd name="connsiteX649" fmla="*/ 5486401 w 6251734"/>
              <a:gd name="connsiteY649" fmla="*/ 3964777 h 5808721"/>
              <a:gd name="connsiteX650" fmla="*/ 5476971 w 6251734"/>
              <a:gd name="connsiteY650" fmla="*/ 3963062 h 5808721"/>
              <a:gd name="connsiteX651" fmla="*/ 5475256 w 6251734"/>
              <a:gd name="connsiteY651" fmla="*/ 3957061 h 5808721"/>
              <a:gd name="connsiteX652" fmla="*/ 5474399 w 6251734"/>
              <a:gd name="connsiteY652" fmla="*/ 3947632 h 5808721"/>
              <a:gd name="connsiteX653" fmla="*/ 5469256 w 6251734"/>
              <a:gd name="connsiteY653" fmla="*/ 3938202 h 5808721"/>
              <a:gd name="connsiteX654" fmla="*/ 5464969 w 6251734"/>
              <a:gd name="connsiteY654" fmla="*/ 3932201 h 5808721"/>
              <a:gd name="connsiteX655" fmla="*/ 5453825 w 6251734"/>
              <a:gd name="connsiteY655" fmla="*/ 3930487 h 5808721"/>
              <a:gd name="connsiteX656" fmla="*/ 5444395 w 6251734"/>
              <a:gd name="connsiteY656" fmla="*/ 3925343 h 5808721"/>
              <a:gd name="connsiteX657" fmla="*/ 5441824 w 6251734"/>
              <a:gd name="connsiteY657" fmla="*/ 3916771 h 5808721"/>
              <a:gd name="connsiteX658" fmla="*/ 5437537 w 6251734"/>
              <a:gd name="connsiteY658" fmla="*/ 3907341 h 5808721"/>
              <a:gd name="connsiteX659" fmla="*/ 5431536 w 6251734"/>
              <a:gd name="connsiteY659" fmla="*/ 3903055 h 5808721"/>
              <a:gd name="connsiteX660" fmla="*/ 5419535 w 6251734"/>
              <a:gd name="connsiteY660" fmla="*/ 3905626 h 5808721"/>
              <a:gd name="connsiteX661" fmla="*/ 5418678 w 6251734"/>
              <a:gd name="connsiteY661" fmla="*/ 3897911 h 5808721"/>
              <a:gd name="connsiteX662" fmla="*/ 5411820 w 6251734"/>
              <a:gd name="connsiteY662" fmla="*/ 3896197 h 5808721"/>
              <a:gd name="connsiteX663" fmla="*/ 5406676 w 6251734"/>
              <a:gd name="connsiteY663" fmla="*/ 3899626 h 5808721"/>
              <a:gd name="connsiteX664" fmla="*/ 5404104 w 6251734"/>
              <a:gd name="connsiteY664" fmla="*/ 3903055 h 5808721"/>
              <a:gd name="connsiteX665" fmla="*/ 5398104 w 6251734"/>
              <a:gd name="connsiteY665" fmla="*/ 3911627 h 5808721"/>
              <a:gd name="connsiteX666" fmla="*/ 5396389 w 6251734"/>
              <a:gd name="connsiteY666" fmla="*/ 3909913 h 5808721"/>
              <a:gd name="connsiteX667" fmla="*/ 5393817 w 6251734"/>
              <a:gd name="connsiteY667" fmla="*/ 3906484 h 5808721"/>
              <a:gd name="connsiteX668" fmla="*/ 5390389 w 6251734"/>
              <a:gd name="connsiteY668" fmla="*/ 3893625 h 5808721"/>
              <a:gd name="connsiteX669" fmla="*/ 5393817 w 6251734"/>
              <a:gd name="connsiteY669" fmla="*/ 3884195 h 5808721"/>
              <a:gd name="connsiteX670" fmla="*/ 5392960 w 6251734"/>
              <a:gd name="connsiteY670" fmla="*/ 3871336 h 5808721"/>
              <a:gd name="connsiteX671" fmla="*/ 5393817 w 6251734"/>
              <a:gd name="connsiteY671" fmla="*/ 3861049 h 5808721"/>
              <a:gd name="connsiteX672" fmla="*/ 5392960 w 6251734"/>
              <a:gd name="connsiteY672" fmla="*/ 3853334 h 5808721"/>
              <a:gd name="connsiteX673" fmla="*/ 5388674 w 6251734"/>
              <a:gd name="connsiteY673" fmla="*/ 3851620 h 5808721"/>
              <a:gd name="connsiteX674" fmla="*/ 5402390 w 6251734"/>
              <a:gd name="connsiteY674" fmla="*/ 3815615 h 5808721"/>
              <a:gd name="connsiteX675" fmla="*/ 5400676 w 6251734"/>
              <a:gd name="connsiteY675" fmla="*/ 3826759 h 5808721"/>
              <a:gd name="connsiteX676" fmla="*/ 5399818 w 6251734"/>
              <a:gd name="connsiteY676" fmla="*/ 3833617 h 5808721"/>
              <a:gd name="connsiteX677" fmla="*/ 5398961 w 6251734"/>
              <a:gd name="connsiteY677" fmla="*/ 3841333 h 5808721"/>
              <a:gd name="connsiteX678" fmla="*/ 5401533 w 6251734"/>
              <a:gd name="connsiteY678" fmla="*/ 3842190 h 5808721"/>
              <a:gd name="connsiteX679" fmla="*/ 5406676 w 6251734"/>
              <a:gd name="connsiteY679" fmla="*/ 3845619 h 5808721"/>
              <a:gd name="connsiteX680" fmla="*/ 5408391 w 6251734"/>
              <a:gd name="connsiteY680" fmla="*/ 3845619 h 5808721"/>
              <a:gd name="connsiteX681" fmla="*/ 5412677 w 6251734"/>
              <a:gd name="connsiteY681" fmla="*/ 3850762 h 5808721"/>
              <a:gd name="connsiteX682" fmla="*/ 5411820 w 6251734"/>
              <a:gd name="connsiteY682" fmla="*/ 3857621 h 5808721"/>
              <a:gd name="connsiteX683" fmla="*/ 5413534 w 6251734"/>
              <a:gd name="connsiteY683" fmla="*/ 3859335 h 5808721"/>
              <a:gd name="connsiteX684" fmla="*/ 5418678 w 6251734"/>
              <a:gd name="connsiteY684" fmla="*/ 3861907 h 5808721"/>
              <a:gd name="connsiteX685" fmla="*/ 5425536 w 6251734"/>
              <a:gd name="connsiteY685" fmla="*/ 3861049 h 5808721"/>
              <a:gd name="connsiteX686" fmla="*/ 5428965 w 6251734"/>
              <a:gd name="connsiteY686" fmla="*/ 3865336 h 5808721"/>
              <a:gd name="connsiteX687" fmla="*/ 5430679 w 6251734"/>
              <a:gd name="connsiteY687" fmla="*/ 3868765 h 5808721"/>
              <a:gd name="connsiteX688" fmla="*/ 5434108 w 6251734"/>
              <a:gd name="connsiteY688" fmla="*/ 3865336 h 5808721"/>
              <a:gd name="connsiteX689" fmla="*/ 5435823 w 6251734"/>
              <a:gd name="connsiteY689" fmla="*/ 3861049 h 5808721"/>
              <a:gd name="connsiteX690" fmla="*/ 5432394 w 6251734"/>
              <a:gd name="connsiteY690" fmla="*/ 3858478 h 5808721"/>
              <a:gd name="connsiteX691" fmla="*/ 5427250 w 6251734"/>
              <a:gd name="connsiteY691" fmla="*/ 3855049 h 5808721"/>
              <a:gd name="connsiteX692" fmla="*/ 5421249 w 6251734"/>
              <a:gd name="connsiteY692" fmla="*/ 3853334 h 5808721"/>
              <a:gd name="connsiteX693" fmla="*/ 5415249 w 6251734"/>
              <a:gd name="connsiteY693" fmla="*/ 3852477 h 5808721"/>
              <a:gd name="connsiteX694" fmla="*/ 5415249 w 6251734"/>
              <a:gd name="connsiteY694" fmla="*/ 3845619 h 5808721"/>
              <a:gd name="connsiteX695" fmla="*/ 5415249 w 6251734"/>
              <a:gd name="connsiteY695" fmla="*/ 3837904 h 5808721"/>
              <a:gd name="connsiteX696" fmla="*/ 5410962 w 6251734"/>
              <a:gd name="connsiteY696" fmla="*/ 3837046 h 5808721"/>
              <a:gd name="connsiteX697" fmla="*/ 5406676 w 6251734"/>
              <a:gd name="connsiteY697" fmla="*/ 3833617 h 5808721"/>
              <a:gd name="connsiteX698" fmla="*/ 5410105 w 6251734"/>
              <a:gd name="connsiteY698" fmla="*/ 3826759 h 5808721"/>
              <a:gd name="connsiteX699" fmla="*/ 5420392 w 6251734"/>
              <a:gd name="connsiteY699" fmla="*/ 3822473 h 5808721"/>
              <a:gd name="connsiteX700" fmla="*/ 5425536 w 6251734"/>
              <a:gd name="connsiteY700" fmla="*/ 3818187 h 5808721"/>
              <a:gd name="connsiteX701" fmla="*/ 5428965 w 6251734"/>
              <a:gd name="connsiteY701" fmla="*/ 3810472 h 5808721"/>
              <a:gd name="connsiteX702" fmla="*/ 5432394 w 6251734"/>
              <a:gd name="connsiteY702" fmla="*/ 3801899 h 5808721"/>
              <a:gd name="connsiteX703" fmla="*/ 5434108 w 6251734"/>
              <a:gd name="connsiteY703" fmla="*/ 3792469 h 5808721"/>
              <a:gd name="connsiteX704" fmla="*/ 5439252 w 6251734"/>
              <a:gd name="connsiteY704" fmla="*/ 3785611 h 5808721"/>
              <a:gd name="connsiteX705" fmla="*/ 5451253 w 6251734"/>
              <a:gd name="connsiteY705" fmla="*/ 3776182 h 5808721"/>
              <a:gd name="connsiteX706" fmla="*/ 5458111 w 6251734"/>
              <a:gd name="connsiteY706" fmla="*/ 3770181 h 5808721"/>
              <a:gd name="connsiteX707" fmla="*/ 5460683 w 6251734"/>
              <a:gd name="connsiteY707" fmla="*/ 3764180 h 5808721"/>
              <a:gd name="connsiteX708" fmla="*/ 5466684 w 6251734"/>
              <a:gd name="connsiteY708" fmla="*/ 3761608 h 5808721"/>
              <a:gd name="connsiteX709" fmla="*/ 5474399 w 6251734"/>
              <a:gd name="connsiteY709" fmla="*/ 3757322 h 5808721"/>
              <a:gd name="connsiteX710" fmla="*/ 5476971 w 6251734"/>
              <a:gd name="connsiteY710" fmla="*/ 3749607 h 5808721"/>
              <a:gd name="connsiteX711" fmla="*/ 5479542 w 6251734"/>
              <a:gd name="connsiteY711" fmla="*/ 3747035 h 5808721"/>
              <a:gd name="connsiteX712" fmla="*/ 5488115 w 6251734"/>
              <a:gd name="connsiteY712" fmla="*/ 3741034 h 5808721"/>
              <a:gd name="connsiteX713" fmla="*/ 5491544 w 6251734"/>
              <a:gd name="connsiteY713" fmla="*/ 3738463 h 5808721"/>
              <a:gd name="connsiteX714" fmla="*/ 5498402 w 6251734"/>
              <a:gd name="connsiteY714" fmla="*/ 3739320 h 5808721"/>
              <a:gd name="connsiteX715" fmla="*/ 5507832 w 6251734"/>
              <a:gd name="connsiteY715" fmla="*/ 3741892 h 5808721"/>
              <a:gd name="connsiteX716" fmla="*/ 5512975 w 6251734"/>
              <a:gd name="connsiteY716" fmla="*/ 3741034 h 5808721"/>
              <a:gd name="connsiteX717" fmla="*/ 5514690 w 6251734"/>
              <a:gd name="connsiteY717" fmla="*/ 3735034 h 5808721"/>
              <a:gd name="connsiteX718" fmla="*/ 5513832 w 6251734"/>
              <a:gd name="connsiteY718" fmla="*/ 3731605 h 5808721"/>
              <a:gd name="connsiteX719" fmla="*/ 5509546 w 6251734"/>
              <a:gd name="connsiteY719" fmla="*/ 3729890 h 5808721"/>
              <a:gd name="connsiteX720" fmla="*/ 5511261 w 6251734"/>
              <a:gd name="connsiteY720" fmla="*/ 3723032 h 5808721"/>
              <a:gd name="connsiteX721" fmla="*/ 5517262 w 6251734"/>
              <a:gd name="connsiteY721" fmla="*/ 3718746 h 5808721"/>
              <a:gd name="connsiteX722" fmla="*/ 5525834 w 6251734"/>
              <a:gd name="connsiteY722" fmla="*/ 3713602 h 5808721"/>
              <a:gd name="connsiteX723" fmla="*/ 5530977 w 6251734"/>
              <a:gd name="connsiteY723" fmla="*/ 3717889 h 5808721"/>
              <a:gd name="connsiteX724" fmla="*/ 5531835 w 6251734"/>
              <a:gd name="connsiteY724" fmla="*/ 3720461 h 5808721"/>
              <a:gd name="connsiteX725" fmla="*/ 5524977 w 6251734"/>
              <a:gd name="connsiteY725" fmla="*/ 3724747 h 5808721"/>
              <a:gd name="connsiteX726" fmla="*/ 5528406 w 6251734"/>
              <a:gd name="connsiteY726" fmla="*/ 3730747 h 5808721"/>
              <a:gd name="connsiteX727" fmla="*/ 5536978 w 6251734"/>
              <a:gd name="connsiteY727" fmla="*/ 3730747 h 5808721"/>
              <a:gd name="connsiteX728" fmla="*/ 5542122 w 6251734"/>
              <a:gd name="connsiteY728" fmla="*/ 3727318 h 5808721"/>
              <a:gd name="connsiteX729" fmla="*/ 5543836 w 6251734"/>
              <a:gd name="connsiteY729" fmla="*/ 3723032 h 5808721"/>
              <a:gd name="connsiteX730" fmla="*/ 5543836 w 6251734"/>
              <a:gd name="connsiteY730" fmla="*/ 3716174 h 5808721"/>
              <a:gd name="connsiteX731" fmla="*/ 5542979 w 6251734"/>
              <a:gd name="connsiteY731" fmla="*/ 3710173 h 5808721"/>
              <a:gd name="connsiteX732" fmla="*/ 5545551 w 6251734"/>
              <a:gd name="connsiteY732" fmla="*/ 3705887 h 5808721"/>
              <a:gd name="connsiteX733" fmla="*/ 5548980 w 6251734"/>
              <a:gd name="connsiteY733" fmla="*/ 3703316 h 5808721"/>
              <a:gd name="connsiteX734" fmla="*/ 5551552 w 6251734"/>
              <a:gd name="connsiteY734" fmla="*/ 3699029 h 5808721"/>
              <a:gd name="connsiteX735" fmla="*/ 5551552 w 6251734"/>
              <a:gd name="connsiteY735" fmla="*/ 3692171 h 5808721"/>
              <a:gd name="connsiteX736" fmla="*/ 5557552 w 6251734"/>
              <a:gd name="connsiteY736" fmla="*/ 3683599 h 5808721"/>
              <a:gd name="connsiteX737" fmla="*/ 5560124 w 6251734"/>
              <a:gd name="connsiteY737" fmla="*/ 3679312 h 5808721"/>
              <a:gd name="connsiteX738" fmla="*/ 5552409 w 6251734"/>
              <a:gd name="connsiteY738" fmla="*/ 3675883 h 5808721"/>
              <a:gd name="connsiteX739" fmla="*/ 5522218 w 6251734"/>
              <a:gd name="connsiteY739" fmla="*/ 3685527 h 5808721"/>
              <a:gd name="connsiteX740" fmla="*/ 5496913 w 6251734"/>
              <a:gd name="connsiteY740" fmla="*/ 3702672 h 5808721"/>
              <a:gd name="connsiteX741" fmla="*/ 5518815 w 6251734"/>
              <a:gd name="connsiteY741" fmla="*/ 3683786 h 5808721"/>
              <a:gd name="connsiteX742" fmla="*/ 5647564 w 6251734"/>
              <a:gd name="connsiteY742" fmla="*/ 3633878 h 5808721"/>
              <a:gd name="connsiteX743" fmla="*/ 5699857 w 6251734"/>
              <a:gd name="connsiteY743" fmla="*/ 3627877 h 5808721"/>
              <a:gd name="connsiteX744" fmla="*/ 4861612 w 6251734"/>
              <a:gd name="connsiteY744" fmla="*/ 3580313 h 5808721"/>
              <a:gd name="connsiteX745" fmla="*/ 4631722 w 6251734"/>
              <a:gd name="connsiteY745" fmla="*/ 3723889 h 5808721"/>
              <a:gd name="connsiteX746" fmla="*/ 4753451 w 6251734"/>
              <a:gd name="connsiteY746" fmla="*/ 4048788 h 5808721"/>
              <a:gd name="connsiteX747" fmla="*/ 5078350 w 6251734"/>
              <a:gd name="connsiteY747" fmla="*/ 3927058 h 5808721"/>
              <a:gd name="connsiteX748" fmla="*/ 4956620 w 6251734"/>
              <a:gd name="connsiteY748" fmla="*/ 3602159 h 5808721"/>
              <a:gd name="connsiteX749" fmla="*/ 4861612 w 6251734"/>
              <a:gd name="connsiteY749" fmla="*/ 3580313 h 5808721"/>
              <a:gd name="connsiteX750" fmla="*/ 4863113 w 6251734"/>
              <a:gd name="connsiteY750" fmla="*/ 3524739 h 5808721"/>
              <a:gd name="connsiteX751" fmla="*/ 4979766 w 6251734"/>
              <a:gd name="connsiteY751" fmla="*/ 3551582 h 5808721"/>
              <a:gd name="connsiteX752" fmla="*/ 5128928 w 6251734"/>
              <a:gd name="connsiteY752" fmla="*/ 3950204 h 5808721"/>
              <a:gd name="connsiteX753" fmla="*/ 4788185 w 6251734"/>
              <a:gd name="connsiteY753" fmla="*/ 4118835 h 5808721"/>
              <a:gd name="connsiteX754" fmla="*/ 4769854 w 6251734"/>
              <a:gd name="connsiteY754" fmla="*/ 4112669 h 5808721"/>
              <a:gd name="connsiteX755" fmla="*/ 4736576 w 6251734"/>
              <a:gd name="connsiteY755" fmla="*/ 4185841 h 5808721"/>
              <a:gd name="connsiteX756" fmla="*/ 4739414 w 6251734"/>
              <a:gd name="connsiteY756" fmla="*/ 4190448 h 5808721"/>
              <a:gd name="connsiteX757" fmla="*/ 4738021 w 6251734"/>
              <a:gd name="connsiteY757" fmla="*/ 4240811 h 5808721"/>
              <a:gd name="connsiteX758" fmla="*/ 4623149 w 6251734"/>
              <a:gd name="connsiteY758" fmla="*/ 4492842 h 5808721"/>
              <a:gd name="connsiteX759" fmla="*/ 4536567 w 6251734"/>
              <a:gd name="connsiteY759" fmla="*/ 4525418 h 5808721"/>
              <a:gd name="connsiteX760" fmla="*/ 4503991 w 6251734"/>
              <a:gd name="connsiteY760" fmla="*/ 4438835 h 5808721"/>
              <a:gd name="connsiteX761" fmla="*/ 4618863 w 6251734"/>
              <a:gd name="connsiteY761" fmla="*/ 4186804 h 5808721"/>
              <a:gd name="connsiteX762" fmla="*/ 4643847 w 6251734"/>
              <a:gd name="connsiteY762" fmla="*/ 4158339 h 5808721"/>
              <a:gd name="connsiteX763" fmla="*/ 4661831 w 6251734"/>
              <a:gd name="connsiteY763" fmla="*/ 4153470 h 5808721"/>
              <a:gd name="connsiteX764" fmla="*/ 4695622 w 6251734"/>
              <a:gd name="connsiteY764" fmla="*/ 4079170 h 5808721"/>
              <a:gd name="connsiteX765" fmla="*/ 4677765 w 6251734"/>
              <a:gd name="connsiteY765" fmla="*/ 4068771 h 5808721"/>
              <a:gd name="connsiteX766" fmla="*/ 4581144 w 6251734"/>
              <a:gd name="connsiteY766" fmla="*/ 3700743 h 5808721"/>
              <a:gd name="connsiteX767" fmla="*/ 4863113 w 6251734"/>
              <a:gd name="connsiteY767" fmla="*/ 3524739 h 5808721"/>
              <a:gd name="connsiteX768" fmla="*/ 1544765 w 6251734"/>
              <a:gd name="connsiteY768" fmla="*/ 3428138 h 5808721"/>
              <a:gd name="connsiteX769" fmla="*/ 1620204 w 6251734"/>
              <a:gd name="connsiteY769" fmla="*/ 3555010 h 5808721"/>
              <a:gd name="connsiteX770" fmla="*/ 1532764 w 6251734"/>
              <a:gd name="connsiteY770" fmla="*/ 3615018 h 5808721"/>
              <a:gd name="connsiteX771" fmla="*/ 1646779 w 6251734"/>
              <a:gd name="connsiteY771" fmla="*/ 3561011 h 5808721"/>
              <a:gd name="connsiteX772" fmla="*/ 1544765 w 6251734"/>
              <a:gd name="connsiteY772" fmla="*/ 3428138 h 5808721"/>
              <a:gd name="connsiteX773" fmla="*/ 408910 w 6251734"/>
              <a:gd name="connsiteY773" fmla="*/ 3284263 h 5808721"/>
              <a:gd name="connsiteX774" fmla="*/ 393653 w 6251734"/>
              <a:gd name="connsiteY774" fmla="*/ 3296390 h 5808721"/>
              <a:gd name="connsiteX775" fmla="*/ 334836 w 6251734"/>
              <a:gd name="connsiteY775" fmla="*/ 3335610 h 5808721"/>
              <a:gd name="connsiteX776" fmla="*/ 325136 w 6251734"/>
              <a:gd name="connsiteY776" fmla="*/ 3340789 h 5808721"/>
              <a:gd name="connsiteX777" fmla="*/ 330318 w 6251734"/>
              <a:gd name="connsiteY777" fmla="*/ 3354497 h 5808721"/>
              <a:gd name="connsiteX778" fmla="*/ 408051 w 6251734"/>
              <a:gd name="connsiteY778" fmla="*/ 3427281 h 5808721"/>
              <a:gd name="connsiteX779" fmla="*/ 478438 w 6251734"/>
              <a:gd name="connsiteY779" fmla="*/ 3369010 h 5808721"/>
              <a:gd name="connsiteX780" fmla="*/ 491268 w 6251734"/>
              <a:gd name="connsiteY780" fmla="*/ 3340334 h 5808721"/>
              <a:gd name="connsiteX781" fmla="*/ 481268 w 6251734"/>
              <a:gd name="connsiteY781" fmla="*/ 3334978 h 5808721"/>
              <a:gd name="connsiteX782" fmla="*/ 385103 w 6251734"/>
              <a:gd name="connsiteY782" fmla="*/ 3234417 h 5808721"/>
              <a:gd name="connsiteX783" fmla="*/ 394907 w 6251734"/>
              <a:gd name="connsiteY783" fmla="*/ 3243179 h 5808721"/>
              <a:gd name="connsiteX784" fmla="*/ 407331 w 6251734"/>
              <a:gd name="connsiteY784" fmla="*/ 3251843 h 5808721"/>
              <a:gd name="connsiteX785" fmla="*/ 427247 w 6251734"/>
              <a:gd name="connsiteY785" fmla="*/ 3234680 h 5808721"/>
              <a:gd name="connsiteX786" fmla="*/ 408051 w 6251734"/>
              <a:gd name="connsiteY786" fmla="*/ 3236114 h 5808721"/>
              <a:gd name="connsiteX787" fmla="*/ 293992 w 6251734"/>
              <a:gd name="connsiteY787" fmla="*/ 3227681 h 5808721"/>
              <a:gd name="connsiteX788" fmla="*/ 310863 w 6251734"/>
              <a:gd name="connsiteY788" fmla="*/ 3303036 h 5808721"/>
              <a:gd name="connsiteX789" fmla="*/ 314200 w 6251734"/>
              <a:gd name="connsiteY789" fmla="*/ 3311864 h 5808721"/>
              <a:gd name="connsiteX790" fmla="*/ 346623 w 6251734"/>
              <a:gd name="connsiteY790" fmla="*/ 3294552 h 5808721"/>
              <a:gd name="connsiteX791" fmla="*/ 386844 w 6251734"/>
              <a:gd name="connsiteY791" fmla="*/ 3267724 h 5808721"/>
              <a:gd name="connsiteX792" fmla="*/ 346453 w 6251734"/>
              <a:gd name="connsiteY792" fmla="*/ 3231560 h 5808721"/>
              <a:gd name="connsiteX793" fmla="*/ 521204 w 6251734"/>
              <a:gd name="connsiteY793" fmla="*/ 3227662 h 5808721"/>
              <a:gd name="connsiteX794" fmla="*/ 472442 w 6251734"/>
              <a:gd name="connsiteY794" fmla="*/ 3231304 h 5808721"/>
              <a:gd name="connsiteX795" fmla="*/ 454017 w 6251734"/>
              <a:gd name="connsiteY795" fmla="*/ 3248411 h 5808721"/>
              <a:gd name="connsiteX796" fmla="*/ 429899 w 6251734"/>
              <a:gd name="connsiteY796" fmla="*/ 3267581 h 5808721"/>
              <a:gd name="connsiteX797" fmla="*/ 469481 w 6251734"/>
              <a:gd name="connsiteY797" fmla="*/ 3295183 h 5808721"/>
              <a:gd name="connsiteX798" fmla="*/ 501667 w 6251734"/>
              <a:gd name="connsiteY798" fmla="*/ 3312302 h 5808721"/>
              <a:gd name="connsiteX799" fmla="*/ 512504 w 6251734"/>
              <a:gd name="connsiteY799" fmla="*/ 3276718 h 5808721"/>
              <a:gd name="connsiteX800" fmla="*/ 645944 w 6251734"/>
              <a:gd name="connsiteY800" fmla="*/ 3207392 h 5808721"/>
              <a:gd name="connsiteX801" fmla="*/ 636239 w 6251734"/>
              <a:gd name="connsiteY801" fmla="*/ 3210346 h 5808721"/>
              <a:gd name="connsiteX802" fmla="*/ 566924 w 6251734"/>
              <a:gd name="connsiteY802" fmla="*/ 3224247 h 5808721"/>
              <a:gd name="connsiteX803" fmla="*/ 548148 w 6251734"/>
              <a:gd name="connsiteY803" fmla="*/ 3225649 h 5808721"/>
              <a:gd name="connsiteX804" fmla="*/ 532529 w 6251734"/>
              <a:gd name="connsiteY804" fmla="*/ 3314283 h 5808721"/>
              <a:gd name="connsiteX805" fmla="*/ 529280 w 6251734"/>
              <a:gd name="connsiteY805" fmla="*/ 3325012 h 5808721"/>
              <a:gd name="connsiteX806" fmla="*/ 558887 w 6251734"/>
              <a:gd name="connsiteY806" fmla="*/ 3336294 h 5808721"/>
              <a:gd name="connsiteX807" fmla="*/ 649797 w 6251734"/>
              <a:gd name="connsiteY807" fmla="*/ 3327840 h 5808721"/>
              <a:gd name="connsiteX808" fmla="*/ 658251 w 6251734"/>
              <a:gd name="connsiteY808" fmla="*/ 3236553 h 5808721"/>
              <a:gd name="connsiteX809" fmla="*/ 169104 w 6251734"/>
              <a:gd name="connsiteY809" fmla="*/ 3206549 h 5808721"/>
              <a:gd name="connsiteX810" fmla="*/ 157854 w 6251734"/>
              <a:gd name="connsiteY810" fmla="*/ 3236073 h 5808721"/>
              <a:gd name="connsiteX811" fmla="*/ 166307 w 6251734"/>
              <a:gd name="connsiteY811" fmla="*/ 3326984 h 5808721"/>
              <a:gd name="connsiteX812" fmla="*/ 257218 w 6251734"/>
              <a:gd name="connsiteY812" fmla="*/ 3335814 h 5808721"/>
              <a:gd name="connsiteX813" fmla="*/ 287649 w 6251734"/>
              <a:gd name="connsiteY813" fmla="*/ 3324179 h 5808721"/>
              <a:gd name="connsiteX814" fmla="*/ 269900 w 6251734"/>
              <a:gd name="connsiteY814" fmla="*/ 3244968 h 5808721"/>
              <a:gd name="connsiteX815" fmla="*/ 268468 w 6251734"/>
              <a:gd name="connsiteY815" fmla="*/ 3225793 h 5808721"/>
              <a:gd name="connsiteX816" fmla="*/ 249179 w 6251734"/>
              <a:gd name="connsiteY816" fmla="*/ 3224367 h 5808721"/>
              <a:gd name="connsiteX817" fmla="*/ 288917 w 6251734"/>
              <a:gd name="connsiteY817" fmla="*/ 3177713 h 5808721"/>
              <a:gd name="connsiteX818" fmla="*/ 290802 w 6251734"/>
              <a:gd name="connsiteY818" fmla="*/ 3203043 h 5808721"/>
              <a:gd name="connsiteX819" fmla="*/ 316853 w 6251734"/>
              <a:gd name="connsiteY819" fmla="*/ 3205057 h 5808721"/>
              <a:gd name="connsiteX820" fmla="*/ 301752 w 6251734"/>
              <a:gd name="connsiteY820" fmla="*/ 3191537 h 5808721"/>
              <a:gd name="connsiteX821" fmla="*/ 528974 w 6251734"/>
              <a:gd name="connsiteY821" fmla="*/ 3176635 h 5808721"/>
              <a:gd name="connsiteX822" fmla="*/ 514351 w 6251734"/>
              <a:gd name="connsiteY822" fmla="*/ 3192395 h 5808721"/>
              <a:gd name="connsiteX823" fmla="*/ 500527 w 6251734"/>
              <a:gd name="connsiteY823" fmla="*/ 3205229 h 5808721"/>
              <a:gd name="connsiteX824" fmla="*/ 525512 w 6251734"/>
              <a:gd name="connsiteY824" fmla="*/ 3203370 h 5808721"/>
              <a:gd name="connsiteX825" fmla="*/ 528388 w 6251734"/>
              <a:gd name="connsiteY825" fmla="*/ 3187154 h 5808721"/>
              <a:gd name="connsiteX826" fmla="*/ 1459898 w 6251734"/>
              <a:gd name="connsiteY826" fmla="*/ 3111812 h 5808721"/>
              <a:gd name="connsiteX827" fmla="*/ 1537907 w 6251734"/>
              <a:gd name="connsiteY827" fmla="*/ 3141816 h 5808721"/>
              <a:gd name="connsiteX828" fmla="*/ 1537907 w 6251734"/>
              <a:gd name="connsiteY828" fmla="*/ 3143530 h 5808721"/>
              <a:gd name="connsiteX829" fmla="*/ 1540479 w 6251734"/>
              <a:gd name="connsiteY829" fmla="*/ 3143530 h 5808721"/>
              <a:gd name="connsiteX830" fmla="*/ 1540479 w 6251734"/>
              <a:gd name="connsiteY830" fmla="*/ 3199252 h 5808721"/>
              <a:gd name="connsiteX831" fmla="*/ 1537907 w 6251734"/>
              <a:gd name="connsiteY831" fmla="*/ 3199252 h 5808721"/>
              <a:gd name="connsiteX832" fmla="*/ 1525048 w 6251734"/>
              <a:gd name="connsiteY832" fmla="*/ 3216397 h 5808721"/>
              <a:gd name="connsiteX833" fmla="*/ 1525048 w 6251734"/>
              <a:gd name="connsiteY833" fmla="*/ 3344127 h 5808721"/>
              <a:gd name="connsiteX834" fmla="*/ 1537050 w 6251734"/>
              <a:gd name="connsiteY834" fmla="*/ 3375845 h 5808721"/>
              <a:gd name="connsiteX835" fmla="*/ 1658780 w 6251734"/>
              <a:gd name="connsiteY835" fmla="*/ 3612446 h 5808721"/>
              <a:gd name="connsiteX836" fmla="*/ 1461612 w 6251734"/>
              <a:gd name="connsiteY836" fmla="*/ 3655309 h 5808721"/>
              <a:gd name="connsiteX837" fmla="*/ 1263587 w 6251734"/>
              <a:gd name="connsiteY837" fmla="*/ 3612446 h 5808721"/>
              <a:gd name="connsiteX838" fmla="*/ 1387888 w 6251734"/>
              <a:gd name="connsiteY838" fmla="*/ 3374988 h 5808721"/>
              <a:gd name="connsiteX839" fmla="*/ 1405033 w 6251734"/>
              <a:gd name="connsiteY839" fmla="*/ 3343270 h 5808721"/>
              <a:gd name="connsiteX840" fmla="*/ 1405033 w 6251734"/>
              <a:gd name="connsiteY840" fmla="*/ 3216397 h 5808721"/>
              <a:gd name="connsiteX841" fmla="*/ 1382745 w 6251734"/>
              <a:gd name="connsiteY841" fmla="*/ 3199252 h 5808721"/>
              <a:gd name="connsiteX842" fmla="*/ 1381030 w 6251734"/>
              <a:gd name="connsiteY842" fmla="*/ 3199252 h 5808721"/>
              <a:gd name="connsiteX843" fmla="*/ 1381030 w 6251734"/>
              <a:gd name="connsiteY843" fmla="*/ 3143530 h 5808721"/>
              <a:gd name="connsiteX844" fmla="*/ 1381888 w 6251734"/>
              <a:gd name="connsiteY844" fmla="*/ 3143530 h 5808721"/>
              <a:gd name="connsiteX845" fmla="*/ 1381888 w 6251734"/>
              <a:gd name="connsiteY845" fmla="*/ 3141816 h 5808721"/>
              <a:gd name="connsiteX846" fmla="*/ 1459898 w 6251734"/>
              <a:gd name="connsiteY846" fmla="*/ 3111812 h 5808721"/>
              <a:gd name="connsiteX847" fmla="*/ 590102 w 6251734"/>
              <a:gd name="connsiteY847" fmla="*/ 3107161 h 5808721"/>
              <a:gd name="connsiteX848" fmla="*/ 570367 w 6251734"/>
              <a:gd name="connsiteY848" fmla="*/ 3132026 h 5808721"/>
              <a:gd name="connsiteX849" fmla="*/ 554587 w 6251734"/>
              <a:gd name="connsiteY849" fmla="*/ 3149033 h 5808721"/>
              <a:gd name="connsiteX850" fmla="*/ 551759 w 6251734"/>
              <a:gd name="connsiteY850" fmla="*/ 3200115 h 5808721"/>
              <a:gd name="connsiteX851" fmla="*/ 599532 w 6251734"/>
              <a:gd name="connsiteY851" fmla="*/ 3190547 h 5808721"/>
              <a:gd name="connsiteX852" fmla="*/ 634360 w 6251734"/>
              <a:gd name="connsiteY852" fmla="*/ 3179941 h 5808721"/>
              <a:gd name="connsiteX853" fmla="*/ 630590 w 6251734"/>
              <a:gd name="connsiteY853" fmla="*/ 3171008 h 5808721"/>
              <a:gd name="connsiteX854" fmla="*/ 226426 w 6251734"/>
              <a:gd name="connsiteY854" fmla="*/ 3105365 h 5808721"/>
              <a:gd name="connsiteX855" fmla="*/ 198965 w 6251734"/>
              <a:gd name="connsiteY855" fmla="*/ 3146668 h 5808721"/>
              <a:gd name="connsiteX856" fmla="*/ 181775 w 6251734"/>
              <a:gd name="connsiteY856" fmla="*/ 3178985 h 5808721"/>
              <a:gd name="connsiteX857" fmla="*/ 216948 w 6251734"/>
              <a:gd name="connsiteY857" fmla="*/ 3190170 h 5808721"/>
              <a:gd name="connsiteX858" fmla="*/ 266550 w 6251734"/>
              <a:gd name="connsiteY858" fmla="*/ 3200120 h 5808721"/>
              <a:gd name="connsiteX859" fmla="*/ 262773 w 6251734"/>
              <a:gd name="connsiteY859" fmla="*/ 3149552 h 5808721"/>
              <a:gd name="connsiteX860" fmla="*/ 245737 w 6251734"/>
              <a:gd name="connsiteY860" fmla="*/ 3131203 h 5808721"/>
              <a:gd name="connsiteX861" fmla="*/ 556573 w 6251734"/>
              <a:gd name="connsiteY861" fmla="*/ 3065846 h 5808721"/>
              <a:gd name="connsiteX862" fmla="*/ 558070 w 6251734"/>
              <a:gd name="connsiteY862" fmla="*/ 3086095 h 5808721"/>
              <a:gd name="connsiteX863" fmla="*/ 557031 w 6251734"/>
              <a:gd name="connsiteY863" fmla="*/ 3104875 h 5808721"/>
              <a:gd name="connsiteX864" fmla="*/ 573606 w 6251734"/>
              <a:gd name="connsiteY864" fmla="*/ 3085614 h 5808721"/>
              <a:gd name="connsiteX865" fmla="*/ 259173 w 6251734"/>
              <a:gd name="connsiteY865" fmla="*/ 3065486 h 5808721"/>
              <a:gd name="connsiteX866" fmla="*/ 241966 w 6251734"/>
              <a:gd name="connsiteY866" fmla="*/ 3085481 h 5808721"/>
              <a:gd name="connsiteX867" fmla="*/ 259516 w 6251734"/>
              <a:gd name="connsiteY867" fmla="*/ 3105960 h 5808721"/>
              <a:gd name="connsiteX868" fmla="*/ 258032 w 6251734"/>
              <a:gd name="connsiteY868" fmla="*/ 3086095 h 5808721"/>
              <a:gd name="connsiteX869" fmla="*/ 408909 w 6251734"/>
              <a:gd name="connsiteY869" fmla="*/ 3023515 h 5808721"/>
              <a:gd name="connsiteX870" fmla="*/ 471488 w 6251734"/>
              <a:gd name="connsiteY870" fmla="*/ 3086095 h 5808721"/>
              <a:gd name="connsiteX871" fmla="*/ 408909 w 6251734"/>
              <a:gd name="connsiteY871" fmla="*/ 3148674 h 5808721"/>
              <a:gd name="connsiteX872" fmla="*/ 346329 w 6251734"/>
              <a:gd name="connsiteY872" fmla="*/ 3086095 h 5808721"/>
              <a:gd name="connsiteX873" fmla="*/ 408909 w 6251734"/>
              <a:gd name="connsiteY873" fmla="*/ 3023515 h 5808721"/>
              <a:gd name="connsiteX874" fmla="*/ 153678 w 6251734"/>
              <a:gd name="connsiteY874" fmla="*/ 3002555 h 5808721"/>
              <a:gd name="connsiteX875" fmla="*/ 124280 w 6251734"/>
              <a:gd name="connsiteY875" fmla="*/ 3015709 h 5808721"/>
              <a:gd name="connsiteX876" fmla="*/ 66009 w 6251734"/>
              <a:gd name="connsiteY876" fmla="*/ 3086095 h 5808721"/>
              <a:gd name="connsiteX877" fmla="*/ 107354 w 6251734"/>
              <a:gd name="connsiteY877" fmla="*/ 3145918 h 5808721"/>
              <a:gd name="connsiteX878" fmla="*/ 153101 w 6251734"/>
              <a:gd name="connsiteY878" fmla="*/ 3169496 h 5808721"/>
              <a:gd name="connsiteX879" fmla="*/ 158538 w 6251734"/>
              <a:gd name="connsiteY879" fmla="*/ 3159312 h 5808721"/>
              <a:gd name="connsiteX880" fmla="*/ 197758 w 6251734"/>
              <a:gd name="connsiteY880" fmla="*/ 3100495 h 5808721"/>
              <a:gd name="connsiteX881" fmla="*/ 210657 w 6251734"/>
              <a:gd name="connsiteY881" fmla="*/ 3084265 h 5808721"/>
              <a:gd name="connsiteX882" fmla="*/ 167482 w 6251734"/>
              <a:gd name="connsiteY882" fmla="*/ 3026495 h 5808721"/>
              <a:gd name="connsiteX883" fmla="*/ 663026 w 6251734"/>
              <a:gd name="connsiteY883" fmla="*/ 3002411 h 5808721"/>
              <a:gd name="connsiteX884" fmla="*/ 657566 w 6251734"/>
              <a:gd name="connsiteY884" fmla="*/ 3012654 h 5808721"/>
              <a:gd name="connsiteX885" fmla="*/ 618347 w 6251734"/>
              <a:gd name="connsiteY885" fmla="*/ 3071576 h 5808721"/>
              <a:gd name="connsiteX886" fmla="*/ 606027 w 6251734"/>
              <a:gd name="connsiteY886" fmla="*/ 3087098 h 5808721"/>
              <a:gd name="connsiteX887" fmla="*/ 648622 w 6251734"/>
              <a:gd name="connsiteY887" fmla="*/ 3144181 h 5808721"/>
              <a:gd name="connsiteX888" fmla="*/ 663100 w 6251734"/>
              <a:gd name="connsiteY888" fmla="*/ 3169333 h 5808721"/>
              <a:gd name="connsiteX889" fmla="*/ 691823 w 6251734"/>
              <a:gd name="connsiteY889" fmla="*/ 3156482 h 5808721"/>
              <a:gd name="connsiteX890" fmla="*/ 750094 w 6251734"/>
              <a:gd name="connsiteY890" fmla="*/ 3086095 h 5808721"/>
              <a:gd name="connsiteX891" fmla="*/ 708749 w 6251734"/>
              <a:gd name="connsiteY891" fmla="*/ 3026099 h 5808721"/>
              <a:gd name="connsiteX892" fmla="*/ 264344 w 6251734"/>
              <a:gd name="connsiteY892" fmla="*/ 2972075 h 5808721"/>
              <a:gd name="connsiteX893" fmla="*/ 216572 w 6251734"/>
              <a:gd name="connsiteY893" fmla="*/ 2981643 h 5808721"/>
              <a:gd name="connsiteX894" fmla="*/ 182153 w 6251734"/>
              <a:gd name="connsiteY894" fmla="*/ 2992125 h 5808721"/>
              <a:gd name="connsiteX895" fmla="*/ 185871 w 6251734"/>
              <a:gd name="connsiteY895" fmla="*/ 3000908 h 5808721"/>
              <a:gd name="connsiteX896" fmla="*/ 226227 w 6251734"/>
              <a:gd name="connsiteY896" fmla="*/ 3064676 h 5808721"/>
              <a:gd name="connsiteX897" fmla="*/ 245737 w 6251734"/>
              <a:gd name="connsiteY897" fmla="*/ 3040131 h 5808721"/>
              <a:gd name="connsiteX898" fmla="*/ 261518 w 6251734"/>
              <a:gd name="connsiteY898" fmla="*/ 3023133 h 5808721"/>
              <a:gd name="connsiteX899" fmla="*/ 549613 w 6251734"/>
              <a:gd name="connsiteY899" fmla="*/ 2971718 h 5808721"/>
              <a:gd name="connsiteX900" fmla="*/ 553247 w 6251734"/>
              <a:gd name="connsiteY900" fmla="*/ 3020858 h 5808721"/>
              <a:gd name="connsiteX901" fmla="*/ 570367 w 6251734"/>
              <a:gd name="connsiteY901" fmla="*/ 3039308 h 5808721"/>
              <a:gd name="connsiteX902" fmla="*/ 589651 w 6251734"/>
              <a:gd name="connsiteY902" fmla="*/ 3065152 h 5808721"/>
              <a:gd name="connsiteX903" fmla="*/ 617139 w 6251734"/>
              <a:gd name="connsiteY903" fmla="*/ 3023810 h 5808721"/>
              <a:gd name="connsiteX904" fmla="*/ 633701 w 6251734"/>
              <a:gd name="connsiteY904" fmla="*/ 2992672 h 5808721"/>
              <a:gd name="connsiteX905" fmla="*/ 599155 w 6251734"/>
              <a:gd name="connsiteY905" fmla="*/ 2981643 h 5808721"/>
              <a:gd name="connsiteX906" fmla="*/ 501023 w 6251734"/>
              <a:gd name="connsiteY906" fmla="*/ 2967017 h 5808721"/>
              <a:gd name="connsiteX907" fmla="*/ 514350 w 6251734"/>
              <a:gd name="connsiteY907" fmla="*/ 2978939 h 5808721"/>
              <a:gd name="connsiteX908" fmla="*/ 527186 w 6251734"/>
              <a:gd name="connsiteY908" fmla="*/ 2992772 h 5808721"/>
              <a:gd name="connsiteX909" fmla="*/ 525405 w 6251734"/>
              <a:gd name="connsiteY909" fmla="*/ 2968836 h 5808721"/>
              <a:gd name="connsiteX910" fmla="*/ 315586 w 6251734"/>
              <a:gd name="connsiteY910" fmla="*/ 2966960 h 5808721"/>
              <a:gd name="connsiteX911" fmla="*/ 290341 w 6251734"/>
              <a:gd name="connsiteY911" fmla="*/ 2968839 h 5808721"/>
              <a:gd name="connsiteX912" fmla="*/ 287715 w 6251734"/>
              <a:gd name="connsiteY912" fmla="*/ 2983640 h 5808721"/>
              <a:gd name="connsiteX913" fmla="*/ 287044 w 6251734"/>
              <a:gd name="connsiteY913" fmla="*/ 2995639 h 5808721"/>
              <a:gd name="connsiteX914" fmla="*/ 301753 w 6251734"/>
              <a:gd name="connsiteY914" fmla="*/ 2979796 h 5808721"/>
              <a:gd name="connsiteX915" fmla="*/ 408051 w 6251734"/>
              <a:gd name="connsiteY915" fmla="*/ 2960079 h 5808721"/>
              <a:gd name="connsiteX916" fmla="*/ 356209 w 6251734"/>
              <a:gd name="connsiteY916" fmla="*/ 2963937 h 5808721"/>
              <a:gd name="connsiteX917" fmla="*/ 318898 w 6251734"/>
              <a:gd name="connsiteY917" fmla="*/ 2996084 h 5808721"/>
              <a:gd name="connsiteX918" fmla="*/ 284805 w 6251734"/>
              <a:gd name="connsiteY918" fmla="*/ 3035702 h 5808721"/>
              <a:gd name="connsiteX919" fmla="*/ 282035 w 6251734"/>
              <a:gd name="connsiteY919" fmla="*/ 3085238 h 5808721"/>
              <a:gd name="connsiteX920" fmla="*/ 285866 w 6251734"/>
              <a:gd name="connsiteY920" fmla="*/ 3136706 h 5808721"/>
              <a:gd name="connsiteX921" fmla="*/ 318897 w 6251734"/>
              <a:gd name="connsiteY921" fmla="*/ 3175250 h 5808721"/>
              <a:gd name="connsiteX922" fmla="*/ 355604 w 6251734"/>
              <a:gd name="connsiteY922" fmla="*/ 3208055 h 5808721"/>
              <a:gd name="connsiteX923" fmla="*/ 408051 w 6251734"/>
              <a:gd name="connsiteY923" fmla="*/ 3212111 h 5808721"/>
              <a:gd name="connsiteX924" fmla="*/ 457727 w 6251734"/>
              <a:gd name="connsiteY924" fmla="*/ 3208414 h 5808721"/>
              <a:gd name="connsiteX925" fmla="*/ 497206 w 6251734"/>
              <a:gd name="connsiteY925" fmla="*/ 3174393 h 5808721"/>
              <a:gd name="connsiteX926" fmla="*/ 531308 w 6251734"/>
              <a:gd name="connsiteY926" fmla="*/ 3134766 h 5808721"/>
              <a:gd name="connsiteX927" fmla="*/ 534067 w 6251734"/>
              <a:gd name="connsiteY927" fmla="*/ 3085238 h 5808721"/>
              <a:gd name="connsiteX928" fmla="*/ 530360 w 6251734"/>
              <a:gd name="connsiteY928" fmla="*/ 3035422 h 5808721"/>
              <a:gd name="connsiteX929" fmla="*/ 497205 w 6251734"/>
              <a:gd name="connsiteY929" fmla="*/ 2996941 h 5808721"/>
              <a:gd name="connsiteX930" fmla="*/ 460323 w 6251734"/>
              <a:gd name="connsiteY930" fmla="*/ 2963980 h 5808721"/>
              <a:gd name="connsiteX931" fmla="*/ 407682 w 6251734"/>
              <a:gd name="connsiteY931" fmla="*/ 2919589 h 5808721"/>
              <a:gd name="connsiteX932" fmla="*/ 386715 w 6251734"/>
              <a:gd name="connsiteY932" fmla="*/ 2937654 h 5808721"/>
              <a:gd name="connsiteX933" fmla="*/ 408051 w 6251734"/>
              <a:gd name="connsiteY933" fmla="*/ 2936076 h 5808721"/>
              <a:gd name="connsiteX934" fmla="*/ 430998 w 6251734"/>
              <a:gd name="connsiteY934" fmla="*/ 2937773 h 5808721"/>
              <a:gd name="connsiteX935" fmla="*/ 421196 w 6251734"/>
              <a:gd name="connsiteY935" fmla="*/ 2929013 h 5808721"/>
              <a:gd name="connsiteX936" fmla="*/ 313772 w 6251734"/>
              <a:gd name="connsiteY936" fmla="*/ 2860695 h 5808721"/>
              <a:gd name="connsiteX937" fmla="*/ 303599 w 6251734"/>
              <a:gd name="connsiteY937" fmla="*/ 2894135 h 5808721"/>
              <a:gd name="connsiteX938" fmla="*/ 294668 w 6251734"/>
              <a:gd name="connsiteY938" fmla="*/ 2944460 h 5808721"/>
              <a:gd name="connsiteX939" fmla="*/ 343747 w 6251734"/>
              <a:gd name="connsiteY939" fmla="*/ 2940831 h 5808721"/>
              <a:gd name="connsiteX940" fmla="*/ 362122 w 6251734"/>
              <a:gd name="connsiteY940" fmla="*/ 2923781 h 5808721"/>
              <a:gd name="connsiteX941" fmla="*/ 386241 w 6251734"/>
              <a:gd name="connsiteY941" fmla="*/ 2904637 h 5808721"/>
              <a:gd name="connsiteX942" fmla="*/ 346622 w 6251734"/>
              <a:gd name="connsiteY942" fmla="*/ 2877008 h 5808721"/>
              <a:gd name="connsiteX943" fmla="*/ 501946 w 6251734"/>
              <a:gd name="connsiteY943" fmla="*/ 2858728 h 5808721"/>
              <a:gd name="connsiteX944" fmla="*/ 469255 w 6251734"/>
              <a:gd name="connsiteY944" fmla="*/ 2876151 h 5808721"/>
              <a:gd name="connsiteX945" fmla="*/ 429247 w 6251734"/>
              <a:gd name="connsiteY945" fmla="*/ 2902810 h 5808721"/>
              <a:gd name="connsiteX946" fmla="*/ 471695 w 6251734"/>
              <a:gd name="connsiteY946" fmla="*/ 2940782 h 5808721"/>
              <a:gd name="connsiteX947" fmla="*/ 522501 w 6251734"/>
              <a:gd name="connsiteY947" fmla="*/ 2944539 h 5808721"/>
              <a:gd name="connsiteX948" fmla="*/ 505240 w 6251734"/>
              <a:gd name="connsiteY948" fmla="*/ 2867440 h 5808721"/>
              <a:gd name="connsiteX949" fmla="*/ 219818 w 6251734"/>
              <a:gd name="connsiteY949" fmla="*/ 2828773 h 5808721"/>
              <a:gd name="connsiteX950" fmla="*/ 166307 w 6251734"/>
              <a:gd name="connsiteY950" fmla="*/ 2844350 h 5808721"/>
              <a:gd name="connsiteX951" fmla="*/ 158080 w 6251734"/>
              <a:gd name="connsiteY951" fmla="*/ 2935262 h 5808721"/>
              <a:gd name="connsiteX952" fmla="*/ 170445 w 6251734"/>
              <a:gd name="connsiteY952" fmla="*/ 2964470 h 5808721"/>
              <a:gd name="connsiteX953" fmla="*/ 179864 w 6251734"/>
              <a:gd name="connsiteY953" fmla="*/ 2961618 h 5808721"/>
              <a:gd name="connsiteX954" fmla="*/ 249179 w 6251734"/>
              <a:gd name="connsiteY954" fmla="*/ 2947823 h 5808721"/>
              <a:gd name="connsiteX955" fmla="*/ 267973 w 6251734"/>
              <a:gd name="connsiteY955" fmla="*/ 2946434 h 5808721"/>
              <a:gd name="connsiteX956" fmla="*/ 283574 w 6251734"/>
              <a:gd name="connsiteY956" fmla="*/ 2857908 h 5808721"/>
              <a:gd name="connsiteX957" fmla="*/ 286788 w 6251734"/>
              <a:gd name="connsiteY957" fmla="*/ 2847295 h 5808721"/>
              <a:gd name="connsiteX958" fmla="*/ 277993 w 6251734"/>
              <a:gd name="connsiteY958" fmla="*/ 2842929 h 5808721"/>
              <a:gd name="connsiteX959" fmla="*/ 219818 w 6251734"/>
              <a:gd name="connsiteY959" fmla="*/ 2828773 h 5808721"/>
              <a:gd name="connsiteX960" fmla="*/ 595924 w 6251734"/>
              <a:gd name="connsiteY960" fmla="*/ 2827916 h 5808721"/>
              <a:gd name="connsiteX961" fmla="*/ 558510 w 6251734"/>
              <a:gd name="connsiteY961" fmla="*/ 2835040 h 5808721"/>
              <a:gd name="connsiteX962" fmla="*/ 528370 w 6251734"/>
              <a:gd name="connsiteY962" fmla="*/ 2846540 h 5808721"/>
              <a:gd name="connsiteX963" fmla="*/ 546323 w 6251734"/>
              <a:gd name="connsiteY963" fmla="*/ 2927223 h 5808721"/>
              <a:gd name="connsiteX964" fmla="*/ 547742 w 6251734"/>
              <a:gd name="connsiteY964" fmla="*/ 2946405 h 5808721"/>
              <a:gd name="connsiteX965" fmla="*/ 566924 w 6251734"/>
              <a:gd name="connsiteY965" fmla="*/ 2947823 h 5808721"/>
              <a:gd name="connsiteX966" fmla="*/ 646399 w 6251734"/>
              <a:gd name="connsiteY966" fmla="*/ 2965508 h 5808721"/>
              <a:gd name="connsiteX967" fmla="*/ 658251 w 6251734"/>
              <a:gd name="connsiteY967" fmla="*/ 2934405 h 5808721"/>
              <a:gd name="connsiteX968" fmla="*/ 649797 w 6251734"/>
              <a:gd name="connsiteY968" fmla="*/ 2843494 h 5808721"/>
              <a:gd name="connsiteX969" fmla="*/ 595924 w 6251734"/>
              <a:gd name="connsiteY969" fmla="*/ 2827916 h 5808721"/>
              <a:gd name="connsiteX970" fmla="*/ 408051 w 6251734"/>
              <a:gd name="connsiteY970" fmla="*/ 2743195 h 5808721"/>
              <a:gd name="connsiteX971" fmla="*/ 337665 w 6251734"/>
              <a:gd name="connsiteY971" fmla="*/ 2801693 h 5808721"/>
              <a:gd name="connsiteX972" fmla="*/ 324723 w 6251734"/>
              <a:gd name="connsiteY972" fmla="*/ 2830683 h 5808721"/>
              <a:gd name="connsiteX973" fmla="*/ 334835 w 6251734"/>
              <a:gd name="connsiteY973" fmla="*/ 2835724 h 5808721"/>
              <a:gd name="connsiteX974" fmla="*/ 408327 w 6251734"/>
              <a:gd name="connsiteY974" fmla="*/ 2887107 h 5808721"/>
              <a:gd name="connsiteX975" fmla="*/ 422572 w 6251734"/>
              <a:gd name="connsiteY975" fmla="*/ 2875801 h 5808721"/>
              <a:gd name="connsiteX976" fmla="*/ 481495 w 6251734"/>
              <a:gd name="connsiteY976" fmla="*/ 2836582 h 5808721"/>
              <a:gd name="connsiteX977" fmla="*/ 491548 w 6251734"/>
              <a:gd name="connsiteY977" fmla="*/ 2831224 h 5808721"/>
              <a:gd name="connsiteX978" fmla="*/ 485785 w 6251734"/>
              <a:gd name="connsiteY978" fmla="*/ 2815980 h 5808721"/>
              <a:gd name="connsiteX979" fmla="*/ 408051 w 6251734"/>
              <a:gd name="connsiteY979" fmla="*/ 2743195 h 5808721"/>
              <a:gd name="connsiteX980" fmla="*/ 6236067 w 6251734"/>
              <a:gd name="connsiteY980" fmla="*/ 2687689 h 5808721"/>
              <a:gd name="connsiteX981" fmla="*/ 6246782 w 6251734"/>
              <a:gd name="connsiteY981" fmla="*/ 2691760 h 5808721"/>
              <a:gd name="connsiteX982" fmla="*/ 6247640 w 6251734"/>
              <a:gd name="connsiteY982" fmla="*/ 2713192 h 5808721"/>
              <a:gd name="connsiteX983" fmla="*/ 6216014 w 6251734"/>
              <a:gd name="connsiteY983" fmla="*/ 2748180 h 5808721"/>
              <a:gd name="connsiteX984" fmla="*/ 6222322 w 6251734"/>
              <a:gd name="connsiteY984" fmla="*/ 2756871 h 5808721"/>
              <a:gd name="connsiteX985" fmla="*/ 6209062 w 6251734"/>
              <a:gd name="connsiteY985" fmla="*/ 2846922 h 5808721"/>
              <a:gd name="connsiteX986" fmla="*/ 6151734 w 6251734"/>
              <a:gd name="connsiteY986" fmla="*/ 2873711 h 5808721"/>
              <a:gd name="connsiteX987" fmla="*/ 6133744 w 6251734"/>
              <a:gd name="connsiteY987" fmla="*/ 2871200 h 5808721"/>
              <a:gd name="connsiteX988" fmla="*/ 6125031 w 6251734"/>
              <a:gd name="connsiteY988" fmla="*/ 2893063 h 5808721"/>
              <a:gd name="connsiteX989" fmla="*/ 5925312 w 6251734"/>
              <a:gd name="connsiteY989" fmla="*/ 3375846 h 5808721"/>
              <a:gd name="connsiteX990" fmla="*/ 5917597 w 6251734"/>
              <a:gd name="connsiteY990" fmla="*/ 3266975 h 5808721"/>
              <a:gd name="connsiteX991" fmla="*/ 6056644 w 6251734"/>
              <a:gd name="connsiteY991" fmla="*/ 2907754 h 5808721"/>
              <a:gd name="connsiteX992" fmla="*/ 6068648 w 6251734"/>
              <a:gd name="connsiteY992" fmla="*/ 2877062 h 5808721"/>
              <a:gd name="connsiteX993" fmla="*/ 5680138 w 6251734"/>
              <a:gd name="connsiteY993" fmla="*/ 3041518 h 5808721"/>
              <a:gd name="connsiteX994" fmla="*/ 5576411 w 6251734"/>
              <a:gd name="connsiteY994" fmla="*/ 3046661 h 5808721"/>
              <a:gd name="connsiteX995" fmla="*/ 5660422 w 6251734"/>
              <a:gd name="connsiteY995" fmla="*/ 2986654 h 5808721"/>
              <a:gd name="connsiteX996" fmla="*/ 6069879 w 6251734"/>
              <a:gd name="connsiteY996" fmla="*/ 2807820 h 5808721"/>
              <a:gd name="connsiteX997" fmla="*/ 6065771 w 6251734"/>
              <a:gd name="connsiteY997" fmla="*/ 2780383 h 5808721"/>
              <a:gd name="connsiteX998" fmla="*/ 6086476 w 6251734"/>
              <a:gd name="connsiteY998" fmla="*/ 2736337 h 5808721"/>
              <a:gd name="connsiteX999" fmla="*/ 6143804 w 6251734"/>
              <a:gd name="connsiteY999" fmla="*/ 2709228 h 5808721"/>
              <a:gd name="connsiteX1000" fmla="*/ 6175080 w 6251734"/>
              <a:gd name="connsiteY1000" fmla="*/ 2713794 h 5808721"/>
              <a:gd name="connsiteX1001" fmla="*/ 6195368 w 6251734"/>
              <a:gd name="connsiteY1001" fmla="*/ 2725788 h 5808721"/>
              <a:gd name="connsiteX1002" fmla="*/ 6225351 w 6251734"/>
              <a:gd name="connsiteY1002" fmla="*/ 2692617 h 5808721"/>
              <a:gd name="connsiteX1003" fmla="*/ 6236067 w 6251734"/>
              <a:gd name="connsiteY1003" fmla="*/ 2687689 h 5808721"/>
              <a:gd name="connsiteX1004" fmla="*/ 408051 w 6251734"/>
              <a:gd name="connsiteY1004" fmla="*/ 2678044 h 5808721"/>
              <a:gd name="connsiteX1005" fmla="*/ 492060 w 6251734"/>
              <a:gd name="connsiteY1005" fmla="*/ 2747708 h 5808721"/>
              <a:gd name="connsiteX1006" fmla="*/ 519745 w 6251734"/>
              <a:gd name="connsiteY1006" fmla="*/ 2816195 h 5808721"/>
              <a:gd name="connsiteX1007" fmla="*/ 537283 w 6251734"/>
              <a:gd name="connsiteY1007" fmla="*/ 2806846 h 5808721"/>
              <a:gd name="connsiteX1008" fmla="*/ 696946 w 6251734"/>
              <a:gd name="connsiteY1008" fmla="*/ 2797202 h 5808721"/>
              <a:gd name="connsiteX1009" fmla="*/ 687302 w 6251734"/>
              <a:gd name="connsiteY1009" fmla="*/ 2956865 h 5808721"/>
              <a:gd name="connsiteX1010" fmla="*/ 677955 w 6251734"/>
              <a:gd name="connsiteY1010" fmla="*/ 2974402 h 5808721"/>
              <a:gd name="connsiteX1011" fmla="*/ 746440 w 6251734"/>
              <a:gd name="connsiteY1011" fmla="*/ 3002086 h 5808721"/>
              <a:gd name="connsiteX1012" fmla="*/ 816103 w 6251734"/>
              <a:gd name="connsiteY1012" fmla="*/ 3086095 h 5808721"/>
              <a:gd name="connsiteX1013" fmla="*/ 696624 w 6251734"/>
              <a:gd name="connsiteY1013" fmla="*/ 3191966 h 5808721"/>
              <a:gd name="connsiteX1014" fmla="*/ 678828 w 6251734"/>
              <a:gd name="connsiteY1014" fmla="*/ 3197383 h 5808721"/>
              <a:gd name="connsiteX1015" fmla="*/ 698388 w 6251734"/>
              <a:gd name="connsiteY1015" fmla="*/ 3240686 h 5808721"/>
              <a:gd name="connsiteX1016" fmla="*/ 696946 w 6251734"/>
              <a:gd name="connsiteY1016" fmla="*/ 3374132 h 5808721"/>
              <a:gd name="connsiteX1017" fmla="*/ 536961 w 6251734"/>
              <a:gd name="connsiteY1017" fmla="*/ 3364809 h 5808721"/>
              <a:gd name="connsiteX1018" fmla="*/ 519982 w 6251734"/>
              <a:gd name="connsiteY1018" fmla="*/ 3355715 h 5808721"/>
              <a:gd name="connsiteX1019" fmla="*/ 514243 w 6251734"/>
              <a:gd name="connsiteY1019" fmla="*/ 3374667 h 5808721"/>
              <a:gd name="connsiteX1020" fmla="*/ 408051 w 6251734"/>
              <a:gd name="connsiteY1020" fmla="*/ 3494146 h 5808721"/>
              <a:gd name="connsiteX1021" fmla="*/ 324419 w 6251734"/>
              <a:gd name="connsiteY1021" fmla="*/ 3424483 h 5808721"/>
              <a:gd name="connsiteX1022" fmla="*/ 296648 w 6251734"/>
              <a:gd name="connsiteY1022" fmla="*/ 3355999 h 5808721"/>
              <a:gd name="connsiteX1023" fmla="*/ 279143 w 6251734"/>
              <a:gd name="connsiteY1023" fmla="*/ 3365346 h 5808721"/>
              <a:gd name="connsiteX1024" fmla="*/ 119158 w 6251734"/>
              <a:gd name="connsiteY1024" fmla="*/ 3374990 h 5808721"/>
              <a:gd name="connsiteX1025" fmla="*/ 128803 w 6251734"/>
              <a:gd name="connsiteY1025" fmla="*/ 3215005 h 5808721"/>
              <a:gd name="connsiteX1026" fmla="*/ 138022 w 6251734"/>
              <a:gd name="connsiteY1026" fmla="*/ 3197737 h 5808721"/>
              <a:gd name="connsiteX1027" fmla="*/ 69663 w 6251734"/>
              <a:gd name="connsiteY1027" fmla="*/ 3170104 h 5808721"/>
              <a:gd name="connsiteX1028" fmla="*/ 0 w 6251734"/>
              <a:gd name="connsiteY1028" fmla="*/ 3086095 h 5808721"/>
              <a:gd name="connsiteX1029" fmla="*/ 119480 w 6251734"/>
              <a:gd name="connsiteY1029" fmla="*/ 2979903 h 5808721"/>
              <a:gd name="connsiteX1030" fmla="*/ 137725 w 6251734"/>
              <a:gd name="connsiteY1030" fmla="*/ 2974378 h 5808721"/>
              <a:gd name="connsiteX1031" fmla="*/ 117717 w 6251734"/>
              <a:gd name="connsiteY1031" fmla="*/ 2930147 h 5808721"/>
              <a:gd name="connsiteX1032" fmla="*/ 119158 w 6251734"/>
              <a:gd name="connsiteY1032" fmla="*/ 2796344 h 5808721"/>
              <a:gd name="connsiteX1033" fmla="*/ 183438 w 6251734"/>
              <a:gd name="connsiteY1033" fmla="*/ 2777860 h 5808721"/>
              <a:gd name="connsiteX1034" fmla="*/ 252960 w 6251734"/>
              <a:gd name="connsiteY1034" fmla="*/ 2794903 h 5808721"/>
              <a:gd name="connsiteX1035" fmla="*/ 296135 w 6251734"/>
              <a:gd name="connsiteY1035" fmla="*/ 2816430 h 5808721"/>
              <a:gd name="connsiteX1036" fmla="*/ 301859 w 6251734"/>
              <a:gd name="connsiteY1036" fmla="*/ 2797524 h 5808721"/>
              <a:gd name="connsiteX1037" fmla="*/ 408051 w 6251734"/>
              <a:gd name="connsiteY1037" fmla="*/ 2678044 h 5808721"/>
              <a:gd name="connsiteX1038" fmla="*/ 5013199 w 6251734"/>
              <a:gd name="connsiteY1038" fmla="*/ 2674617 h 5808721"/>
              <a:gd name="connsiteX1039" fmla="*/ 5013199 w 6251734"/>
              <a:gd name="connsiteY1039" fmla="*/ 3173535 h 5808721"/>
              <a:gd name="connsiteX1040" fmla="*/ 5299521 w 6251734"/>
              <a:gd name="connsiteY1040" fmla="*/ 3173535 h 5808721"/>
              <a:gd name="connsiteX1041" fmla="*/ 1456470 w 6251734"/>
              <a:gd name="connsiteY1041" fmla="*/ 2362577 h 5808721"/>
              <a:gd name="connsiteX1042" fmla="*/ 1669068 w 6251734"/>
              <a:gd name="connsiteY1042" fmla="*/ 2628325 h 5808721"/>
              <a:gd name="connsiteX1043" fmla="*/ 1485616 w 6251734"/>
              <a:gd name="connsiteY1043" fmla="*/ 2776629 h 5808721"/>
              <a:gd name="connsiteX1044" fmla="*/ 1306451 w 6251734"/>
              <a:gd name="connsiteY1044" fmla="*/ 2916361 h 5808721"/>
              <a:gd name="connsiteX1045" fmla="*/ 1094710 w 6251734"/>
              <a:gd name="connsiteY1045" fmla="*/ 2652328 h 5808721"/>
              <a:gd name="connsiteX1046" fmla="*/ 1275590 w 6251734"/>
              <a:gd name="connsiteY1046" fmla="*/ 2507453 h 5808721"/>
              <a:gd name="connsiteX1047" fmla="*/ 4655725 w 6251734"/>
              <a:gd name="connsiteY1047" fmla="*/ 2293138 h 5808721"/>
              <a:gd name="connsiteX1048" fmla="*/ 4792886 w 6251734"/>
              <a:gd name="connsiteY1048" fmla="*/ 2293138 h 5808721"/>
              <a:gd name="connsiteX1049" fmla="*/ 4792886 w 6251734"/>
              <a:gd name="connsiteY1049" fmla="*/ 3310694 h 5808721"/>
              <a:gd name="connsiteX1050" fmla="*/ 4655725 w 6251734"/>
              <a:gd name="connsiteY1050" fmla="*/ 3310694 h 5808721"/>
              <a:gd name="connsiteX1051" fmla="*/ 409649 w 6251734"/>
              <a:gd name="connsiteY1051" fmla="*/ 2273959 h 5808721"/>
              <a:gd name="connsiteX1052" fmla="*/ 459486 w 6251734"/>
              <a:gd name="connsiteY1052" fmla="*/ 2287996 h 5808721"/>
              <a:gd name="connsiteX1053" fmla="*/ 421017 w 6251734"/>
              <a:gd name="connsiteY1053" fmla="*/ 2278031 h 5808721"/>
              <a:gd name="connsiteX1054" fmla="*/ 4930045 w 6251734"/>
              <a:gd name="connsiteY1054" fmla="*/ 2273422 h 5808721"/>
              <a:gd name="connsiteX1055" fmla="*/ 5477829 w 6251734"/>
              <a:gd name="connsiteY1055" fmla="*/ 3311552 h 5808721"/>
              <a:gd name="connsiteX1056" fmla="*/ 4930045 w 6251734"/>
              <a:gd name="connsiteY1056" fmla="*/ 3311552 h 5808721"/>
              <a:gd name="connsiteX1057" fmla="*/ 5782627 w 6251734"/>
              <a:gd name="connsiteY1057" fmla="*/ 2202717 h 5808721"/>
              <a:gd name="connsiteX1058" fmla="*/ 5767752 w 6251734"/>
              <a:gd name="connsiteY1058" fmla="*/ 2214541 h 5808721"/>
              <a:gd name="connsiteX1059" fmla="*/ 5708935 w 6251734"/>
              <a:gd name="connsiteY1059" fmla="*/ 2253760 h 5808721"/>
              <a:gd name="connsiteX1060" fmla="*/ 5698749 w 6251734"/>
              <a:gd name="connsiteY1060" fmla="*/ 2259199 h 5808721"/>
              <a:gd name="connsiteX1061" fmla="*/ 5722156 w 6251734"/>
              <a:gd name="connsiteY1061" fmla="*/ 2304260 h 5808721"/>
              <a:gd name="connsiteX1062" fmla="*/ 5782152 w 6251734"/>
              <a:gd name="connsiteY1062" fmla="*/ 2345431 h 5808721"/>
              <a:gd name="connsiteX1063" fmla="*/ 5842148 w 6251734"/>
              <a:gd name="connsiteY1063" fmla="*/ 2304260 h 5808721"/>
              <a:gd name="connsiteX1064" fmla="*/ 5865804 w 6251734"/>
              <a:gd name="connsiteY1064" fmla="*/ 2258720 h 5808721"/>
              <a:gd name="connsiteX1065" fmla="*/ 5855368 w 6251734"/>
              <a:gd name="connsiteY1065" fmla="*/ 2253129 h 5808721"/>
              <a:gd name="connsiteX1066" fmla="*/ 5796551 w 6251734"/>
              <a:gd name="connsiteY1066" fmla="*/ 2213804 h 5808721"/>
              <a:gd name="connsiteX1067" fmla="*/ 5760901 w 6251734"/>
              <a:gd name="connsiteY1067" fmla="*/ 2151836 h 5808721"/>
              <a:gd name="connsiteX1068" fmla="*/ 5781715 w 6251734"/>
              <a:gd name="connsiteY1068" fmla="*/ 2169748 h 5808721"/>
              <a:gd name="connsiteX1069" fmla="*/ 5802358 w 6251734"/>
              <a:gd name="connsiteY1069" fmla="*/ 2151959 h 5808721"/>
              <a:gd name="connsiteX1070" fmla="*/ 5782152 w 6251734"/>
              <a:gd name="connsiteY1070" fmla="*/ 2153407 h 5808721"/>
              <a:gd name="connsiteX1071" fmla="*/ 5896549 w 6251734"/>
              <a:gd name="connsiteY1071" fmla="*/ 2145209 h 5808721"/>
              <a:gd name="connsiteX1072" fmla="*/ 5847314 w 6251734"/>
              <a:gd name="connsiteY1072" fmla="*/ 2148737 h 5808721"/>
              <a:gd name="connsiteX1073" fmla="*/ 5828117 w 6251734"/>
              <a:gd name="connsiteY1073" fmla="*/ 2166561 h 5808721"/>
              <a:gd name="connsiteX1074" fmla="*/ 5803118 w 6251734"/>
              <a:gd name="connsiteY1074" fmla="*/ 2186431 h 5808721"/>
              <a:gd name="connsiteX1075" fmla="*/ 5843581 w 6251734"/>
              <a:gd name="connsiteY1075" fmla="*/ 2213334 h 5808721"/>
              <a:gd name="connsiteX1076" fmla="*/ 5875307 w 6251734"/>
              <a:gd name="connsiteY1076" fmla="*/ 2230209 h 5808721"/>
              <a:gd name="connsiteX1077" fmla="*/ 5886604 w 6251734"/>
              <a:gd name="connsiteY1077" fmla="*/ 2194868 h 5808721"/>
              <a:gd name="connsiteX1078" fmla="*/ 5667701 w 6251734"/>
              <a:gd name="connsiteY1078" fmla="*/ 2144945 h 5808721"/>
              <a:gd name="connsiteX1079" fmla="*/ 5677700 w 6251734"/>
              <a:gd name="connsiteY1079" fmla="*/ 2194868 h 5808721"/>
              <a:gd name="connsiteX1080" fmla="*/ 5688842 w 6251734"/>
              <a:gd name="connsiteY1080" fmla="*/ 2229724 h 5808721"/>
              <a:gd name="connsiteX1081" fmla="*/ 5720722 w 6251734"/>
              <a:gd name="connsiteY1081" fmla="*/ 2212702 h 5808721"/>
              <a:gd name="connsiteX1082" fmla="*/ 5761232 w 6251734"/>
              <a:gd name="connsiteY1082" fmla="*/ 2185681 h 5808721"/>
              <a:gd name="connsiteX1083" fmla="*/ 5736186 w 6251734"/>
              <a:gd name="connsiteY1083" fmla="*/ 2165739 h 5808721"/>
              <a:gd name="connsiteX1084" fmla="*/ 5717789 w 6251734"/>
              <a:gd name="connsiteY1084" fmla="*/ 2148648 h 5808721"/>
              <a:gd name="connsiteX1085" fmla="*/ 6020742 w 6251734"/>
              <a:gd name="connsiteY1085" fmla="*/ 2124279 h 5808721"/>
              <a:gd name="connsiteX1086" fmla="*/ 5941024 w 6251734"/>
              <a:gd name="connsiteY1086" fmla="*/ 2142022 h 5808721"/>
              <a:gd name="connsiteX1087" fmla="*/ 5921776 w 6251734"/>
              <a:gd name="connsiteY1087" fmla="*/ 2143401 h 5808721"/>
              <a:gd name="connsiteX1088" fmla="*/ 5920303 w 6251734"/>
              <a:gd name="connsiteY1088" fmla="*/ 2163118 h 5808721"/>
              <a:gd name="connsiteX1089" fmla="*/ 5902447 w 6251734"/>
              <a:gd name="connsiteY1089" fmla="*/ 2242808 h 5808721"/>
              <a:gd name="connsiteX1090" fmla="*/ 5932987 w 6251734"/>
              <a:gd name="connsiteY1090" fmla="*/ 2254446 h 5808721"/>
              <a:gd name="connsiteX1091" fmla="*/ 6023897 w 6251734"/>
              <a:gd name="connsiteY1091" fmla="*/ 2245992 h 5808721"/>
              <a:gd name="connsiteX1092" fmla="*/ 6032350 w 6251734"/>
              <a:gd name="connsiteY1092" fmla="*/ 2154704 h 5808721"/>
              <a:gd name="connsiteX1093" fmla="*/ 5543504 w 6251734"/>
              <a:gd name="connsiteY1093" fmla="*/ 2123909 h 5808721"/>
              <a:gd name="connsiteX1094" fmla="*/ 5531953 w 6251734"/>
              <a:gd name="connsiteY1094" fmla="*/ 2154223 h 5808721"/>
              <a:gd name="connsiteX1095" fmla="*/ 5540407 w 6251734"/>
              <a:gd name="connsiteY1095" fmla="*/ 2245135 h 5808721"/>
              <a:gd name="connsiteX1096" fmla="*/ 5631317 w 6251734"/>
              <a:gd name="connsiteY1096" fmla="*/ 2253964 h 5808721"/>
              <a:gd name="connsiteX1097" fmla="*/ 5661749 w 6251734"/>
              <a:gd name="connsiteY1097" fmla="*/ 2242328 h 5808721"/>
              <a:gd name="connsiteX1098" fmla="*/ 5644001 w 6251734"/>
              <a:gd name="connsiteY1098" fmla="*/ 2163118 h 5808721"/>
              <a:gd name="connsiteX1099" fmla="*/ 5642504 w 6251734"/>
              <a:gd name="connsiteY1099" fmla="*/ 2143082 h 5808721"/>
              <a:gd name="connsiteX1100" fmla="*/ 5623279 w 6251734"/>
              <a:gd name="connsiteY1100" fmla="*/ 2141660 h 5808721"/>
              <a:gd name="connsiteX1101" fmla="*/ 5901217 w 6251734"/>
              <a:gd name="connsiteY1101" fmla="*/ 2096788 h 5808721"/>
              <a:gd name="connsiteX1102" fmla="*/ 5888451 w 6251734"/>
              <a:gd name="connsiteY1102" fmla="*/ 2110545 h 5808721"/>
              <a:gd name="connsiteX1103" fmla="*/ 5875630 w 6251734"/>
              <a:gd name="connsiteY1103" fmla="*/ 2122448 h 5808721"/>
              <a:gd name="connsiteX1104" fmla="*/ 5899439 w 6251734"/>
              <a:gd name="connsiteY1104" fmla="*/ 2120676 h 5808721"/>
              <a:gd name="connsiteX1105" fmla="*/ 5663018 w 6251734"/>
              <a:gd name="connsiteY1105" fmla="*/ 2095865 h 5808721"/>
              <a:gd name="connsiteX1106" fmla="*/ 5664871 w 6251734"/>
              <a:gd name="connsiteY1106" fmla="*/ 2120759 h 5808721"/>
              <a:gd name="connsiteX1107" fmla="*/ 5689742 w 6251734"/>
              <a:gd name="connsiteY1107" fmla="*/ 2122592 h 5808721"/>
              <a:gd name="connsiteX1108" fmla="*/ 5675852 w 6251734"/>
              <a:gd name="connsiteY1108" fmla="*/ 2109688 h 5808721"/>
              <a:gd name="connsiteX1109" fmla="*/ 5964361 w 6251734"/>
              <a:gd name="connsiteY1109" fmla="*/ 2025112 h 5808721"/>
              <a:gd name="connsiteX1110" fmla="*/ 5944467 w 6251734"/>
              <a:gd name="connsiteY1110" fmla="*/ 2050176 h 5808721"/>
              <a:gd name="connsiteX1111" fmla="*/ 5927363 w 6251734"/>
              <a:gd name="connsiteY1111" fmla="*/ 2068609 h 5808721"/>
              <a:gd name="connsiteX1112" fmla="*/ 5923685 w 6251734"/>
              <a:gd name="connsiteY1112" fmla="*/ 2117844 h 5808721"/>
              <a:gd name="connsiteX1113" fmla="*/ 5973632 w 6251734"/>
              <a:gd name="connsiteY1113" fmla="*/ 2107841 h 5808721"/>
              <a:gd name="connsiteX1114" fmla="*/ 6007981 w 6251734"/>
              <a:gd name="connsiteY1114" fmla="*/ 2096861 h 5808721"/>
              <a:gd name="connsiteX1115" fmla="*/ 5991239 w 6251734"/>
              <a:gd name="connsiteY1115" fmla="*/ 2065450 h 5808721"/>
              <a:gd name="connsiteX1116" fmla="*/ 5599967 w 6251734"/>
              <a:gd name="connsiteY1116" fmla="*/ 2024356 h 5808721"/>
              <a:gd name="connsiteX1117" fmla="*/ 5573064 w 6251734"/>
              <a:gd name="connsiteY1117" fmla="*/ 2064817 h 5808721"/>
              <a:gd name="connsiteX1118" fmla="*/ 5555981 w 6251734"/>
              <a:gd name="connsiteY1118" fmla="*/ 2096936 h 5808721"/>
              <a:gd name="connsiteX1119" fmla="*/ 5591049 w 6251734"/>
              <a:gd name="connsiteY1119" fmla="*/ 2108067 h 5808721"/>
              <a:gd name="connsiteX1120" fmla="*/ 5640623 w 6251734"/>
              <a:gd name="connsiteY1120" fmla="*/ 2117908 h 5808721"/>
              <a:gd name="connsiteX1121" fmla="*/ 5636873 w 6251734"/>
              <a:gd name="connsiteY1121" fmla="*/ 2067704 h 5808721"/>
              <a:gd name="connsiteX1122" fmla="*/ 5619836 w 6251734"/>
              <a:gd name="connsiteY1122" fmla="*/ 2049354 h 5808721"/>
              <a:gd name="connsiteX1123" fmla="*/ 5930674 w 6251734"/>
              <a:gd name="connsiteY1123" fmla="*/ 1983998 h 5808721"/>
              <a:gd name="connsiteX1124" fmla="*/ 5932171 w 6251734"/>
              <a:gd name="connsiteY1124" fmla="*/ 2004246 h 5808721"/>
              <a:gd name="connsiteX1125" fmla="*/ 5930734 w 6251734"/>
              <a:gd name="connsiteY1125" fmla="*/ 2023487 h 5808721"/>
              <a:gd name="connsiteX1126" fmla="*/ 5947705 w 6251734"/>
              <a:gd name="connsiteY1126" fmla="*/ 2003765 h 5808721"/>
              <a:gd name="connsiteX1127" fmla="*/ 5633693 w 6251734"/>
              <a:gd name="connsiteY1127" fmla="*/ 1983147 h 5808721"/>
              <a:gd name="connsiteX1128" fmla="*/ 5615905 w 6251734"/>
              <a:gd name="connsiteY1128" fmla="*/ 2003818 h 5808721"/>
              <a:gd name="connsiteX1129" fmla="*/ 5633640 w 6251734"/>
              <a:gd name="connsiteY1129" fmla="*/ 2024428 h 5808721"/>
              <a:gd name="connsiteX1130" fmla="*/ 5632133 w 6251734"/>
              <a:gd name="connsiteY1130" fmla="*/ 2004246 h 5808721"/>
              <a:gd name="connsiteX1131" fmla="*/ 5783009 w 6251734"/>
              <a:gd name="connsiteY1131" fmla="*/ 1940810 h 5808721"/>
              <a:gd name="connsiteX1132" fmla="*/ 5845588 w 6251734"/>
              <a:gd name="connsiteY1132" fmla="*/ 2003389 h 5808721"/>
              <a:gd name="connsiteX1133" fmla="*/ 5783009 w 6251734"/>
              <a:gd name="connsiteY1133" fmla="*/ 2065968 h 5808721"/>
              <a:gd name="connsiteX1134" fmla="*/ 5720429 w 6251734"/>
              <a:gd name="connsiteY1134" fmla="*/ 2003389 h 5808721"/>
              <a:gd name="connsiteX1135" fmla="*/ 5783009 w 6251734"/>
              <a:gd name="connsiteY1135" fmla="*/ 1940810 h 5808721"/>
              <a:gd name="connsiteX1136" fmla="*/ 6037483 w 6251734"/>
              <a:gd name="connsiteY1136" fmla="*/ 1919889 h 5808721"/>
              <a:gd name="connsiteX1137" fmla="*/ 6031666 w 6251734"/>
              <a:gd name="connsiteY1137" fmla="*/ 1930805 h 5808721"/>
              <a:gd name="connsiteX1138" fmla="*/ 5992446 w 6251734"/>
              <a:gd name="connsiteY1138" fmla="*/ 1989726 h 5808721"/>
              <a:gd name="connsiteX1139" fmla="*/ 5981262 w 6251734"/>
              <a:gd name="connsiteY1139" fmla="*/ 2003818 h 5808721"/>
              <a:gd name="connsiteX1140" fmla="*/ 5992446 w 6251734"/>
              <a:gd name="connsiteY1140" fmla="*/ 2017909 h 5808721"/>
              <a:gd name="connsiteX1141" fmla="*/ 6031666 w 6251734"/>
              <a:gd name="connsiteY1141" fmla="*/ 2076831 h 5808721"/>
              <a:gd name="connsiteX1142" fmla="*/ 6037189 w 6251734"/>
              <a:gd name="connsiteY1142" fmla="*/ 2087193 h 5808721"/>
              <a:gd name="connsiteX1143" fmla="*/ 6083022 w 6251734"/>
              <a:gd name="connsiteY1143" fmla="*/ 2063384 h 5808721"/>
              <a:gd name="connsiteX1144" fmla="*/ 6124194 w 6251734"/>
              <a:gd name="connsiteY1144" fmla="*/ 2003388 h 5808721"/>
              <a:gd name="connsiteX1145" fmla="*/ 6082849 w 6251734"/>
              <a:gd name="connsiteY1145" fmla="*/ 1943392 h 5808721"/>
              <a:gd name="connsiteX1146" fmla="*/ 5527012 w 6251734"/>
              <a:gd name="connsiteY1146" fmla="*/ 1919637 h 5808721"/>
              <a:gd name="connsiteX1147" fmla="*/ 5481281 w 6251734"/>
              <a:gd name="connsiteY1147" fmla="*/ 1943393 h 5808721"/>
              <a:gd name="connsiteX1148" fmla="*/ 5440109 w 6251734"/>
              <a:gd name="connsiteY1148" fmla="*/ 2003388 h 5808721"/>
              <a:gd name="connsiteX1149" fmla="*/ 5481454 w 6251734"/>
              <a:gd name="connsiteY1149" fmla="*/ 2063765 h 5808721"/>
              <a:gd name="connsiteX1150" fmla="*/ 5527292 w 6251734"/>
              <a:gd name="connsiteY1150" fmla="*/ 2087474 h 5808721"/>
              <a:gd name="connsiteX1151" fmla="*/ 5532638 w 6251734"/>
              <a:gd name="connsiteY1151" fmla="*/ 2077462 h 5808721"/>
              <a:gd name="connsiteX1152" fmla="*/ 5571857 w 6251734"/>
              <a:gd name="connsiteY1152" fmla="*/ 2018645 h 5808721"/>
              <a:gd name="connsiteX1153" fmla="*/ 5583642 w 6251734"/>
              <a:gd name="connsiteY1153" fmla="*/ 2003818 h 5808721"/>
              <a:gd name="connsiteX1154" fmla="*/ 5571857 w 6251734"/>
              <a:gd name="connsiteY1154" fmla="*/ 1988990 h 5808721"/>
              <a:gd name="connsiteX1155" fmla="*/ 5532638 w 6251734"/>
              <a:gd name="connsiteY1155" fmla="*/ 1930175 h 5808721"/>
              <a:gd name="connsiteX1156" fmla="*/ 5923650 w 6251734"/>
              <a:gd name="connsiteY1156" fmla="*/ 1888999 h 5808721"/>
              <a:gd name="connsiteX1157" fmla="*/ 5927348 w 6251734"/>
              <a:gd name="connsiteY1157" fmla="*/ 1939009 h 5808721"/>
              <a:gd name="connsiteX1158" fmla="*/ 5944467 w 6251734"/>
              <a:gd name="connsiteY1158" fmla="*/ 1957460 h 5808721"/>
              <a:gd name="connsiteX1159" fmla="*/ 5964311 w 6251734"/>
              <a:gd name="connsiteY1159" fmla="*/ 1982460 h 5808721"/>
              <a:gd name="connsiteX1160" fmla="*/ 5991239 w 6251734"/>
              <a:gd name="connsiteY1160" fmla="*/ 1941959 h 5808721"/>
              <a:gd name="connsiteX1161" fmla="*/ 6008190 w 6251734"/>
              <a:gd name="connsiteY1161" fmla="*/ 1910091 h 5808721"/>
              <a:gd name="connsiteX1162" fmla="*/ 5973255 w 6251734"/>
              <a:gd name="connsiteY1162" fmla="*/ 1898937 h 5808721"/>
              <a:gd name="connsiteX1163" fmla="*/ 5640660 w 6251734"/>
              <a:gd name="connsiteY1163" fmla="*/ 1888926 h 5808721"/>
              <a:gd name="connsiteX1164" fmla="*/ 5590672 w 6251734"/>
              <a:gd name="connsiteY1164" fmla="*/ 1898937 h 5808721"/>
              <a:gd name="connsiteX1165" fmla="*/ 5555674 w 6251734"/>
              <a:gd name="connsiteY1165" fmla="*/ 1910123 h 5808721"/>
              <a:gd name="connsiteX1166" fmla="*/ 5573064 w 6251734"/>
              <a:gd name="connsiteY1166" fmla="*/ 1942817 h 5808721"/>
              <a:gd name="connsiteX1167" fmla="*/ 5599967 w 6251734"/>
              <a:gd name="connsiteY1167" fmla="*/ 1983279 h 5808721"/>
              <a:gd name="connsiteX1168" fmla="*/ 5619836 w 6251734"/>
              <a:gd name="connsiteY1168" fmla="*/ 1958282 h 5808721"/>
              <a:gd name="connsiteX1169" fmla="*/ 5636890 w 6251734"/>
              <a:gd name="connsiteY1169" fmla="*/ 1939913 h 5808721"/>
              <a:gd name="connsiteX1170" fmla="*/ 5874649 w 6251734"/>
              <a:gd name="connsiteY1170" fmla="*/ 1884276 h 5808721"/>
              <a:gd name="connsiteX1171" fmla="*/ 5888451 w 6251734"/>
              <a:gd name="connsiteY1171" fmla="*/ 1897089 h 5808721"/>
              <a:gd name="connsiteX1172" fmla="*/ 5901285 w 6251734"/>
              <a:gd name="connsiteY1172" fmla="*/ 1910921 h 5808721"/>
              <a:gd name="connsiteX1173" fmla="*/ 5899440 w 6251734"/>
              <a:gd name="connsiteY1173" fmla="*/ 1886125 h 5808721"/>
              <a:gd name="connsiteX1174" fmla="*/ 5691290 w 6251734"/>
              <a:gd name="connsiteY1174" fmla="*/ 1884137 h 5808721"/>
              <a:gd name="connsiteX1175" fmla="*/ 5664888 w 6251734"/>
              <a:gd name="connsiteY1175" fmla="*/ 1886102 h 5808721"/>
              <a:gd name="connsiteX1176" fmla="*/ 5662969 w 6251734"/>
              <a:gd name="connsiteY1176" fmla="*/ 1911824 h 5808721"/>
              <a:gd name="connsiteX1177" fmla="*/ 5675852 w 6251734"/>
              <a:gd name="connsiteY1177" fmla="*/ 1897947 h 5808721"/>
              <a:gd name="connsiteX1178" fmla="*/ 5782152 w 6251734"/>
              <a:gd name="connsiteY1178" fmla="*/ 1877374 h 5808721"/>
              <a:gd name="connsiteX1179" fmla="*/ 5729852 w 6251734"/>
              <a:gd name="connsiteY1179" fmla="*/ 1881266 h 5808721"/>
              <a:gd name="connsiteX1180" fmla="*/ 5692997 w 6251734"/>
              <a:gd name="connsiteY1180" fmla="*/ 1914234 h 5808721"/>
              <a:gd name="connsiteX1181" fmla="*/ 5659921 w 6251734"/>
              <a:gd name="connsiteY1181" fmla="*/ 1952671 h 5808721"/>
              <a:gd name="connsiteX1182" fmla="*/ 5656136 w 6251734"/>
              <a:gd name="connsiteY1182" fmla="*/ 2003388 h 5808721"/>
              <a:gd name="connsiteX1183" fmla="*/ 5659980 w 6251734"/>
              <a:gd name="connsiteY1183" fmla="*/ 2055033 h 5808721"/>
              <a:gd name="connsiteX1184" fmla="*/ 5692997 w 6251734"/>
              <a:gd name="connsiteY1184" fmla="*/ 2093401 h 5808721"/>
              <a:gd name="connsiteX1185" fmla="*/ 5730401 w 6251734"/>
              <a:gd name="connsiteY1185" fmla="*/ 2125589 h 5808721"/>
              <a:gd name="connsiteX1186" fmla="*/ 5782152 w 6251734"/>
              <a:gd name="connsiteY1186" fmla="*/ 2129404 h 5808721"/>
              <a:gd name="connsiteX1187" fmla="*/ 5832915 w 6251734"/>
              <a:gd name="connsiteY1187" fmla="*/ 2125626 h 5808721"/>
              <a:gd name="connsiteX1188" fmla="*/ 5871306 w 6251734"/>
              <a:gd name="connsiteY1188" fmla="*/ 2092543 h 5808721"/>
              <a:gd name="connsiteX1189" fmla="*/ 5904394 w 6251734"/>
              <a:gd name="connsiteY1189" fmla="*/ 2054095 h 5808721"/>
              <a:gd name="connsiteX1190" fmla="*/ 5908167 w 6251734"/>
              <a:gd name="connsiteY1190" fmla="*/ 2003388 h 5808721"/>
              <a:gd name="connsiteX1191" fmla="*/ 5904460 w 6251734"/>
              <a:gd name="connsiteY1191" fmla="*/ 1953572 h 5808721"/>
              <a:gd name="connsiteX1192" fmla="*/ 5871306 w 6251734"/>
              <a:gd name="connsiteY1192" fmla="*/ 1915093 h 5808721"/>
              <a:gd name="connsiteX1193" fmla="*/ 5831778 w 6251734"/>
              <a:gd name="connsiteY1193" fmla="*/ 1881078 h 5808721"/>
              <a:gd name="connsiteX1194" fmla="*/ 5781317 w 6251734"/>
              <a:gd name="connsiteY1194" fmla="*/ 1837652 h 5808721"/>
              <a:gd name="connsiteX1195" fmla="*/ 5768933 w 6251734"/>
              <a:gd name="connsiteY1195" fmla="*/ 1846306 h 5808721"/>
              <a:gd name="connsiteX1196" fmla="*/ 5759134 w 6251734"/>
              <a:gd name="connsiteY1196" fmla="*/ 1855072 h 5808721"/>
              <a:gd name="connsiteX1197" fmla="*/ 5782152 w 6251734"/>
              <a:gd name="connsiteY1197" fmla="*/ 1853370 h 5808721"/>
              <a:gd name="connsiteX1198" fmla="*/ 5801220 w 6251734"/>
              <a:gd name="connsiteY1198" fmla="*/ 1854779 h 5808721"/>
              <a:gd name="connsiteX1199" fmla="*/ 5875814 w 6251734"/>
              <a:gd name="connsiteY1199" fmla="*/ 1778152 h 5808721"/>
              <a:gd name="connsiteX1200" fmla="*/ 5843355 w 6251734"/>
              <a:gd name="connsiteY1200" fmla="*/ 1794301 h 5808721"/>
              <a:gd name="connsiteX1201" fmla="*/ 5803931 w 6251734"/>
              <a:gd name="connsiteY1201" fmla="*/ 1821851 h 5808721"/>
              <a:gd name="connsiteX1202" fmla="*/ 5828117 w 6251734"/>
              <a:gd name="connsiteY1202" fmla="*/ 1841074 h 5808721"/>
              <a:gd name="connsiteX1203" fmla="*/ 5846484 w 6251734"/>
              <a:gd name="connsiteY1203" fmla="*/ 1858127 h 5808721"/>
              <a:gd name="connsiteX1204" fmla="*/ 5896602 w 6251734"/>
              <a:gd name="connsiteY1204" fmla="*/ 1861833 h 5808721"/>
              <a:gd name="connsiteX1205" fmla="*/ 5886604 w 6251734"/>
              <a:gd name="connsiteY1205" fmla="*/ 1811909 h 5808721"/>
              <a:gd name="connsiteX1206" fmla="*/ 5688619 w 6251734"/>
              <a:gd name="connsiteY1206" fmla="*/ 1778083 h 5808721"/>
              <a:gd name="connsiteX1207" fmla="*/ 5677700 w 6251734"/>
              <a:gd name="connsiteY1207" fmla="*/ 1812285 h 5808721"/>
              <a:gd name="connsiteX1208" fmla="*/ 5667775 w 6251734"/>
              <a:gd name="connsiteY1208" fmla="*/ 1861826 h 5808721"/>
              <a:gd name="connsiteX1209" fmla="*/ 5720592 w 6251734"/>
              <a:gd name="connsiteY1209" fmla="*/ 1857921 h 5808721"/>
              <a:gd name="connsiteX1210" fmla="*/ 5760892 w 6251734"/>
              <a:gd name="connsiteY1210" fmla="*/ 1821868 h 5808721"/>
              <a:gd name="connsiteX1211" fmla="*/ 5720722 w 6251734"/>
              <a:gd name="connsiteY1211" fmla="*/ 1795160 h 5808721"/>
              <a:gd name="connsiteX1212" fmla="*/ 1448754 w 6251734"/>
              <a:gd name="connsiteY1212" fmla="*/ 1765931 h 5808721"/>
              <a:gd name="connsiteX1213" fmla="*/ 1666496 w 6251734"/>
              <a:gd name="connsiteY1213" fmla="*/ 1868802 h 5808721"/>
              <a:gd name="connsiteX1214" fmla="*/ 1884238 w 6251734"/>
              <a:gd name="connsiteY1214" fmla="*/ 1765931 h 5808721"/>
              <a:gd name="connsiteX1215" fmla="*/ 1884238 w 6251734"/>
              <a:gd name="connsiteY1215" fmla="*/ 2016249 h 5808721"/>
              <a:gd name="connsiteX1216" fmla="*/ 1672497 w 6251734"/>
              <a:gd name="connsiteY1216" fmla="*/ 2089973 h 5808721"/>
              <a:gd name="connsiteX1217" fmla="*/ 1666496 w 6251734"/>
              <a:gd name="connsiteY1217" fmla="*/ 2089973 h 5808721"/>
              <a:gd name="connsiteX1218" fmla="*/ 1660495 w 6251734"/>
              <a:gd name="connsiteY1218" fmla="*/ 2089973 h 5808721"/>
              <a:gd name="connsiteX1219" fmla="*/ 1448754 w 6251734"/>
              <a:gd name="connsiteY1219" fmla="*/ 2016249 h 5808721"/>
              <a:gd name="connsiteX1220" fmla="*/ 5593918 w 6251734"/>
              <a:gd name="connsiteY1220" fmla="*/ 1746924 h 5808721"/>
              <a:gd name="connsiteX1221" fmla="*/ 5540407 w 6251734"/>
              <a:gd name="connsiteY1221" fmla="*/ 1762502 h 5808721"/>
              <a:gd name="connsiteX1222" fmla="*/ 5531953 w 6251734"/>
              <a:gd name="connsiteY1222" fmla="*/ 1853413 h 5808721"/>
              <a:gd name="connsiteX1223" fmla="*/ 5543203 w 6251734"/>
              <a:gd name="connsiteY1223" fmla="*/ 1882935 h 5808721"/>
              <a:gd name="connsiteX1224" fmla="*/ 5623279 w 6251734"/>
              <a:gd name="connsiteY1224" fmla="*/ 1865117 h 5808721"/>
              <a:gd name="connsiteX1225" fmla="*/ 5642525 w 6251734"/>
              <a:gd name="connsiteY1225" fmla="*/ 1863694 h 5808721"/>
              <a:gd name="connsiteX1226" fmla="*/ 5643880 w 6251734"/>
              <a:gd name="connsiteY1226" fmla="*/ 1845375 h 5808721"/>
              <a:gd name="connsiteX1227" fmla="*/ 5661631 w 6251734"/>
              <a:gd name="connsiteY1227" fmla="*/ 1765599 h 5808721"/>
              <a:gd name="connsiteX1228" fmla="*/ 5631317 w 6251734"/>
              <a:gd name="connsiteY1228" fmla="*/ 1754048 h 5808721"/>
              <a:gd name="connsiteX1229" fmla="*/ 5593918 w 6251734"/>
              <a:gd name="connsiteY1229" fmla="*/ 1746924 h 5808721"/>
              <a:gd name="connsiteX1230" fmla="*/ 5970024 w 6251734"/>
              <a:gd name="connsiteY1230" fmla="*/ 1746066 h 5808721"/>
              <a:gd name="connsiteX1231" fmla="*/ 5911854 w 6251734"/>
              <a:gd name="connsiteY1231" fmla="*/ 1760221 h 5808721"/>
              <a:gd name="connsiteX1232" fmla="*/ 5902511 w 6251734"/>
              <a:gd name="connsiteY1232" fmla="*/ 1764870 h 5808721"/>
              <a:gd name="connsiteX1233" fmla="*/ 5920424 w 6251734"/>
              <a:gd name="connsiteY1233" fmla="*/ 1845375 h 5808721"/>
              <a:gd name="connsiteX1234" fmla="*/ 5921779 w 6251734"/>
              <a:gd name="connsiteY1234" fmla="*/ 1863694 h 5808721"/>
              <a:gd name="connsiteX1235" fmla="*/ 5941024 w 6251734"/>
              <a:gd name="connsiteY1235" fmla="*/ 1865117 h 5808721"/>
              <a:gd name="connsiteX1236" fmla="*/ 6020799 w 6251734"/>
              <a:gd name="connsiteY1236" fmla="*/ 1882868 h 5808721"/>
              <a:gd name="connsiteX1237" fmla="*/ 6032350 w 6251734"/>
              <a:gd name="connsiteY1237" fmla="*/ 1852555 h 5808721"/>
              <a:gd name="connsiteX1238" fmla="*/ 6023897 w 6251734"/>
              <a:gd name="connsiteY1238" fmla="*/ 1761646 h 5808721"/>
              <a:gd name="connsiteX1239" fmla="*/ 5970024 w 6251734"/>
              <a:gd name="connsiteY1239" fmla="*/ 1746066 h 5808721"/>
              <a:gd name="connsiteX1240" fmla="*/ 289975 w 6251734"/>
              <a:gd name="connsiteY1240" fmla="*/ 1703570 h 5808721"/>
              <a:gd name="connsiteX1241" fmla="*/ 249460 w 6251734"/>
              <a:gd name="connsiteY1241" fmla="*/ 1738503 h 5808721"/>
              <a:gd name="connsiteX1242" fmla="*/ 283964 w 6251734"/>
              <a:gd name="connsiteY1242" fmla="*/ 1707642 h 5808721"/>
              <a:gd name="connsiteX1243" fmla="*/ 4368605 w 6251734"/>
              <a:gd name="connsiteY1243" fmla="*/ 1696916 h 5808721"/>
              <a:gd name="connsiteX1244" fmla="*/ 4478277 w 6251734"/>
              <a:gd name="connsiteY1244" fmla="*/ 1734211 h 5808721"/>
              <a:gd name="connsiteX1245" fmla="*/ 4710592 w 6251734"/>
              <a:gd name="connsiteY1245" fmla="*/ 1734211 h 5808721"/>
              <a:gd name="connsiteX1246" fmla="*/ 4710592 w 6251734"/>
              <a:gd name="connsiteY1246" fmla="*/ 2074541 h 5808721"/>
              <a:gd name="connsiteX1247" fmla="*/ 4473133 w 6251734"/>
              <a:gd name="connsiteY1247" fmla="*/ 2076255 h 5808721"/>
              <a:gd name="connsiteX1248" fmla="*/ 4245961 w 6251734"/>
              <a:gd name="connsiteY1248" fmla="*/ 2072826 h 5808721"/>
              <a:gd name="connsiteX1249" fmla="*/ 4245961 w 6251734"/>
              <a:gd name="connsiteY1249" fmla="*/ 1734211 h 5808721"/>
              <a:gd name="connsiteX1250" fmla="*/ 4368605 w 6251734"/>
              <a:gd name="connsiteY1250" fmla="*/ 1696916 h 5808721"/>
              <a:gd name="connsiteX1251" fmla="*/ 5782152 w 6251734"/>
              <a:gd name="connsiteY1251" fmla="*/ 1661348 h 5808721"/>
              <a:gd name="connsiteX1252" fmla="*/ 5722156 w 6251734"/>
              <a:gd name="connsiteY1252" fmla="*/ 1702693 h 5808721"/>
              <a:gd name="connsiteX1253" fmla="*/ 5698519 w 6251734"/>
              <a:gd name="connsiteY1253" fmla="*/ 1748314 h 5808721"/>
              <a:gd name="connsiteX1254" fmla="*/ 5708935 w 6251734"/>
              <a:gd name="connsiteY1254" fmla="*/ 1753875 h 5808721"/>
              <a:gd name="connsiteX1255" fmla="*/ 5767753 w 6251734"/>
              <a:gd name="connsiteY1255" fmla="*/ 1793094 h 5808721"/>
              <a:gd name="connsiteX1256" fmla="*/ 5783057 w 6251734"/>
              <a:gd name="connsiteY1256" fmla="*/ 1805259 h 5808721"/>
              <a:gd name="connsiteX1257" fmla="*/ 5855594 w 6251734"/>
              <a:gd name="connsiteY1257" fmla="*/ 1754507 h 5808721"/>
              <a:gd name="connsiteX1258" fmla="*/ 5866361 w 6251734"/>
              <a:gd name="connsiteY1258" fmla="*/ 1749129 h 5808721"/>
              <a:gd name="connsiteX1259" fmla="*/ 5842148 w 6251734"/>
              <a:gd name="connsiteY1259" fmla="*/ 1702521 h 5808721"/>
              <a:gd name="connsiteX1260" fmla="*/ 5782152 w 6251734"/>
              <a:gd name="connsiteY1260" fmla="*/ 1661348 h 5808721"/>
              <a:gd name="connsiteX1261" fmla="*/ 592360 w 6251734"/>
              <a:gd name="connsiteY1261" fmla="*/ 1640776 h 5808721"/>
              <a:gd name="connsiteX1262" fmla="*/ 599890 w 6251734"/>
              <a:gd name="connsiteY1262" fmla="*/ 1643860 h 5808721"/>
              <a:gd name="connsiteX1263" fmla="*/ 615617 w 6251734"/>
              <a:gd name="connsiteY1263" fmla="*/ 1651278 h 5808721"/>
              <a:gd name="connsiteX1264" fmla="*/ 493776 w 6251734"/>
              <a:gd name="connsiteY1264" fmla="*/ 1630488 h 5808721"/>
              <a:gd name="connsiteX1265" fmla="*/ 498063 w 6251734"/>
              <a:gd name="connsiteY1265" fmla="*/ 1633917 h 5808721"/>
              <a:gd name="connsiteX1266" fmla="*/ 493776 w 6251734"/>
              <a:gd name="connsiteY1266" fmla="*/ 1640776 h 5808721"/>
              <a:gd name="connsiteX1267" fmla="*/ 497205 w 6251734"/>
              <a:gd name="connsiteY1267" fmla="*/ 1641634 h 5808721"/>
              <a:gd name="connsiteX1268" fmla="*/ 510921 w 6251734"/>
              <a:gd name="connsiteY1268" fmla="*/ 1651062 h 5808721"/>
              <a:gd name="connsiteX1269" fmla="*/ 492919 w 6251734"/>
              <a:gd name="connsiteY1269" fmla="*/ 1655350 h 5808721"/>
              <a:gd name="connsiteX1270" fmla="*/ 471488 w 6251734"/>
              <a:gd name="connsiteY1270" fmla="*/ 1649348 h 5808721"/>
              <a:gd name="connsiteX1271" fmla="*/ 451771 w 6251734"/>
              <a:gd name="connsiteY1271" fmla="*/ 1667351 h 5808721"/>
              <a:gd name="connsiteX1272" fmla="*/ 440627 w 6251734"/>
              <a:gd name="connsiteY1272" fmla="*/ 1683638 h 5808721"/>
              <a:gd name="connsiteX1273" fmla="*/ 450914 w 6251734"/>
              <a:gd name="connsiteY1273" fmla="*/ 1689640 h 5808721"/>
              <a:gd name="connsiteX1274" fmla="*/ 460344 w 6251734"/>
              <a:gd name="connsiteY1274" fmla="*/ 1690497 h 5808721"/>
              <a:gd name="connsiteX1275" fmla="*/ 484347 w 6251734"/>
              <a:gd name="connsiteY1275" fmla="*/ 1686210 h 5808721"/>
              <a:gd name="connsiteX1276" fmla="*/ 490347 w 6251734"/>
              <a:gd name="connsiteY1276" fmla="*/ 1700784 h 5808721"/>
              <a:gd name="connsiteX1277" fmla="*/ 512636 w 6251734"/>
              <a:gd name="connsiteY1277" fmla="*/ 1711927 h 5808721"/>
              <a:gd name="connsiteX1278" fmla="*/ 525495 w 6251734"/>
              <a:gd name="connsiteY1278" fmla="*/ 1726501 h 5808721"/>
              <a:gd name="connsiteX1279" fmla="*/ 510064 w 6251734"/>
              <a:gd name="connsiteY1279" fmla="*/ 1736787 h 5808721"/>
              <a:gd name="connsiteX1280" fmla="*/ 494634 w 6251734"/>
              <a:gd name="connsiteY1280" fmla="*/ 1747070 h 5808721"/>
              <a:gd name="connsiteX1281" fmla="*/ 500634 w 6251734"/>
              <a:gd name="connsiteY1281" fmla="*/ 1756500 h 5808721"/>
              <a:gd name="connsiteX1282" fmla="*/ 516922 w 6251734"/>
              <a:gd name="connsiteY1282" fmla="*/ 1753071 h 5808721"/>
              <a:gd name="connsiteX1283" fmla="*/ 523780 w 6251734"/>
              <a:gd name="connsiteY1283" fmla="*/ 1751357 h 5808721"/>
              <a:gd name="connsiteX1284" fmla="*/ 542640 w 6251734"/>
              <a:gd name="connsiteY1284" fmla="*/ 1747928 h 5808721"/>
              <a:gd name="connsiteX1285" fmla="*/ 545211 w 6251734"/>
              <a:gd name="connsiteY1285" fmla="*/ 1745356 h 5808721"/>
              <a:gd name="connsiteX1286" fmla="*/ 555498 w 6251734"/>
              <a:gd name="connsiteY1286" fmla="*/ 1741075 h 5808721"/>
              <a:gd name="connsiteX1287" fmla="*/ 588931 w 6251734"/>
              <a:gd name="connsiteY1287" fmla="*/ 1744499 h 5808721"/>
              <a:gd name="connsiteX1288" fmla="*/ 600933 w 6251734"/>
              <a:gd name="connsiteY1288" fmla="*/ 1755643 h 5808721"/>
              <a:gd name="connsiteX1289" fmla="*/ 605219 w 6251734"/>
              <a:gd name="connsiteY1289" fmla="*/ 1752214 h 5808721"/>
              <a:gd name="connsiteX1290" fmla="*/ 609505 w 6251734"/>
              <a:gd name="connsiteY1290" fmla="*/ 1735930 h 5808721"/>
              <a:gd name="connsiteX1291" fmla="*/ 619792 w 6251734"/>
              <a:gd name="connsiteY1291" fmla="*/ 1739360 h 5808721"/>
              <a:gd name="connsiteX1292" fmla="*/ 643795 w 6251734"/>
              <a:gd name="connsiteY1292" fmla="*/ 1724786 h 5808721"/>
              <a:gd name="connsiteX1293" fmla="*/ 656654 w 6251734"/>
              <a:gd name="connsiteY1293" fmla="*/ 1733358 h 5808721"/>
              <a:gd name="connsiteX1294" fmla="*/ 651510 w 6251734"/>
              <a:gd name="connsiteY1294" fmla="*/ 1747928 h 5808721"/>
              <a:gd name="connsiteX1295" fmla="*/ 639509 w 6251734"/>
              <a:gd name="connsiteY1295" fmla="*/ 1742789 h 5808721"/>
              <a:gd name="connsiteX1296" fmla="*/ 623221 w 6251734"/>
              <a:gd name="connsiteY1296" fmla="*/ 1756500 h 5808721"/>
              <a:gd name="connsiteX1297" fmla="*/ 625793 w 6251734"/>
              <a:gd name="connsiteY1297" fmla="*/ 1763359 h 5808721"/>
              <a:gd name="connsiteX1298" fmla="*/ 642081 w 6251734"/>
              <a:gd name="connsiteY1298" fmla="*/ 1763359 h 5808721"/>
              <a:gd name="connsiteX1299" fmla="*/ 656654 w 6251734"/>
              <a:gd name="connsiteY1299" fmla="*/ 1767644 h 5808721"/>
              <a:gd name="connsiteX1300" fmla="*/ 658369 w 6251734"/>
              <a:gd name="connsiteY1300" fmla="*/ 1773647 h 5808721"/>
              <a:gd name="connsiteX1301" fmla="*/ 672085 w 6251734"/>
              <a:gd name="connsiteY1301" fmla="*/ 1778790 h 5808721"/>
              <a:gd name="connsiteX1302" fmla="*/ 672085 w 6251734"/>
              <a:gd name="connsiteY1302" fmla="*/ 1788218 h 5808721"/>
              <a:gd name="connsiteX1303" fmla="*/ 666085 w 6251734"/>
              <a:gd name="connsiteY1303" fmla="*/ 1786504 h 5808721"/>
              <a:gd name="connsiteX1304" fmla="*/ 654082 w 6251734"/>
              <a:gd name="connsiteY1304" fmla="*/ 1789076 h 5808721"/>
              <a:gd name="connsiteX1305" fmla="*/ 642081 w 6251734"/>
              <a:gd name="connsiteY1305" fmla="*/ 1791647 h 5808721"/>
              <a:gd name="connsiteX1306" fmla="*/ 618935 w 6251734"/>
              <a:gd name="connsiteY1306" fmla="*/ 1788218 h 5808721"/>
              <a:gd name="connsiteX1307" fmla="*/ 608648 w 6251734"/>
              <a:gd name="connsiteY1307" fmla="*/ 1798505 h 5808721"/>
              <a:gd name="connsiteX1308" fmla="*/ 601790 w 6251734"/>
              <a:gd name="connsiteY1308" fmla="*/ 1798505 h 5808721"/>
              <a:gd name="connsiteX1309" fmla="*/ 588074 w 6251734"/>
              <a:gd name="connsiteY1309" fmla="*/ 1793363 h 5808721"/>
              <a:gd name="connsiteX1310" fmla="*/ 576072 w 6251734"/>
              <a:gd name="connsiteY1310" fmla="*/ 1789076 h 5808721"/>
              <a:gd name="connsiteX1311" fmla="*/ 566643 w 6251734"/>
              <a:gd name="connsiteY1311" fmla="*/ 1788218 h 5808721"/>
              <a:gd name="connsiteX1312" fmla="*/ 562356 w 6251734"/>
              <a:gd name="connsiteY1312" fmla="*/ 1770216 h 5808721"/>
              <a:gd name="connsiteX1313" fmla="*/ 557213 w 6251734"/>
              <a:gd name="connsiteY1313" fmla="*/ 1769359 h 5808721"/>
              <a:gd name="connsiteX1314" fmla="*/ 550355 w 6251734"/>
              <a:gd name="connsiteY1314" fmla="*/ 1767644 h 5808721"/>
              <a:gd name="connsiteX1315" fmla="*/ 537496 w 6251734"/>
              <a:gd name="connsiteY1315" fmla="*/ 1770216 h 5808721"/>
              <a:gd name="connsiteX1316" fmla="*/ 528924 w 6251734"/>
              <a:gd name="connsiteY1316" fmla="*/ 1771073 h 5808721"/>
              <a:gd name="connsiteX1317" fmla="*/ 516065 w 6251734"/>
              <a:gd name="connsiteY1317" fmla="*/ 1773647 h 5808721"/>
              <a:gd name="connsiteX1318" fmla="*/ 507492 w 6251734"/>
              <a:gd name="connsiteY1318" fmla="*/ 1774503 h 5808721"/>
              <a:gd name="connsiteX1319" fmla="*/ 493776 w 6251734"/>
              <a:gd name="connsiteY1319" fmla="*/ 1786504 h 5808721"/>
              <a:gd name="connsiteX1320" fmla="*/ 474060 w 6251734"/>
              <a:gd name="connsiteY1320" fmla="*/ 1793363 h 5808721"/>
              <a:gd name="connsiteX1321" fmla="*/ 466344 w 6251734"/>
              <a:gd name="connsiteY1321" fmla="*/ 1797648 h 5808721"/>
              <a:gd name="connsiteX1322" fmla="*/ 458629 w 6251734"/>
              <a:gd name="connsiteY1322" fmla="*/ 1810508 h 5808721"/>
              <a:gd name="connsiteX1323" fmla="*/ 438912 w 6251734"/>
              <a:gd name="connsiteY1323" fmla="*/ 1831938 h 5808721"/>
              <a:gd name="connsiteX1324" fmla="*/ 441484 w 6251734"/>
              <a:gd name="connsiteY1324" fmla="*/ 1860230 h 5808721"/>
              <a:gd name="connsiteX1325" fmla="*/ 436341 w 6251734"/>
              <a:gd name="connsiteY1325" fmla="*/ 1874802 h 5808721"/>
              <a:gd name="connsiteX1326" fmla="*/ 431197 w 6251734"/>
              <a:gd name="connsiteY1326" fmla="*/ 1886803 h 5808721"/>
              <a:gd name="connsiteX1327" fmla="*/ 439770 w 6251734"/>
              <a:gd name="connsiteY1327" fmla="*/ 1896233 h 5808721"/>
              <a:gd name="connsiteX1328" fmla="*/ 444913 w 6251734"/>
              <a:gd name="connsiteY1328" fmla="*/ 1902233 h 5808721"/>
              <a:gd name="connsiteX1329" fmla="*/ 447485 w 6251734"/>
              <a:gd name="connsiteY1329" fmla="*/ 1914235 h 5808721"/>
              <a:gd name="connsiteX1330" fmla="*/ 456915 w 6251734"/>
              <a:gd name="connsiteY1330" fmla="*/ 1921951 h 5808721"/>
              <a:gd name="connsiteX1331" fmla="*/ 463773 w 6251734"/>
              <a:gd name="connsiteY1331" fmla="*/ 1933095 h 5808721"/>
              <a:gd name="connsiteX1332" fmla="*/ 474917 w 6251734"/>
              <a:gd name="connsiteY1332" fmla="*/ 1939095 h 5808721"/>
              <a:gd name="connsiteX1333" fmla="*/ 502349 w 6251734"/>
              <a:gd name="connsiteY1333" fmla="*/ 1939953 h 5808721"/>
              <a:gd name="connsiteX1334" fmla="*/ 521208 w 6251734"/>
              <a:gd name="connsiteY1334" fmla="*/ 1937380 h 5808721"/>
              <a:gd name="connsiteX1335" fmla="*/ 540925 w 6251734"/>
              <a:gd name="connsiteY1335" fmla="*/ 1931380 h 5808721"/>
              <a:gd name="connsiteX1336" fmla="*/ 552069 w 6251734"/>
              <a:gd name="connsiteY1336" fmla="*/ 1930522 h 5808721"/>
              <a:gd name="connsiteX1337" fmla="*/ 559785 w 6251734"/>
              <a:gd name="connsiteY1337" fmla="*/ 1941666 h 5808721"/>
              <a:gd name="connsiteX1338" fmla="*/ 570929 w 6251734"/>
              <a:gd name="connsiteY1338" fmla="*/ 1939095 h 5808721"/>
              <a:gd name="connsiteX1339" fmla="*/ 587217 w 6251734"/>
              <a:gd name="connsiteY1339" fmla="*/ 1945953 h 5808721"/>
              <a:gd name="connsiteX1340" fmla="*/ 583788 w 6251734"/>
              <a:gd name="connsiteY1340" fmla="*/ 1962240 h 5808721"/>
              <a:gd name="connsiteX1341" fmla="*/ 583788 w 6251734"/>
              <a:gd name="connsiteY1341" fmla="*/ 1968242 h 5808721"/>
              <a:gd name="connsiteX1342" fmla="*/ 585502 w 6251734"/>
              <a:gd name="connsiteY1342" fmla="*/ 1990529 h 5808721"/>
              <a:gd name="connsiteX1343" fmla="*/ 593217 w 6251734"/>
              <a:gd name="connsiteY1343" fmla="*/ 2001674 h 5808721"/>
              <a:gd name="connsiteX1344" fmla="*/ 598361 w 6251734"/>
              <a:gd name="connsiteY1344" fmla="*/ 2009389 h 5808721"/>
              <a:gd name="connsiteX1345" fmla="*/ 606933 w 6251734"/>
              <a:gd name="connsiteY1345" fmla="*/ 2021391 h 5808721"/>
              <a:gd name="connsiteX1346" fmla="*/ 609505 w 6251734"/>
              <a:gd name="connsiteY1346" fmla="*/ 2033392 h 5808721"/>
              <a:gd name="connsiteX1347" fmla="*/ 598361 w 6251734"/>
              <a:gd name="connsiteY1347" fmla="*/ 2045393 h 5808721"/>
              <a:gd name="connsiteX1348" fmla="*/ 593217 w 6251734"/>
              <a:gd name="connsiteY1348" fmla="*/ 2061682 h 5808721"/>
              <a:gd name="connsiteX1349" fmla="*/ 588931 w 6251734"/>
              <a:gd name="connsiteY1349" fmla="*/ 2071968 h 5808721"/>
              <a:gd name="connsiteX1350" fmla="*/ 595789 w 6251734"/>
              <a:gd name="connsiteY1350" fmla="*/ 2082255 h 5808721"/>
              <a:gd name="connsiteX1351" fmla="*/ 606076 w 6251734"/>
              <a:gd name="connsiteY1351" fmla="*/ 2095114 h 5808721"/>
              <a:gd name="connsiteX1352" fmla="*/ 608648 w 6251734"/>
              <a:gd name="connsiteY1352" fmla="*/ 2107115 h 5808721"/>
              <a:gd name="connsiteX1353" fmla="*/ 608648 w 6251734"/>
              <a:gd name="connsiteY1353" fmla="*/ 2116545 h 5808721"/>
              <a:gd name="connsiteX1354" fmla="*/ 613791 w 6251734"/>
              <a:gd name="connsiteY1354" fmla="*/ 2128547 h 5808721"/>
              <a:gd name="connsiteX1355" fmla="*/ 620649 w 6251734"/>
              <a:gd name="connsiteY1355" fmla="*/ 2144834 h 5808721"/>
              <a:gd name="connsiteX1356" fmla="*/ 624936 w 6251734"/>
              <a:gd name="connsiteY1356" fmla="*/ 2144834 h 5808721"/>
              <a:gd name="connsiteX1357" fmla="*/ 642938 w 6251734"/>
              <a:gd name="connsiteY1357" fmla="*/ 2137119 h 5808721"/>
              <a:gd name="connsiteX1358" fmla="*/ 665227 w 6251734"/>
              <a:gd name="connsiteY1358" fmla="*/ 2127690 h 5808721"/>
              <a:gd name="connsiteX1359" fmla="*/ 668656 w 6251734"/>
              <a:gd name="connsiteY1359" fmla="*/ 2118260 h 5808721"/>
              <a:gd name="connsiteX1360" fmla="*/ 683230 w 6251734"/>
              <a:gd name="connsiteY1360" fmla="*/ 2106258 h 5808721"/>
              <a:gd name="connsiteX1361" fmla="*/ 695231 w 6251734"/>
              <a:gd name="connsiteY1361" fmla="*/ 2088256 h 5808721"/>
              <a:gd name="connsiteX1362" fmla="*/ 695231 w 6251734"/>
              <a:gd name="connsiteY1362" fmla="*/ 2076254 h 5808721"/>
              <a:gd name="connsiteX1363" fmla="*/ 706375 w 6251734"/>
              <a:gd name="connsiteY1363" fmla="*/ 2072825 h 5808721"/>
              <a:gd name="connsiteX1364" fmla="*/ 710662 w 6251734"/>
              <a:gd name="connsiteY1364" fmla="*/ 2065110 h 5808721"/>
              <a:gd name="connsiteX1365" fmla="*/ 724378 w 6251734"/>
              <a:gd name="connsiteY1365" fmla="*/ 2052252 h 5808721"/>
              <a:gd name="connsiteX1366" fmla="*/ 719234 w 6251734"/>
              <a:gd name="connsiteY1366" fmla="*/ 2040250 h 5808721"/>
              <a:gd name="connsiteX1367" fmla="*/ 729521 w 6251734"/>
              <a:gd name="connsiteY1367" fmla="*/ 2028248 h 5808721"/>
              <a:gd name="connsiteX1368" fmla="*/ 728664 w 6251734"/>
              <a:gd name="connsiteY1368" fmla="*/ 2006817 h 5808721"/>
              <a:gd name="connsiteX1369" fmla="*/ 728664 w 6251734"/>
              <a:gd name="connsiteY1369" fmla="*/ 1992244 h 5808721"/>
              <a:gd name="connsiteX1370" fmla="*/ 735522 w 6251734"/>
              <a:gd name="connsiteY1370" fmla="*/ 1983671 h 5808721"/>
              <a:gd name="connsiteX1371" fmla="*/ 738951 w 6251734"/>
              <a:gd name="connsiteY1371" fmla="*/ 1966526 h 5808721"/>
              <a:gd name="connsiteX1372" fmla="*/ 750095 w 6251734"/>
              <a:gd name="connsiteY1372" fmla="*/ 1954526 h 5808721"/>
              <a:gd name="connsiteX1373" fmla="*/ 753524 w 6251734"/>
              <a:gd name="connsiteY1373" fmla="*/ 1931380 h 5808721"/>
              <a:gd name="connsiteX1374" fmla="*/ 760382 w 6251734"/>
              <a:gd name="connsiteY1374" fmla="*/ 1918520 h 5808721"/>
              <a:gd name="connsiteX1375" fmla="*/ 762954 w 6251734"/>
              <a:gd name="connsiteY1375" fmla="*/ 1903090 h 5808721"/>
              <a:gd name="connsiteX1376" fmla="*/ 756096 w 6251734"/>
              <a:gd name="connsiteY1376" fmla="*/ 1895375 h 5808721"/>
              <a:gd name="connsiteX1377" fmla="*/ 744094 w 6251734"/>
              <a:gd name="connsiteY1377" fmla="*/ 1897947 h 5808721"/>
              <a:gd name="connsiteX1378" fmla="*/ 737236 w 6251734"/>
              <a:gd name="connsiteY1378" fmla="*/ 1899662 h 5808721"/>
              <a:gd name="connsiteX1379" fmla="*/ 727807 w 6251734"/>
              <a:gd name="connsiteY1379" fmla="*/ 1896233 h 5808721"/>
              <a:gd name="connsiteX1380" fmla="*/ 727807 w 6251734"/>
              <a:gd name="connsiteY1380" fmla="*/ 1885088 h 5808721"/>
              <a:gd name="connsiteX1381" fmla="*/ 716662 w 6251734"/>
              <a:gd name="connsiteY1381" fmla="*/ 1880803 h 5808721"/>
              <a:gd name="connsiteX1382" fmla="*/ 710662 w 6251734"/>
              <a:gd name="connsiteY1382" fmla="*/ 1867944 h 5808721"/>
              <a:gd name="connsiteX1383" fmla="*/ 704661 w 6251734"/>
              <a:gd name="connsiteY1383" fmla="*/ 1855941 h 5808721"/>
              <a:gd name="connsiteX1384" fmla="*/ 695231 w 6251734"/>
              <a:gd name="connsiteY1384" fmla="*/ 1851655 h 5808721"/>
              <a:gd name="connsiteX1385" fmla="*/ 691802 w 6251734"/>
              <a:gd name="connsiteY1385" fmla="*/ 1834510 h 5808721"/>
              <a:gd name="connsiteX1386" fmla="*/ 701232 w 6251734"/>
              <a:gd name="connsiteY1386" fmla="*/ 1831082 h 5808721"/>
              <a:gd name="connsiteX1387" fmla="*/ 707233 w 6251734"/>
              <a:gd name="connsiteY1387" fmla="*/ 1836225 h 5808721"/>
              <a:gd name="connsiteX1388" fmla="*/ 713233 w 6251734"/>
              <a:gd name="connsiteY1388" fmla="*/ 1846511 h 5808721"/>
              <a:gd name="connsiteX1389" fmla="*/ 715805 w 6251734"/>
              <a:gd name="connsiteY1389" fmla="*/ 1859371 h 5808721"/>
              <a:gd name="connsiteX1390" fmla="*/ 730378 w 6251734"/>
              <a:gd name="connsiteY1390" fmla="*/ 1868802 h 5808721"/>
              <a:gd name="connsiteX1391" fmla="*/ 738951 w 6251734"/>
              <a:gd name="connsiteY1391" fmla="*/ 1879945 h 5808721"/>
              <a:gd name="connsiteX1392" fmla="*/ 759525 w 6251734"/>
              <a:gd name="connsiteY1392" fmla="*/ 1875660 h 5808721"/>
              <a:gd name="connsiteX1393" fmla="*/ 763811 w 6251734"/>
              <a:gd name="connsiteY1393" fmla="*/ 1864514 h 5808721"/>
              <a:gd name="connsiteX1394" fmla="*/ 767240 w 6251734"/>
              <a:gd name="connsiteY1394" fmla="*/ 1852513 h 5808721"/>
              <a:gd name="connsiteX1395" fmla="*/ 762954 w 6251734"/>
              <a:gd name="connsiteY1395" fmla="*/ 1837940 h 5808721"/>
              <a:gd name="connsiteX1396" fmla="*/ 762954 w 6251734"/>
              <a:gd name="connsiteY1396" fmla="*/ 1825938 h 5808721"/>
              <a:gd name="connsiteX1397" fmla="*/ 758668 w 6251734"/>
              <a:gd name="connsiteY1397" fmla="*/ 1815651 h 5808721"/>
              <a:gd name="connsiteX1398" fmla="*/ 762097 w 6251734"/>
              <a:gd name="connsiteY1398" fmla="*/ 1816508 h 5808721"/>
              <a:gd name="connsiteX1399" fmla="*/ 774098 w 6251734"/>
              <a:gd name="connsiteY1399" fmla="*/ 1820794 h 5808721"/>
              <a:gd name="connsiteX1400" fmla="*/ 782671 w 6251734"/>
              <a:gd name="connsiteY1400" fmla="*/ 1837084 h 5808721"/>
              <a:gd name="connsiteX1401" fmla="*/ 790386 w 6251734"/>
              <a:gd name="connsiteY1401" fmla="*/ 1844797 h 5808721"/>
              <a:gd name="connsiteX1402" fmla="*/ 796387 w 6251734"/>
              <a:gd name="connsiteY1402" fmla="*/ 1851655 h 5808721"/>
              <a:gd name="connsiteX1403" fmla="*/ 800673 w 6251734"/>
              <a:gd name="connsiteY1403" fmla="*/ 1863658 h 5808721"/>
              <a:gd name="connsiteX1404" fmla="*/ 809245 w 6251734"/>
              <a:gd name="connsiteY1404" fmla="*/ 1873945 h 5808721"/>
              <a:gd name="connsiteX1405" fmla="*/ 810960 w 6251734"/>
              <a:gd name="connsiteY1405" fmla="*/ 1870514 h 5808721"/>
              <a:gd name="connsiteX1406" fmla="*/ 620127 w 6251734"/>
              <a:gd name="connsiteY1406" fmla="*/ 1653407 h 5808721"/>
              <a:gd name="connsiteX1407" fmla="*/ 615617 w 6251734"/>
              <a:gd name="connsiteY1407" fmla="*/ 1651278 h 5808721"/>
              <a:gd name="connsiteX1408" fmla="*/ 671583 w 6251734"/>
              <a:gd name="connsiteY1408" fmla="*/ 1676556 h 5808721"/>
              <a:gd name="connsiteX1409" fmla="*/ 792958 w 6251734"/>
              <a:gd name="connsiteY1409" fmla="*/ 2119974 h 5808721"/>
              <a:gd name="connsiteX1410" fmla="*/ 511779 w 6251734"/>
              <a:gd name="connsiteY1410" fmla="*/ 2287139 h 5808721"/>
              <a:gd name="connsiteX1411" fmla="*/ 630079 w 6251734"/>
              <a:gd name="connsiteY1411" fmla="*/ 2251133 h 5808721"/>
              <a:gd name="connsiteX1412" fmla="*/ 613791 w 6251734"/>
              <a:gd name="connsiteY1412" fmla="*/ 2251993 h 5808721"/>
              <a:gd name="connsiteX1413" fmla="*/ 597504 w 6251734"/>
              <a:gd name="connsiteY1413" fmla="*/ 2245133 h 5808721"/>
              <a:gd name="connsiteX1414" fmla="*/ 588074 w 6251734"/>
              <a:gd name="connsiteY1414" fmla="*/ 2243418 h 5808721"/>
              <a:gd name="connsiteX1415" fmla="*/ 572643 w 6251734"/>
              <a:gd name="connsiteY1415" fmla="*/ 2245990 h 5808721"/>
              <a:gd name="connsiteX1416" fmla="*/ 560642 w 6251734"/>
              <a:gd name="connsiteY1416" fmla="*/ 2251993 h 5808721"/>
              <a:gd name="connsiteX1417" fmla="*/ 550355 w 6251734"/>
              <a:gd name="connsiteY1417" fmla="*/ 2251133 h 5808721"/>
              <a:gd name="connsiteX1418" fmla="*/ 537496 w 6251734"/>
              <a:gd name="connsiteY1418" fmla="*/ 2251993 h 5808721"/>
              <a:gd name="connsiteX1419" fmla="*/ 541782 w 6251734"/>
              <a:gd name="connsiteY1419" fmla="*/ 2241705 h 5808721"/>
              <a:gd name="connsiteX1420" fmla="*/ 530638 w 6251734"/>
              <a:gd name="connsiteY1420" fmla="*/ 2239989 h 5808721"/>
              <a:gd name="connsiteX1421" fmla="*/ 523780 w 6251734"/>
              <a:gd name="connsiteY1421" fmla="*/ 2248563 h 5808721"/>
              <a:gd name="connsiteX1422" fmla="*/ 517779 w 6251734"/>
              <a:gd name="connsiteY1422" fmla="*/ 2259708 h 5808721"/>
              <a:gd name="connsiteX1423" fmla="*/ 496348 w 6251734"/>
              <a:gd name="connsiteY1423" fmla="*/ 2255421 h 5808721"/>
              <a:gd name="connsiteX1424" fmla="*/ 484347 w 6251734"/>
              <a:gd name="connsiteY1424" fmla="*/ 2252849 h 5808721"/>
              <a:gd name="connsiteX1425" fmla="*/ 485204 w 6251734"/>
              <a:gd name="connsiteY1425" fmla="*/ 2248563 h 5808721"/>
              <a:gd name="connsiteX1426" fmla="*/ 497205 w 6251734"/>
              <a:gd name="connsiteY1426" fmla="*/ 2239989 h 5808721"/>
              <a:gd name="connsiteX1427" fmla="*/ 509207 w 6251734"/>
              <a:gd name="connsiteY1427" fmla="*/ 2233132 h 5808721"/>
              <a:gd name="connsiteX1428" fmla="*/ 503206 w 6251734"/>
              <a:gd name="connsiteY1428" fmla="*/ 2226275 h 5808721"/>
              <a:gd name="connsiteX1429" fmla="*/ 497205 w 6251734"/>
              <a:gd name="connsiteY1429" fmla="*/ 2231417 h 5808721"/>
              <a:gd name="connsiteX1430" fmla="*/ 472345 w 6251734"/>
              <a:gd name="connsiteY1430" fmla="*/ 2232275 h 5808721"/>
              <a:gd name="connsiteX1431" fmla="*/ 451771 w 6251734"/>
              <a:gd name="connsiteY1431" fmla="*/ 2233989 h 5808721"/>
              <a:gd name="connsiteX1432" fmla="*/ 448342 w 6251734"/>
              <a:gd name="connsiteY1432" fmla="*/ 2227131 h 5808721"/>
              <a:gd name="connsiteX1433" fmla="*/ 433769 w 6251734"/>
              <a:gd name="connsiteY1433" fmla="*/ 2233989 h 5808721"/>
              <a:gd name="connsiteX1434" fmla="*/ 413195 w 6251734"/>
              <a:gd name="connsiteY1434" fmla="*/ 2237419 h 5808721"/>
              <a:gd name="connsiteX1435" fmla="*/ 402908 w 6251734"/>
              <a:gd name="connsiteY1435" fmla="*/ 2239132 h 5808721"/>
              <a:gd name="connsiteX1436" fmla="*/ 402051 w 6251734"/>
              <a:gd name="connsiteY1436" fmla="*/ 2233132 h 5808721"/>
              <a:gd name="connsiteX1437" fmla="*/ 391764 w 6251734"/>
              <a:gd name="connsiteY1437" fmla="*/ 2241705 h 5808721"/>
              <a:gd name="connsiteX1438" fmla="*/ 379762 w 6251734"/>
              <a:gd name="connsiteY1438" fmla="*/ 2243418 h 5808721"/>
              <a:gd name="connsiteX1439" fmla="*/ 378048 w 6251734"/>
              <a:gd name="connsiteY1439" fmla="*/ 2257136 h 5808721"/>
              <a:gd name="connsiteX1440" fmla="*/ 393304 w 6251734"/>
              <a:gd name="connsiteY1440" fmla="*/ 2268105 h 5808721"/>
              <a:gd name="connsiteX1441" fmla="*/ 409649 w 6251734"/>
              <a:gd name="connsiteY1441" fmla="*/ 2273959 h 5808721"/>
              <a:gd name="connsiteX1442" fmla="*/ 353398 w 6251734"/>
              <a:gd name="connsiteY1442" fmla="*/ 2258117 h 5808721"/>
              <a:gd name="connsiteX1443" fmla="*/ 167164 w 6251734"/>
              <a:gd name="connsiteY1443" fmla="*/ 1913378 h 5808721"/>
              <a:gd name="connsiteX1444" fmla="*/ 170593 w 6251734"/>
              <a:gd name="connsiteY1444" fmla="*/ 1910806 h 5808721"/>
              <a:gd name="connsiteX1445" fmla="*/ 173165 w 6251734"/>
              <a:gd name="connsiteY1445" fmla="*/ 1921951 h 5808721"/>
              <a:gd name="connsiteX1446" fmla="*/ 179166 w 6251734"/>
              <a:gd name="connsiteY1446" fmla="*/ 1930522 h 5808721"/>
              <a:gd name="connsiteX1447" fmla="*/ 186024 w 6251734"/>
              <a:gd name="connsiteY1447" fmla="*/ 1939953 h 5808721"/>
              <a:gd name="connsiteX1448" fmla="*/ 181737 w 6251734"/>
              <a:gd name="connsiteY1448" fmla="*/ 1954526 h 5808721"/>
              <a:gd name="connsiteX1449" fmla="*/ 190310 w 6251734"/>
              <a:gd name="connsiteY1449" fmla="*/ 1978528 h 5808721"/>
              <a:gd name="connsiteX1450" fmla="*/ 189453 w 6251734"/>
              <a:gd name="connsiteY1450" fmla="*/ 2007674 h 5808721"/>
              <a:gd name="connsiteX1451" fmla="*/ 208312 w 6251734"/>
              <a:gd name="connsiteY1451" fmla="*/ 2052252 h 5808721"/>
              <a:gd name="connsiteX1452" fmla="*/ 215170 w 6251734"/>
              <a:gd name="connsiteY1452" fmla="*/ 2066825 h 5808721"/>
              <a:gd name="connsiteX1453" fmla="*/ 227172 w 6251734"/>
              <a:gd name="connsiteY1453" fmla="*/ 2076254 h 5808721"/>
              <a:gd name="connsiteX1454" fmla="*/ 233172 w 6251734"/>
              <a:gd name="connsiteY1454" fmla="*/ 2101972 h 5808721"/>
              <a:gd name="connsiteX1455" fmla="*/ 240888 w 6251734"/>
              <a:gd name="connsiteY1455" fmla="*/ 2124260 h 5808721"/>
              <a:gd name="connsiteX1456" fmla="*/ 250317 w 6251734"/>
              <a:gd name="connsiteY1456" fmla="*/ 2136262 h 5808721"/>
              <a:gd name="connsiteX1457" fmla="*/ 257175 w 6251734"/>
              <a:gd name="connsiteY1457" fmla="*/ 2149122 h 5808721"/>
              <a:gd name="connsiteX1458" fmla="*/ 264891 w 6251734"/>
              <a:gd name="connsiteY1458" fmla="*/ 2161123 h 5808721"/>
              <a:gd name="connsiteX1459" fmla="*/ 279464 w 6251734"/>
              <a:gd name="connsiteY1459" fmla="*/ 2189412 h 5808721"/>
              <a:gd name="connsiteX1460" fmla="*/ 286322 w 6251734"/>
              <a:gd name="connsiteY1460" fmla="*/ 2199699 h 5808721"/>
              <a:gd name="connsiteX1461" fmla="*/ 306039 w 6251734"/>
              <a:gd name="connsiteY1461" fmla="*/ 2211701 h 5808721"/>
              <a:gd name="connsiteX1462" fmla="*/ 318897 w 6251734"/>
              <a:gd name="connsiteY1462" fmla="*/ 2221987 h 5808721"/>
              <a:gd name="connsiteX1463" fmla="*/ 320612 w 6251734"/>
              <a:gd name="connsiteY1463" fmla="*/ 2215986 h 5808721"/>
              <a:gd name="connsiteX1464" fmla="*/ 312897 w 6251734"/>
              <a:gd name="connsiteY1464" fmla="*/ 2207414 h 5808721"/>
              <a:gd name="connsiteX1465" fmla="*/ 304324 w 6251734"/>
              <a:gd name="connsiteY1465" fmla="*/ 2196269 h 5808721"/>
              <a:gd name="connsiteX1466" fmla="*/ 300038 w 6251734"/>
              <a:gd name="connsiteY1466" fmla="*/ 2186840 h 5808721"/>
              <a:gd name="connsiteX1467" fmla="*/ 290608 w 6251734"/>
              <a:gd name="connsiteY1467" fmla="*/ 2173981 h 5808721"/>
              <a:gd name="connsiteX1468" fmla="*/ 294894 w 6251734"/>
              <a:gd name="connsiteY1468" fmla="*/ 2166267 h 5808721"/>
              <a:gd name="connsiteX1469" fmla="*/ 298323 w 6251734"/>
              <a:gd name="connsiteY1469" fmla="*/ 2161123 h 5808721"/>
              <a:gd name="connsiteX1470" fmla="*/ 294894 w 6251734"/>
              <a:gd name="connsiteY1470" fmla="*/ 2148263 h 5808721"/>
              <a:gd name="connsiteX1471" fmla="*/ 303467 w 6251734"/>
              <a:gd name="connsiteY1471" fmla="*/ 2119974 h 5808721"/>
              <a:gd name="connsiteX1472" fmla="*/ 303467 w 6251734"/>
              <a:gd name="connsiteY1472" fmla="*/ 2104544 h 5808721"/>
              <a:gd name="connsiteX1473" fmla="*/ 312897 w 6251734"/>
              <a:gd name="connsiteY1473" fmla="*/ 2097686 h 5808721"/>
              <a:gd name="connsiteX1474" fmla="*/ 326613 w 6251734"/>
              <a:gd name="connsiteY1474" fmla="*/ 2088256 h 5808721"/>
              <a:gd name="connsiteX1475" fmla="*/ 324898 w 6251734"/>
              <a:gd name="connsiteY1475" fmla="*/ 2079683 h 5808721"/>
              <a:gd name="connsiteX1476" fmla="*/ 329184 w 6251734"/>
              <a:gd name="connsiteY1476" fmla="*/ 2071111 h 5808721"/>
              <a:gd name="connsiteX1477" fmla="*/ 330042 w 6251734"/>
              <a:gd name="connsiteY1477" fmla="*/ 2057396 h 5808721"/>
              <a:gd name="connsiteX1478" fmla="*/ 325755 w 6251734"/>
              <a:gd name="connsiteY1478" fmla="*/ 2046251 h 5808721"/>
              <a:gd name="connsiteX1479" fmla="*/ 327470 w 6251734"/>
              <a:gd name="connsiteY1479" fmla="*/ 2035106 h 5808721"/>
              <a:gd name="connsiteX1480" fmla="*/ 336900 w 6251734"/>
              <a:gd name="connsiteY1480" fmla="*/ 2021391 h 5808721"/>
              <a:gd name="connsiteX1481" fmla="*/ 342043 w 6251734"/>
              <a:gd name="connsiteY1481" fmla="*/ 2008532 h 5808721"/>
              <a:gd name="connsiteX1482" fmla="*/ 336900 w 6251734"/>
              <a:gd name="connsiteY1482" fmla="*/ 2001674 h 5808721"/>
              <a:gd name="connsiteX1483" fmla="*/ 324041 w 6251734"/>
              <a:gd name="connsiteY1483" fmla="*/ 1994816 h 5808721"/>
              <a:gd name="connsiteX1484" fmla="*/ 315468 w 6251734"/>
              <a:gd name="connsiteY1484" fmla="*/ 1983671 h 5808721"/>
              <a:gd name="connsiteX1485" fmla="*/ 299181 w 6251734"/>
              <a:gd name="connsiteY1485" fmla="*/ 1982814 h 5808721"/>
              <a:gd name="connsiteX1486" fmla="*/ 295752 w 6251734"/>
              <a:gd name="connsiteY1486" fmla="*/ 1977671 h 5808721"/>
              <a:gd name="connsiteX1487" fmla="*/ 282893 w 6251734"/>
              <a:gd name="connsiteY1487" fmla="*/ 1972528 h 5808721"/>
              <a:gd name="connsiteX1488" fmla="*/ 281178 w 6251734"/>
              <a:gd name="connsiteY1488" fmla="*/ 1965669 h 5808721"/>
              <a:gd name="connsiteX1489" fmla="*/ 271749 w 6251734"/>
              <a:gd name="connsiteY1489" fmla="*/ 1963955 h 5808721"/>
              <a:gd name="connsiteX1490" fmla="*/ 270034 w 6251734"/>
              <a:gd name="connsiteY1490" fmla="*/ 1957954 h 5808721"/>
              <a:gd name="connsiteX1491" fmla="*/ 269177 w 6251734"/>
              <a:gd name="connsiteY1491" fmla="*/ 1948525 h 5808721"/>
              <a:gd name="connsiteX1492" fmla="*/ 264033 w 6251734"/>
              <a:gd name="connsiteY1492" fmla="*/ 1939095 h 5808721"/>
              <a:gd name="connsiteX1493" fmla="*/ 259747 w 6251734"/>
              <a:gd name="connsiteY1493" fmla="*/ 1933095 h 5808721"/>
              <a:gd name="connsiteX1494" fmla="*/ 248603 w 6251734"/>
              <a:gd name="connsiteY1494" fmla="*/ 1931380 h 5808721"/>
              <a:gd name="connsiteX1495" fmla="*/ 239173 w 6251734"/>
              <a:gd name="connsiteY1495" fmla="*/ 1926236 h 5808721"/>
              <a:gd name="connsiteX1496" fmla="*/ 236601 w 6251734"/>
              <a:gd name="connsiteY1496" fmla="*/ 1917664 h 5808721"/>
              <a:gd name="connsiteX1497" fmla="*/ 232315 w 6251734"/>
              <a:gd name="connsiteY1497" fmla="*/ 1908233 h 5808721"/>
              <a:gd name="connsiteX1498" fmla="*/ 226314 w 6251734"/>
              <a:gd name="connsiteY1498" fmla="*/ 1903948 h 5808721"/>
              <a:gd name="connsiteX1499" fmla="*/ 214313 w 6251734"/>
              <a:gd name="connsiteY1499" fmla="*/ 1906521 h 5808721"/>
              <a:gd name="connsiteX1500" fmla="*/ 213456 w 6251734"/>
              <a:gd name="connsiteY1500" fmla="*/ 1898805 h 5808721"/>
              <a:gd name="connsiteX1501" fmla="*/ 206598 w 6251734"/>
              <a:gd name="connsiteY1501" fmla="*/ 1897090 h 5808721"/>
              <a:gd name="connsiteX1502" fmla="*/ 201454 w 6251734"/>
              <a:gd name="connsiteY1502" fmla="*/ 1900518 h 5808721"/>
              <a:gd name="connsiteX1503" fmla="*/ 198882 w 6251734"/>
              <a:gd name="connsiteY1503" fmla="*/ 1903948 h 5808721"/>
              <a:gd name="connsiteX1504" fmla="*/ 192882 w 6251734"/>
              <a:gd name="connsiteY1504" fmla="*/ 1912520 h 5808721"/>
              <a:gd name="connsiteX1505" fmla="*/ 191167 w 6251734"/>
              <a:gd name="connsiteY1505" fmla="*/ 1910806 h 5808721"/>
              <a:gd name="connsiteX1506" fmla="*/ 188595 w 6251734"/>
              <a:gd name="connsiteY1506" fmla="*/ 1907378 h 5808721"/>
              <a:gd name="connsiteX1507" fmla="*/ 185166 w 6251734"/>
              <a:gd name="connsiteY1507" fmla="*/ 1895375 h 5808721"/>
              <a:gd name="connsiteX1508" fmla="*/ 188595 w 6251734"/>
              <a:gd name="connsiteY1508" fmla="*/ 1885946 h 5808721"/>
              <a:gd name="connsiteX1509" fmla="*/ 187738 w 6251734"/>
              <a:gd name="connsiteY1509" fmla="*/ 1873087 h 5808721"/>
              <a:gd name="connsiteX1510" fmla="*/ 188595 w 6251734"/>
              <a:gd name="connsiteY1510" fmla="*/ 1862801 h 5808721"/>
              <a:gd name="connsiteX1511" fmla="*/ 187738 w 6251734"/>
              <a:gd name="connsiteY1511" fmla="*/ 1855084 h 5808721"/>
              <a:gd name="connsiteX1512" fmla="*/ 183452 w 6251734"/>
              <a:gd name="connsiteY1512" fmla="*/ 1853370 h 5808721"/>
              <a:gd name="connsiteX1513" fmla="*/ 197168 w 6251734"/>
              <a:gd name="connsiteY1513" fmla="*/ 1817366 h 5808721"/>
              <a:gd name="connsiteX1514" fmla="*/ 195453 w 6251734"/>
              <a:gd name="connsiteY1514" fmla="*/ 1828509 h 5808721"/>
              <a:gd name="connsiteX1515" fmla="*/ 194596 w 6251734"/>
              <a:gd name="connsiteY1515" fmla="*/ 1835368 h 5808721"/>
              <a:gd name="connsiteX1516" fmla="*/ 193739 w 6251734"/>
              <a:gd name="connsiteY1516" fmla="*/ 1843085 h 5808721"/>
              <a:gd name="connsiteX1517" fmla="*/ 196311 w 6251734"/>
              <a:gd name="connsiteY1517" fmla="*/ 1843941 h 5808721"/>
              <a:gd name="connsiteX1518" fmla="*/ 201454 w 6251734"/>
              <a:gd name="connsiteY1518" fmla="*/ 1847369 h 5808721"/>
              <a:gd name="connsiteX1519" fmla="*/ 203169 w 6251734"/>
              <a:gd name="connsiteY1519" fmla="*/ 1847369 h 5808721"/>
              <a:gd name="connsiteX1520" fmla="*/ 207455 w 6251734"/>
              <a:gd name="connsiteY1520" fmla="*/ 1852513 h 5808721"/>
              <a:gd name="connsiteX1521" fmla="*/ 206598 w 6251734"/>
              <a:gd name="connsiteY1521" fmla="*/ 1859371 h 5808721"/>
              <a:gd name="connsiteX1522" fmla="*/ 208312 w 6251734"/>
              <a:gd name="connsiteY1522" fmla="*/ 1861087 h 5808721"/>
              <a:gd name="connsiteX1523" fmla="*/ 213456 w 6251734"/>
              <a:gd name="connsiteY1523" fmla="*/ 1863658 h 5808721"/>
              <a:gd name="connsiteX1524" fmla="*/ 220314 w 6251734"/>
              <a:gd name="connsiteY1524" fmla="*/ 1862801 h 5808721"/>
              <a:gd name="connsiteX1525" fmla="*/ 223743 w 6251734"/>
              <a:gd name="connsiteY1525" fmla="*/ 1867085 h 5808721"/>
              <a:gd name="connsiteX1526" fmla="*/ 225457 w 6251734"/>
              <a:gd name="connsiteY1526" fmla="*/ 1870514 h 5808721"/>
              <a:gd name="connsiteX1527" fmla="*/ 228886 w 6251734"/>
              <a:gd name="connsiteY1527" fmla="*/ 1867085 h 5808721"/>
              <a:gd name="connsiteX1528" fmla="*/ 230601 w 6251734"/>
              <a:gd name="connsiteY1528" fmla="*/ 1862801 h 5808721"/>
              <a:gd name="connsiteX1529" fmla="*/ 227172 w 6251734"/>
              <a:gd name="connsiteY1529" fmla="*/ 1860230 h 5808721"/>
              <a:gd name="connsiteX1530" fmla="*/ 222028 w 6251734"/>
              <a:gd name="connsiteY1530" fmla="*/ 1856798 h 5808721"/>
              <a:gd name="connsiteX1531" fmla="*/ 216027 w 6251734"/>
              <a:gd name="connsiteY1531" fmla="*/ 1855084 h 5808721"/>
              <a:gd name="connsiteX1532" fmla="*/ 210027 w 6251734"/>
              <a:gd name="connsiteY1532" fmla="*/ 1854227 h 5808721"/>
              <a:gd name="connsiteX1533" fmla="*/ 210027 w 6251734"/>
              <a:gd name="connsiteY1533" fmla="*/ 1847369 h 5808721"/>
              <a:gd name="connsiteX1534" fmla="*/ 210027 w 6251734"/>
              <a:gd name="connsiteY1534" fmla="*/ 1839654 h 5808721"/>
              <a:gd name="connsiteX1535" fmla="*/ 205740 w 6251734"/>
              <a:gd name="connsiteY1535" fmla="*/ 1838796 h 5808721"/>
              <a:gd name="connsiteX1536" fmla="*/ 201454 w 6251734"/>
              <a:gd name="connsiteY1536" fmla="*/ 1834510 h 5808721"/>
              <a:gd name="connsiteX1537" fmla="*/ 204883 w 6251734"/>
              <a:gd name="connsiteY1537" fmla="*/ 1827653 h 5808721"/>
              <a:gd name="connsiteX1538" fmla="*/ 215170 w 6251734"/>
              <a:gd name="connsiteY1538" fmla="*/ 1823367 h 5808721"/>
              <a:gd name="connsiteX1539" fmla="*/ 220314 w 6251734"/>
              <a:gd name="connsiteY1539" fmla="*/ 1819081 h 5808721"/>
              <a:gd name="connsiteX1540" fmla="*/ 223743 w 6251734"/>
              <a:gd name="connsiteY1540" fmla="*/ 1811365 h 5808721"/>
              <a:gd name="connsiteX1541" fmla="*/ 227172 w 6251734"/>
              <a:gd name="connsiteY1541" fmla="*/ 1802793 h 5808721"/>
              <a:gd name="connsiteX1542" fmla="*/ 228886 w 6251734"/>
              <a:gd name="connsiteY1542" fmla="*/ 1793363 h 5808721"/>
              <a:gd name="connsiteX1543" fmla="*/ 234030 w 6251734"/>
              <a:gd name="connsiteY1543" fmla="*/ 1786504 h 5808721"/>
              <a:gd name="connsiteX1544" fmla="*/ 246031 w 6251734"/>
              <a:gd name="connsiteY1544" fmla="*/ 1777076 h 5808721"/>
              <a:gd name="connsiteX1545" fmla="*/ 252889 w 6251734"/>
              <a:gd name="connsiteY1545" fmla="*/ 1771073 h 5808721"/>
              <a:gd name="connsiteX1546" fmla="*/ 255461 w 6251734"/>
              <a:gd name="connsiteY1546" fmla="*/ 1765075 h 5808721"/>
              <a:gd name="connsiteX1547" fmla="*/ 261462 w 6251734"/>
              <a:gd name="connsiteY1547" fmla="*/ 1762502 h 5808721"/>
              <a:gd name="connsiteX1548" fmla="*/ 269177 w 6251734"/>
              <a:gd name="connsiteY1548" fmla="*/ 1758215 h 5808721"/>
              <a:gd name="connsiteX1549" fmla="*/ 271749 w 6251734"/>
              <a:gd name="connsiteY1549" fmla="*/ 1750501 h 5808721"/>
              <a:gd name="connsiteX1550" fmla="*/ 274320 w 6251734"/>
              <a:gd name="connsiteY1550" fmla="*/ 1747928 h 5808721"/>
              <a:gd name="connsiteX1551" fmla="*/ 282893 w 6251734"/>
              <a:gd name="connsiteY1551" fmla="*/ 1741932 h 5808721"/>
              <a:gd name="connsiteX1552" fmla="*/ 286322 w 6251734"/>
              <a:gd name="connsiteY1552" fmla="*/ 1739360 h 5808721"/>
              <a:gd name="connsiteX1553" fmla="*/ 293180 w 6251734"/>
              <a:gd name="connsiteY1553" fmla="*/ 1740217 h 5808721"/>
              <a:gd name="connsiteX1554" fmla="*/ 302610 w 6251734"/>
              <a:gd name="connsiteY1554" fmla="*/ 1742789 h 5808721"/>
              <a:gd name="connsiteX1555" fmla="*/ 307753 w 6251734"/>
              <a:gd name="connsiteY1555" fmla="*/ 1741932 h 5808721"/>
              <a:gd name="connsiteX1556" fmla="*/ 309468 w 6251734"/>
              <a:gd name="connsiteY1556" fmla="*/ 1735930 h 5808721"/>
              <a:gd name="connsiteX1557" fmla="*/ 308610 w 6251734"/>
              <a:gd name="connsiteY1557" fmla="*/ 1732501 h 5808721"/>
              <a:gd name="connsiteX1558" fmla="*/ 304324 w 6251734"/>
              <a:gd name="connsiteY1558" fmla="*/ 1730788 h 5808721"/>
              <a:gd name="connsiteX1559" fmla="*/ 306039 w 6251734"/>
              <a:gd name="connsiteY1559" fmla="*/ 1723929 h 5808721"/>
              <a:gd name="connsiteX1560" fmla="*/ 312039 w 6251734"/>
              <a:gd name="connsiteY1560" fmla="*/ 1719643 h 5808721"/>
              <a:gd name="connsiteX1561" fmla="*/ 320612 w 6251734"/>
              <a:gd name="connsiteY1561" fmla="*/ 1714500 h 5808721"/>
              <a:gd name="connsiteX1562" fmla="*/ 325755 w 6251734"/>
              <a:gd name="connsiteY1562" fmla="*/ 1718786 h 5808721"/>
              <a:gd name="connsiteX1563" fmla="*/ 326613 w 6251734"/>
              <a:gd name="connsiteY1563" fmla="*/ 1721357 h 5808721"/>
              <a:gd name="connsiteX1564" fmla="*/ 319755 w 6251734"/>
              <a:gd name="connsiteY1564" fmla="*/ 1725643 h 5808721"/>
              <a:gd name="connsiteX1565" fmla="*/ 323184 w 6251734"/>
              <a:gd name="connsiteY1565" fmla="*/ 1731644 h 5808721"/>
              <a:gd name="connsiteX1566" fmla="*/ 330899 w 6251734"/>
              <a:gd name="connsiteY1566" fmla="*/ 1731644 h 5808721"/>
              <a:gd name="connsiteX1567" fmla="*/ 336042 w 6251734"/>
              <a:gd name="connsiteY1567" fmla="*/ 1728216 h 5808721"/>
              <a:gd name="connsiteX1568" fmla="*/ 337757 w 6251734"/>
              <a:gd name="connsiteY1568" fmla="*/ 1723929 h 5808721"/>
              <a:gd name="connsiteX1569" fmla="*/ 337757 w 6251734"/>
              <a:gd name="connsiteY1569" fmla="*/ 1717072 h 5808721"/>
              <a:gd name="connsiteX1570" fmla="*/ 336900 w 6251734"/>
              <a:gd name="connsiteY1570" fmla="*/ 1711070 h 5808721"/>
              <a:gd name="connsiteX1571" fmla="*/ 339471 w 6251734"/>
              <a:gd name="connsiteY1571" fmla="*/ 1706785 h 5808721"/>
              <a:gd name="connsiteX1572" fmla="*/ 342900 w 6251734"/>
              <a:gd name="connsiteY1572" fmla="*/ 1704213 h 5808721"/>
              <a:gd name="connsiteX1573" fmla="*/ 345472 w 6251734"/>
              <a:gd name="connsiteY1573" fmla="*/ 1699927 h 5808721"/>
              <a:gd name="connsiteX1574" fmla="*/ 345472 w 6251734"/>
              <a:gd name="connsiteY1574" fmla="*/ 1693069 h 5808721"/>
              <a:gd name="connsiteX1575" fmla="*/ 351473 w 6251734"/>
              <a:gd name="connsiteY1575" fmla="*/ 1684495 h 5808721"/>
              <a:gd name="connsiteX1576" fmla="*/ 354045 w 6251734"/>
              <a:gd name="connsiteY1576" fmla="*/ 1680211 h 5808721"/>
              <a:gd name="connsiteX1577" fmla="*/ 345472 w 6251734"/>
              <a:gd name="connsiteY1577" fmla="*/ 1676780 h 5808721"/>
              <a:gd name="connsiteX1578" fmla="*/ 315281 w 6251734"/>
              <a:gd name="connsiteY1578" fmla="*/ 1686424 h 5808721"/>
              <a:gd name="connsiteX1579" fmla="*/ 289975 w 6251734"/>
              <a:gd name="connsiteY1579" fmla="*/ 1703570 h 5808721"/>
              <a:gd name="connsiteX1580" fmla="*/ 311879 w 6251734"/>
              <a:gd name="connsiteY1580" fmla="*/ 1684683 h 5808721"/>
              <a:gd name="connsiteX1581" fmla="*/ 440627 w 6251734"/>
              <a:gd name="connsiteY1581" fmla="*/ 1634775 h 5808721"/>
              <a:gd name="connsiteX1582" fmla="*/ 493776 w 6251734"/>
              <a:gd name="connsiteY1582" fmla="*/ 1630488 h 5808721"/>
              <a:gd name="connsiteX1583" fmla="*/ 5782152 w 6251734"/>
              <a:gd name="connsiteY1583" fmla="*/ 1596198 h 5808721"/>
              <a:gd name="connsiteX1584" fmla="*/ 5866161 w 6251734"/>
              <a:gd name="connsiteY1584" fmla="*/ 1665861 h 5808721"/>
              <a:gd name="connsiteX1585" fmla="*/ 5894202 w 6251734"/>
              <a:gd name="connsiteY1585" fmla="*/ 1735228 h 5808721"/>
              <a:gd name="connsiteX1586" fmla="*/ 5937599 w 6251734"/>
              <a:gd name="connsiteY1586" fmla="*/ 1713557 h 5808721"/>
              <a:gd name="connsiteX1587" fmla="*/ 6007126 w 6251734"/>
              <a:gd name="connsiteY1587" fmla="*/ 1696509 h 5808721"/>
              <a:gd name="connsiteX1588" fmla="*/ 6071045 w 6251734"/>
              <a:gd name="connsiteY1588" fmla="*/ 1715354 h 5808721"/>
              <a:gd name="connsiteX1589" fmla="*/ 6061402 w 6251734"/>
              <a:gd name="connsiteY1589" fmla="*/ 1875016 h 5808721"/>
              <a:gd name="connsiteX1590" fmla="*/ 6052430 w 6251734"/>
              <a:gd name="connsiteY1590" fmla="*/ 1891847 h 5808721"/>
              <a:gd name="connsiteX1591" fmla="*/ 6120539 w 6251734"/>
              <a:gd name="connsiteY1591" fmla="*/ 1919379 h 5808721"/>
              <a:gd name="connsiteX1592" fmla="*/ 6190203 w 6251734"/>
              <a:gd name="connsiteY1592" fmla="*/ 2003388 h 5808721"/>
              <a:gd name="connsiteX1593" fmla="*/ 6120539 w 6251734"/>
              <a:gd name="connsiteY1593" fmla="*/ 2087623 h 5808721"/>
              <a:gd name="connsiteX1594" fmla="*/ 6052202 w 6251734"/>
              <a:gd name="connsiteY1594" fmla="*/ 2115361 h 5808721"/>
              <a:gd name="connsiteX1595" fmla="*/ 6061402 w 6251734"/>
              <a:gd name="connsiteY1595" fmla="*/ 2132621 h 5808721"/>
              <a:gd name="connsiteX1596" fmla="*/ 6071045 w 6251734"/>
              <a:gd name="connsiteY1596" fmla="*/ 2292283 h 5808721"/>
              <a:gd name="connsiteX1597" fmla="*/ 5911061 w 6251734"/>
              <a:gd name="connsiteY1597" fmla="*/ 2282960 h 5808721"/>
              <a:gd name="connsiteX1598" fmla="*/ 5893744 w 6251734"/>
              <a:gd name="connsiteY1598" fmla="*/ 2273685 h 5808721"/>
              <a:gd name="connsiteX1599" fmla="*/ 5865784 w 6251734"/>
              <a:gd name="connsiteY1599" fmla="*/ 2342634 h 5808721"/>
              <a:gd name="connsiteX1600" fmla="*/ 5782152 w 6251734"/>
              <a:gd name="connsiteY1600" fmla="*/ 2412297 h 5808721"/>
              <a:gd name="connsiteX1601" fmla="*/ 5698520 w 6251734"/>
              <a:gd name="connsiteY1601" fmla="*/ 2342634 h 5808721"/>
              <a:gd name="connsiteX1602" fmla="*/ 5670749 w 6251734"/>
              <a:gd name="connsiteY1602" fmla="*/ 2274150 h 5808721"/>
              <a:gd name="connsiteX1603" fmla="*/ 5653242 w 6251734"/>
              <a:gd name="connsiteY1603" fmla="*/ 2283496 h 5808721"/>
              <a:gd name="connsiteX1604" fmla="*/ 5493258 w 6251734"/>
              <a:gd name="connsiteY1604" fmla="*/ 2293141 h 5808721"/>
              <a:gd name="connsiteX1605" fmla="*/ 5502902 w 6251734"/>
              <a:gd name="connsiteY1605" fmla="*/ 2133155 h 5808721"/>
              <a:gd name="connsiteX1606" fmla="*/ 5512498 w 6251734"/>
              <a:gd name="connsiteY1606" fmla="*/ 2115182 h 5808721"/>
              <a:gd name="connsiteX1607" fmla="*/ 5443764 w 6251734"/>
              <a:gd name="connsiteY1607" fmla="*/ 2087397 h 5808721"/>
              <a:gd name="connsiteX1608" fmla="*/ 5374100 w 6251734"/>
              <a:gd name="connsiteY1608" fmla="*/ 2003388 h 5808721"/>
              <a:gd name="connsiteX1609" fmla="*/ 5443764 w 6251734"/>
              <a:gd name="connsiteY1609" fmla="*/ 1919379 h 5808721"/>
              <a:gd name="connsiteX1610" fmla="*/ 5512121 w 6251734"/>
              <a:gd name="connsiteY1610" fmla="*/ 1891747 h 5808721"/>
              <a:gd name="connsiteX1611" fmla="*/ 5502902 w 6251734"/>
              <a:gd name="connsiteY1611" fmla="*/ 1874480 h 5808721"/>
              <a:gd name="connsiteX1612" fmla="*/ 5493258 w 6251734"/>
              <a:gd name="connsiteY1612" fmla="*/ 1714497 h 5808721"/>
              <a:gd name="connsiteX1613" fmla="*/ 5653242 w 6251734"/>
              <a:gd name="connsiteY1613" fmla="*/ 1724143 h 5808721"/>
              <a:gd name="connsiteX1614" fmla="*/ 5670795 w 6251734"/>
              <a:gd name="connsiteY1614" fmla="*/ 1733514 h 5808721"/>
              <a:gd name="connsiteX1615" fmla="*/ 5698143 w 6251734"/>
              <a:gd name="connsiteY1615" fmla="*/ 1665860 h 5808721"/>
              <a:gd name="connsiteX1616" fmla="*/ 5782152 w 6251734"/>
              <a:gd name="connsiteY1616" fmla="*/ 1596198 h 5808721"/>
              <a:gd name="connsiteX1617" fmla="*/ 3595306 w 6251734"/>
              <a:gd name="connsiteY1617" fmla="*/ 1531906 h 5808721"/>
              <a:gd name="connsiteX1618" fmla="*/ 3477006 w 6251734"/>
              <a:gd name="connsiteY1618" fmla="*/ 1651922 h 5808721"/>
              <a:gd name="connsiteX1619" fmla="*/ 3595306 w 6251734"/>
              <a:gd name="connsiteY1619" fmla="*/ 1771933 h 5808721"/>
              <a:gd name="connsiteX1620" fmla="*/ 3713607 w 6251734"/>
              <a:gd name="connsiteY1620" fmla="*/ 1651922 h 5808721"/>
              <a:gd name="connsiteX1621" fmla="*/ 3595306 w 6251734"/>
              <a:gd name="connsiteY1621" fmla="*/ 1531906 h 5808721"/>
              <a:gd name="connsiteX1622" fmla="*/ 1682785 w 6251734"/>
              <a:gd name="connsiteY1622" fmla="*/ 1496755 h 5808721"/>
              <a:gd name="connsiteX1623" fmla="*/ 2037137 w 6251734"/>
              <a:gd name="connsiteY1623" fmla="*/ 1655346 h 5808721"/>
              <a:gd name="connsiteX1624" fmla="*/ 2042829 w 6251734"/>
              <a:gd name="connsiteY1624" fmla="*/ 1655346 h 5808721"/>
              <a:gd name="connsiteX1625" fmla="*/ 2042829 w 6251734"/>
              <a:gd name="connsiteY1625" fmla="*/ 1657894 h 5808721"/>
              <a:gd name="connsiteX1626" fmla="*/ 2050545 w 6251734"/>
              <a:gd name="connsiteY1626" fmla="*/ 1661347 h 5808721"/>
              <a:gd name="connsiteX1627" fmla="*/ 2042829 w 6251734"/>
              <a:gd name="connsiteY1627" fmla="*/ 1664864 h 5808721"/>
              <a:gd name="connsiteX1628" fmla="*/ 2042829 w 6251734"/>
              <a:gd name="connsiteY1628" fmla="*/ 1878511 h 5808721"/>
              <a:gd name="connsiteX1629" fmla="*/ 2057832 w 6251734"/>
              <a:gd name="connsiteY1629" fmla="*/ 1884660 h 5808721"/>
              <a:gd name="connsiteX1630" fmla="*/ 2068547 w 6251734"/>
              <a:gd name="connsiteY1630" fmla="*/ 1910806 h 5808721"/>
              <a:gd name="connsiteX1631" fmla="*/ 2057832 w 6251734"/>
              <a:gd name="connsiteY1631" fmla="*/ 1937274 h 5808721"/>
              <a:gd name="connsiteX1632" fmla="*/ 2057578 w 6251734"/>
              <a:gd name="connsiteY1632" fmla="*/ 1937375 h 5808721"/>
              <a:gd name="connsiteX1633" fmla="*/ 2065332 w 6251734"/>
              <a:gd name="connsiteY1633" fmla="*/ 1965456 h 5808721"/>
              <a:gd name="connsiteX1634" fmla="*/ 2069404 w 6251734"/>
              <a:gd name="connsiteY1634" fmla="*/ 2078827 h 5808721"/>
              <a:gd name="connsiteX1635" fmla="*/ 2038543 w 6251734"/>
              <a:gd name="connsiteY1635" fmla="*/ 2078827 h 5808721"/>
              <a:gd name="connsiteX1636" fmla="*/ 2027398 w 6251734"/>
              <a:gd name="connsiteY1636" fmla="*/ 2078827 h 5808721"/>
              <a:gd name="connsiteX1637" fmla="*/ 1996538 w 6251734"/>
              <a:gd name="connsiteY1637" fmla="*/ 2078827 h 5808721"/>
              <a:gd name="connsiteX1638" fmla="*/ 2001360 w 6251734"/>
              <a:gd name="connsiteY1638" fmla="*/ 1965456 h 5808721"/>
              <a:gd name="connsiteX1639" fmla="*/ 2008928 w 6251734"/>
              <a:gd name="connsiteY1639" fmla="*/ 1938341 h 5808721"/>
              <a:gd name="connsiteX1640" fmla="*/ 2005539 w 6251734"/>
              <a:gd name="connsiteY1640" fmla="*/ 1936952 h 5808721"/>
              <a:gd name="connsiteX1641" fmla="*/ 1994823 w 6251734"/>
              <a:gd name="connsiteY1641" fmla="*/ 1910806 h 5808721"/>
              <a:gd name="connsiteX1642" fmla="*/ 2005539 w 6251734"/>
              <a:gd name="connsiteY1642" fmla="*/ 1884660 h 5808721"/>
              <a:gd name="connsiteX1643" fmla="*/ 2019683 w 6251734"/>
              <a:gd name="connsiteY1643" fmla="*/ 1878863 h 5808721"/>
              <a:gd name="connsiteX1644" fmla="*/ 2019683 w 6251734"/>
              <a:gd name="connsiteY1644" fmla="*/ 1675413 h 5808721"/>
              <a:gd name="connsiteX1645" fmla="*/ 1672498 w 6251734"/>
              <a:gd name="connsiteY1645" fmla="*/ 1833654 h 5808721"/>
              <a:gd name="connsiteX1646" fmla="*/ 1300450 w 6251734"/>
              <a:gd name="connsiteY1646" fmla="*/ 1665634 h 5808721"/>
              <a:gd name="connsiteX1647" fmla="*/ 5080921 w 6251734"/>
              <a:gd name="connsiteY1647" fmla="*/ 1438462 h 5808721"/>
              <a:gd name="connsiteX1648" fmla="*/ 5143500 w 6251734"/>
              <a:gd name="connsiteY1648" fmla="*/ 1438462 h 5808721"/>
              <a:gd name="connsiteX1649" fmla="*/ 5158931 w 6251734"/>
              <a:gd name="connsiteY1649" fmla="*/ 1457322 h 5808721"/>
              <a:gd name="connsiteX1650" fmla="*/ 5143500 w 6251734"/>
              <a:gd name="connsiteY1650" fmla="*/ 1476181 h 5808721"/>
              <a:gd name="connsiteX1651" fmla="*/ 5080921 w 6251734"/>
              <a:gd name="connsiteY1651" fmla="*/ 1476181 h 5808721"/>
              <a:gd name="connsiteX1652" fmla="*/ 5065490 w 6251734"/>
              <a:gd name="connsiteY1652" fmla="*/ 1457322 h 5808721"/>
              <a:gd name="connsiteX1653" fmla="*/ 5080921 w 6251734"/>
              <a:gd name="connsiteY1653" fmla="*/ 1438462 h 5808721"/>
              <a:gd name="connsiteX1654" fmla="*/ 2660050 w 6251734"/>
              <a:gd name="connsiteY1654" fmla="*/ 1421316 h 5808721"/>
              <a:gd name="connsiteX1655" fmla="*/ 2760348 w 6251734"/>
              <a:gd name="connsiteY1655" fmla="*/ 1591909 h 5808721"/>
              <a:gd name="connsiteX1656" fmla="*/ 2643762 w 6251734"/>
              <a:gd name="connsiteY1656" fmla="*/ 1672490 h 5808721"/>
              <a:gd name="connsiteX1657" fmla="*/ 2797210 w 6251734"/>
              <a:gd name="connsiteY1657" fmla="*/ 1599624 h 5808721"/>
              <a:gd name="connsiteX1658" fmla="*/ 2660050 w 6251734"/>
              <a:gd name="connsiteY1658" fmla="*/ 1421316 h 5808721"/>
              <a:gd name="connsiteX1659" fmla="*/ 5060347 w 6251734"/>
              <a:gd name="connsiteY1659" fmla="*/ 1398171 h 5808721"/>
              <a:gd name="connsiteX1660" fmla="*/ 5164075 w 6251734"/>
              <a:gd name="connsiteY1660" fmla="*/ 1398171 h 5808721"/>
              <a:gd name="connsiteX1661" fmla="*/ 5189792 w 6251734"/>
              <a:gd name="connsiteY1661" fmla="*/ 1417031 h 5808721"/>
              <a:gd name="connsiteX1662" fmla="*/ 5164075 w 6251734"/>
              <a:gd name="connsiteY1662" fmla="*/ 1435890 h 5808721"/>
              <a:gd name="connsiteX1663" fmla="*/ 5060347 w 6251734"/>
              <a:gd name="connsiteY1663" fmla="*/ 1435890 h 5808721"/>
              <a:gd name="connsiteX1664" fmla="*/ 5034629 w 6251734"/>
              <a:gd name="connsiteY1664" fmla="*/ 1417031 h 5808721"/>
              <a:gd name="connsiteX1665" fmla="*/ 5060347 w 6251734"/>
              <a:gd name="connsiteY1665" fmla="*/ 1398171 h 5808721"/>
              <a:gd name="connsiteX1666" fmla="*/ 3397282 w 6251734"/>
              <a:gd name="connsiteY1666" fmla="*/ 1360456 h 5808721"/>
              <a:gd name="connsiteX1667" fmla="*/ 3287554 w 6251734"/>
              <a:gd name="connsiteY1667" fmla="*/ 1471897 h 5808721"/>
              <a:gd name="connsiteX1668" fmla="*/ 3397282 w 6251734"/>
              <a:gd name="connsiteY1668" fmla="*/ 1582484 h 5808721"/>
              <a:gd name="connsiteX1669" fmla="*/ 3507010 w 6251734"/>
              <a:gd name="connsiteY1669" fmla="*/ 1471897 h 5808721"/>
              <a:gd name="connsiteX1670" fmla="*/ 3397282 w 6251734"/>
              <a:gd name="connsiteY1670" fmla="*/ 1360456 h 5808721"/>
              <a:gd name="connsiteX1671" fmla="*/ 5060347 w 6251734"/>
              <a:gd name="connsiteY1671" fmla="*/ 1358738 h 5808721"/>
              <a:gd name="connsiteX1672" fmla="*/ 5164075 w 6251734"/>
              <a:gd name="connsiteY1672" fmla="*/ 1358738 h 5808721"/>
              <a:gd name="connsiteX1673" fmla="*/ 5189792 w 6251734"/>
              <a:gd name="connsiteY1673" fmla="*/ 1377598 h 5808721"/>
              <a:gd name="connsiteX1674" fmla="*/ 5164075 w 6251734"/>
              <a:gd name="connsiteY1674" fmla="*/ 1396458 h 5808721"/>
              <a:gd name="connsiteX1675" fmla="*/ 5060347 w 6251734"/>
              <a:gd name="connsiteY1675" fmla="*/ 1396458 h 5808721"/>
              <a:gd name="connsiteX1676" fmla="*/ 5034629 w 6251734"/>
              <a:gd name="connsiteY1676" fmla="*/ 1377598 h 5808721"/>
              <a:gd name="connsiteX1677" fmla="*/ 5060347 w 6251734"/>
              <a:gd name="connsiteY1677" fmla="*/ 1358738 h 5808721"/>
              <a:gd name="connsiteX1678" fmla="*/ 3329559 w 6251734"/>
              <a:gd name="connsiteY1678" fmla="*/ 1134999 h 5808721"/>
              <a:gd name="connsiteX1679" fmla="*/ 3233547 w 6251734"/>
              <a:gd name="connsiteY1679" fmla="*/ 1232725 h 5808721"/>
              <a:gd name="connsiteX1680" fmla="*/ 3329559 w 6251734"/>
              <a:gd name="connsiteY1680" fmla="*/ 1330451 h 5808721"/>
              <a:gd name="connsiteX1681" fmla="*/ 3425571 w 6251734"/>
              <a:gd name="connsiteY1681" fmla="*/ 1232725 h 5808721"/>
              <a:gd name="connsiteX1682" fmla="*/ 3329559 w 6251734"/>
              <a:gd name="connsiteY1682" fmla="*/ 1134999 h 5808721"/>
              <a:gd name="connsiteX1683" fmla="*/ 2545178 w 6251734"/>
              <a:gd name="connsiteY1683" fmla="*/ 997834 h 5808721"/>
              <a:gd name="connsiteX1684" fmla="*/ 2649763 w 6251734"/>
              <a:gd name="connsiteY1684" fmla="*/ 1038125 h 5808721"/>
              <a:gd name="connsiteX1685" fmla="*/ 2649763 w 6251734"/>
              <a:gd name="connsiteY1685" fmla="*/ 1040697 h 5808721"/>
              <a:gd name="connsiteX1686" fmla="*/ 2654049 w 6251734"/>
              <a:gd name="connsiteY1686" fmla="*/ 1040697 h 5808721"/>
              <a:gd name="connsiteX1687" fmla="*/ 2654049 w 6251734"/>
              <a:gd name="connsiteY1687" fmla="*/ 1116135 h 5808721"/>
              <a:gd name="connsiteX1688" fmla="*/ 2649763 w 6251734"/>
              <a:gd name="connsiteY1688" fmla="*/ 1116135 h 5808721"/>
              <a:gd name="connsiteX1689" fmla="*/ 2632618 w 6251734"/>
              <a:gd name="connsiteY1689" fmla="*/ 1138423 h 5808721"/>
              <a:gd name="connsiteX1690" fmla="*/ 2632618 w 6251734"/>
              <a:gd name="connsiteY1690" fmla="*/ 1309873 h 5808721"/>
              <a:gd name="connsiteX1691" fmla="*/ 2648905 w 6251734"/>
              <a:gd name="connsiteY1691" fmla="*/ 1351879 h 5808721"/>
              <a:gd name="connsiteX1692" fmla="*/ 2810926 w 6251734"/>
              <a:gd name="connsiteY1692" fmla="*/ 1669918 h 5808721"/>
              <a:gd name="connsiteX1693" fmla="*/ 2546035 w 6251734"/>
              <a:gd name="connsiteY1693" fmla="*/ 1728211 h 5808721"/>
              <a:gd name="connsiteX1694" fmla="*/ 2281144 w 6251734"/>
              <a:gd name="connsiteY1694" fmla="*/ 1669918 h 5808721"/>
              <a:gd name="connsiteX1695" fmla="*/ 2447452 w 6251734"/>
              <a:gd name="connsiteY1695" fmla="*/ 1351879 h 5808721"/>
              <a:gd name="connsiteX1696" fmla="*/ 2470597 w 6251734"/>
              <a:gd name="connsiteY1696" fmla="*/ 1309873 h 5808721"/>
              <a:gd name="connsiteX1697" fmla="*/ 2470597 w 6251734"/>
              <a:gd name="connsiteY1697" fmla="*/ 1139281 h 5808721"/>
              <a:gd name="connsiteX1698" fmla="*/ 2440594 w 6251734"/>
              <a:gd name="connsiteY1698" fmla="*/ 1116135 h 5808721"/>
              <a:gd name="connsiteX1699" fmla="*/ 2438022 w 6251734"/>
              <a:gd name="connsiteY1699" fmla="*/ 1116135 h 5808721"/>
              <a:gd name="connsiteX1700" fmla="*/ 2438022 w 6251734"/>
              <a:gd name="connsiteY1700" fmla="*/ 1040697 h 5808721"/>
              <a:gd name="connsiteX1701" fmla="*/ 2440594 w 6251734"/>
              <a:gd name="connsiteY1701" fmla="*/ 1040697 h 5808721"/>
              <a:gd name="connsiteX1702" fmla="*/ 2440594 w 6251734"/>
              <a:gd name="connsiteY1702" fmla="*/ 1038125 h 5808721"/>
              <a:gd name="connsiteX1703" fmla="*/ 2545178 w 6251734"/>
              <a:gd name="connsiteY1703" fmla="*/ 997834 h 5808721"/>
              <a:gd name="connsiteX1704" fmla="*/ 1963962 w 6251734"/>
              <a:gd name="connsiteY1704" fmla="*/ 956688 h 5808721"/>
              <a:gd name="connsiteX1705" fmla="*/ 2026541 w 6251734"/>
              <a:gd name="connsiteY1705" fmla="*/ 956688 h 5808721"/>
              <a:gd name="connsiteX1706" fmla="*/ 2042829 w 6251734"/>
              <a:gd name="connsiteY1706" fmla="*/ 975549 h 5808721"/>
              <a:gd name="connsiteX1707" fmla="*/ 2027398 w 6251734"/>
              <a:gd name="connsiteY1707" fmla="*/ 994408 h 5808721"/>
              <a:gd name="connsiteX1708" fmla="*/ 1963962 w 6251734"/>
              <a:gd name="connsiteY1708" fmla="*/ 994408 h 5808721"/>
              <a:gd name="connsiteX1709" fmla="*/ 1948531 w 6251734"/>
              <a:gd name="connsiteY1709" fmla="*/ 975549 h 5808721"/>
              <a:gd name="connsiteX1710" fmla="*/ 1963962 w 6251734"/>
              <a:gd name="connsiteY1710" fmla="*/ 956688 h 5808721"/>
              <a:gd name="connsiteX1711" fmla="*/ 3402425 w 6251734"/>
              <a:gd name="connsiteY1711" fmla="*/ 943831 h 5808721"/>
              <a:gd name="connsiteX1712" fmla="*/ 3330416 w 6251734"/>
              <a:gd name="connsiteY1712" fmla="*/ 1016699 h 5808721"/>
              <a:gd name="connsiteX1713" fmla="*/ 3402425 w 6251734"/>
              <a:gd name="connsiteY1713" fmla="*/ 1089565 h 5808721"/>
              <a:gd name="connsiteX1714" fmla="*/ 3474434 w 6251734"/>
              <a:gd name="connsiteY1714" fmla="*/ 1016699 h 5808721"/>
              <a:gd name="connsiteX1715" fmla="*/ 3402425 w 6251734"/>
              <a:gd name="connsiteY1715" fmla="*/ 943831 h 5808721"/>
              <a:gd name="connsiteX1716" fmla="*/ 4083082 w 6251734"/>
              <a:gd name="connsiteY1716" fmla="*/ 928402 h 5808721"/>
              <a:gd name="connsiteX1717" fmla="*/ 3939064 w 6251734"/>
              <a:gd name="connsiteY1717" fmla="*/ 1072419 h 5808721"/>
              <a:gd name="connsiteX1718" fmla="*/ 4083082 w 6251734"/>
              <a:gd name="connsiteY1718" fmla="*/ 1216437 h 5808721"/>
              <a:gd name="connsiteX1719" fmla="*/ 4227100 w 6251734"/>
              <a:gd name="connsiteY1719" fmla="*/ 1072419 h 5808721"/>
              <a:gd name="connsiteX1720" fmla="*/ 4083082 w 6251734"/>
              <a:gd name="connsiteY1720" fmla="*/ 928402 h 5808721"/>
              <a:gd name="connsiteX1721" fmla="*/ 1944245 w 6251734"/>
              <a:gd name="connsiteY1721" fmla="*/ 916397 h 5808721"/>
              <a:gd name="connsiteX1722" fmla="*/ 2047973 w 6251734"/>
              <a:gd name="connsiteY1722" fmla="*/ 916397 h 5808721"/>
              <a:gd name="connsiteX1723" fmla="*/ 2073690 w 6251734"/>
              <a:gd name="connsiteY1723" fmla="*/ 935258 h 5808721"/>
              <a:gd name="connsiteX1724" fmla="*/ 2047973 w 6251734"/>
              <a:gd name="connsiteY1724" fmla="*/ 954117 h 5808721"/>
              <a:gd name="connsiteX1725" fmla="*/ 1944245 w 6251734"/>
              <a:gd name="connsiteY1725" fmla="*/ 954117 h 5808721"/>
              <a:gd name="connsiteX1726" fmla="*/ 1918527 w 6251734"/>
              <a:gd name="connsiteY1726" fmla="*/ 935258 h 5808721"/>
              <a:gd name="connsiteX1727" fmla="*/ 1944245 w 6251734"/>
              <a:gd name="connsiteY1727" fmla="*/ 916397 h 5808721"/>
              <a:gd name="connsiteX1728" fmla="*/ 1944245 w 6251734"/>
              <a:gd name="connsiteY1728" fmla="*/ 876106 h 5808721"/>
              <a:gd name="connsiteX1729" fmla="*/ 2047973 w 6251734"/>
              <a:gd name="connsiteY1729" fmla="*/ 876106 h 5808721"/>
              <a:gd name="connsiteX1730" fmla="*/ 2073690 w 6251734"/>
              <a:gd name="connsiteY1730" fmla="*/ 894967 h 5808721"/>
              <a:gd name="connsiteX1731" fmla="*/ 2047973 w 6251734"/>
              <a:gd name="connsiteY1731" fmla="*/ 913826 h 5808721"/>
              <a:gd name="connsiteX1732" fmla="*/ 1944245 w 6251734"/>
              <a:gd name="connsiteY1732" fmla="*/ 913826 h 5808721"/>
              <a:gd name="connsiteX1733" fmla="*/ 1918527 w 6251734"/>
              <a:gd name="connsiteY1733" fmla="*/ 894967 h 5808721"/>
              <a:gd name="connsiteX1734" fmla="*/ 1944245 w 6251734"/>
              <a:gd name="connsiteY1734" fmla="*/ 876106 h 5808721"/>
              <a:gd name="connsiteX1735" fmla="*/ 5177790 w 6251734"/>
              <a:gd name="connsiteY1735" fmla="*/ 825530 h 5808721"/>
              <a:gd name="connsiteX1736" fmla="*/ 5272088 w 6251734"/>
              <a:gd name="connsiteY1736" fmla="*/ 1060415 h 5808721"/>
              <a:gd name="connsiteX1737" fmla="*/ 5177790 w 6251734"/>
              <a:gd name="connsiteY1737" fmla="*/ 825530 h 5808721"/>
              <a:gd name="connsiteX1738" fmla="*/ 5101495 w 6251734"/>
              <a:gd name="connsiteY1738" fmla="*/ 760378 h 5808721"/>
              <a:gd name="connsiteX1739" fmla="*/ 5107496 w 6251734"/>
              <a:gd name="connsiteY1739" fmla="*/ 760378 h 5808721"/>
              <a:gd name="connsiteX1740" fmla="*/ 5108353 w 6251734"/>
              <a:gd name="connsiteY1740" fmla="*/ 760378 h 5808721"/>
              <a:gd name="connsiteX1741" fmla="*/ 5114354 w 6251734"/>
              <a:gd name="connsiteY1741" fmla="*/ 760378 h 5808721"/>
              <a:gd name="connsiteX1742" fmla="*/ 5275516 w 6251734"/>
              <a:gd name="connsiteY1742" fmla="*/ 1171000 h 5808721"/>
              <a:gd name="connsiteX1743" fmla="*/ 5192363 w 6251734"/>
              <a:gd name="connsiteY1743" fmla="*/ 1351880 h 5808721"/>
              <a:gd name="connsiteX1744" fmla="*/ 5120354 w 6251734"/>
              <a:gd name="connsiteY1744" fmla="*/ 1351880 h 5808721"/>
              <a:gd name="connsiteX1745" fmla="*/ 5107496 w 6251734"/>
              <a:gd name="connsiteY1745" fmla="*/ 1351880 h 5808721"/>
              <a:gd name="connsiteX1746" fmla="*/ 5029486 w 6251734"/>
              <a:gd name="connsiteY1746" fmla="*/ 1351880 h 5808721"/>
              <a:gd name="connsiteX1747" fmla="*/ 4943761 w 6251734"/>
              <a:gd name="connsiteY1747" fmla="*/ 1171000 h 5808721"/>
              <a:gd name="connsiteX1748" fmla="*/ 5101495 w 6251734"/>
              <a:gd name="connsiteY1748" fmla="*/ 760378 h 5808721"/>
              <a:gd name="connsiteX1749" fmla="*/ 3975068 w 6251734"/>
              <a:gd name="connsiteY1749" fmla="*/ 748379 h 5808721"/>
              <a:gd name="connsiteX1750" fmla="*/ 4329113 w 6251734"/>
              <a:gd name="connsiteY1750" fmla="*/ 991837 h 5808721"/>
              <a:gd name="connsiteX1751" fmla="*/ 4023074 w 6251734"/>
              <a:gd name="connsiteY1751" fmla="*/ 1384458 h 5808721"/>
              <a:gd name="connsiteX1752" fmla="*/ 3545586 w 6251734"/>
              <a:gd name="connsiteY1752" fmla="*/ 1825939 h 5808721"/>
              <a:gd name="connsiteX1753" fmla="*/ 3975068 w 6251734"/>
              <a:gd name="connsiteY1753" fmla="*/ 748379 h 5808721"/>
              <a:gd name="connsiteX1754" fmla="*/ 912543 w 6251734"/>
              <a:gd name="connsiteY1754" fmla="*/ 703049 h 5808721"/>
              <a:gd name="connsiteX1755" fmla="*/ 921544 w 6251734"/>
              <a:gd name="connsiteY1755" fmla="*/ 710657 h 5808721"/>
              <a:gd name="connsiteX1756" fmla="*/ 942953 w 6251734"/>
              <a:gd name="connsiteY1756" fmla="*/ 752806 h 5808721"/>
              <a:gd name="connsiteX1757" fmla="*/ 953423 w 6251734"/>
              <a:gd name="connsiteY1757" fmla="*/ 749943 h 5808721"/>
              <a:gd name="connsiteX1758" fmla="*/ 1032987 w 6251734"/>
              <a:gd name="connsiteY1758" fmla="*/ 794666 h 5808721"/>
              <a:gd name="connsiteX1759" fmla="*/ 1041260 w 6251734"/>
              <a:gd name="connsiteY1759" fmla="*/ 842585 h 5808721"/>
              <a:gd name="connsiteX1760" fmla="*/ 1028104 w 6251734"/>
              <a:gd name="connsiteY1760" fmla="*/ 872891 h 5808721"/>
              <a:gd name="connsiteX1761" fmla="*/ 1072875 w 6251734"/>
              <a:gd name="connsiteY1761" fmla="*/ 914092 h 5808721"/>
              <a:gd name="connsiteX1762" fmla="*/ 1425608 w 6251734"/>
              <a:gd name="connsiteY1762" fmla="*/ 1247295 h 5808721"/>
              <a:gd name="connsiteX1763" fmla="*/ 1321023 w 6251734"/>
              <a:gd name="connsiteY1763" fmla="*/ 1216434 h 5808721"/>
              <a:gd name="connsiteX1764" fmla="*/ 1018681 w 6251734"/>
              <a:gd name="connsiteY1764" fmla="*/ 943748 h 5808721"/>
              <a:gd name="connsiteX1765" fmla="*/ 1011064 w 6251734"/>
              <a:gd name="connsiteY1765" fmla="*/ 936811 h 5808721"/>
              <a:gd name="connsiteX1766" fmla="*/ 1026129 w 6251734"/>
              <a:gd name="connsiteY1766" fmla="*/ 1357885 h 5808721"/>
              <a:gd name="connsiteX1767" fmla="*/ 993553 w 6251734"/>
              <a:gd name="connsiteY1767" fmla="*/ 1456468 h 5808721"/>
              <a:gd name="connsiteX1768" fmla="*/ 966978 w 6251734"/>
              <a:gd name="connsiteY1768" fmla="*/ 1357028 h 5808721"/>
              <a:gd name="connsiteX1769" fmla="*/ 946039 w 6251734"/>
              <a:gd name="connsiteY1769" fmla="*/ 912474 h 5808721"/>
              <a:gd name="connsiteX1770" fmla="*/ 933546 w 6251734"/>
              <a:gd name="connsiteY1770" fmla="*/ 910931 h 5808721"/>
              <a:gd name="connsiteX1771" fmla="*/ 885540 w 6251734"/>
              <a:gd name="connsiteY1771" fmla="*/ 870104 h 5808721"/>
              <a:gd name="connsiteX1772" fmla="*/ 896028 w 6251734"/>
              <a:gd name="connsiteY1772" fmla="*/ 778968 h 5808721"/>
              <a:gd name="connsiteX1773" fmla="*/ 914412 w 6251734"/>
              <a:gd name="connsiteY1773" fmla="*/ 764338 h 5808721"/>
              <a:gd name="connsiteX1774" fmla="*/ 894112 w 6251734"/>
              <a:gd name="connsiteY1774" fmla="*/ 724373 h 5808721"/>
              <a:gd name="connsiteX1775" fmla="*/ 900970 w 6251734"/>
              <a:gd name="connsiteY1775" fmla="*/ 703799 h 5808721"/>
              <a:gd name="connsiteX1776" fmla="*/ 912543 w 6251734"/>
              <a:gd name="connsiteY1776" fmla="*/ 703049 h 5808721"/>
              <a:gd name="connsiteX1777" fmla="*/ 2061687 w 6251734"/>
              <a:gd name="connsiteY1777" fmla="*/ 342898 h 5808721"/>
              <a:gd name="connsiteX1778" fmla="*/ 2155984 w 6251734"/>
              <a:gd name="connsiteY1778" fmla="*/ 577785 h 5808721"/>
              <a:gd name="connsiteX1779" fmla="*/ 2061687 w 6251734"/>
              <a:gd name="connsiteY1779" fmla="*/ 342898 h 5808721"/>
              <a:gd name="connsiteX1780" fmla="*/ 1985392 w 6251734"/>
              <a:gd name="connsiteY1780" fmla="*/ 278605 h 5808721"/>
              <a:gd name="connsiteX1781" fmla="*/ 1991393 w 6251734"/>
              <a:gd name="connsiteY1781" fmla="*/ 278605 h 5808721"/>
              <a:gd name="connsiteX1782" fmla="*/ 1992250 w 6251734"/>
              <a:gd name="connsiteY1782" fmla="*/ 278605 h 5808721"/>
              <a:gd name="connsiteX1783" fmla="*/ 1998250 w 6251734"/>
              <a:gd name="connsiteY1783" fmla="*/ 278605 h 5808721"/>
              <a:gd name="connsiteX1784" fmla="*/ 2159413 w 6251734"/>
              <a:gd name="connsiteY1784" fmla="*/ 689228 h 5808721"/>
              <a:gd name="connsiteX1785" fmla="*/ 2076260 w 6251734"/>
              <a:gd name="connsiteY1785" fmla="*/ 870108 h 5808721"/>
              <a:gd name="connsiteX1786" fmla="*/ 2004251 w 6251734"/>
              <a:gd name="connsiteY1786" fmla="*/ 870108 h 5808721"/>
              <a:gd name="connsiteX1787" fmla="*/ 1991393 w 6251734"/>
              <a:gd name="connsiteY1787" fmla="*/ 870108 h 5808721"/>
              <a:gd name="connsiteX1788" fmla="*/ 1913383 w 6251734"/>
              <a:gd name="connsiteY1788" fmla="*/ 870108 h 5808721"/>
              <a:gd name="connsiteX1789" fmla="*/ 1827658 w 6251734"/>
              <a:gd name="connsiteY1789" fmla="*/ 689228 h 5808721"/>
              <a:gd name="connsiteX1790" fmla="*/ 1985392 w 6251734"/>
              <a:gd name="connsiteY1790" fmla="*/ 278605 h 5808721"/>
              <a:gd name="connsiteX1791" fmla="*/ 2776633 w 6251734"/>
              <a:gd name="connsiteY1791" fmla="*/ 269173 h 5808721"/>
              <a:gd name="connsiteX1792" fmla="*/ 2994375 w 6251734"/>
              <a:gd name="connsiteY1792" fmla="*/ 372043 h 5808721"/>
              <a:gd name="connsiteX1793" fmla="*/ 3212117 w 6251734"/>
              <a:gd name="connsiteY1793" fmla="*/ 269173 h 5808721"/>
              <a:gd name="connsiteX1794" fmla="*/ 3212117 w 6251734"/>
              <a:gd name="connsiteY1794" fmla="*/ 519491 h 5808721"/>
              <a:gd name="connsiteX1795" fmla="*/ 3000376 w 6251734"/>
              <a:gd name="connsiteY1795" fmla="*/ 593215 h 5808721"/>
              <a:gd name="connsiteX1796" fmla="*/ 2994375 w 6251734"/>
              <a:gd name="connsiteY1796" fmla="*/ 593215 h 5808721"/>
              <a:gd name="connsiteX1797" fmla="*/ 2988374 w 6251734"/>
              <a:gd name="connsiteY1797" fmla="*/ 593215 h 5808721"/>
              <a:gd name="connsiteX1798" fmla="*/ 2776633 w 6251734"/>
              <a:gd name="connsiteY1798" fmla="*/ 519491 h 5808721"/>
              <a:gd name="connsiteX1799" fmla="*/ 4064357 w 6251734"/>
              <a:gd name="connsiteY1799" fmla="*/ 122787 h 5808721"/>
              <a:gd name="connsiteX1800" fmla="*/ 4135375 w 6251734"/>
              <a:gd name="connsiteY1800" fmla="*/ 158590 h 5808721"/>
              <a:gd name="connsiteX1801" fmla="*/ 4367690 w 6251734"/>
              <a:gd name="connsiteY1801" fmla="*/ 158590 h 5808721"/>
              <a:gd name="connsiteX1802" fmla="*/ 4367690 w 6251734"/>
              <a:gd name="connsiteY1802" fmla="*/ 498920 h 5808721"/>
              <a:gd name="connsiteX1803" fmla="*/ 4130231 w 6251734"/>
              <a:gd name="connsiteY1803" fmla="*/ 500634 h 5808721"/>
              <a:gd name="connsiteX1804" fmla="*/ 3903059 w 6251734"/>
              <a:gd name="connsiteY1804" fmla="*/ 497205 h 5808721"/>
              <a:gd name="connsiteX1805" fmla="*/ 3903059 w 6251734"/>
              <a:gd name="connsiteY1805" fmla="*/ 158590 h 5808721"/>
              <a:gd name="connsiteX1806" fmla="*/ 4064357 w 6251734"/>
              <a:gd name="connsiteY1806" fmla="*/ 122787 h 5808721"/>
              <a:gd name="connsiteX1807" fmla="*/ 3009805 w 6251734"/>
              <a:gd name="connsiteY1807" fmla="*/ 0 h 5808721"/>
              <a:gd name="connsiteX1808" fmla="*/ 3364979 w 6251734"/>
              <a:gd name="connsiteY1808" fmla="*/ 158588 h 5808721"/>
              <a:gd name="connsiteX1809" fmla="*/ 3370707 w 6251734"/>
              <a:gd name="connsiteY1809" fmla="*/ 158588 h 5808721"/>
              <a:gd name="connsiteX1810" fmla="*/ 3370707 w 6251734"/>
              <a:gd name="connsiteY1810" fmla="*/ 161146 h 5808721"/>
              <a:gd name="connsiteX1811" fmla="*/ 3378423 w 6251734"/>
              <a:gd name="connsiteY1811" fmla="*/ 164591 h 5808721"/>
              <a:gd name="connsiteX1812" fmla="*/ 3370707 w 6251734"/>
              <a:gd name="connsiteY1812" fmla="*/ 168108 h 5808721"/>
              <a:gd name="connsiteX1813" fmla="*/ 3370707 w 6251734"/>
              <a:gd name="connsiteY1813" fmla="*/ 381755 h 5808721"/>
              <a:gd name="connsiteX1814" fmla="*/ 3385709 w 6251734"/>
              <a:gd name="connsiteY1814" fmla="*/ 387903 h 5808721"/>
              <a:gd name="connsiteX1815" fmla="*/ 3396425 w 6251734"/>
              <a:gd name="connsiteY1815" fmla="*/ 414049 h 5808721"/>
              <a:gd name="connsiteX1816" fmla="*/ 3385388 w 6251734"/>
              <a:gd name="connsiteY1816" fmla="*/ 440517 h 5808721"/>
              <a:gd name="connsiteX1817" fmla="*/ 3384653 w 6251734"/>
              <a:gd name="connsiteY1817" fmla="*/ 440813 h 5808721"/>
              <a:gd name="connsiteX1818" fmla="*/ 3392352 w 6251734"/>
              <a:gd name="connsiteY1818" fmla="*/ 468698 h 5808721"/>
              <a:gd name="connsiteX1819" fmla="*/ 3396424 w 6251734"/>
              <a:gd name="connsiteY1819" fmla="*/ 582069 h 5808721"/>
              <a:gd name="connsiteX1820" fmla="*/ 3366421 w 6251734"/>
              <a:gd name="connsiteY1820" fmla="*/ 582069 h 5808721"/>
              <a:gd name="connsiteX1821" fmla="*/ 3324416 w 6251734"/>
              <a:gd name="connsiteY1821" fmla="*/ 582069 h 5808721"/>
              <a:gd name="connsiteX1822" fmla="*/ 3329238 w 6251734"/>
              <a:gd name="connsiteY1822" fmla="*/ 468698 h 5808721"/>
              <a:gd name="connsiteX1823" fmla="*/ 3336806 w 6251734"/>
              <a:gd name="connsiteY1823" fmla="*/ 441584 h 5808721"/>
              <a:gd name="connsiteX1824" fmla="*/ 3333417 w 6251734"/>
              <a:gd name="connsiteY1824" fmla="*/ 440196 h 5808721"/>
              <a:gd name="connsiteX1825" fmla="*/ 3322701 w 6251734"/>
              <a:gd name="connsiteY1825" fmla="*/ 414049 h 5808721"/>
              <a:gd name="connsiteX1826" fmla="*/ 3333417 w 6251734"/>
              <a:gd name="connsiteY1826" fmla="*/ 387903 h 5808721"/>
              <a:gd name="connsiteX1827" fmla="*/ 3347562 w 6251734"/>
              <a:gd name="connsiteY1827" fmla="*/ 382106 h 5808721"/>
              <a:gd name="connsiteX1828" fmla="*/ 3347562 w 6251734"/>
              <a:gd name="connsiteY1828" fmla="*/ 178657 h 5808721"/>
              <a:gd name="connsiteX1829" fmla="*/ 3000375 w 6251734"/>
              <a:gd name="connsiteY1829" fmla="*/ 336899 h 5808721"/>
              <a:gd name="connsiteX1830" fmla="*/ 2628328 w 6251734"/>
              <a:gd name="connsiteY1830" fmla="*/ 168878 h 580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</a:cxnLst>
            <a:rect l="l" t="t" r="r" b="b"/>
            <a:pathLst>
              <a:path w="6251734" h="5808721">
                <a:moveTo>
                  <a:pt x="3807697" y="5598000"/>
                </a:moveTo>
                <a:lnTo>
                  <a:pt x="3792649" y="5610966"/>
                </a:lnTo>
                <a:lnTo>
                  <a:pt x="3724407" y="5654281"/>
                </a:lnTo>
                <a:lnTo>
                  <a:pt x="3737518" y="5683584"/>
                </a:lnTo>
                <a:cubicBezTo>
                  <a:pt x="3757635" y="5720397"/>
                  <a:pt x="3781865" y="5741855"/>
                  <a:pt x="3807904" y="5741855"/>
                </a:cubicBezTo>
                <a:cubicBezTo>
                  <a:pt x="3833943" y="5741855"/>
                  <a:pt x="3858174" y="5720397"/>
                  <a:pt x="3878291" y="5683584"/>
                </a:cubicBezTo>
                <a:lnTo>
                  <a:pt x="3891370" y="5654352"/>
                </a:lnTo>
                <a:lnTo>
                  <a:pt x="3821929" y="5610228"/>
                </a:lnTo>
                <a:close/>
                <a:moveTo>
                  <a:pt x="3827101" y="5549255"/>
                </a:moveTo>
                <a:lnTo>
                  <a:pt x="3807904" y="5550689"/>
                </a:lnTo>
                <a:lnTo>
                  <a:pt x="3788212" y="5549599"/>
                </a:lnTo>
                <a:lnTo>
                  <a:pt x="3807470" y="5566172"/>
                </a:lnTo>
                <a:close/>
                <a:moveTo>
                  <a:pt x="3694058" y="5544387"/>
                </a:moveTo>
                <a:lnTo>
                  <a:pt x="3703452" y="5591293"/>
                </a:lnTo>
                <a:lnTo>
                  <a:pt x="3714172" y="5626491"/>
                </a:lnTo>
                <a:lnTo>
                  <a:pt x="3722717" y="5622628"/>
                </a:lnTo>
                <a:lnTo>
                  <a:pt x="3788068" y="5581136"/>
                </a:lnTo>
                <a:lnTo>
                  <a:pt x="3748826" y="5547419"/>
                </a:lnTo>
                <a:close/>
                <a:moveTo>
                  <a:pt x="3922198" y="5542152"/>
                </a:moveTo>
                <a:lnTo>
                  <a:pt x="3867799" y="5546215"/>
                </a:lnTo>
                <a:lnTo>
                  <a:pt x="3827145" y="5581244"/>
                </a:lnTo>
                <a:lnTo>
                  <a:pt x="3901775" y="5626039"/>
                </a:lnTo>
                <a:lnTo>
                  <a:pt x="3912357" y="5591293"/>
                </a:lnTo>
                <a:close/>
                <a:moveTo>
                  <a:pt x="3568695" y="5521810"/>
                </a:moveTo>
                <a:lnTo>
                  <a:pt x="3557706" y="5550648"/>
                </a:lnTo>
                <a:cubicBezTo>
                  <a:pt x="3545907" y="5590927"/>
                  <a:pt x="3547836" y="5623235"/>
                  <a:pt x="3566160" y="5641559"/>
                </a:cubicBezTo>
                <a:cubicBezTo>
                  <a:pt x="3586774" y="5662535"/>
                  <a:pt x="3625087" y="5662456"/>
                  <a:pt x="3672538" y="5645312"/>
                </a:cubicBezTo>
                <a:lnTo>
                  <a:pt x="3686711" y="5638905"/>
                </a:lnTo>
                <a:lnTo>
                  <a:pt x="3683653" y="5628857"/>
                </a:lnTo>
                <a:cubicBezTo>
                  <a:pt x="3678238" y="5607150"/>
                  <a:pt x="3673570" y="5583954"/>
                  <a:pt x="3669753" y="5559542"/>
                </a:cubicBezTo>
                <a:lnTo>
                  <a:pt x="3668350" y="5540767"/>
                </a:lnTo>
                <a:lnTo>
                  <a:pt x="3579717" y="5525147"/>
                </a:lnTo>
                <a:close/>
                <a:moveTo>
                  <a:pt x="4046585" y="5520939"/>
                </a:moveTo>
                <a:lnTo>
                  <a:pt x="3966777" y="5538822"/>
                </a:lnTo>
                <a:lnTo>
                  <a:pt x="3947602" y="5540254"/>
                </a:lnTo>
                <a:lnTo>
                  <a:pt x="3946176" y="5559542"/>
                </a:lnTo>
                <a:cubicBezTo>
                  <a:pt x="3942392" y="5583954"/>
                  <a:pt x="3937761" y="5607150"/>
                  <a:pt x="3932381" y="5628857"/>
                </a:cubicBezTo>
                <a:lnTo>
                  <a:pt x="3929132" y="5639587"/>
                </a:lnTo>
                <a:lnTo>
                  <a:pt x="3958740" y="5650869"/>
                </a:lnTo>
                <a:cubicBezTo>
                  <a:pt x="3999019" y="5662668"/>
                  <a:pt x="4031327" y="5660739"/>
                  <a:pt x="4049650" y="5642415"/>
                </a:cubicBezTo>
                <a:cubicBezTo>
                  <a:pt x="4067974" y="5623770"/>
                  <a:pt x="4069903" y="5591382"/>
                  <a:pt x="4058104" y="5551128"/>
                </a:cubicBezTo>
                <a:close/>
                <a:moveTo>
                  <a:pt x="3688846" y="5493292"/>
                </a:moveTo>
                <a:lnTo>
                  <a:pt x="3690677" y="5517905"/>
                </a:lnTo>
                <a:lnTo>
                  <a:pt x="3706306" y="5520689"/>
                </a:lnTo>
                <a:lnTo>
                  <a:pt x="3718556" y="5521412"/>
                </a:lnTo>
                <a:lnTo>
                  <a:pt x="3700748" y="5506112"/>
                </a:lnTo>
                <a:close/>
                <a:moveTo>
                  <a:pt x="3927084" y="5491676"/>
                </a:moveTo>
                <a:lnTo>
                  <a:pt x="3913348" y="5506970"/>
                </a:lnTo>
                <a:lnTo>
                  <a:pt x="3898270" y="5519961"/>
                </a:lnTo>
                <a:lnTo>
                  <a:pt x="3925127" y="5517962"/>
                </a:lnTo>
                <a:close/>
                <a:moveTo>
                  <a:pt x="2666906" y="5428104"/>
                </a:moveTo>
                <a:lnTo>
                  <a:pt x="2906936" y="5566121"/>
                </a:lnTo>
                <a:lnTo>
                  <a:pt x="2986661" y="5428961"/>
                </a:lnTo>
                <a:close/>
                <a:moveTo>
                  <a:pt x="2421698" y="5427947"/>
                </a:moveTo>
                <a:lnTo>
                  <a:pt x="2911499" y="5711122"/>
                </a:lnTo>
                <a:lnTo>
                  <a:pt x="2873313" y="5777171"/>
                </a:lnTo>
                <a:lnTo>
                  <a:pt x="2383512" y="5493996"/>
                </a:lnTo>
                <a:close/>
                <a:moveTo>
                  <a:pt x="3626020" y="5422235"/>
                </a:moveTo>
                <a:lnTo>
                  <a:pt x="3598818" y="5461243"/>
                </a:lnTo>
                <a:lnTo>
                  <a:pt x="3581388" y="5494011"/>
                </a:lnTo>
                <a:lnTo>
                  <a:pt x="3616801" y="5504746"/>
                </a:lnTo>
                <a:lnTo>
                  <a:pt x="3666318" y="5513566"/>
                </a:lnTo>
                <a:lnTo>
                  <a:pt x="3662700" y="5465131"/>
                </a:lnTo>
                <a:lnTo>
                  <a:pt x="3644732" y="5445778"/>
                </a:lnTo>
                <a:close/>
                <a:moveTo>
                  <a:pt x="3990100" y="5421513"/>
                </a:moveTo>
                <a:lnTo>
                  <a:pt x="3953357" y="5462423"/>
                </a:lnTo>
                <a:lnTo>
                  <a:pt x="3949475" y="5514925"/>
                </a:lnTo>
                <a:lnTo>
                  <a:pt x="4025703" y="5497859"/>
                </a:lnTo>
                <a:lnTo>
                  <a:pt x="4034309" y="5494362"/>
                </a:lnTo>
                <a:lnTo>
                  <a:pt x="4016993" y="5461874"/>
                </a:lnTo>
                <a:close/>
                <a:moveTo>
                  <a:pt x="3956426" y="5380419"/>
                </a:moveTo>
                <a:lnTo>
                  <a:pt x="3957923" y="5400670"/>
                </a:lnTo>
                <a:lnTo>
                  <a:pt x="3956295" y="5422687"/>
                </a:lnTo>
                <a:lnTo>
                  <a:pt x="3964989" y="5412959"/>
                </a:lnTo>
                <a:lnTo>
                  <a:pt x="3973699" y="5400468"/>
                </a:lnTo>
                <a:close/>
                <a:moveTo>
                  <a:pt x="3659650" y="5376790"/>
                </a:moveTo>
                <a:lnTo>
                  <a:pt x="3650822" y="5386669"/>
                </a:lnTo>
                <a:lnTo>
                  <a:pt x="3641492" y="5400048"/>
                </a:lnTo>
                <a:lnTo>
                  <a:pt x="3659392" y="5420848"/>
                </a:lnTo>
                <a:lnTo>
                  <a:pt x="3657885" y="5400670"/>
                </a:lnTo>
                <a:close/>
                <a:moveTo>
                  <a:pt x="2450878" y="5356093"/>
                </a:moveTo>
                <a:lnTo>
                  <a:pt x="3103247" y="5381811"/>
                </a:lnTo>
                <a:lnTo>
                  <a:pt x="2950656" y="5644988"/>
                </a:lnTo>
                <a:close/>
                <a:moveTo>
                  <a:pt x="3808763" y="5338091"/>
                </a:moveTo>
                <a:cubicBezTo>
                  <a:pt x="3843053" y="5338091"/>
                  <a:pt x="3871342" y="5365523"/>
                  <a:pt x="3871342" y="5400671"/>
                </a:cubicBezTo>
                <a:cubicBezTo>
                  <a:pt x="3871342" y="5434961"/>
                  <a:pt x="3843053" y="5463250"/>
                  <a:pt x="3808763" y="5463250"/>
                </a:cubicBezTo>
                <a:cubicBezTo>
                  <a:pt x="3774473" y="5463250"/>
                  <a:pt x="3746183" y="5435818"/>
                  <a:pt x="3746183" y="5400671"/>
                </a:cubicBezTo>
                <a:cubicBezTo>
                  <a:pt x="3746183" y="5366381"/>
                  <a:pt x="3773615" y="5338091"/>
                  <a:pt x="3808763" y="5338091"/>
                </a:cubicBezTo>
                <a:close/>
                <a:moveTo>
                  <a:pt x="3553198" y="5318476"/>
                </a:moveTo>
                <a:lnTo>
                  <a:pt x="3524133" y="5330284"/>
                </a:lnTo>
                <a:cubicBezTo>
                  <a:pt x="3487320" y="5350400"/>
                  <a:pt x="3465862" y="5374631"/>
                  <a:pt x="3465862" y="5400670"/>
                </a:cubicBezTo>
                <a:cubicBezTo>
                  <a:pt x="3465862" y="5426709"/>
                  <a:pt x="3487440" y="5450819"/>
                  <a:pt x="3524359" y="5470831"/>
                </a:cubicBezTo>
                <a:lnTo>
                  <a:pt x="3552494" y="5483326"/>
                </a:lnTo>
                <a:lnTo>
                  <a:pt x="3557534" y="5473887"/>
                </a:lnTo>
                <a:lnTo>
                  <a:pt x="3608797" y="5400567"/>
                </a:lnTo>
                <a:lnTo>
                  <a:pt x="3596753" y="5385414"/>
                </a:lnTo>
                <a:cubicBezTo>
                  <a:pt x="3582180" y="5365463"/>
                  <a:pt x="3569066" y="5345769"/>
                  <a:pt x="3557534" y="5326597"/>
                </a:cubicBezTo>
                <a:close/>
                <a:moveTo>
                  <a:pt x="4062445" y="5317336"/>
                </a:moveTo>
                <a:lnTo>
                  <a:pt x="4057165" y="5327229"/>
                </a:lnTo>
                <a:lnTo>
                  <a:pt x="4006091" y="5400156"/>
                </a:lnTo>
                <a:lnTo>
                  <a:pt x="4017343" y="5414333"/>
                </a:lnTo>
                <a:cubicBezTo>
                  <a:pt x="4031916" y="5434318"/>
                  <a:pt x="4045029" y="5454048"/>
                  <a:pt x="4056562" y="5473256"/>
                </a:cubicBezTo>
                <a:lnTo>
                  <a:pt x="4061849" y="5483174"/>
                </a:lnTo>
                <a:lnTo>
                  <a:pt x="4091676" y="5471057"/>
                </a:lnTo>
                <a:cubicBezTo>
                  <a:pt x="4128489" y="5450940"/>
                  <a:pt x="4149947" y="5426709"/>
                  <a:pt x="4149947" y="5400670"/>
                </a:cubicBezTo>
                <a:cubicBezTo>
                  <a:pt x="4149947" y="5374631"/>
                  <a:pt x="4128368" y="5350401"/>
                  <a:pt x="4091450" y="5330284"/>
                </a:cubicBezTo>
                <a:close/>
                <a:moveTo>
                  <a:pt x="3949551" y="5287441"/>
                </a:moveTo>
                <a:lnTo>
                  <a:pt x="3953173" y="5336435"/>
                </a:lnTo>
                <a:lnTo>
                  <a:pt x="3969364" y="5353884"/>
                </a:lnTo>
                <a:lnTo>
                  <a:pt x="3988964" y="5378578"/>
                </a:lnTo>
                <a:lnTo>
                  <a:pt x="4016993" y="5338385"/>
                </a:lnTo>
                <a:lnTo>
                  <a:pt x="4033793" y="5306800"/>
                </a:lnTo>
                <a:lnTo>
                  <a:pt x="3999007" y="5296218"/>
                </a:lnTo>
                <a:close/>
                <a:moveTo>
                  <a:pt x="3666333" y="5286416"/>
                </a:moveTo>
                <a:lnTo>
                  <a:pt x="3590106" y="5303482"/>
                </a:lnTo>
                <a:lnTo>
                  <a:pt x="3581629" y="5306926"/>
                </a:lnTo>
                <a:lnTo>
                  <a:pt x="3598818" y="5339241"/>
                </a:lnTo>
                <a:lnTo>
                  <a:pt x="3625164" y="5378866"/>
                </a:lnTo>
                <a:lnTo>
                  <a:pt x="3662590" y="5337028"/>
                </a:lnTo>
                <a:close/>
                <a:moveTo>
                  <a:pt x="1925384" y="5284084"/>
                </a:moveTo>
                <a:cubicBezTo>
                  <a:pt x="1892808" y="5284084"/>
                  <a:pt x="1867091" y="5310659"/>
                  <a:pt x="1867091" y="5343235"/>
                </a:cubicBezTo>
                <a:cubicBezTo>
                  <a:pt x="1867091" y="5375810"/>
                  <a:pt x="1892808" y="5402385"/>
                  <a:pt x="1925384" y="5402385"/>
                </a:cubicBezTo>
                <a:cubicBezTo>
                  <a:pt x="1957959" y="5402385"/>
                  <a:pt x="1983677" y="5375810"/>
                  <a:pt x="1983677" y="5343235"/>
                </a:cubicBezTo>
                <a:cubicBezTo>
                  <a:pt x="1983677" y="5310659"/>
                  <a:pt x="1957959" y="5284084"/>
                  <a:pt x="1925384" y="5284084"/>
                </a:cubicBezTo>
                <a:close/>
                <a:moveTo>
                  <a:pt x="3715682" y="5281518"/>
                </a:moveTo>
                <a:lnTo>
                  <a:pt x="3690553" y="5283388"/>
                </a:lnTo>
                <a:lnTo>
                  <a:pt x="3688737" y="5307799"/>
                </a:lnTo>
                <a:lnTo>
                  <a:pt x="3700748" y="5294372"/>
                </a:lnTo>
                <a:close/>
                <a:moveTo>
                  <a:pt x="3897255" y="5279649"/>
                </a:moveTo>
                <a:lnTo>
                  <a:pt x="3913348" y="5293515"/>
                </a:lnTo>
                <a:lnTo>
                  <a:pt x="3927113" y="5308350"/>
                </a:lnTo>
                <a:lnTo>
                  <a:pt x="3925236" y="5283126"/>
                </a:lnTo>
                <a:lnTo>
                  <a:pt x="3909502" y="5280333"/>
                </a:lnTo>
                <a:close/>
                <a:moveTo>
                  <a:pt x="3807904" y="5274654"/>
                </a:moveTo>
                <a:lnTo>
                  <a:pt x="3756063" y="5278512"/>
                </a:lnTo>
                <a:lnTo>
                  <a:pt x="3718751" y="5310660"/>
                </a:lnTo>
                <a:lnTo>
                  <a:pt x="3685778" y="5347555"/>
                </a:lnTo>
                <a:lnTo>
                  <a:pt x="3681889" y="5399812"/>
                </a:lnTo>
                <a:lnTo>
                  <a:pt x="3685732" y="5451455"/>
                </a:lnTo>
                <a:lnTo>
                  <a:pt x="3718751" y="5489824"/>
                </a:lnTo>
                <a:lnTo>
                  <a:pt x="3758175" y="5523751"/>
                </a:lnTo>
                <a:lnTo>
                  <a:pt x="3807904" y="5526686"/>
                </a:lnTo>
                <a:lnTo>
                  <a:pt x="3857581" y="5522989"/>
                </a:lnTo>
                <a:lnTo>
                  <a:pt x="3897060" y="5488968"/>
                </a:lnTo>
                <a:lnTo>
                  <a:pt x="3930031" y="5452075"/>
                </a:lnTo>
                <a:lnTo>
                  <a:pt x="3933920" y="5399812"/>
                </a:lnTo>
                <a:lnTo>
                  <a:pt x="3930213" y="5349995"/>
                </a:lnTo>
                <a:lnTo>
                  <a:pt x="3897060" y="5311517"/>
                </a:lnTo>
                <a:lnTo>
                  <a:pt x="3857442" y="5277423"/>
                </a:lnTo>
                <a:close/>
                <a:moveTo>
                  <a:pt x="3807355" y="5234320"/>
                </a:moveTo>
                <a:lnTo>
                  <a:pt x="3786569" y="5252229"/>
                </a:lnTo>
                <a:lnTo>
                  <a:pt x="3807904" y="5250651"/>
                </a:lnTo>
                <a:lnTo>
                  <a:pt x="3827599" y="5251741"/>
                </a:lnTo>
                <a:close/>
                <a:moveTo>
                  <a:pt x="1827657" y="5200074"/>
                </a:moveTo>
                <a:cubicBezTo>
                  <a:pt x="1797654" y="5200074"/>
                  <a:pt x="1773650" y="5224934"/>
                  <a:pt x="1773650" y="5254938"/>
                </a:cubicBezTo>
                <a:cubicBezTo>
                  <a:pt x="1773650" y="5284942"/>
                  <a:pt x="1797654" y="5309802"/>
                  <a:pt x="1827657" y="5309802"/>
                </a:cubicBezTo>
                <a:cubicBezTo>
                  <a:pt x="1857661" y="5309802"/>
                  <a:pt x="1881664" y="5284942"/>
                  <a:pt x="1881664" y="5254938"/>
                </a:cubicBezTo>
                <a:cubicBezTo>
                  <a:pt x="1881664" y="5224934"/>
                  <a:pt x="1857661" y="5200074"/>
                  <a:pt x="1827657" y="5200074"/>
                </a:cubicBezTo>
                <a:close/>
                <a:moveTo>
                  <a:pt x="3713592" y="5175036"/>
                </a:moveTo>
                <a:lnTo>
                  <a:pt x="3703452" y="5208333"/>
                </a:lnTo>
                <a:lnTo>
                  <a:pt x="3693280" y="5259127"/>
                </a:lnTo>
                <a:lnTo>
                  <a:pt x="3746245" y="5255210"/>
                </a:lnTo>
                <a:lnTo>
                  <a:pt x="3787708" y="5219522"/>
                </a:lnTo>
                <a:close/>
                <a:moveTo>
                  <a:pt x="3901951" y="5174164"/>
                </a:moveTo>
                <a:lnTo>
                  <a:pt x="3827088" y="5219192"/>
                </a:lnTo>
                <a:lnTo>
                  <a:pt x="3867424" y="5253946"/>
                </a:lnTo>
                <a:lnTo>
                  <a:pt x="3922098" y="5256973"/>
                </a:lnTo>
                <a:lnTo>
                  <a:pt x="3912357" y="5208333"/>
                </a:lnTo>
                <a:close/>
                <a:moveTo>
                  <a:pt x="4932831" y="5171785"/>
                </a:moveTo>
                <a:cubicBezTo>
                  <a:pt x="4907114" y="5167928"/>
                  <a:pt x="4879896" y="5173928"/>
                  <a:pt x="4857179" y="5190645"/>
                </a:cubicBezTo>
                <a:cubicBezTo>
                  <a:pt x="4811745" y="5224077"/>
                  <a:pt x="4802315" y="5287514"/>
                  <a:pt x="4836605" y="5332091"/>
                </a:cubicBezTo>
                <a:cubicBezTo>
                  <a:pt x="4869181" y="5377525"/>
                  <a:pt x="4932617" y="5386955"/>
                  <a:pt x="4978051" y="5353523"/>
                </a:cubicBezTo>
                <a:cubicBezTo>
                  <a:pt x="5023486" y="5320947"/>
                  <a:pt x="5032916" y="5256653"/>
                  <a:pt x="4999483" y="5212076"/>
                </a:cubicBezTo>
                <a:cubicBezTo>
                  <a:pt x="4982766" y="5189359"/>
                  <a:pt x="4958549" y="5175643"/>
                  <a:pt x="4932831" y="5171785"/>
                </a:cubicBezTo>
                <a:close/>
                <a:moveTo>
                  <a:pt x="3619671" y="5143348"/>
                </a:moveTo>
                <a:cubicBezTo>
                  <a:pt x="3596806" y="5141780"/>
                  <a:pt x="3578376" y="5146710"/>
                  <a:pt x="3566160" y="5158925"/>
                </a:cubicBezTo>
                <a:cubicBezTo>
                  <a:pt x="3547836" y="5177249"/>
                  <a:pt x="3545907" y="5209557"/>
                  <a:pt x="3557706" y="5249836"/>
                </a:cubicBezTo>
                <a:lnTo>
                  <a:pt x="3569257" y="5280149"/>
                </a:lnTo>
                <a:lnTo>
                  <a:pt x="3649032" y="5262398"/>
                </a:lnTo>
                <a:lnTo>
                  <a:pt x="3668214" y="5260980"/>
                </a:lnTo>
                <a:lnTo>
                  <a:pt x="3669632" y="5241797"/>
                </a:lnTo>
                <a:cubicBezTo>
                  <a:pt x="3673416" y="5217386"/>
                  <a:pt x="3678047" y="5194190"/>
                  <a:pt x="3683427" y="5172482"/>
                </a:cubicBezTo>
                <a:lnTo>
                  <a:pt x="3686676" y="5161753"/>
                </a:lnTo>
                <a:lnTo>
                  <a:pt x="3657070" y="5150472"/>
                </a:lnTo>
                <a:cubicBezTo>
                  <a:pt x="3643644" y="5146539"/>
                  <a:pt x="3631103" y="5144131"/>
                  <a:pt x="3619671" y="5143348"/>
                </a:cubicBezTo>
                <a:close/>
                <a:moveTo>
                  <a:pt x="3995778" y="5142491"/>
                </a:moveTo>
                <a:cubicBezTo>
                  <a:pt x="3984325" y="5143275"/>
                  <a:pt x="3971781" y="5145682"/>
                  <a:pt x="3958364" y="5149615"/>
                </a:cubicBezTo>
                <a:lnTo>
                  <a:pt x="3928865" y="5160870"/>
                </a:lnTo>
                <a:lnTo>
                  <a:pt x="3932381" y="5172482"/>
                </a:lnTo>
                <a:cubicBezTo>
                  <a:pt x="3937761" y="5194190"/>
                  <a:pt x="3942392" y="5217386"/>
                  <a:pt x="3946176" y="5241797"/>
                </a:cubicBezTo>
                <a:lnTo>
                  <a:pt x="3947566" y="5260592"/>
                </a:lnTo>
                <a:lnTo>
                  <a:pt x="4036092" y="5276193"/>
                </a:lnTo>
                <a:lnTo>
                  <a:pt x="4046530" y="5279354"/>
                </a:lnTo>
                <a:lnTo>
                  <a:pt x="4058104" y="5248980"/>
                </a:lnTo>
                <a:cubicBezTo>
                  <a:pt x="4069903" y="5208700"/>
                  <a:pt x="4067974" y="5176393"/>
                  <a:pt x="4049650" y="5158069"/>
                </a:cubicBezTo>
                <a:cubicBezTo>
                  <a:pt x="4037220" y="5145853"/>
                  <a:pt x="4018682" y="5140924"/>
                  <a:pt x="3995778" y="5142491"/>
                </a:cubicBezTo>
                <a:close/>
                <a:moveTo>
                  <a:pt x="1795082" y="5089489"/>
                </a:moveTo>
                <a:cubicBezTo>
                  <a:pt x="1769364" y="5089489"/>
                  <a:pt x="1747933" y="5110920"/>
                  <a:pt x="1747933" y="5137495"/>
                </a:cubicBezTo>
                <a:cubicBezTo>
                  <a:pt x="1747933" y="5164069"/>
                  <a:pt x="1768507" y="5185501"/>
                  <a:pt x="1795082" y="5185501"/>
                </a:cubicBezTo>
                <a:cubicBezTo>
                  <a:pt x="1801511" y="5185501"/>
                  <a:pt x="1807672" y="5184161"/>
                  <a:pt x="1813298" y="5181737"/>
                </a:cubicBezTo>
                <a:lnTo>
                  <a:pt x="1824372" y="5174153"/>
                </a:lnTo>
                <a:lnTo>
                  <a:pt x="1839840" y="5131531"/>
                </a:lnTo>
                <a:lnTo>
                  <a:pt x="1828621" y="5103526"/>
                </a:lnTo>
                <a:cubicBezTo>
                  <a:pt x="1820156" y="5094847"/>
                  <a:pt x="1808369" y="5089489"/>
                  <a:pt x="1795082" y="5089489"/>
                </a:cubicBezTo>
                <a:close/>
                <a:moveTo>
                  <a:pt x="3807904" y="5057770"/>
                </a:moveTo>
                <a:cubicBezTo>
                  <a:pt x="3781865" y="5057770"/>
                  <a:pt x="3757635" y="5079228"/>
                  <a:pt x="3737518" y="5116041"/>
                </a:cubicBezTo>
                <a:lnTo>
                  <a:pt x="3724435" y="5145282"/>
                </a:lnTo>
                <a:lnTo>
                  <a:pt x="3733832" y="5150300"/>
                </a:lnTo>
                <a:cubicBezTo>
                  <a:pt x="3753004" y="5161833"/>
                  <a:pt x="3772698" y="5174946"/>
                  <a:pt x="3792649" y="5189519"/>
                </a:cubicBezTo>
                <a:lnTo>
                  <a:pt x="3807599" y="5202400"/>
                </a:lnTo>
                <a:lnTo>
                  <a:pt x="3821568" y="5190377"/>
                </a:lnTo>
                <a:cubicBezTo>
                  <a:pt x="3841553" y="5175804"/>
                  <a:pt x="3861283" y="5162690"/>
                  <a:pt x="3880491" y="5151158"/>
                </a:cubicBezTo>
                <a:lnTo>
                  <a:pt x="3891401" y="5145342"/>
                </a:lnTo>
                <a:lnTo>
                  <a:pt x="3878291" y="5116041"/>
                </a:lnTo>
                <a:cubicBezTo>
                  <a:pt x="3858174" y="5079228"/>
                  <a:pt x="3833943" y="5057770"/>
                  <a:pt x="3807904" y="5057770"/>
                </a:cubicBezTo>
                <a:close/>
                <a:moveTo>
                  <a:pt x="1830229" y="4995190"/>
                </a:moveTo>
                <a:cubicBezTo>
                  <a:pt x="1810512" y="4995190"/>
                  <a:pt x="1795082" y="5011478"/>
                  <a:pt x="1795082" y="5031195"/>
                </a:cubicBezTo>
                <a:cubicBezTo>
                  <a:pt x="1795082" y="5050913"/>
                  <a:pt x="1810512" y="5067200"/>
                  <a:pt x="1830229" y="5067200"/>
                </a:cubicBezTo>
                <a:cubicBezTo>
                  <a:pt x="1849089" y="5067200"/>
                  <a:pt x="1865376" y="5050913"/>
                  <a:pt x="1865376" y="5031195"/>
                </a:cubicBezTo>
                <a:cubicBezTo>
                  <a:pt x="1865376" y="5011478"/>
                  <a:pt x="1849946" y="4995190"/>
                  <a:pt x="1830229" y="4995190"/>
                </a:cubicBezTo>
                <a:close/>
                <a:moveTo>
                  <a:pt x="3807904" y="4992618"/>
                </a:moveTo>
                <a:cubicBezTo>
                  <a:pt x="3849481" y="4992618"/>
                  <a:pt x="3886985" y="5038267"/>
                  <a:pt x="3914096" y="5112098"/>
                </a:cubicBezTo>
                <a:lnTo>
                  <a:pt x="3919610" y="5130307"/>
                </a:lnTo>
                <a:lnTo>
                  <a:pt x="3936279" y="5121422"/>
                </a:lnTo>
                <a:cubicBezTo>
                  <a:pt x="3972069" y="5104920"/>
                  <a:pt x="4004698" y="5095222"/>
                  <a:pt x="4032023" y="5093293"/>
                </a:cubicBezTo>
                <a:cubicBezTo>
                  <a:pt x="4059348" y="5091364"/>
                  <a:pt x="4081369" y="5097204"/>
                  <a:pt x="4095942" y="5111777"/>
                </a:cubicBezTo>
                <a:cubicBezTo>
                  <a:pt x="4125517" y="5140924"/>
                  <a:pt x="4119945" y="5199860"/>
                  <a:pt x="4086941" y="5271440"/>
                </a:cubicBezTo>
                <a:lnTo>
                  <a:pt x="4077682" y="5288787"/>
                </a:lnTo>
                <a:lnTo>
                  <a:pt x="4096476" y="5294478"/>
                </a:lnTo>
                <a:cubicBezTo>
                  <a:pt x="4170307" y="5321589"/>
                  <a:pt x="4215956" y="5359094"/>
                  <a:pt x="4215956" y="5400670"/>
                </a:cubicBezTo>
                <a:cubicBezTo>
                  <a:pt x="4215956" y="5431531"/>
                  <a:pt x="4190279" y="5460343"/>
                  <a:pt x="4146292" y="5484302"/>
                </a:cubicBezTo>
                <a:lnTo>
                  <a:pt x="4077351" y="5512259"/>
                </a:lnTo>
                <a:lnTo>
                  <a:pt x="4086298" y="5529044"/>
                </a:lnTo>
                <a:cubicBezTo>
                  <a:pt x="4119302" y="5600625"/>
                  <a:pt x="4125089" y="5659561"/>
                  <a:pt x="4095942" y="5688707"/>
                </a:cubicBezTo>
                <a:cubicBezTo>
                  <a:pt x="4074082" y="5710888"/>
                  <a:pt x="4035586" y="5713179"/>
                  <a:pt x="3987551" y="5698969"/>
                </a:cubicBezTo>
                <a:lnTo>
                  <a:pt x="3919857" y="5670215"/>
                </a:lnTo>
                <a:lnTo>
                  <a:pt x="3914096" y="5689242"/>
                </a:lnTo>
                <a:cubicBezTo>
                  <a:pt x="3886985" y="5763073"/>
                  <a:pt x="3849481" y="5808721"/>
                  <a:pt x="3807904" y="5808721"/>
                </a:cubicBezTo>
                <a:cubicBezTo>
                  <a:pt x="3766756" y="5808721"/>
                  <a:pt x="3729251" y="5763073"/>
                  <a:pt x="3702033" y="5689242"/>
                </a:cubicBezTo>
                <a:lnTo>
                  <a:pt x="3696238" y="5670203"/>
                </a:lnTo>
                <a:lnTo>
                  <a:pt x="3627147" y="5699451"/>
                </a:lnTo>
                <a:cubicBezTo>
                  <a:pt x="3579033" y="5713635"/>
                  <a:pt x="3540336" y="5711425"/>
                  <a:pt x="3518154" y="5689565"/>
                </a:cubicBezTo>
                <a:cubicBezTo>
                  <a:pt x="3489007" y="5659990"/>
                  <a:pt x="3494794" y="5601054"/>
                  <a:pt x="3527798" y="5529580"/>
                </a:cubicBezTo>
                <a:lnTo>
                  <a:pt x="3537061" y="5512231"/>
                </a:lnTo>
                <a:lnTo>
                  <a:pt x="3519332" y="5506862"/>
                </a:lnTo>
                <a:cubicBezTo>
                  <a:pt x="3445502" y="5479751"/>
                  <a:pt x="3399853" y="5442247"/>
                  <a:pt x="3399853" y="5400670"/>
                </a:cubicBezTo>
                <a:cubicBezTo>
                  <a:pt x="3399853" y="5369488"/>
                  <a:pt x="3425530" y="5340596"/>
                  <a:pt x="3469516" y="5316662"/>
                </a:cubicBezTo>
                <a:lnTo>
                  <a:pt x="3537546" y="5289161"/>
                </a:lnTo>
                <a:lnTo>
                  <a:pt x="3527798" y="5270904"/>
                </a:lnTo>
                <a:cubicBezTo>
                  <a:pt x="3494794" y="5199430"/>
                  <a:pt x="3489007" y="5140494"/>
                  <a:pt x="3518154" y="5110919"/>
                </a:cubicBezTo>
                <a:cubicBezTo>
                  <a:pt x="3532942" y="5096346"/>
                  <a:pt x="3555069" y="5090506"/>
                  <a:pt x="3582435" y="5092435"/>
                </a:cubicBezTo>
                <a:cubicBezTo>
                  <a:pt x="3609800" y="5094364"/>
                  <a:pt x="3642402" y="5104061"/>
                  <a:pt x="3678139" y="5120564"/>
                </a:cubicBezTo>
                <a:lnTo>
                  <a:pt x="3696224" y="5130220"/>
                </a:lnTo>
                <a:lnTo>
                  <a:pt x="3701712" y="5112098"/>
                </a:lnTo>
                <a:cubicBezTo>
                  <a:pt x="3728823" y="5038267"/>
                  <a:pt x="3766328" y="4992618"/>
                  <a:pt x="3807904" y="4992618"/>
                </a:cubicBezTo>
                <a:close/>
                <a:moveTo>
                  <a:pt x="2165414" y="4987475"/>
                </a:moveTo>
                <a:cubicBezTo>
                  <a:pt x="2135838" y="4987475"/>
                  <a:pt x="2110603" y="5005317"/>
                  <a:pt x="2099834" y="5030874"/>
                </a:cubicBezTo>
                <a:lnTo>
                  <a:pt x="2095529" y="5052318"/>
                </a:lnTo>
                <a:lnTo>
                  <a:pt x="2115842" y="5109524"/>
                </a:lnTo>
                <a:lnTo>
                  <a:pt x="2137660" y="5124207"/>
                </a:lnTo>
                <a:cubicBezTo>
                  <a:pt x="2146179" y="5127796"/>
                  <a:pt x="2155555" y="5129779"/>
                  <a:pt x="2165414" y="5129779"/>
                </a:cubicBezTo>
                <a:cubicBezTo>
                  <a:pt x="2203990" y="5129779"/>
                  <a:pt x="2235708" y="5098061"/>
                  <a:pt x="2236565" y="5058628"/>
                </a:cubicBezTo>
                <a:cubicBezTo>
                  <a:pt x="2236565" y="5019193"/>
                  <a:pt x="2204847" y="4987475"/>
                  <a:pt x="2165414" y="4987475"/>
                </a:cubicBezTo>
                <a:close/>
                <a:moveTo>
                  <a:pt x="5334024" y="4966796"/>
                </a:moveTo>
                <a:cubicBezTo>
                  <a:pt x="5320952" y="4964760"/>
                  <a:pt x="5307236" y="4967760"/>
                  <a:pt x="5296091" y="4976333"/>
                </a:cubicBezTo>
                <a:cubicBezTo>
                  <a:pt x="5273803" y="4993478"/>
                  <a:pt x="5268659" y="5025196"/>
                  <a:pt x="5285804" y="5048341"/>
                </a:cubicBezTo>
                <a:cubicBezTo>
                  <a:pt x="5302092" y="5071487"/>
                  <a:pt x="5334668" y="5076631"/>
                  <a:pt x="5356956" y="5059486"/>
                </a:cubicBezTo>
                <a:cubicBezTo>
                  <a:pt x="5379245" y="5043198"/>
                  <a:pt x="5383531" y="5010623"/>
                  <a:pt x="5368100" y="4987477"/>
                </a:cubicBezTo>
                <a:cubicBezTo>
                  <a:pt x="5359527" y="4975904"/>
                  <a:pt x="5347097" y="4968831"/>
                  <a:pt x="5334024" y="4966796"/>
                </a:cubicBezTo>
                <a:close/>
                <a:moveTo>
                  <a:pt x="1939100" y="4858031"/>
                </a:moveTo>
                <a:lnTo>
                  <a:pt x="2026539" y="4858031"/>
                </a:lnTo>
                <a:lnTo>
                  <a:pt x="2042850" y="4903966"/>
                </a:lnTo>
                <a:lnTo>
                  <a:pt x="2112264" y="4899178"/>
                </a:lnTo>
                <a:cubicBezTo>
                  <a:pt x="2112264" y="4899178"/>
                  <a:pt x="2247710" y="4912037"/>
                  <a:pt x="2286286" y="5018336"/>
                </a:cubicBezTo>
                <a:cubicBezTo>
                  <a:pt x="2324862" y="5124636"/>
                  <a:pt x="2235708" y="5171785"/>
                  <a:pt x="2136267" y="5212076"/>
                </a:cubicBezTo>
                <a:cubicBezTo>
                  <a:pt x="2035969" y="5251509"/>
                  <a:pt x="2059115" y="5440962"/>
                  <a:pt x="1901381" y="5428960"/>
                </a:cubicBezTo>
                <a:cubicBezTo>
                  <a:pt x="1773222" y="5419209"/>
                  <a:pt x="1589037" y="5081224"/>
                  <a:pt x="1852317" y="4950224"/>
                </a:cubicBezTo>
                <a:lnTo>
                  <a:pt x="1914216" y="4926595"/>
                </a:lnTo>
                <a:close/>
                <a:moveTo>
                  <a:pt x="5285697" y="4798238"/>
                </a:moveTo>
                <a:cubicBezTo>
                  <a:pt x="5268445" y="4795666"/>
                  <a:pt x="5250228" y="4799738"/>
                  <a:pt x="5235226" y="4810882"/>
                </a:cubicBezTo>
                <a:cubicBezTo>
                  <a:pt x="5205223" y="4833172"/>
                  <a:pt x="5199222" y="4875177"/>
                  <a:pt x="5221511" y="4906038"/>
                </a:cubicBezTo>
                <a:cubicBezTo>
                  <a:pt x="5243799" y="4936042"/>
                  <a:pt x="5286661" y="4942900"/>
                  <a:pt x="5316665" y="4920611"/>
                </a:cubicBezTo>
                <a:cubicBezTo>
                  <a:pt x="5346669" y="4898322"/>
                  <a:pt x="5352670" y="4856318"/>
                  <a:pt x="5330381" y="4825456"/>
                </a:cubicBezTo>
                <a:cubicBezTo>
                  <a:pt x="5319237" y="4810025"/>
                  <a:pt x="5302949" y="4800810"/>
                  <a:pt x="5285697" y="4798238"/>
                </a:cubicBezTo>
                <a:close/>
                <a:moveTo>
                  <a:pt x="5149716" y="4681759"/>
                </a:moveTo>
                <a:cubicBezTo>
                  <a:pt x="5129999" y="4678652"/>
                  <a:pt x="5109211" y="4683152"/>
                  <a:pt x="5092066" y="4696011"/>
                </a:cubicBezTo>
                <a:cubicBezTo>
                  <a:pt x="5057776" y="4721728"/>
                  <a:pt x="5050061" y="4770591"/>
                  <a:pt x="5076635" y="4804881"/>
                </a:cubicBezTo>
                <a:cubicBezTo>
                  <a:pt x="5102353" y="4840030"/>
                  <a:pt x="5151216" y="4847745"/>
                  <a:pt x="5185506" y="4822027"/>
                </a:cubicBezTo>
                <a:cubicBezTo>
                  <a:pt x="5219796" y="4796309"/>
                  <a:pt x="5226654" y="4747446"/>
                  <a:pt x="5200936" y="4713156"/>
                </a:cubicBezTo>
                <a:cubicBezTo>
                  <a:pt x="5188077" y="4695583"/>
                  <a:pt x="5169433" y="4684867"/>
                  <a:pt x="5149716" y="4681759"/>
                </a:cubicBezTo>
                <a:close/>
                <a:moveTo>
                  <a:pt x="4961978" y="4656899"/>
                </a:moveTo>
                <a:cubicBezTo>
                  <a:pt x="4940761" y="4653577"/>
                  <a:pt x="4918473" y="4658292"/>
                  <a:pt x="4900042" y="4672008"/>
                </a:cubicBezTo>
                <a:cubicBezTo>
                  <a:pt x="4863180" y="4699440"/>
                  <a:pt x="4855465" y="4752589"/>
                  <a:pt x="4882897" y="4789451"/>
                </a:cubicBezTo>
                <a:cubicBezTo>
                  <a:pt x="4910329" y="4826314"/>
                  <a:pt x="4963478" y="4834886"/>
                  <a:pt x="5000340" y="4807453"/>
                </a:cubicBezTo>
                <a:cubicBezTo>
                  <a:pt x="5038059" y="4780021"/>
                  <a:pt x="5044917" y="4727729"/>
                  <a:pt x="5017485" y="4690010"/>
                </a:cubicBezTo>
                <a:cubicBezTo>
                  <a:pt x="5003340" y="4671579"/>
                  <a:pt x="4983195" y="4660221"/>
                  <a:pt x="4961978" y="4656899"/>
                </a:cubicBezTo>
                <a:close/>
                <a:moveTo>
                  <a:pt x="4998395" y="4598030"/>
                </a:moveTo>
                <a:cubicBezTo>
                  <a:pt x="5253309" y="4596998"/>
                  <a:pt x="5722680" y="4945793"/>
                  <a:pt x="5114354" y="5410101"/>
                </a:cubicBezTo>
                <a:cubicBezTo>
                  <a:pt x="5114354" y="5410101"/>
                  <a:pt x="4946333" y="5510399"/>
                  <a:pt x="4811745" y="5421245"/>
                </a:cubicBezTo>
                <a:cubicBezTo>
                  <a:pt x="4677157" y="5331234"/>
                  <a:pt x="4738879" y="5201789"/>
                  <a:pt x="4821175" y="5069772"/>
                </a:cubicBezTo>
                <a:cubicBezTo>
                  <a:pt x="4902613" y="4938613"/>
                  <a:pt x="4714018" y="4741445"/>
                  <a:pt x="4906043" y="4620573"/>
                </a:cubicBezTo>
                <a:cubicBezTo>
                  <a:pt x="4929939" y="4605464"/>
                  <a:pt x="4961978" y="4598177"/>
                  <a:pt x="4998395" y="4598030"/>
                </a:cubicBezTo>
                <a:close/>
                <a:moveTo>
                  <a:pt x="4274249" y="4584568"/>
                </a:moveTo>
                <a:cubicBezTo>
                  <a:pt x="4274249" y="4584568"/>
                  <a:pt x="4379691" y="4696011"/>
                  <a:pt x="4374548" y="4755161"/>
                </a:cubicBezTo>
                <a:cubicBezTo>
                  <a:pt x="4369404" y="4814311"/>
                  <a:pt x="4257961" y="4835742"/>
                  <a:pt x="4257961" y="4835742"/>
                </a:cubicBezTo>
                <a:cubicBezTo>
                  <a:pt x="4257961" y="4835742"/>
                  <a:pt x="4409695" y="4835742"/>
                  <a:pt x="4411409" y="4762876"/>
                </a:cubicBezTo>
                <a:cubicBezTo>
                  <a:pt x="4412266" y="4690867"/>
                  <a:pt x="4274249" y="4584568"/>
                  <a:pt x="4274249" y="4584568"/>
                </a:cubicBezTo>
                <a:close/>
                <a:moveTo>
                  <a:pt x="3351982" y="4540192"/>
                </a:moveTo>
                <a:cubicBezTo>
                  <a:pt x="3377619" y="4544170"/>
                  <a:pt x="3402426" y="4554779"/>
                  <a:pt x="3423000" y="4575995"/>
                </a:cubicBezTo>
                <a:lnTo>
                  <a:pt x="3655315" y="4575995"/>
                </a:lnTo>
                <a:lnTo>
                  <a:pt x="3655315" y="4916325"/>
                </a:lnTo>
                <a:lnTo>
                  <a:pt x="3417856" y="4918039"/>
                </a:lnTo>
                <a:cubicBezTo>
                  <a:pt x="3417856" y="4918039"/>
                  <a:pt x="3338132" y="4837458"/>
                  <a:pt x="3190684" y="4914610"/>
                </a:cubicBezTo>
                <a:lnTo>
                  <a:pt x="3190684" y="4575995"/>
                </a:lnTo>
                <a:cubicBezTo>
                  <a:pt x="3190684" y="4575995"/>
                  <a:pt x="3275070" y="4528258"/>
                  <a:pt x="3351982" y="4540192"/>
                </a:cubicBezTo>
                <a:close/>
                <a:moveTo>
                  <a:pt x="2448416" y="4421371"/>
                </a:moveTo>
                <a:cubicBezTo>
                  <a:pt x="2452166" y="4422121"/>
                  <a:pt x="2455595" y="4424264"/>
                  <a:pt x="2457738" y="4427692"/>
                </a:cubicBezTo>
                <a:lnTo>
                  <a:pt x="2484119" y="4467601"/>
                </a:lnTo>
                <a:lnTo>
                  <a:pt x="2494346" y="4463537"/>
                </a:lnTo>
                <a:cubicBezTo>
                  <a:pt x="2526051" y="4457750"/>
                  <a:pt x="2559323" y="4470769"/>
                  <a:pt x="2578610" y="4499701"/>
                </a:cubicBezTo>
                <a:cubicBezTo>
                  <a:pt x="2591040" y="4518990"/>
                  <a:pt x="2594684" y="4541279"/>
                  <a:pt x="2590397" y="4561960"/>
                </a:cubicBezTo>
                <a:lnTo>
                  <a:pt x="2583304" y="4578864"/>
                </a:lnTo>
                <a:lnTo>
                  <a:pt x="2600248" y="4591301"/>
                </a:lnTo>
                <a:cubicBezTo>
                  <a:pt x="2715712" y="4676099"/>
                  <a:pt x="3023094" y="4902555"/>
                  <a:pt x="3017521" y="4906038"/>
                </a:cubicBezTo>
                <a:cubicBezTo>
                  <a:pt x="3010663" y="4910324"/>
                  <a:pt x="2910365" y="4886321"/>
                  <a:pt x="2910365" y="4886321"/>
                </a:cubicBezTo>
                <a:cubicBezTo>
                  <a:pt x="2910365" y="4886321"/>
                  <a:pt x="2690962" y="4728640"/>
                  <a:pt x="2580176" y="4648353"/>
                </a:cubicBezTo>
                <a:lnTo>
                  <a:pt x="2571469" y="4642020"/>
                </a:lnTo>
                <a:lnTo>
                  <a:pt x="2632617" y="5059485"/>
                </a:lnTo>
                <a:lnTo>
                  <a:pt x="2611186" y="5161498"/>
                </a:lnTo>
                <a:lnTo>
                  <a:pt x="2574324" y="5065486"/>
                </a:lnTo>
                <a:lnTo>
                  <a:pt x="2504337" y="4626262"/>
                </a:lnTo>
                <a:lnTo>
                  <a:pt x="2492028" y="4626039"/>
                </a:lnTo>
                <a:cubicBezTo>
                  <a:pt x="2471240" y="4621646"/>
                  <a:pt x="2452166" y="4609430"/>
                  <a:pt x="2439736" y="4590570"/>
                </a:cubicBezTo>
                <a:cubicBezTo>
                  <a:pt x="2421091" y="4561638"/>
                  <a:pt x="2422216" y="4525955"/>
                  <a:pt x="2440218" y="4499073"/>
                </a:cubicBezTo>
                <a:lnTo>
                  <a:pt x="2457768" y="4481633"/>
                </a:lnTo>
                <a:lnTo>
                  <a:pt x="2432878" y="4443980"/>
                </a:lnTo>
                <a:cubicBezTo>
                  <a:pt x="2428592" y="4437122"/>
                  <a:pt x="2430306" y="4427692"/>
                  <a:pt x="2437164" y="4423406"/>
                </a:cubicBezTo>
                <a:cubicBezTo>
                  <a:pt x="2440593" y="4421263"/>
                  <a:pt x="2444665" y="4420621"/>
                  <a:pt x="2448416" y="4421371"/>
                </a:cubicBezTo>
                <a:close/>
                <a:moveTo>
                  <a:pt x="1177862" y="4374542"/>
                </a:moveTo>
                <a:cubicBezTo>
                  <a:pt x="1177862" y="4374542"/>
                  <a:pt x="1327023" y="4458553"/>
                  <a:pt x="1272159" y="4609429"/>
                </a:cubicBezTo>
                <a:cubicBezTo>
                  <a:pt x="1272159" y="4609429"/>
                  <a:pt x="1399889" y="4409689"/>
                  <a:pt x="1177862" y="4374542"/>
                </a:cubicBezTo>
                <a:close/>
                <a:moveTo>
                  <a:pt x="1102424" y="4309391"/>
                </a:moveTo>
                <a:lnTo>
                  <a:pt x="1108424" y="4309391"/>
                </a:lnTo>
                <a:lnTo>
                  <a:pt x="1109281" y="4309391"/>
                </a:lnTo>
                <a:lnTo>
                  <a:pt x="1115282" y="4309391"/>
                </a:lnTo>
                <a:cubicBezTo>
                  <a:pt x="1440180" y="4317964"/>
                  <a:pt x="1363885" y="4640290"/>
                  <a:pt x="1276445" y="4720014"/>
                </a:cubicBezTo>
                <a:cubicBezTo>
                  <a:pt x="1186434" y="4799738"/>
                  <a:pt x="1193292" y="4900894"/>
                  <a:pt x="1193292" y="4900894"/>
                </a:cubicBezTo>
                <a:lnTo>
                  <a:pt x="1121283" y="4900894"/>
                </a:lnTo>
                <a:lnTo>
                  <a:pt x="1108424" y="4900894"/>
                </a:lnTo>
                <a:lnTo>
                  <a:pt x="1030415" y="4900894"/>
                </a:lnTo>
                <a:cubicBezTo>
                  <a:pt x="1030415" y="4900894"/>
                  <a:pt x="1033844" y="4800596"/>
                  <a:pt x="944690" y="4720014"/>
                </a:cubicBezTo>
                <a:cubicBezTo>
                  <a:pt x="856393" y="4640290"/>
                  <a:pt x="777526" y="4317964"/>
                  <a:pt x="1102424" y="4309391"/>
                </a:cubicBezTo>
                <a:close/>
                <a:moveTo>
                  <a:pt x="4160235" y="4161086"/>
                </a:moveTo>
                <a:cubicBezTo>
                  <a:pt x="4217671" y="4161086"/>
                  <a:pt x="4264820" y="4179089"/>
                  <a:pt x="4264820" y="4201377"/>
                </a:cubicBezTo>
                <a:cubicBezTo>
                  <a:pt x="4264820" y="4202235"/>
                  <a:pt x="4264820" y="4203092"/>
                  <a:pt x="4264820" y="4203949"/>
                </a:cubicBezTo>
                <a:lnTo>
                  <a:pt x="4269106" y="4203949"/>
                </a:lnTo>
                <a:lnTo>
                  <a:pt x="4269106" y="4279387"/>
                </a:lnTo>
                <a:lnTo>
                  <a:pt x="4264820" y="4279387"/>
                </a:lnTo>
                <a:cubicBezTo>
                  <a:pt x="4263962" y="4287960"/>
                  <a:pt x="4258819" y="4295675"/>
                  <a:pt x="4247675" y="4301676"/>
                </a:cubicBezTo>
                <a:cubicBezTo>
                  <a:pt x="4247675" y="4337680"/>
                  <a:pt x="4247675" y="4444836"/>
                  <a:pt x="4247675" y="4473126"/>
                </a:cubicBezTo>
                <a:cubicBezTo>
                  <a:pt x="4247675" y="4506559"/>
                  <a:pt x="4263962" y="4515131"/>
                  <a:pt x="4263962" y="4515131"/>
                </a:cubicBezTo>
                <a:cubicBezTo>
                  <a:pt x="4302538" y="4538276"/>
                  <a:pt x="4524566" y="4764591"/>
                  <a:pt x="4425983" y="4833171"/>
                </a:cubicBezTo>
                <a:cubicBezTo>
                  <a:pt x="4337686" y="4894893"/>
                  <a:pt x="4190239" y="4892321"/>
                  <a:pt x="4161091" y="4891464"/>
                </a:cubicBezTo>
                <a:cubicBezTo>
                  <a:pt x="4131945" y="4892321"/>
                  <a:pt x="3983640" y="4894893"/>
                  <a:pt x="3896201" y="4833171"/>
                </a:cubicBezTo>
                <a:cubicBezTo>
                  <a:pt x="3798475" y="4764591"/>
                  <a:pt x="4023931" y="4538276"/>
                  <a:pt x="4062507" y="4515131"/>
                </a:cubicBezTo>
                <a:cubicBezTo>
                  <a:pt x="4062507" y="4515131"/>
                  <a:pt x="4085653" y="4506559"/>
                  <a:pt x="4085653" y="4473126"/>
                </a:cubicBezTo>
                <a:cubicBezTo>
                  <a:pt x="4085653" y="4445693"/>
                  <a:pt x="4085653" y="4339395"/>
                  <a:pt x="4085653" y="4302533"/>
                </a:cubicBezTo>
                <a:cubicBezTo>
                  <a:pt x="4064222" y="4296532"/>
                  <a:pt x="4057364" y="4287960"/>
                  <a:pt x="4055650" y="4279387"/>
                </a:cubicBezTo>
                <a:lnTo>
                  <a:pt x="4053935" y="4279387"/>
                </a:lnTo>
                <a:lnTo>
                  <a:pt x="4053935" y="4203949"/>
                </a:lnTo>
                <a:lnTo>
                  <a:pt x="4055650" y="4203949"/>
                </a:lnTo>
                <a:cubicBezTo>
                  <a:pt x="4055650" y="4203092"/>
                  <a:pt x="4055650" y="4202235"/>
                  <a:pt x="4055650" y="4201377"/>
                </a:cubicBezTo>
                <a:cubicBezTo>
                  <a:pt x="4055650" y="4179089"/>
                  <a:pt x="4102798" y="4161086"/>
                  <a:pt x="4160235" y="4161086"/>
                </a:cubicBezTo>
                <a:close/>
                <a:moveTo>
                  <a:pt x="1690622" y="3905928"/>
                </a:moveTo>
                <a:cubicBezTo>
                  <a:pt x="1643577" y="3910087"/>
                  <a:pt x="1597165" y="3927808"/>
                  <a:pt x="1557624" y="3959633"/>
                </a:cubicBezTo>
                <a:cubicBezTo>
                  <a:pt x="1452182" y="4044502"/>
                  <a:pt x="1436751" y="4198807"/>
                  <a:pt x="1521619" y="4304248"/>
                </a:cubicBezTo>
                <a:cubicBezTo>
                  <a:pt x="1606488" y="4409690"/>
                  <a:pt x="1760793" y="4425121"/>
                  <a:pt x="1866235" y="4340253"/>
                </a:cubicBezTo>
                <a:cubicBezTo>
                  <a:pt x="1970819" y="4255385"/>
                  <a:pt x="1987107" y="4101080"/>
                  <a:pt x="1902239" y="3995637"/>
                </a:cubicBezTo>
                <a:cubicBezTo>
                  <a:pt x="1849197" y="3929737"/>
                  <a:pt x="1769030" y="3898996"/>
                  <a:pt x="1690622" y="3905928"/>
                </a:cubicBezTo>
                <a:close/>
                <a:moveTo>
                  <a:pt x="1684921" y="3849926"/>
                </a:moveTo>
                <a:cubicBezTo>
                  <a:pt x="1781219" y="3841547"/>
                  <a:pt x="1879736" y="3879587"/>
                  <a:pt x="1945102" y="3960490"/>
                </a:cubicBezTo>
                <a:cubicBezTo>
                  <a:pt x="2037364" y="4073005"/>
                  <a:pt x="2033801" y="4232775"/>
                  <a:pt x="1944751" y="4341023"/>
                </a:cubicBezTo>
                <a:lnTo>
                  <a:pt x="1930222" y="4355411"/>
                </a:lnTo>
                <a:lnTo>
                  <a:pt x="1980119" y="4416919"/>
                </a:lnTo>
                <a:lnTo>
                  <a:pt x="1986891" y="4416333"/>
                </a:lnTo>
                <a:cubicBezTo>
                  <a:pt x="2003394" y="4418048"/>
                  <a:pt x="2019253" y="4425977"/>
                  <a:pt x="2030826" y="4439693"/>
                </a:cubicBezTo>
                <a:lnTo>
                  <a:pt x="2204848" y="4654864"/>
                </a:lnTo>
                <a:cubicBezTo>
                  <a:pt x="2227136" y="4683153"/>
                  <a:pt x="2222850" y="4723444"/>
                  <a:pt x="2195418" y="4746590"/>
                </a:cubicBezTo>
                <a:cubicBezTo>
                  <a:pt x="2167129" y="4768878"/>
                  <a:pt x="2126838" y="4764592"/>
                  <a:pt x="2103692" y="4737160"/>
                </a:cubicBezTo>
                <a:lnTo>
                  <a:pt x="1929670" y="4521990"/>
                </a:lnTo>
                <a:cubicBezTo>
                  <a:pt x="1918526" y="4507845"/>
                  <a:pt x="1914026" y="4490700"/>
                  <a:pt x="1915740" y="4474198"/>
                </a:cubicBezTo>
                <a:lnTo>
                  <a:pt x="1917360" y="4468826"/>
                </a:lnTo>
                <a:lnTo>
                  <a:pt x="1866912" y="4406639"/>
                </a:lnTo>
                <a:lnTo>
                  <a:pt x="1850557" y="4417393"/>
                </a:lnTo>
                <a:cubicBezTo>
                  <a:pt x="1726557" y="4481914"/>
                  <a:pt x="1569412" y="4452660"/>
                  <a:pt x="1477899" y="4339396"/>
                </a:cubicBezTo>
                <a:cubicBezTo>
                  <a:pt x="1372458" y="4210808"/>
                  <a:pt x="1392174" y="4020499"/>
                  <a:pt x="1521619" y="3915913"/>
                </a:cubicBezTo>
                <a:cubicBezTo>
                  <a:pt x="1570161" y="3876694"/>
                  <a:pt x="1627142" y="3854954"/>
                  <a:pt x="1684921" y="3849926"/>
                </a:cubicBezTo>
                <a:close/>
                <a:moveTo>
                  <a:pt x="812246" y="3781539"/>
                </a:moveTo>
                <a:cubicBezTo>
                  <a:pt x="816103" y="3781325"/>
                  <a:pt x="819961" y="3782611"/>
                  <a:pt x="822961" y="3785611"/>
                </a:cubicBezTo>
                <a:cubicBezTo>
                  <a:pt x="828962" y="3791612"/>
                  <a:pt x="829819" y="3801042"/>
                  <a:pt x="823818" y="3807042"/>
                </a:cubicBezTo>
                <a:lnTo>
                  <a:pt x="792194" y="3842032"/>
                </a:lnTo>
                <a:lnTo>
                  <a:pt x="798502" y="3850722"/>
                </a:lnTo>
                <a:cubicBezTo>
                  <a:pt x="811923" y="3880016"/>
                  <a:pt x="807744" y="3915699"/>
                  <a:pt x="785241" y="3940773"/>
                </a:cubicBezTo>
                <a:cubicBezTo>
                  <a:pt x="769810" y="3957489"/>
                  <a:pt x="749022" y="3966490"/>
                  <a:pt x="727912" y="3967562"/>
                </a:cubicBezTo>
                <a:lnTo>
                  <a:pt x="709923" y="3965051"/>
                </a:lnTo>
                <a:lnTo>
                  <a:pt x="701209" y="3986914"/>
                </a:lnTo>
                <a:cubicBezTo>
                  <a:pt x="648195" y="4119828"/>
                  <a:pt x="506367" y="4473875"/>
                  <a:pt x="501492" y="4469697"/>
                </a:cubicBezTo>
                <a:cubicBezTo>
                  <a:pt x="496348" y="4464553"/>
                  <a:pt x="493776" y="4360826"/>
                  <a:pt x="493776" y="4360826"/>
                </a:cubicBezTo>
                <a:cubicBezTo>
                  <a:pt x="493776" y="4360826"/>
                  <a:pt x="591181" y="4108151"/>
                  <a:pt x="640969" y="3980729"/>
                </a:cubicBezTo>
                <a:lnTo>
                  <a:pt x="644840" y="3970847"/>
                </a:lnTo>
                <a:lnTo>
                  <a:pt x="257175" y="4134512"/>
                </a:lnTo>
                <a:lnTo>
                  <a:pt x="152590" y="4139655"/>
                </a:lnTo>
                <a:lnTo>
                  <a:pt x="236601" y="4079647"/>
                </a:lnTo>
                <a:lnTo>
                  <a:pt x="644257" y="3901600"/>
                </a:lnTo>
                <a:lnTo>
                  <a:pt x="641223" y="3889445"/>
                </a:lnTo>
                <a:cubicBezTo>
                  <a:pt x="640151" y="3868336"/>
                  <a:pt x="647223" y="3846904"/>
                  <a:pt x="662654" y="3830188"/>
                </a:cubicBezTo>
                <a:cubicBezTo>
                  <a:pt x="678084" y="3813043"/>
                  <a:pt x="698873" y="3803828"/>
                  <a:pt x="719983" y="3802756"/>
                </a:cubicBezTo>
                <a:cubicBezTo>
                  <a:pt x="730538" y="3802220"/>
                  <a:pt x="741174" y="3803720"/>
                  <a:pt x="751260" y="3807283"/>
                </a:cubicBezTo>
                <a:lnTo>
                  <a:pt x="771606" y="3819575"/>
                </a:lnTo>
                <a:lnTo>
                  <a:pt x="801530" y="3786468"/>
                </a:lnTo>
                <a:cubicBezTo>
                  <a:pt x="804530" y="3783468"/>
                  <a:pt x="808388" y="3781754"/>
                  <a:pt x="812246" y="3781539"/>
                </a:cubicBezTo>
                <a:close/>
                <a:moveTo>
                  <a:pt x="5496913" y="3702672"/>
                </a:moveTo>
                <a:lnTo>
                  <a:pt x="5456397" y="3737606"/>
                </a:lnTo>
                <a:cubicBezTo>
                  <a:pt x="5456397" y="3737606"/>
                  <a:pt x="5471399" y="3722175"/>
                  <a:pt x="5490901" y="3706745"/>
                </a:cubicBezTo>
                <a:close/>
                <a:moveTo>
                  <a:pt x="5797583" y="3639879"/>
                </a:moveTo>
                <a:cubicBezTo>
                  <a:pt x="5797583" y="3639879"/>
                  <a:pt x="5800289" y="3640884"/>
                  <a:pt x="5805112" y="3642965"/>
                </a:cubicBezTo>
                <a:lnTo>
                  <a:pt x="5820840" y="3650383"/>
                </a:lnTo>
                <a:close/>
                <a:moveTo>
                  <a:pt x="5699857" y="3627877"/>
                </a:moveTo>
                <a:lnTo>
                  <a:pt x="5704143" y="3631306"/>
                </a:lnTo>
                <a:cubicBezTo>
                  <a:pt x="5704143" y="3631306"/>
                  <a:pt x="5701571" y="3635593"/>
                  <a:pt x="5699857" y="3638164"/>
                </a:cubicBezTo>
                <a:cubicBezTo>
                  <a:pt x="5698999" y="3640736"/>
                  <a:pt x="5703285" y="3639022"/>
                  <a:pt x="5703285" y="3639022"/>
                </a:cubicBezTo>
                <a:cubicBezTo>
                  <a:pt x="5703285" y="3639022"/>
                  <a:pt x="5717002" y="3645880"/>
                  <a:pt x="5717002" y="3648451"/>
                </a:cubicBezTo>
                <a:cubicBezTo>
                  <a:pt x="5717002" y="3651023"/>
                  <a:pt x="5711001" y="3653595"/>
                  <a:pt x="5698999" y="3652738"/>
                </a:cubicBezTo>
                <a:cubicBezTo>
                  <a:pt x="5686997" y="3651881"/>
                  <a:pt x="5692998" y="3654452"/>
                  <a:pt x="5677567" y="3646737"/>
                </a:cubicBezTo>
                <a:cubicBezTo>
                  <a:pt x="5661279" y="3639022"/>
                  <a:pt x="5662994" y="3659596"/>
                  <a:pt x="5656993" y="3664739"/>
                </a:cubicBezTo>
                <a:cubicBezTo>
                  <a:pt x="5650135" y="3669883"/>
                  <a:pt x="5650135" y="3671597"/>
                  <a:pt x="5645849" y="3681027"/>
                </a:cubicBezTo>
                <a:cubicBezTo>
                  <a:pt x="5642420" y="3690457"/>
                  <a:pt x="5645849" y="3681027"/>
                  <a:pt x="5656136" y="3687028"/>
                </a:cubicBezTo>
                <a:cubicBezTo>
                  <a:pt x="5666423" y="3693028"/>
                  <a:pt x="5660422" y="3688742"/>
                  <a:pt x="5665566" y="3687885"/>
                </a:cubicBezTo>
                <a:cubicBezTo>
                  <a:pt x="5670709" y="3687885"/>
                  <a:pt x="5685282" y="3684456"/>
                  <a:pt x="5689569" y="3683599"/>
                </a:cubicBezTo>
                <a:cubicBezTo>
                  <a:pt x="5693855" y="3682741"/>
                  <a:pt x="5696427" y="3683599"/>
                  <a:pt x="5695569" y="3698172"/>
                </a:cubicBezTo>
                <a:cubicBezTo>
                  <a:pt x="5694713" y="3713602"/>
                  <a:pt x="5695569" y="3698172"/>
                  <a:pt x="5717859" y="3709316"/>
                </a:cubicBezTo>
                <a:cubicBezTo>
                  <a:pt x="5740148" y="3719603"/>
                  <a:pt x="5713573" y="3719603"/>
                  <a:pt x="5730718" y="3723889"/>
                </a:cubicBezTo>
                <a:cubicBezTo>
                  <a:pt x="5747863" y="3728176"/>
                  <a:pt x="5728146" y="3729033"/>
                  <a:pt x="5715287" y="3734176"/>
                </a:cubicBezTo>
                <a:cubicBezTo>
                  <a:pt x="5702427" y="3740177"/>
                  <a:pt x="5708429" y="3733319"/>
                  <a:pt x="5699857" y="3744463"/>
                </a:cubicBezTo>
                <a:cubicBezTo>
                  <a:pt x="5691283" y="3755608"/>
                  <a:pt x="5701571" y="3752179"/>
                  <a:pt x="5705857" y="3753893"/>
                </a:cubicBezTo>
                <a:cubicBezTo>
                  <a:pt x="5710143" y="3755608"/>
                  <a:pt x="5717859" y="3753893"/>
                  <a:pt x="5722145" y="3750464"/>
                </a:cubicBezTo>
                <a:cubicBezTo>
                  <a:pt x="5725574" y="3747035"/>
                  <a:pt x="5729003" y="3748750"/>
                  <a:pt x="5729003" y="3748750"/>
                </a:cubicBezTo>
                <a:cubicBezTo>
                  <a:pt x="5729003" y="3748750"/>
                  <a:pt x="5738433" y="3740177"/>
                  <a:pt x="5747863" y="3745321"/>
                </a:cubicBezTo>
                <a:cubicBezTo>
                  <a:pt x="5757293" y="3750464"/>
                  <a:pt x="5747863" y="3745321"/>
                  <a:pt x="5750435" y="3742749"/>
                </a:cubicBezTo>
                <a:cubicBezTo>
                  <a:pt x="5753006" y="3741034"/>
                  <a:pt x="5757293" y="3741892"/>
                  <a:pt x="5760722" y="3738463"/>
                </a:cubicBezTo>
                <a:cubicBezTo>
                  <a:pt x="5764150" y="3735891"/>
                  <a:pt x="5771866" y="3733319"/>
                  <a:pt x="5794154" y="3741892"/>
                </a:cubicBezTo>
                <a:cubicBezTo>
                  <a:pt x="5817300" y="3750464"/>
                  <a:pt x="5795869" y="3748750"/>
                  <a:pt x="5806156" y="3753036"/>
                </a:cubicBezTo>
                <a:cubicBezTo>
                  <a:pt x="5815585" y="3757322"/>
                  <a:pt x="5809585" y="3755608"/>
                  <a:pt x="5810442" y="3749607"/>
                </a:cubicBezTo>
                <a:cubicBezTo>
                  <a:pt x="5811299" y="3743606"/>
                  <a:pt x="5811299" y="3735034"/>
                  <a:pt x="5814728" y="3733319"/>
                </a:cubicBezTo>
                <a:cubicBezTo>
                  <a:pt x="5818157" y="3732462"/>
                  <a:pt x="5820729" y="3734176"/>
                  <a:pt x="5825015" y="3737606"/>
                </a:cubicBezTo>
                <a:cubicBezTo>
                  <a:pt x="5829302" y="3741034"/>
                  <a:pt x="5838731" y="3718746"/>
                  <a:pt x="5849018" y="3723032"/>
                </a:cubicBezTo>
                <a:cubicBezTo>
                  <a:pt x="5858448" y="3727318"/>
                  <a:pt x="5851590" y="3724747"/>
                  <a:pt x="5861877" y="3731605"/>
                </a:cubicBezTo>
                <a:cubicBezTo>
                  <a:pt x="5872164" y="3738463"/>
                  <a:pt x="5861877" y="3741892"/>
                  <a:pt x="5856733" y="3746178"/>
                </a:cubicBezTo>
                <a:cubicBezTo>
                  <a:pt x="5850733" y="3751321"/>
                  <a:pt x="5853305" y="3743606"/>
                  <a:pt x="5844732" y="3741034"/>
                </a:cubicBezTo>
                <a:cubicBezTo>
                  <a:pt x="5836160" y="3738463"/>
                  <a:pt x="5841303" y="3742749"/>
                  <a:pt x="5828444" y="3754751"/>
                </a:cubicBezTo>
                <a:cubicBezTo>
                  <a:pt x="5815585" y="3765895"/>
                  <a:pt x="5828444" y="3754751"/>
                  <a:pt x="5831016" y="3761608"/>
                </a:cubicBezTo>
                <a:cubicBezTo>
                  <a:pt x="5833588" y="3768466"/>
                  <a:pt x="5840446" y="3759037"/>
                  <a:pt x="5847304" y="3761608"/>
                </a:cubicBezTo>
                <a:cubicBezTo>
                  <a:pt x="5854162" y="3764180"/>
                  <a:pt x="5852447" y="3764180"/>
                  <a:pt x="5861877" y="3765895"/>
                </a:cubicBezTo>
                <a:cubicBezTo>
                  <a:pt x="5871307" y="3767609"/>
                  <a:pt x="5861877" y="3765895"/>
                  <a:pt x="5863592" y="3771896"/>
                </a:cubicBezTo>
                <a:cubicBezTo>
                  <a:pt x="5864449" y="3777896"/>
                  <a:pt x="5867878" y="3772753"/>
                  <a:pt x="5877308" y="3777039"/>
                </a:cubicBezTo>
                <a:cubicBezTo>
                  <a:pt x="5886737" y="3782182"/>
                  <a:pt x="5880737" y="3779611"/>
                  <a:pt x="5877308" y="3786469"/>
                </a:cubicBezTo>
                <a:cubicBezTo>
                  <a:pt x="5874736" y="3793327"/>
                  <a:pt x="5874736" y="3786469"/>
                  <a:pt x="5871307" y="3784754"/>
                </a:cubicBezTo>
                <a:cubicBezTo>
                  <a:pt x="5867878" y="3783040"/>
                  <a:pt x="5867020" y="3783040"/>
                  <a:pt x="5859305" y="3787326"/>
                </a:cubicBezTo>
                <a:cubicBezTo>
                  <a:pt x="5851590" y="3791612"/>
                  <a:pt x="5850733" y="3788183"/>
                  <a:pt x="5847304" y="3789898"/>
                </a:cubicBezTo>
                <a:cubicBezTo>
                  <a:pt x="5843875" y="3791612"/>
                  <a:pt x="5842160" y="3788183"/>
                  <a:pt x="5824158" y="3786469"/>
                </a:cubicBezTo>
                <a:cubicBezTo>
                  <a:pt x="5806156" y="3784754"/>
                  <a:pt x="5824158" y="3786469"/>
                  <a:pt x="5813871" y="3796756"/>
                </a:cubicBezTo>
                <a:cubicBezTo>
                  <a:pt x="5803584" y="3807043"/>
                  <a:pt x="5813871" y="3796756"/>
                  <a:pt x="5807013" y="3796756"/>
                </a:cubicBezTo>
                <a:cubicBezTo>
                  <a:pt x="5800155" y="3796756"/>
                  <a:pt x="5797583" y="3794184"/>
                  <a:pt x="5793297" y="3791612"/>
                </a:cubicBezTo>
                <a:cubicBezTo>
                  <a:pt x="5788153" y="3789041"/>
                  <a:pt x="5790725" y="3787326"/>
                  <a:pt x="5781295" y="3787326"/>
                </a:cubicBezTo>
                <a:cubicBezTo>
                  <a:pt x="5771866" y="3787326"/>
                  <a:pt x="5781295" y="3787326"/>
                  <a:pt x="5771866" y="3786469"/>
                </a:cubicBezTo>
                <a:cubicBezTo>
                  <a:pt x="5763293" y="3785611"/>
                  <a:pt x="5768437" y="3780468"/>
                  <a:pt x="5767580" y="3768466"/>
                </a:cubicBezTo>
                <a:cubicBezTo>
                  <a:pt x="5766722" y="3756465"/>
                  <a:pt x="5767580" y="3768466"/>
                  <a:pt x="5762436" y="3767609"/>
                </a:cubicBezTo>
                <a:cubicBezTo>
                  <a:pt x="5757293" y="3766752"/>
                  <a:pt x="5759007" y="3765895"/>
                  <a:pt x="5755578" y="3765895"/>
                </a:cubicBezTo>
                <a:cubicBezTo>
                  <a:pt x="5753006" y="3765895"/>
                  <a:pt x="5755578" y="3765895"/>
                  <a:pt x="5742719" y="3768466"/>
                </a:cubicBezTo>
                <a:cubicBezTo>
                  <a:pt x="5729860" y="3771038"/>
                  <a:pt x="5738433" y="3769324"/>
                  <a:pt x="5734147" y="3769324"/>
                </a:cubicBezTo>
                <a:cubicBezTo>
                  <a:pt x="5729860" y="3769324"/>
                  <a:pt x="5728146" y="3770181"/>
                  <a:pt x="5721288" y="3771896"/>
                </a:cubicBezTo>
                <a:cubicBezTo>
                  <a:pt x="5714430" y="3773610"/>
                  <a:pt x="5716145" y="3771896"/>
                  <a:pt x="5712715" y="3772753"/>
                </a:cubicBezTo>
                <a:cubicBezTo>
                  <a:pt x="5710143" y="3772753"/>
                  <a:pt x="5703285" y="3780468"/>
                  <a:pt x="5698999" y="3784754"/>
                </a:cubicBezTo>
                <a:cubicBezTo>
                  <a:pt x="5693855" y="3789041"/>
                  <a:pt x="5686140" y="3792469"/>
                  <a:pt x="5679282" y="3791612"/>
                </a:cubicBezTo>
                <a:cubicBezTo>
                  <a:pt x="5672424" y="3791612"/>
                  <a:pt x="5674996" y="3793327"/>
                  <a:pt x="5671567" y="3795898"/>
                </a:cubicBezTo>
                <a:cubicBezTo>
                  <a:pt x="5668137" y="3797613"/>
                  <a:pt x="5665566" y="3805328"/>
                  <a:pt x="5663851" y="3808757"/>
                </a:cubicBezTo>
                <a:cubicBezTo>
                  <a:pt x="5662137" y="3811329"/>
                  <a:pt x="5651850" y="3816472"/>
                  <a:pt x="5644134" y="3830188"/>
                </a:cubicBezTo>
                <a:cubicBezTo>
                  <a:pt x="5636419" y="3843904"/>
                  <a:pt x="5638134" y="3839618"/>
                  <a:pt x="5646706" y="3858478"/>
                </a:cubicBezTo>
                <a:cubicBezTo>
                  <a:pt x="5655279" y="3877337"/>
                  <a:pt x="5641563" y="3863621"/>
                  <a:pt x="5641563" y="3873051"/>
                </a:cubicBezTo>
                <a:cubicBezTo>
                  <a:pt x="5641563" y="3881623"/>
                  <a:pt x="5639848" y="3877337"/>
                  <a:pt x="5636419" y="3885052"/>
                </a:cubicBezTo>
                <a:cubicBezTo>
                  <a:pt x="5632990" y="3892768"/>
                  <a:pt x="5636419" y="3885052"/>
                  <a:pt x="5644992" y="3894482"/>
                </a:cubicBezTo>
                <a:cubicBezTo>
                  <a:pt x="5653564" y="3903912"/>
                  <a:pt x="5644992" y="3894482"/>
                  <a:pt x="5650135" y="3900483"/>
                </a:cubicBezTo>
                <a:cubicBezTo>
                  <a:pt x="5656136" y="3907341"/>
                  <a:pt x="5651850" y="3905626"/>
                  <a:pt x="5652707" y="3912484"/>
                </a:cubicBezTo>
                <a:cubicBezTo>
                  <a:pt x="5653564" y="3919342"/>
                  <a:pt x="5655279" y="3915913"/>
                  <a:pt x="5662137" y="3920200"/>
                </a:cubicBezTo>
                <a:cubicBezTo>
                  <a:pt x="5668995" y="3924486"/>
                  <a:pt x="5665566" y="3923629"/>
                  <a:pt x="5668995" y="3931344"/>
                </a:cubicBezTo>
                <a:cubicBezTo>
                  <a:pt x="5672424" y="3939059"/>
                  <a:pt x="5673281" y="3933058"/>
                  <a:pt x="5680139" y="3937345"/>
                </a:cubicBezTo>
                <a:cubicBezTo>
                  <a:pt x="5687854" y="3941631"/>
                  <a:pt x="5698141" y="3938202"/>
                  <a:pt x="5707571" y="3938202"/>
                </a:cubicBezTo>
                <a:cubicBezTo>
                  <a:pt x="5717002" y="3938202"/>
                  <a:pt x="5719573" y="3939059"/>
                  <a:pt x="5726432" y="3935630"/>
                </a:cubicBezTo>
                <a:cubicBezTo>
                  <a:pt x="5734147" y="3933058"/>
                  <a:pt x="5741862" y="3933058"/>
                  <a:pt x="5746148" y="3929629"/>
                </a:cubicBezTo>
                <a:cubicBezTo>
                  <a:pt x="5750435" y="3926201"/>
                  <a:pt x="5754721" y="3927058"/>
                  <a:pt x="5757293" y="3928772"/>
                </a:cubicBezTo>
                <a:cubicBezTo>
                  <a:pt x="5759864" y="3930487"/>
                  <a:pt x="5758150" y="3934773"/>
                  <a:pt x="5765008" y="3939916"/>
                </a:cubicBezTo>
                <a:cubicBezTo>
                  <a:pt x="5771866" y="3945060"/>
                  <a:pt x="5771866" y="3938202"/>
                  <a:pt x="5776152" y="3937345"/>
                </a:cubicBezTo>
                <a:cubicBezTo>
                  <a:pt x="5780438" y="3936487"/>
                  <a:pt x="5792440" y="3944203"/>
                  <a:pt x="5792440" y="3944203"/>
                </a:cubicBezTo>
                <a:cubicBezTo>
                  <a:pt x="5792440" y="3944203"/>
                  <a:pt x="5791583" y="3950203"/>
                  <a:pt x="5789011" y="3960491"/>
                </a:cubicBezTo>
                <a:cubicBezTo>
                  <a:pt x="5786439" y="3970777"/>
                  <a:pt x="5789011" y="3960491"/>
                  <a:pt x="5789011" y="3966491"/>
                </a:cubicBezTo>
                <a:cubicBezTo>
                  <a:pt x="5789011" y="3972492"/>
                  <a:pt x="5790725" y="3988780"/>
                  <a:pt x="5790725" y="3988780"/>
                </a:cubicBezTo>
                <a:cubicBezTo>
                  <a:pt x="5790725" y="3988780"/>
                  <a:pt x="5794154" y="3993066"/>
                  <a:pt x="5798440" y="3999924"/>
                </a:cubicBezTo>
                <a:cubicBezTo>
                  <a:pt x="5802727" y="4006782"/>
                  <a:pt x="5802727" y="4005067"/>
                  <a:pt x="5803584" y="4007639"/>
                </a:cubicBezTo>
                <a:cubicBezTo>
                  <a:pt x="5804441" y="4010211"/>
                  <a:pt x="5810442" y="4016212"/>
                  <a:pt x="5812157" y="4020498"/>
                </a:cubicBezTo>
                <a:cubicBezTo>
                  <a:pt x="5813871" y="4023927"/>
                  <a:pt x="5813871" y="4026499"/>
                  <a:pt x="5814728" y="4032499"/>
                </a:cubicBezTo>
                <a:cubicBezTo>
                  <a:pt x="5815585" y="4039358"/>
                  <a:pt x="5809585" y="4040215"/>
                  <a:pt x="5803584" y="4044501"/>
                </a:cubicBezTo>
                <a:cubicBezTo>
                  <a:pt x="5797583" y="4048787"/>
                  <a:pt x="5801012" y="4050502"/>
                  <a:pt x="5798440" y="4060789"/>
                </a:cubicBezTo>
                <a:cubicBezTo>
                  <a:pt x="5795869" y="4071075"/>
                  <a:pt x="5798440" y="4060789"/>
                  <a:pt x="5794154" y="4071075"/>
                </a:cubicBezTo>
                <a:cubicBezTo>
                  <a:pt x="5789868" y="4081363"/>
                  <a:pt x="5795012" y="4075362"/>
                  <a:pt x="5801012" y="4081363"/>
                </a:cubicBezTo>
                <a:cubicBezTo>
                  <a:pt x="5807870" y="4087363"/>
                  <a:pt x="5807013" y="4083934"/>
                  <a:pt x="5811299" y="4094221"/>
                </a:cubicBezTo>
                <a:cubicBezTo>
                  <a:pt x="5816443" y="4103651"/>
                  <a:pt x="5813014" y="4097651"/>
                  <a:pt x="5813871" y="4106223"/>
                </a:cubicBezTo>
                <a:cubicBezTo>
                  <a:pt x="5814728" y="4114796"/>
                  <a:pt x="5813871" y="4106223"/>
                  <a:pt x="5813871" y="4115653"/>
                </a:cubicBezTo>
                <a:cubicBezTo>
                  <a:pt x="5813871" y="4124225"/>
                  <a:pt x="5813871" y="4115653"/>
                  <a:pt x="5819015" y="4127654"/>
                </a:cubicBezTo>
                <a:cubicBezTo>
                  <a:pt x="5824158" y="4139655"/>
                  <a:pt x="5819872" y="4132798"/>
                  <a:pt x="5825873" y="4143942"/>
                </a:cubicBezTo>
                <a:cubicBezTo>
                  <a:pt x="5832730" y="4155086"/>
                  <a:pt x="5825873" y="4143942"/>
                  <a:pt x="5830159" y="4143942"/>
                </a:cubicBezTo>
                <a:cubicBezTo>
                  <a:pt x="5834445" y="4143942"/>
                  <a:pt x="5845589" y="4138798"/>
                  <a:pt x="5848161" y="4136227"/>
                </a:cubicBezTo>
                <a:cubicBezTo>
                  <a:pt x="5850733" y="4133655"/>
                  <a:pt x="5866163" y="4127654"/>
                  <a:pt x="5870450" y="4126797"/>
                </a:cubicBezTo>
                <a:cubicBezTo>
                  <a:pt x="5875593" y="4125940"/>
                  <a:pt x="5873878" y="4117367"/>
                  <a:pt x="5873878" y="4117367"/>
                </a:cubicBezTo>
                <a:lnTo>
                  <a:pt x="5888452" y="4105365"/>
                </a:lnTo>
                <a:lnTo>
                  <a:pt x="5900453" y="4087363"/>
                </a:lnTo>
                <a:cubicBezTo>
                  <a:pt x="5900453" y="4087363"/>
                  <a:pt x="5900453" y="4077934"/>
                  <a:pt x="5900453" y="4075362"/>
                </a:cubicBezTo>
                <a:cubicBezTo>
                  <a:pt x="5900453" y="4073648"/>
                  <a:pt x="5907311" y="4072790"/>
                  <a:pt x="5911598" y="4071933"/>
                </a:cubicBezTo>
                <a:cubicBezTo>
                  <a:pt x="5915027" y="4071075"/>
                  <a:pt x="5914169" y="4066789"/>
                  <a:pt x="5915884" y="4064218"/>
                </a:cubicBezTo>
                <a:cubicBezTo>
                  <a:pt x="5917598" y="4062503"/>
                  <a:pt x="5923599" y="4053073"/>
                  <a:pt x="5929600" y="4051359"/>
                </a:cubicBezTo>
                <a:cubicBezTo>
                  <a:pt x="5936458" y="4050502"/>
                  <a:pt x="5924456" y="4039358"/>
                  <a:pt x="5924456" y="4039358"/>
                </a:cubicBezTo>
                <a:cubicBezTo>
                  <a:pt x="5924456" y="4039358"/>
                  <a:pt x="5933029" y="4033357"/>
                  <a:pt x="5934743" y="4027356"/>
                </a:cubicBezTo>
                <a:cubicBezTo>
                  <a:pt x="5936458" y="4021355"/>
                  <a:pt x="5934743" y="4009354"/>
                  <a:pt x="5933886" y="4005925"/>
                </a:cubicBezTo>
                <a:cubicBezTo>
                  <a:pt x="5933029" y="4003353"/>
                  <a:pt x="5933886" y="3991351"/>
                  <a:pt x="5933886" y="3991351"/>
                </a:cubicBezTo>
                <a:lnTo>
                  <a:pt x="5940744" y="3982779"/>
                </a:lnTo>
                <a:cubicBezTo>
                  <a:pt x="5940744" y="3982779"/>
                  <a:pt x="5941601" y="3967348"/>
                  <a:pt x="5944173" y="3965634"/>
                </a:cubicBezTo>
                <a:cubicBezTo>
                  <a:pt x="5946745" y="3963919"/>
                  <a:pt x="5951031" y="3953632"/>
                  <a:pt x="5955317" y="3953632"/>
                </a:cubicBezTo>
                <a:cubicBezTo>
                  <a:pt x="5959603" y="3953632"/>
                  <a:pt x="5958746" y="3930487"/>
                  <a:pt x="5958746" y="3930487"/>
                </a:cubicBezTo>
                <a:lnTo>
                  <a:pt x="5965604" y="3917628"/>
                </a:lnTo>
                <a:cubicBezTo>
                  <a:pt x="5965604" y="3917628"/>
                  <a:pt x="5968176" y="3904769"/>
                  <a:pt x="5968176" y="3902197"/>
                </a:cubicBezTo>
                <a:cubicBezTo>
                  <a:pt x="5968176" y="3899626"/>
                  <a:pt x="5961318" y="3894482"/>
                  <a:pt x="5961318" y="3894482"/>
                </a:cubicBezTo>
                <a:cubicBezTo>
                  <a:pt x="5961318" y="3894482"/>
                  <a:pt x="5954460" y="3894482"/>
                  <a:pt x="5949317" y="3897054"/>
                </a:cubicBezTo>
                <a:cubicBezTo>
                  <a:pt x="5944173" y="3899626"/>
                  <a:pt x="5945888" y="3897911"/>
                  <a:pt x="5942458" y="3898768"/>
                </a:cubicBezTo>
                <a:cubicBezTo>
                  <a:pt x="5939030" y="3899626"/>
                  <a:pt x="5938172" y="3897054"/>
                  <a:pt x="5933029" y="3895339"/>
                </a:cubicBezTo>
                <a:cubicBezTo>
                  <a:pt x="5927885" y="3893625"/>
                  <a:pt x="5932172" y="3888481"/>
                  <a:pt x="5933029" y="3884195"/>
                </a:cubicBezTo>
                <a:cubicBezTo>
                  <a:pt x="5933886" y="3879909"/>
                  <a:pt x="5925313" y="3880766"/>
                  <a:pt x="5921885" y="3879909"/>
                </a:cubicBezTo>
                <a:cubicBezTo>
                  <a:pt x="5919313" y="3879052"/>
                  <a:pt x="5918455" y="3869622"/>
                  <a:pt x="5915884" y="3867050"/>
                </a:cubicBezTo>
                <a:cubicBezTo>
                  <a:pt x="5914169" y="3865336"/>
                  <a:pt x="5913312" y="3861907"/>
                  <a:pt x="5909883" y="3855049"/>
                </a:cubicBezTo>
                <a:cubicBezTo>
                  <a:pt x="5906454" y="3848191"/>
                  <a:pt x="5904740" y="3851620"/>
                  <a:pt x="5900453" y="3850762"/>
                </a:cubicBezTo>
                <a:cubicBezTo>
                  <a:pt x="5896167" y="3849905"/>
                  <a:pt x="5901310" y="3841333"/>
                  <a:pt x="5897024" y="3833617"/>
                </a:cubicBezTo>
                <a:cubicBezTo>
                  <a:pt x="5892738" y="3825902"/>
                  <a:pt x="5906454" y="3830188"/>
                  <a:pt x="5906454" y="3830188"/>
                </a:cubicBezTo>
                <a:cubicBezTo>
                  <a:pt x="5906454" y="3830188"/>
                  <a:pt x="5906454" y="3830188"/>
                  <a:pt x="5912455" y="3835332"/>
                </a:cubicBezTo>
                <a:cubicBezTo>
                  <a:pt x="5918455" y="3841333"/>
                  <a:pt x="5914169" y="3839618"/>
                  <a:pt x="5918455" y="3845619"/>
                </a:cubicBezTo>
                <a:cubicBezTo>
                  <a:pt x="5923599" y="3851620"/>
                  <a:pt x="5919313" y="3855906"/>
                  <a:pt x="5921027" y="3858478"/>
                </a:cubicBezTo>
                <a:cubicBezTo>
                  <a:pt x="5922742" y="3861049"/>
                  <a:pt x="5932172" y="3862764"/>
                  <a:pt x="5935600" y="3867907"/>
                </a:cubicBezTo>
                <a:cubicBezTo>
                  <a:pt x="5939030" y="3873051"/>
                  <a:pt x="5944173" y="3879052"/>
                  <a:pt x="5944173" y="3879052"/>
                </a:cubicBezTo>
                <a:cubicBezTo>
                  <a:pt x="5944173" y="3879052"/>
                  <a:pt x="5961318" y="3876480"/>
                  <a:pt x="5964747" y="3874766"/>
                </a:cubicBezTo>
                <a:cubicBezTo>
                  <a:pt x="5967319" y="3873051"/>
                  <a:pt x="5969033" y="3863621"/>
                  <a:pt x="5969033" y="3863621"/>
                </a:cubicBezTo>
                <a:cubicBezTo>
                  <a:pt x="5969033" y="3863621"/>
                  <a:pt x="5972462" y="3855049"/>
                  <a:pt x="5972462" y="3851620"/>
                </a:cubicBezTo>
                <a:cubicBezTo>
                  <a:pt x="5972462" y="3849048"/>
                  <a:pt x="5968176" y="3837046"/>
                  <a:pt x="5968176" y="3837046"/>
                </a:cubicBezTo>
                <a:lnTo>
                  <a:pt x="5968176" y="3825045"/>
                </a:lnTo>
                <a:cubicBezTo>
                  <a:pt x="5968176" y="3825045"/>
                  <a:pt x="5962175" y="3819044"/>
                  <a:pt x="5963890" y="3814758"/>
                </a:cubicBezTo>
                <a:cubicBezTo>
                  <a:pt x="5965604" y="3811329"/>
                  <a:pt x="5963890" y="3814758"/>
                  <a:pt x="5967319" y="3815615"/>
                </a:cubicBezTo>
                <a:cubicBezTo>
                  <a:pt x="5969890" y="3816472"/>
                  <a:pt x="5976748" y="3816472"/>
                  <a:pt x="5979320" y="3819901"/>
                </a:cubicBezTo>
                <a:cubicBezTo>
                  <a:pt x="5981892" y="3823331"/>
                  <a:pt x="5984464" y="3832760"/>
                  <a:pt x="5987893" y="3836189"/>
                </a:cubicBezTo>
                <a:cubicBezTo>
                  <a:pt x="5991322" y="3839618"/>
                  <a:pt x="5991322" y="3838761"/>
                  <a:pt x="5995608" y="3843904"/>
                </a:cubicBezTo>
                <a:cubicBezTo>
                  <a:pt x="5999037" y="3849048"/>
                  <a:pt x="5998180" y="3845619"/>
                  <a:pt x="6001609" y="3850762"/>
                </a:cubicBezTo>
                <a:cubicBezTo>
                  <a:pt x="6005038" y="3856763"/>
                  <a:pt x="6001609" y="3855049"/>
                  <a:pt x="6005895" y="3862764"/>
                </a:cubicBezTo>
                <a:cubicBezTo>
                  <a:pt x="6010181" y="3870479"/>
                  <a:pt x="6010181" y="3868765"/>
                  <a:pt x="6014468" y="3873051"/>
                </a:cubicBezTo>
                <a:lnTo>
                  <a:pt x="6016182" y="3869622"/>
                </a:lnTo>
                <a:cubicBezTo>
                  <a:pt x="5982107" y="3745535"/>
                  <a:pt x="5876182" y="3678348"/>
                  <a:pt x="5825350" y="3652510"/>
                </a:cubicBezTo>
                <a:lnTo>
                  <a:pt x="5820840" y="3650383"/>
                </a:lnTo>
                <a:lnTo>
                  <a:pt x="5876805" y="3675659"/>
                </a:lnTo>
                <a:cubicBezTo>
                  <a:pt x="6043936" y="3773476"/>
                  <a:pt x="6086691" y="3965313"/>
                  <a:pt x="5998180" y="4119082"/>
                </a:cubicBezTo>
                <a:cubicBezTo>
                  <a:pt x="5897024" y="4294818"/>
                  <a:pt x="5717002" y="4286246"/>
                  <a:pt x="5717002" y="4286246"/>
                </a:cubicBezTo>
                <a:cubicBezTo>
                  <a:pt x="5797583" y="4285388"/>
                  <a:pt x="5835302" y="4250241"/>
                  <a:pt x="5835302" y="4250241"/>
                </a:cubicBezTo>
                <a:cubicBezTo>
                  <a:pt x="5835302" y="4250241"/>
                  <a:pt x="5821586" y="4249384"/>
                  <a:pt x="5819015" y="4251098"/>
                </a:cubicBezTo>
                <a:cubicBezTo>
                  <a:pt x="5816443" y="4252813"/>
                  <a:pt x="5805298" y="4244240"/>
                  <a:pt x="5802727" y="4244240"/>
                </a:cubicBezTo>
                <a:cubicBezTo>
                  <a:pt x="5800155" y="4244240"/>
                  <a:pt x="5795869" y="4243383"/>
                  <a:pt x="5793297" y="4242525"/>
                </a:cubicBezTo>
                <a:cubicBezTo>
                  <a:pt x="5790725" y="4241668"/>
                  <a:pt x="5783010" y="4244240"/>
                  <a:pt x="5777867" y="4245098"/>
                </a:cubicBezTo>
                <a:cubicBezTo>
                  <a:pt x="5771866" y="4245955"/>
                  <a:pt x="5771008" y="4245955"/>
                  <a:pt x="5765865" y="4251098"/>
                </a:cubicBezTo>
                <a:cubicBezTo>
                  <a:pt x="5759864" y="4256242"/>
                  <a:pt x="5759864" y="4250241"/>
                  <a:pt x="5755578" y="4250241"/>
                </a:cubicBezTo>
                <a:cubicBezTo>
                  <a:pt x="5752149" y="4250241"/>
                  <a:pt x="5742719" y="4251098"/>
                  <a:pt x="5742719" y="4251098"/>
                </a:cubicBezTo>
                <a:lnTo>
                  <a:pt x="5747005" y="4240811"/>
                </a:lnTo>
                <a:cubicBezTo>
                  <a:pt x="5747005" y="4240811"/>
                  <a:pt x="5741005" y="4239097"/>
                  <a:pt x="5735861" y="4239097"/>
                </a:cubicBezTo>
                <a:cubicBezTo>
                  <a:pt x="5730718" y="4239097"/>
                  <a:pt x="5731575" y="4243383"/>
                  <a:pt x="5729003" y="4247669"/>
                </a:cubicBezTo>
                <a:cubicBezTo>
                  <a:pt x="5726432" y="4251956"/>
                  <a:pt x="5726432" y="4252813"/>
                  <a:pt x="5723003" y="4258813"/>
                </a:cubicBezTo>
                <a:cubicBezTo>
                  <a:pt x="5720431" y="4265671"/>
                  <a:pt x="5706715" y="4255384"/>
                  <a:pt x="5701571" y="4254527"/>
                </a:cubicBezTo>
                <a:cubicBezTo>
                  <a:pt x="5696427" y="4253670"/>
                  <a:pt x="5693855" y="4254527"/>
                  <a:pt x="5689569" y="4251956"/>
                </a:cubicBezTo>
                <a:cubicBezTo>
                  <a:pt x="5685282" y="4249384"/>
                  <a:pt x="5690426" y="4247669"/>
                  <a:pt x="5690426" y="4247669"/>
                </a:cubicBezTo>
                <a:lnTo>
                  <a:pt x="5702427" y="4239097"/>
                </a:lnTo>
                <a:lnTo>
                  <a:pt x="5714430" y="4232239"/>
                </a:lnTo>
                <a:cubicBezTo>
                  <a:pt x="5714430" y="4232239"/>
                  <a:pt x="5712715" y="4226238"/>
                  <a:pt x="5708429" y="4225380"/>
                </a:cubicBezTo>
                <a:cubicBezTo>
                  <a:pt x="5704999" y="4224523"/>
                  <a:pt x="5704999" y="4227953"/>
                  <a:pt x="5702427" y="4230524"/>
                </a:cubicBezTo>
                <a:cubicBezTo>
                  <a:pt x="5699857" y="4233096"/>
                  <a:pt x="5677567" y="4231381"/>
                  <a:pt x="5677567" y="4231381"/>
                </a:cubicBezTo>
                <a:cubicBezTo>
                  <a:pt x="5677567" y="4231381"/>
                  <a:pt x="5663851" y="4236525"/>
                  <a:pt x="5656993" y="4233096"/>
                </a:cubicBezTo>
                <a:cubicBezTo>
                  <a:pt x="5649278" y="4229667"/>
                  <a:pt x="5656993" y="4233096"/>
                  <a:pt x="5653564" y="4226238"/>
                </a:cubicBezTo>
                <a:cubicBezTo>
                  <a:pt x="5650992" y="4219380"/>
                  <a:pt x="5644134" y="4230524"/>
                  <a:pt x="5638991" y="4233096"/>
                </a:cubicBezTo>
                <a:cubicBezTo>
                  <a:pt x="5632990" y="4235668"/>
                  <a:pt x="5632990" y="4233953"/>
                  <a:pt x="5618417" y="4236525"/>
                </a:cubicBezTo>
                <a:cubicBezTo>
                  <a:pt x="5603844" y="4239097"/>
                  <a:pt x="5608130" y="4238239"/>
                  <a:pt x="5608130" y="4238239"/>
                </a:cubicBezTo>
                <a:lnTo>
                  <a:pt x="5607273" y="4232239"/>
                </a:lnTo>
                <a:cubicBezTo>
                  <a:pt x="5607273" y="4232239"/>
                  <a:pt x="5601272" y="4236525"/>
                  <a:pt x="5596986" y="4240811"/>
                </a:cubicBezTo>
                <a:cubicBezTo>
                  <a:pt x="5592699" y="4245098"/>
                  <a:pt x="5588413" y="4242525"/>
                  <a:pt x="5584984" y="4242525"/>
                </a:cubicBezTo>
                <a:cubicBezTo>
                  <a:pt x="5581555" y="4242525"/>
                  <a:pt x="5583270" y="4256242"/>
                  <a:pt x="5583270" y="4256242"/>
                </a:cubicBezTo>
                <a:cubicBezTo>
                  <a:pt x="5589271" y="4270815"/>
                  <a:pt x="5664709" y="4287103"/>
                  <a:pt x="5664709" y="4287103"/>
                </a:cubicBezTo>
                <a:cubicBezTo>
                  <a:pt x="5338954" y="4239097"/>
                  <a:pt x="5372386" y="3912484"/>
                  <a:pt x="5372386" y="3912484"/>
                </a:cubicBezTo>
                <a:lnTo>
                  <a:pt x="5375815" y="3909913"/>
                </a:lnTo>
                <a:cubicBezTo>
                  <a:pt x="5375815" y="3909913"/>
                  <a:pt x="5377530" y="3917628"/>
                  <a:pt x="5378387" y="3921057"/>
                </a:cubicBezTo>
                <a:cubicBezTo>
                  <a:pt x="5380101" y="3924486"/>
                  <a:pt x="5380101" y="3923629"/>
                  <a:pt x="5384388" y="3929629"/>
                </a:cubicBezTo>
                <a:cubicBezTo>
                  <a:pt x="5387817" y="3935630"/>
                  <a:pt x="5389531" y="3934773"/>
                  <a:pt x="5391246" y="3939059"/>
                </a:cubicBezTo>
                <a:cubicBezTo>
                  <a:pt x="5392960" y="3944203"/>
                  <a:pt x="5391246" y="3939059"/>
                  <a:pt x="5386959" y="3953632"/>
                </a:cubicBezTo>
                <a:cubicBezTo>
                  <a:pt x="5383531" y="3968206"/>
                  <a:pt x="5395532" y="3977636"/>
                  <a:pt x="5395532" y="3977636"/>
                </a:cubicBezTo>
                <a:cubicBezTo>
                  <a:pt x="5395532" y="3977636"/>
                  <a:pt x="5395532" y="3981922"/>
                  <a:pt x="5394675" y="4006782"/>
                </a:cubicBezTo>
                <a:cubicBezTo>
                  <a:pt x="5393817" y="4030785"/>
                  <a:pt x="5404962" y="4036785"/>
                  <a:pt x="5413534" y="4051359"/>
                </a:cubicBezTo>
                <a:cubicBezTo>
                  <a:pt x="5421249" y="4065075"/>
                  <a:pt x="5416963" y="4059931"/>
                  <a:pt x="5420392" y="4065932"/>
                </a:cubicBezTo>
                <a:cubicBezTo>
                  <a:pt x="5423821" y="4071075"/>
                  <a:pt x="5422964" y="4066789"/>
                  <a:pt x="5432394" y="4075362"/>
                </a:cubicBezTo>
                <a:cubicBezTo>
                  <a:pt x="5441824" y="4083934"/>
                  <a:pt x="5434108" y="4083934"/>
                  <a:pt x="5438394" y="4101079"/>
                </a:cubicBezTo>
                <a:cubicBezTo>
                  <a:pt x="5442681" y="4118224"/>
                  <a:pt x="5442681" y="4108795"/>
                  <a:pt x="5446110" y="4123368"/>
                </a:cubicBezTo>
                <a:cubicBezTo>
                  <a:pt x="5448681" y="4138798"/>
                  <a:pt x="5449539" y="4126797"/>
                  <a:pt x="5455539" y="4135369"/>
                </a:cubicBezTo>
                <a:cubicBezTo>
                  <a:pt x="5461540" y="4143942"/>
                  <a:pt x="5455539" y="4135369"/>
                  <a:pt x="5462397" y="4148228"/>
                </a:cubicBezTo>
                <a:cubicBezTo>
                  <a:pt x="5469256" y="4161087"/>
                  <a:pt x="5467541" y="4154229"/>
                  <a:pt x="5470113" y="4160230"/>
                </a:cubicBezTo>
                <a:cubicBezTo>
                  <a:pt x="5472684" y="4165373"/>
                  <a:pt x="5475256" y="4162801"/>
                  <a:pt x="5484686" y="4188519"/>
                </a:cubicBezTo>
                <a:cubicBezTo>
                  <a:pt x="5494116" y="4214236"/>
                  <a:pt x="5486401" y="4192805"/>
                  <a:pt x="5491544" y="4198806"/>
                </a:cubicBezTo>
                <a:cubicBezTo>
                  <a:pt x="5496687" y="4204807"/>
                  <a:pt x="5499259" y="4201378"/>
                  <a:pt x="5511261" y="4210808"/>
                </a:cubicBezTo>
                <a:cubicBezTo>
                  <a:pt x="5523262" y="4220237"/>
                  <a:pt x="5514690" y="4215094"/>
                  <a:pt x="5524119" y="4221094"/>
                </a:cubicBezTo>
                <a:cubicBezTo>
                  <a:pt x="5533549" y="4227095"/>
                  <a:pt x="5525834" y="4218523"/>
                  <a:pt x="5525834" y="4215094"/>
                </a:cubicBezTo>
                <a:cubicBezTo>
                  <a:pt x="5525834" y="4211665"/>
                  <a:pt x="5521548" y="4209950"/>
                  <a:pt x="5518119" y="4206521"/>
                </a:cubicBezTo>
                <a:cubicBezTo>
                  <a:pt x="5513832" y="4203949"/>
                  <a:pt x="5512975" y="4199663"/>
                  <a:pt x="5509546" y="4195377"/>
                </a:cubicBezTo>
                <a:cubicBezTo>
                  <a:pt x="5506974" y="4191948"/>
                  <a:pt x="5506974" y="4190233"/>
                  <a:pt x="5505260" y="4185947"/>
                </a:cubicBezTo>
                <a:cubicBezTo>
                  <a:pt x="5502688" y="4181661"/>
                  <a:pt x="5500117" y="4179946"/>
                  <a:pt x="5495830" y="4173088"/>
                </a:cubicBezTo>
                <a:cubicBezTo>
                  <a:pt x="5491544" y="4166231"/>
                  <a:pt x="5499259" y="4167945"/>
                  <a:pt x="5500117" y="4165373"/>
                </a:cubicBezTo>
                <a:cubicBezTo>
                  <a:pt x="5500974" y="4162801"/>
                  <a:pt x="5502688" y="4163659"/>
                  <a:pt x="5503546" y="4160230"/>
                </a:cubicBezTo>
                <a:cubicBezTo>
                  <a:pt x="5504403" y="4156800"/>
                  <a:pt x="5504403" y="4151657"/>
                  <a:pt x="5500117" y="4147371"/>
                </a:cubicBezTo>
                <a:cubicBezTo>
                  <a:pt x="5496687" y="4142228"/>
                  <a:pt x="5507832" y="4121653"/>
                  <a:pt x="5508689" y="4119082"/>
                </a:cubicBezTo>
                <a:cubicBezTo>
                  <a:pt x="5509546" y="4116510"/>
                  <a:pt x="5508689" y="4103651"/>
                  <a:pt x="5508689" y="4103651"/>
                </a:cubicBezTo>
                <a:cubicBezTo>
                  <a:pt x="5508689" y="4103651"/>
                  <a:pt x="5514690" y="4097651"/>
                  <a:pt x="5518119" y="4096793"/>
                </a:cubicBezTo>
                <a:cubicBezTo>
                  <a:pt x="5521548" y="4095936"/>
                  <a:pt x="5527549" y="4091650"/>
                  <a:pt x="5531835" y="4087363"/>
                </a:cubicBezTo>
                <a:cubicBezTo>
                  <a:pt x="5536121" y="4083077"/>
                  <a:pt x="5530120" y="4078791"/>
                  <a:pt x="5530120" y="4078791"/>
                </a:cubicBezTo>
                <a:cubicBezTo>
                  <a:pt x="5530120" y="4078791"/>
                  <a:pt x="5532692" y="4073648"/>
                  <a:pt x="5534407" y="4070218"/>
                </a:cubicBezTo>
                <a:cubicBezTo>
                  <a:pt x="5536121" y="4066789"/>
                  <a:pt x="5535264" y="4059074"/>
                  <a:pt x="5535264" y="4056503"/>
                </a:cubicBezTo>
                <a:cubicBezTo>
                  <a:pt x="5535264" y="4053930"/>
                  <a:pt x="5532692" y="4049644"/>
                  <a:pt x="5530977" y="4045358"/>
                </a:cubicBezTo>
                <a:cubicBezTo>
                  <a:pt x="5528406" y="4041072"/>
                  <a:pt x="5530977" y="4036785"/>
                  <a:pt x="5532692" y="4034214"/>
                </a:cubicBezTo>
                <a:cubicBezTo>
                  <a:pt x="5535264" y="4031642"/>
                  <a:pt x="5538693" y="4023070"/>
                  <a:pt x="5542122" y="4020498"/>
                </a:cubicBezTo>
                <a:cubicBezTo>
                  <a:pt x="5545551" y="4017926"/>
                  <a:pt x="5546408" y="4013640"/>
                  <a:pt x="5547265" y="4007639"/>
                </a:cubicBezTo>
                <a:cubicBezTo>
                  <a:pt x="5548122" y="4001638"/>
                  <a:pt x="5543836" y="4001638"/>
                  <a:pt x="5542122" y="4000781"/>
                </a:cubicBezTo>
                <a:cubicBezTo>
                  <a:pt x="5540407" y="3999924"/>
                  <a:pt x="5537836" y="3998209"/>
                  <a:pt x="5529263" y="3993923"/>
                </a:cubicBezTo>
                <a:cubicBezTo>
                  <a:pt x="5521548" y="3988780"/>
                  <a:pt x="5524119" y="3985351"/>
                  <a:pt x="5520691" y="3982779"/>
                </a:cubicBezTo>
                <a:cubicBezTo>
                  <a:pt x="5517262" y="3980207"/>
                  <a:pt x="5511261" y="3981064"/>
                  <a:pt x="5504403" y="3981922"/>
                </a:cubicBezTo>
                <a:cubicBezTo>
                  <a:pt x="5497545" y="3982779"/>
                  <a:pt x="5502688" y="3977636"/>
                  <a:pt x="5500974" y="3976778"/>
                </a:cubicBezTo>
                <a:cubicBezTo>
                  <a:pt x="5499259" y="3975921"/>
                  <a:pt x="5494116" y="3973349"/>
                  <a:pt x="5488115" y="3971635"/>
                </a:cubicBezTo>
                <a:cubicBezTo>
                  <a:pt x="5482971" y="3969920"/>
                  <a:pt x="5486401" y="3964777"/>
                  <a:pt x="5486401" y="3964777"/>
                </a:cubicBezTo>
                <a:cubicBezTo>
                  <a:pt x="5486401" y="3964777"/>
                  <a:pt x="5479542" y="3963919"/>
                  <a:pt x="5476971" y="3963062"/>
                </a:cubicBezTo>
                <a:cubicBezTo>
                  <a:pt x="5474399" y="3963062"/>
                  <a:pt x="5474399" y="3958776"/>
                  <a:pt x="5475256" y="3957061"/>
                </a:cubicBezTo>
                <a:cubicBezTo>
                  <a:pt x="5476114" y="3954490"/>
                  <a:pt x="5474399" y="3947632"/>
                  <a:pt x="5474399" y="3947632"/>
                </a:cubicBezTo>
                <a:cubicBezTo>
                  <a:pt x="5474399" y="3947632"/>
                  <a:pt x="5473542" y="3939059"/>
                  <a:pt x="5469256" y="3938202"/>
                </a:cubicBezTo>
                <a:cubicBezTo>
                  <a:pt x="5464969" y="3936487"/>
                  <a:pt x="5466684" y="3933058"/>
                  <a:pt x="5464969" y="3932201"/>
                </a:cubicBezTo>
                <a:cubicBezTo>
                  <a:pt x="5462397" y="3931344"/>
                  <a:pt x="5455539" y="3930487"/>
                  <a:pt x="5453825" y="3930487"/>
                </a:cubicBezTo>
                <a:cubicBezTo>
                  <a:pt x="5452968" y="3930487"/>
                  <a:pt x="5445252" y="3928772"/>
                  <a:pt x="5444395" y="3925343"/>
                </a:cubicBezTo>
                <a:cubicBezTo>
                  <a:pt x="5443538" y="3922771"/>
                  <a:pt x="5443538" y="3917628"/>
                  <a:pt x="5441824" y="3916771"/>
                </a:cubicBezTo>
                <a:cubicBezTo>
                  <a:pt x="5440109" y="3915913"/>
                  <a:pt x="5438394" y="3910770"/>
                  <a:pt x="5437537" y="3907341"/>
                </a:cubicBezTo>
                <a:cubicBezTo>
                  <a:pt x="5435823" y="3903912"/>
                  <a:pt x="5433251" y="3903912"/>
                  <a:pt x="5431536" y="3903055"/>
                </a:cubicBezTo>
                <a:cubicBezTo>
                  <a:pt x="5429822" y="3902197"/>
                  <a:pt x="5422107" y="3906484"/>
                  <a:pt x="5419535" y="3905626"/>
                </a:cubicBezTo>
                <a:cubicBezTo>
                  <a:pt x="5416963" y="3904769"/>
                  <a:pt x="5420392" y="3899626"/>
                  <a:pt x="5418678" y="3897911"/>
                </a:cubicBezTo>
                <a:cubicBezTo>
                  <a:pt x="5417821" y="3896197"/>
                  <a:pt x="5416963" y="3897054"/>
                  <a:pt x="5411820" y="3896197"/>
                </a:cubicBezTo>
                <a:cubicBezTo>
                  <a:pt x="5406676" y="3895339"/>
                  <a:pt x="5406676" y="3899626"/>
                  <a:pt x="5406676" y="3899626"/>
                </a:cubicBezTo>
                <a:lnTo>
                  <a:pt x="5404104" y="3903055"/>
                </a:lnTo>
                <a:cubicBezTo>
                  <a:pt x="5404104" y="3903055"/>
                  <a:pt x="5402390" y="3905626"/>
                  <a:pt x="5398104" y="3911627"/>
                </a:cubicBezTo>
                <a:cubicBezTo>
                  <a:pt x="5393817" y="3917628"/>
                  <a:pt x="5398104" y="3911627"/>
                  <a:pt x="5396389" y="3909913"/>
                </a:cubicBezTo>
                <a:cubicBezTo>
                  <a:pt x="5394675" y="3908198"/>
                  <a:pt x="5394675" y="3908198"/>
                  <a:pt x="5393817" y="3906484"/>
                </a:cubicBezTo>
                <a:cubicBezTo>
                  <a:pt x="5392103" y="3904769"/>
                  <a:pt x="5389531" y="3897054"/>
                  <a:pt x="5390389" y="3893625"/>
                </a:cubicBezTo>
                <a:cubicBezTo>
                  <a:pt x="5391246" y="3890196"/>
                  <a:pt x="5392960" y="3886767"/>
                  <a:pt x="5393817" y="3884195"/>
                </a:cubicBezTo>
                <a:cubicBezTo>
                  <a:pt x="5394675" y="3881623"/>
                  <a:pt x="5392960" y="3879909"/>
                  <a:pt x="5392960" y="3871336"/>
                </a:cubicBezTo>
                <a:cubicBezTo>
                  <a:pt x="5392960" y="3862764"/>
                  <a:pt x="5392960" y="3863621"/>
                  <a:pt x="5393817" y="3861049"/>
                </a:cubicBezTo>
                <a:cubicBezTo>
                  <a:pt x="5393817" y="3858478"/>
                  <a:pt x="5392960" y="3855906"/>
                  <a:pt x="5392960" y="3853334"/>
                </a:cubicBezTo>
                <a:cubicBezTo>
                  <a:pt x="5392960" y="3850762"/>
                  <a:pt x="5388674" y="3851620"/>
                  <a:pt x="5388674" y="3851620"/>
                </a:cubicBezTo>
                <a:cubicBezTo>
                  <a:pt x="5392103" y="3836189"/>
                  <a:pt x="5402390" y="3815615"/>
                  <a:pt x="5402390" y="3815615"/>
                </a:cubicBezTo>
                <a:cubicBezTo>
                  <a:pt x="5402390" y="3815615"/>
                  <a:pt x="5400676" y="3825045"/>
                  <a:pt x="5400676" y="3826759"/>
                </a:cubicBezTo>
                <a:cubicBezTo>
                  <a:pt x="5400676" y="3828474"/>
                  <a:pt x="5399818" y="3831903"/>
                  <a:pt x="5399818" y="3833617"/>
                </a:cubicBezTo>
                <a:cubicBezTo>
                  <a:pt x="5399818" y="3835332"/>
                  <a:pt x="5398961" y="3839618"/>
                  <a:pt x="5398961" y="3841333"/>
                </a:cubicBezTo>
                <a:cubicBezTo>
                  <a:pt x="5398961" y="3843047"/>
                  <a:pt x="5400676" y="3842190"/>
                  <a:pt x="5401533" y="3842190"/>
                </a:cubicBezTo>
                <a:cubicBezTo>
                  <a:pt x="5403247" y="3841333"/>
                  <a:pt x="5404104" y="3842190"/>
                  <a:pt x="5406676" y="3845619"/>
                </a:cubicBezTo>
                <a:cubicBezTo>
                  <a:pt x="5409248" y="3849048"/>
                  <a:pt x="5406676" y="3845619"/>
                  <a:pt x="5408391" y="3845619"/>
                </a:cubicBezTo>
                <a:cubicBezTo>
                  <a:pt x="5409248" y="3845619"/>
                  <a:pt x="5411820" y="3849048"/>
                  <a:pt x="5412677" y="3850762"/>
                </a:cubicBezTo>
                <a:cubicBezTo>
                  <a:pt x="5413534" y="3852477"/>
                  <a:pt x="5411820" y="3854191"/>
                  <a:pt x="5411820" y="3857621"/>
                </a:cubicBezTo>
                <a:cubicBezTo>
                  <a:pt x="5410962" y="3861049"/>
                  <a:pt x="5411820" y="3857621"/>
                  <a:pt x="5413534" y="3859335"/>
                </a:cubicBezTo>
                <a:cubicBezTo>
                  <a:pt x="5415249" y="3861049"/>
                  <a:pt x="5417821" y="3861049"/>
                  <a:pt x="5418678" y="3861907"/>
                </a:cubicBezTo>
                <a:cubicBezTo>
                  <a:pt x="5420392" y="3862764"/>
                  <a:pt x="5422964" y="3860192"/>
                  <a:pt x="5425536" y="3861049"/>
                </a:cubicBezTo>
                <a:cubicBezTo>
                  <a:pt x="5428107" y="3861049"/>
                  <a:pt x="5428107" y="3862764"/>
                  <a:pt x="5428965" y="3865336"/>
                </a:cubicBezTo>
                <a:cubicBezTo>
                  <a:pt x="5429822" y="3868765"/>
                  <a:pt x="5429822" y="3868765"/>
                  <a:pt x="5430679" y="3868765"/>
                </a:cubicBezTo>
                <a:cubicBezTo>
                  <a:pt x="5431536" y="3868765"/>
                  <a:pt x="5433251" y="3866193"/>
                  <a:pt x="5434108" y="3865336"/>
                </a:cubicBezTo>
                <a:cubicBezTo>
                  <a:pt x="5434966" y="3864478"/>
                  <a:pt x="5435823" y="3861049"/>
                  <a:pt x="5435823" y="3861049"/>
                </a:cubicBezTo>
                <a:lnTo>
                  <a:pt x="5432394" y="3858478"/>
                </a:lnTo>
                <a:lnTo>
                  <a:pt x="5427250" y="3855049"/>
                </a:lnTo>
                <a:lnTo>
                  <a:pt x="5421249" y="3853334"/>
                </a:lnTo>
                <a:cubicBezTo>
                  <a:pt x="5421249" y="3853334"/>
                  <a:pt x="5417821" y="3852477"/>
                  <a:pt x="5415249" y="3852477"/>
                </a:cubicBezTo>
                <a:cubicBezTo>
                  <a:pt x="5412677" y="3852477"/>
                  <a:pt x="5415249" y="3846476"/>
                  <a:pt x="5415249" y="3845619"/>
                </a:cubicBezTo>
                <a:cubicBezTo>
                  <a:pt x="5415249" y="3843904"/>
                  <a:pt x="5415249" y="3837904"/>
                  <a:pt x="5415249" y="3837904"/>
                </a:cubicBezTo>
                <a:cubicBezTo>
                  <a:pt x="5415249" y="3837904"/>
                  <a:pt x="5411820" y="3837046"/>
                  <a:pt x="5410962" y="3837046"/>
                </a:cubicBezTo>
                <a:cubicBezTo>
                  <a:pt x="5410105" y="3837046"/>
                  <a:pt x="5406676" y="3834475"/>
                  <a:pt x="5406676" y="3833617"/>
                </a:cubicBezTo>
                <a:cubicBezTo>
                  <a:pt x="5406676" y="3831903"/>
                  <a:pt x="5407534" y="3828474"/>
                  <a:pt x="5410105" y="3826759"/>
                </a:cubicBezTo>
                <a:cubicBezTo>
                  <a:pt x="5411820" y="3825045"/>
                  <a:pt x="5419535" y="3822473"/>
                  <a:pt x="5420392" y="3822473"/>
                </a:cubicBezTo>
                <a:cubicBezTo>
                  <a:pt x="5421249" y="3821616"/>
                  <a:pt x="5423821" y="3819044"/>
                  <a:pt x="5425536" y="3818187"/>
                </a:cubicBezTo>
                <a:cubicBezTo>
                  <a:pt x="5426393" y="3817330"/>
                  <a:pt x="5428965" y="3813901"/>
                  <a:pt x="5428965" y="3810472"/>
                </a:cubicBezTo>
                <a:cubicBezTo>
                  <a:pt x="5429822" y="3807900"/>
                  <a:pt x="5431536" y="3803614"/>
                  <a:pt x="5432394" y="3801899"/>
                </a:cubicBezTo>
                <a:cubicBezTo>
                  <a:pt x="5433251" y="3800185"/>
                  <a:pt x="5433251" y="3795898"/>
                  <a:pt x="5434108" y="3792469"/>
                </a:cubicBezTo>
                <a:cubicBezTo>
                  <a:pt x="5434966" y="3789898"/>
                  <a:pt x="5438394" y="3785611"/>
                  <a:pt x="5439252" y="3785611"/>
                </a:cubicBezTo>
                <a:cubicBezTo>
                  <a:pt x="5440109" y="3785611"/>
                  <a:pt x="5448681" y="3779611"/>
                  <a:pt x="5451253" y="3776182"/>
                </a:cubicBezTo>
                <a:cubicBezTo>
                  <a:pt x="5453825" y="3772753"/>
                  <a:pt x="5458111" y="3770181"/>
                  <a:pt x="5458111" y="3770181"/>
                </a:cubicBezTo>
                <a:lnTo>
                  <a:pt x="5460683" y="3764180"/>
                </a:lnTo>
                <a:cubicBezTo>
                  <a:pt x="5460683" y="3764180"/>
                  <a:pt x="5461540" y="3762466"/>
                  <a:pt x="5466684" y="3761608"/>
                </a:cubicBezTo>
                <a:cubicBezTo>
                  <a:pt x="5471827" y="3759894"/>
                  <a:pt x="5474399" y="3757322"/>
                  <a:pt x="5474399" y="3757322"/>
                </a:cubicBezTo>
                <a:cubicBezTo>
                  <a:pt x="5474399" y="3757322"/>
                  <a:pt x="5476971" y="3751321"/>
                  <a:pt x="5476971" y="3749607"/>
                </a:cubicBezTo>
                <a:cubicBezTo>
                  <a:pt x="5476971" y="3747892"/>
                  <a:pt x="5479542" y="3747035"/>
                  <a:pt x="5479542" y="3747035"/>
                </a:cubicBezTo>
                <a:cubicBezTo>
                  <a:pt x="5479542" y="3747035"/>
                  <a:pt x="5488115" y="3741892"/>
                  <a:pt x="5488115" y="3741034"/>
                </a:cubicBezTo>
                <a:cubicBezTo>
                  <a:pt x="5488115" y="3740177"/>
                  <a:pt x="5488972" y="3739320"/>
                  <a:pt x="5491544" y="3738463"/>
                </a:cubicBezTo>
                <a:cubicBezTo>
                  <a:pt x="5494116" y="3737606"/>
                  <a:pt x="5495830" y="3738463"/>
                  <a:pt x="5498402" y="3739320"/>
                </a:cubicBezTo>
                <a:cubicBezTo>
                  <a:pt x="5500117" y="3740177"/>
                  <a:pt x="5503546" y="3741034"/>
                  <a:pt x="5507832" y="3741892"/>
                </a:cubicBezTo>
                <a:cubicBezTo>
                  <a:pt x="5512118" y="3742749"/>
                  <a:pt x="5512975" y="3741034"/>
                  <a:pt x="5512975" y="3741034"/>
                </a:cubicBezTo>
                <a:cubicBezTo>
                  <a:pt x="5512975" y="3741034"/>
                  <a:pt x="5514690" y="3736748"/>
                  <a:pt x="5514690" y="3735034"/>
                </a:cubicBezTo>
                <a:cubicBezTo>
                  <a:pt x="5514690" y="3733319"/>
                  <a:pt x="5513832" y="3731605"/>
                  <a:pt x="5513832" y="3731605"/>
                </a:cubicBezTo>
                <a:cubicBezTo>
                  <a:pt x="5513832" y="3731605"/>
                  <a:pt x="5510404" y="3729890"/>
                  <a:pt x="5509546" y="3729890"/>
                </a:cubicBezTo>
                <a:cubicBezTo>
                  <a:pt x="5508689" y="3729890"/>
                  <a:pt x="5511261" y="3723032"/>
                  <a:pt x="5511261" y="3723032"/>
                </a:cubicBezTo>
                <a:lnTo>
                  <a:pt x="5517262" y="3718746"/>
                </a:lnTo>
                <a:cubicBezTo>
                  <a:pt x="5517262" y="3718746"/>
                  <a:pt x="5522405" y="3714460"/>
                  <a:pt x="5525834" y="3713602"/>
                </a:cubicBezTo>
                <a:cubicBezTo>
                  <a:pt x="5529263" y="3712745"/>
                  <a:pt x="5529263" y="3717031"/>
                  <a:pt x="5530977" y="3717889"/>
                </a:cubicBezTo>
                <a:cubicBezTo>
                  <a:pt x="5532692" y="3719603"/>
                  <a:pt x="5531835" y="3720461"/>
                  <a:pt x="5531835" y="3720461"/>
                </a:cubicBezTo>
                <a:lnTo>
                  <a:pt x="5524977" y="3724747"/>
                </a:lnTo>
                <a:cubicBezTo>
                  <a:pt x="5524977" y="3724747"/>
                  <a:pt x="5525834" y="3729890"/>
                  <a:pt x="5528406" y="3730747"/>
                </a:cubicBezTo>
                <a:cubicBezTo>
                  <a:pt x="5530977" y="3731605"/>
                  <a:pt x="5536978" y="3730747"/>
                  <a:pt x="5536978" y="3730747"/>
                </a:cubicBezTo>
                <a:lnTo>
                  <a:pt x="5542122" y="3727318"/>
                </a:lnTo>
                <a:lnTo>
                  <a:pt x="5543836" y="3723032"/>
                </a:lnTo>
                <a:lnTo>
                  <a:pt x="5543836" y="3716174"/>
                </a:lnTo>
                <a:cubicBezTo>
                  <a:pt x="5543836" y="3716174"/>
                  <a:pt x="5542979" y="3712745"/>
                  <a:pt x="5542979" y="3710173"/>
                </a:cubicBezTo>
                <a:cubicBezTo>
                  <a:pt x="5542979" y="3707602"/>
                  <a:pt x="5544694" y="3706744"/>
                  <a:pt x="5545551" y="3705887"/>
                </a:cubicBezTo>
                <a:cubicBezTo>
                  <a:pt x="5546408" y="3704173"/>
                  <a:pt x="5548980" y="3703316"/>
                  <a:pt x="5548980" y="3703316"/>
                </a:cubicBezTo>
                <a:lnTo>
                  <a:pt x="5551552" y="3699029"/>
                </a:lnTo>
                <a:cubicBezTo>
                  <a:pt x="5551552" y="3699029"/>
                  <a:pt x="5551552" y="3693886"/>
                  <a:pt x="5551552" y="3692171"/>
                </a:cubicBezTo>
                <a:cubicBezTo>
                  <a:pt x="5551552" y="3691314"/>
                  <a:pt x="5556695" y="3684456"/>
                  <a:pt x="5557552" y="3683599"/>
                </a:cubicBezTo>
                <a:cubicBezTo>
                  <a:pt x="5559267" y="3682741"/>
                  <a:pt x="5560124" y="3679312"/>
                  <a:pt x="5560124" y="3679312"/>
                </a:cubicBezTo>
                <a:lnTo>
                  <a:pt x="5552409" y="3675883"/>
                </a:lnTo>
                <a:cubicBezTo>
                  <a:pt x="5543408" y="3675883"/>
                  <a:pt x="5532906" y="3679741"/>
                  <a:pt x="5522218" y="3685527"/>
                </a:cubicBezTo>
                <a:lnTo>
                  <a:pt x="5496913" y="3702672"/>
                </a:lnTo>
                <a:lnTo>
                  <a:pt x="5518815" y="3683786"/>
                </a:lnTo>
                <a:cubicBezTo>
                  <a:pt x="5583431" y="3642075"/>
                  <a:pt x="5647564" y="3633878"/>
                  <a:pt x="5647564" y="3633878"/>
                </a:cubicBezTo>
                <a:cubicBezTo>
                  <a:pt x="5658708" y="3631306"/>
                  <a:pt x="5702427" y="3631306"/>
                  <a:pt x="5699857" y="3627877"/>
                </a:cubicBezTo>
                <a:close/>
                <a:moveTo>
                  <a:pt x="4861612" y="3580313"/>
                </a:moveTo>
                <a:cubicBezTo>
                  <a:pt x="4765935" y="3577782"/>
                  <a:pt x="4673513" y="3631306"/>
                  <a:pt x="4631722" y="3723889"/>
                </a:cubicBezTo>
                <a:cubicBezTo>
                  <a:pt x="4576000" y="3847334"/>
                  <a:pt x="4630007" y="3993066"/>
                  <a:pt x="4753451" y="4048788"/>
                </a:cubicBezTo>
                <a:cubicBezTo>
                  <a:pt x="4876896" y="4105366"/>
                  <a:pt x="5021771" y="4050502"/>
                  <a:pt x="5078350" y="3927058"/>
                </a:cubicBezTo>
                <a:cubicBezTo>
                  <a:pt x="5134071" y="3803614"/>
                  <a:pt x="5080064" y="3657881"/>
                  <a:pt x="4956620" y="3602159"/>
                </a:cubicBezTo>
                <a:cubicBezTo>
                  <a:pt x="4925759" y="3588229"/>
                  <a:pt x="4893505" y="3581157"/>
                  <a:pt x="4861612" y="3580313"/>
                </a:cubicBezTo>
                <a:close/>
                <a:moveTo>
                  <a:pt x="4863113" y="3524739"/>
                </a:moveTo>
                <a:cubicBezTo>
                  <a:pt x="4902238" y="3525757"/>
                  <a:pt x="4941832" y="3534437"/>
                  <a:pt x="4979766" y="3551582"/>
                </a:cubicBezTo>
                <a:cubicBezTo>
                  <a:pt x="5131499" y="3621019"/>
                  <a:pt x="5198365" y="3799328"/>
                  <a:pt x="5128928" y="3950204"/>
                </a:cubicBezTo>
                <a:cubicBezTo>
                  <a:pt x="5068921" y="4082221"/>
                  <a:pt x="4924902" y="4149917"/>
                  <a:pt x="4788185" y="4118835"/>
                </a:cubicBezTo>
                <a:lnTo>
                  <a:pt x="4769854" y="4112669"/>
                </a:lnTo>
                <a:lnTo>
                  <a:pt x="4736576" y="4185841"/>
                </a:lnTo>
                <a:lnTo>
                  <a:pt x="4739414" y="4190448"/>
                </a:lnTo>
                <a:cubicBezTo>
                  <a:pt x="4745307" y="4206093"/>
                  <a:pt x="4745307" y="4224095"/>
                  <a:pt x="4738021" y="4240811"/>
                </a:cubicBezTo>
                <a:lnTo>
                  <a:pt x="4623149" y="4492842"/>
                </a:lnTo>
                <a:cubicBezTo>
                  <a:pt x="4608576" y="4525418"/>
                  <a:pt x="4570000" y="4539991"/>
                  <a:pt x="4536567" y="4525418"/>
                </a:cubicBezTo>
                <a:cubicBezTo>
                  <a:pt x="4503991" y="4510845"/>
                  <a:pt x="4489418" y="4472268"/>
                  <a:pt x="4503991" y="4438835"/>
                </a:cubicBezTo>
                <a:lnTo>
                  <a:pt x="4618863" y="4186804"/>
                </a:lnTo>
                <a:cubicBezTo>
                  <a:pt x="4624328" y="4174588"/>
                  <a:pt x="4633169" y="4164904"/>
                  <a:pt x="4643847" y="4158339"/>
                </a:cubicBezTo>
                <a:lnTo>
                  <a:pt x="4661831" y="4153470"/>
                </a:lnTo>
                <a:lnTo>
                  <a:pt x="4695622" y="4079170"/>
                </a:lnTo>
                <a:lnTo>
                  <a:pt x="4677765" y="4068771"/>
                </a:lnTo>
                <a:cubicBezTo>
                  <a:pt x="4564829" y="3986624"/>
                  <a:pt x="4521137" y="3833511"/>
                  <a:pt x="4581144" y="3700743"/>
                </a:cubicBezTo>
                <a:cubicBezTo>
                  <a:pt x="4632579" y="3587586"/>
                  <a:pt x="4745736" y="3521685"/>
                  <a:pt x="4863113" y="3524739"/>
                </a:cubicBezTo>
                <a:close/>
                <a:moveTo>
                  <a:pt x="1544765" y="3428138"/>
                </a:moveTo>
                <a:cubicBezTo>
                  <a:pt x="1544765" y="3428138"/>
                  <a:pt x="1624490" y="3511291"/>
                  <a:pt x="1620204" y="3555010"/>
                </a:cubicBezTo>
                <a:cubicBezTo>
                  <a:pt x="1615918" y="3598730"/>
                  <a:pt x="1532764" y="3615018"/>
                  <a:pt x="1532764" y="3615018"/>
                </a:cubicBezTo>
                <a:cubicBezTo>
                  <a:pt x="1532764" y="3615018"/>
                  <a:pt x="1645922" y="3615018"/>
                  <a:pt x="1646779" y="3561011"/>
                </a:cubicBezTo>
                <a:cubicBezTo>
                  <a:pt x="1647636" y="3507004"/>
                  <a:pt x="1544765" y="3428138"/>
                  <a:pt x="1544765" y="3428138"/>
                </a:cubicBezTo>
                <a:close/>
                <a:moveTo>
                  <a:pt x="408910" y="3284263"/>
                </a:moveTo>
                <a:lnTo>
                  <a:pt x="393653" y="3296390"/>
                </a:lnTo>
                <a:cubicBezTo>
                  <a:pt x="373702" y="3310964"/>
                  <a:pt x="354008" y="3324077"/>
                  <a:pt x="334836" y="3335610"/>
                </a:cubicBezTo>
                <a:lnTo>
                  <a:pt x="325136" y="3340789"/>
                </a:lnTo>
                <a:lnTo>
                  <a:pt x="330318" y="3354497"/>
                </a:lnTo>
                <a:cubicBezTo>
                  <a:pt x="351753" y="3400123"/>
                  <a:pt x="378758" y="3427281"/>
                  <a:pt x="408051" y="3427281"/>
                </a:cubicBezTo>
                <a:cubicBezTo>
                  <a:pt x="434090" y="3427281"/>
                  <a:pt x="458321" y="3405823"/>
                  <a:pt x="478438" y="3369010"/>
                </a:cubicBezTo>
                <a:lnTo>
                  <a:pt x="491268" y="3340334"/>
                </a:lnTo>
                <a:lnTo>
                  <a:pt x="481268" y="3334978"/>
                </a:lnTo>
                <a:close/>
                <a:moveTo>
                  <a:pt x="385103" y="3234417"/>
                </a:moveTo>
                <a:lnTo>
                  <a:pt x="394907" y="3243179"/>
                </a:lnTo>
                <a:lnTo>
                  <a:pt x="407331" y="3251843"/>
                </a:lnTo>
                <a:lnTo>
                  <a:pt x="427247" y="3234680"/>
                </a:lnTo>
                <a:lnTo>
                  <a:pt x="408051" y="3236114"/>
                </a:lnTo>
                <a:close/>
                <a:moveTo>
                  <a:pt x="293992" y="3227681"/>
                </a:moveTo>
                <a:lnTo>
                  <a:pt x="310863" y="3303036"/>
                </a:lnTo>
                <a:lnTo>
                  <a:pt x="314200" y="3311864"/>
                </a:lnTo>
                <a:lnTo>
                  <a:pt x="346623" y="3294552"/>
                </a:lnTo>
                <a:lnTo>
                  <a:pt x="386844" y="3267724"/>
                </a:lnTo>
                <a:lnTo>
                  <a:pt x="346453" y="3231560"/>
                </a:lnTo>
                <a:close/>
                <a:moveTo>
                  <a:pt x="521204" y="3227662"/>
                </a:moveTo>
                <a:lnTo>
                  <a:pt x="472442" y="3231304"/>
                </a:lnTo>
                <a:lnTo>
                  <a:pt x="454017" y="3248411"/>
                </a:lnTo>
                <a:lnTo>
                  <a:pt x="429899" y="3267581"/>
                </a:lnTo>
                <a:lnTo>
                  <a:pt x="469481" y="3295183"/>
                </a:lnTo>
                <a:lnTo>
                  <a:pt x="501667" y="3312302"/>
                </a:lnTo>
                <a:lnTo>
                  <a:pt x="512504" y="3276718"/>
                </a:lnTo>
                <a:close/>
                <a:moveTo>
                  <a:pt x="645944" y="3207392"/>
                </a:moveTo>
                <a:lnTo>
                  <a:pt x="636239" y="3210346"/>
                </a:lnTo>
                <a:cubicBezTo>
                  <a:pt x="614532" y="3215761"/>
                  <a:pt x="591336" y="3220429"/>
                  <a:pt x="566924" y="3224247"/>
                </a:cubicBezTo>
                <a:lnTo>
                  <a:pt x="548148" y="3225649"/>
                </a:lnTo>
                <a:lnTo>
                  <a:pt x="532529" y="3314283"/>
                </a:lnTo>
                <a:lnTo>
                  <a:pt x="529280" y="3325012"/>
                </a:lnTo>
                <a:lnTo>
                  <a:pt x="558887" y="3336294"/>
                </a:lnTo>
                <a:cubicBezTo>
                  <a:pt x="599166" y="3348093"/>
                  <a:pt x="631474" y="3346164"/>
                  <a:pt x="649797" y="3327840"/>
                </a:cubicBezTo>
                <a:cubicBezTo>
                  <a:pt x="668121" y="3309195"/>
                  <a:pt x="670050" y="3276807"/>
                  <a:pt x="658251" y="3236553"/>
                </a:cubicBezTo>
                <a:close/>
                <a:moveTo>
                  <a:pt x="169104" y="3206549"/>
                </a:moveTo>
                <a:lnTo>
                  <a:pt x="157854" y="3236073"/>
                </a:lnTo>
                <a:cubicBezTo>
                  <a:pt x="146055" y="3276352"/>
                  <a:pt x="147984" y="3308660"/>
                  <a:pt x="166307" y="3326984"/>
                </a:cubicBezTo>
                <a:cubicBezTo>
                  <a:pt x="184631" y="3345629"/>
                  <a:pt x="216939" y="3347638"/>
                  <a:pt x="257218" y="3335814"/>
                </a:cubicBezTo>
                <a:lnTo>
                  <a:pt x="287649" y="3324179"/>
                </a:lnTo>
                <a:lnTo>
                  <a:pt x="269900" y="3244968"/>
                </a:lnTo>
                <a:lnTo>
                  <a:pt x="268468" y="3225793"/>
                </a:lnTo>
                <a:lnTo>
                  <a:pt x="249179" y="3224367"/>
                </a:lnTo>
                <a:close/>
                <a:moveTo>
                  <a:pt x="288917" y="3177713"/>
                </a:moveTo>
                <a:lnTo>
                  <a:pt x="290802" y="3203043"/>
                </a:lnTo>
                <a:lnTo>
                  <a:pt x="316853" y="3205057"/>
                </a:lnTo>
                <a:lnTo>
                  <a:pt x="301752" y="3191537"/>
                </a:lnTo>
                <a:close/>
                <a:moveTo>
                  <a:pt x="528974" y="3176635"/>
                </a:moveTo>
                <a:lnTo>
                  <a:pt x="514351" y="3192395"/>
                </a:lnTo>
                <a:lnTo>
                  <a:pt x="500527" y="3205229"/>
                </a:lnTo>
                <a:lnTo>
                  <a:pt x="525512" y="3203370"/>
                </a:lnTo>
                <a:lnTo>
                  <a:pt x="528388" y="3187154"/>
                </a:lnTo>
                <a:close/>
                <a:moveTo>
                  <a:pt x="1459898" y="3111812"/>
                </a:moveTo>
                <a:cubicBezTo>
                  <a:pt x="1502760" y="3111812"/>
                  <a:pt x="1537907" y="3125528"/>
                  <a:pt x="1537907" y="3141816"/>
                </a:cubicBezTo>
                <a:cubicBezTo>
                  <a:pt x="1537907" y="3141816"/>
                  <a:pt x="1537907" y="3142673"/>
                  <a:pt x="1537907" y="3143530"/>
                </a:cubicBezTo>
                <a:lnTo>
                  <a:pt x="1540479" y="3143530"/>
                </a:lnTo>
                <a:lnTo>
                  <a:pt x="1540479" y="3199252"/>
                </a:lnTo>
                <a:lnTo>
                  <a:pt x="1537907" y="3199252"/>
                </a:lnTo>
                <a:cubicBezTo>
                  <a:pt x="1537050" y="3206110"/>
                  <a:pt x="1532764" y="3212110"/>
                  <a:pt x="1525048" y="3216397"/>
                </a:cubicBezTo>
                <a:cubicBezTo>
                  <a:pt x="1525048" y="3242972"/>
                  <a:pt x="1525048" y="3323553"/>
                  <a:pt x="1525048" y="3344127"/>
                </a:cubicBezTo>
                <a:cubicBezTo>
                  <a:pt x="1525048" y="3368987"/>
                  <a:pt x="1537050" y="3375845"/>
                  <a:pt x="1537050" y="3375845"/>
                </a:cubicBezTo>
                <a:cubicBezTo>
                  <a:pt x="1566197" y="3392990"/>
                  <a:pt x="1731647" y="3561869"/>
                  <a:pt x="1658780" y="3612446"/>
                </a:cubicBezTo>
                <a:cubicBezTo>
                  <a:pt x="1593629" y="3657880"/>
                  <a:pt x="1483900" y="3656166"/>
                  <a:pt x="1461612" y="3655309"/>
                </a:cubicBezTo>
                <a:cubicBezTo>
                  <a:pt x="1439323" y="3656166"/>
                  <a:pt x="1328738" y="3657880"/>
                  <a:pt x="1263587" y="3612446"/>
                </a:cubicBezTo>
                <a:cubicBezTo>
                  <a:pt x="1190721" y="3561011"/>
                  <a:pt x="1358742" y="3392133"/>
                  <a:pt x="1387888" y="3374988"/>
                </a:cubicBezTo>
                <a:cubicBezTo>
                  <a:pt x="1387888" y="3374988"/>
                  <a:pt x="1405033" y="3368130"/>
                  <a:pt x="1405033" y="3343270"/>
                </a:cubicBezTo>
                <a:cubicBezTo>
                  <a:pt x="1405033" y="3322696"/>
                  <a:pt x="1405033" y="3243829"/>
                  <a:pt x="1405033" y="3216397"/>
                </a:cubicBezTo>
                <a:cubicBezTo>
                  <a:pt x="1389603" y="3212110"/>
                  <a:pt x="1383602" y="3206110"/>
                  <a:pt x="1382745" y="3199252"/>
                </a:cubicBezTo>
                <a:lnTo>
                  <a:pt x="1381030" y="3199252"/>
                </a:lnTo>
                <a:lnTo>
                  <a:pt x="1381030" y="3143530"/>
                </a:lnTo>
                <a:lnTo>
                  <a:pt x="1381888" y="3143530"/>
                </a:lnTo>
                <a:cubicBezTo>
                  <a:pt x="1381888" y="3143530"/>
                  <a:pt x="1381888" y="3142673"/>
                  <a:pt x="1381888" y="3141816"/>
                </a:cubicBezTo>
                <a:cubicBezTo>
                  <a:pt x="1381888" y="3125528"/>
                  <a:pt x="1417035" y="3111812"/>
                  <a:pt x="1459898" y="3111812"/>
                </a:cubicBezTo>
                <a:close/>
                <a:moveTo>
                  <a:pt x="590102" y="3107161"/>
                </a:moveTo>
                <a:lnTo>
                  <a:pt x="570367" y="3132026"/>
                </a:lnTo>
                <a:lnTo>
                  <a:pt x="554587" y="3149033"/>
                </a:lnTo>
                <a:lnTo>
                  <a:pt x="551759" y="3200115"/>
                </a:lnTo>
                <a:lnTo>
                  <a:pt x="599532" y="3190547"/>
                </a:lnTo>
                <a:lnTo>
                  <a:pt x="634360" y="3179941"/>
                </a:lnTo>
                <a:lnTo>
                  <a:pt x="630590" y="3171008"/>
                </a:lnTo>
                <a:close/>
                <a:moveTo>
                  <a:pt x="226426" y="3105365"/>
                </a:moveTo>
                <a:lnTo>
                  <a:pt x="198965" y="3146668"/>
                </a:lnTo>
                <a:lnTo>
                  <a:pt x="181775" y="3178985"/>
                </a:lnTo>
                <a:lnTo>
                  <a:pt x="216948" y="3190170"/>
                </a:lnTo>
                <a:lnTo>
                  <a:pt x="266550" y="3200120"/>
                </a:lnTo>
                <a:lnTo>
                  <a:pt x="262773" y="3149552"/>
                </a:lnTo>
                <a:lnTo>
                  <a:pt x="245737" y="3131203"/>
                </a:lnTo>
                <a:close/>
                <a:moveTo>
                  <a:pt x="556573" y="3065846"/>
                </a:moveTo>
                <a:lnTo>
                  <a:pt x="558070" y="3086095"/>
                </a:lnTo>
                <a:lnTo>
                  <a:pt x="557031" y="3104875"/>
                </a:lnTo>
                <a:lnTo>
                  <a:pt x="573606" y="3085614"/>
                </a:lnTo>
                <a:close/>
                <a:moveTo>
                  <a:pt x="259173" y="3065486"/>
                </a:moveTo>
                <a:lnTo>
                  <a:pt x="241966" y="3085481"/>
                </a:lnTo>
                <a:lnTo>
                  <a:pt x="259516" y="3105960"/>
                </a:lnTo>
                <a:lnTo>
                  <a:pt x="258032" y="3086095"/>
                </a:lnTo>
                <a:close/>
                <a:moveTo>
                  <a:pt x="408909" y="3023515"/>
                </a:moveTo>
                <a:cubicBezTo>
                  <a:pt x="443199" y="3023515"/>
                  <a:pt x="471488" y="3050947"/>
                  <a:pt x="471488" y="3086095"/>
                </a:cubicBezTo>
                <a:cubicBezTo>
                  <a:pt x="471488" y="3120385"/>
                  <a:pt x="443199" y="3148674"/>
                  <a:pt x="408909" y="3148674"/>
                </a:cubicBezTo>
                <a:cubicBezTo>
                  <a:pt x="374619" y="3148674"/>
                  <a:pt x="346329" y="3121242"/>
                  <a:pt x="346329" y="3086095"/>
                </a:cubicBezTo>
                <a:cubicBezTo>
                  <a:pt x="346329" y="3051805"/>
                  <a:pt x="373761" y="3023515"/>
                  <a:pt x="408909" y="3023515"/>
                </a:cubicBezTo>
                <a:close/>
                <a:moveTo>
                  <a:pt x="153678" y="3002555"/>
                </a:moveTo>
                <a:lnTo>
                  <a:pt x="124280" y="3015709"/>
                </a:lnTo>
                <a:cubicBezTo>
                  <a:pt x="87467" y="3035826"/>
                  <a:pt x="66009" y="3060056"/>
                  <a:pt x="66009" y="3086095"/>
                </a:cubicBezTo>
                <a:cubicBezTo>
                  <a:pt x="66009" y="3107794"/>
                  <a:pt x="80994" y="3128154"/>
                  <a:pt x="107354" y="3145918"/>
                </a:cubicBezTo>
                <a:lnTo>
                  <a:pt x="153101" y="3169496"/>
                </a:lnTo>
                <a:lnTo>
                  <a:pt x="158538" y="3159312"/>
                </a:lnTo>
                <a:cubicBezTo>
                  <a:pt x="170071" y="3140140"/>
                  <a:pt x="183184" y="3120446"/>
                  <a:pt x="197758" y="3100495"/>
                </a:cubicBezTo>
                <a:lnTo>
                  <a:pt x="210657" y="3084265"/>
                </a:lnTo>
                <a:lnTo>
                  <a:pt x="167482" y="3026495"/>
                </a:lnTo>
                <a:close/>
                <a:moveTo>
                  <a:pt x="663026" y="3002411"/>
                </a:moveTo>
                <a:lnTo>
                  <a:pt x="657566" y="3012654"/>
                </a:lnTo>
                <a:cubicBezTo>
                  <a:pt x="646033" y="3031861"/>
                  <a:pt x="632920" y="3051592"/>
                  <a:pt x="618347" y="3071576"/>
                </a:cubicBezTo>
                <a:lnTo>
                  <a:pt x="606027" y="3087098"/>
                </a:lnTo>
                <a:lnTo>
                  <a:pt x="648622" y="3144181"/>
                </a:lnTo>
                <a:lnTo>
                  <a:pt x="663100" y="3169333"/>
                </a:lnTo>
                <a:lnTo>
                  <a:pt x="691823" y="3156482"/>
                </a:lnTo>
                <a:cubicBezTo>
                  <a:pt x="728636" y="3136365"/>
                  <a:pt x="750094" y="3112134"/>
                  <a:pt x="750094" y="3086095"/>
                </a:cubicBezTo>
                <a:cubicBezTo>
                  <a:pt x="750094" y="3064396"/>
                  <a:pt x="735109" y="3043953"/>
                  <a:pt x="708749" y="3026099"/>
                </a:cubicBezTo>
                <a:close/>
                <a:moveTo>
                  <a:pt x="264344" y="2972075"/>
                </a:moveTo>
                <a:lnTo>
                  <a:pt x="216572" y="2981643"/>
                </a:lnTo>
                <a:lnTo>
                  <a:pt x="182153" y="2992125"/>
                </a:lnTo>
                <a:lnTo>
                  <a:pt x="185871" y="3000908"/>
                </a:lnTo>
                <a:lnTo>
                  <a:pt x="226227" y="3064676"/>
                </a:lnTo>
                <a:lnTo>
                  <a:pt x="245737" y="3040131"/>
                </a:lnTo>
                <a:lnTo>
                  <a:pt x="261518" y="3023133"/>
                </a:lnTo>
                <a:close/>
                <a:moveTo>
                  <a:pt x="549613" y="2971718"/>
                </a:moveTo>
                <a:lnTo>
                  <a:pt x="553247" y="3020858"/>
                </a:lnTo>
                <a:lnTo>
                  <a:pt x="570367" y="3039308"/>
                </a:lnTo>
                <a:lnTo>
                  <a:pt x="589651" y="3065152"/>
                </a:lnTo>
                <a:lnTo>
                  <a:pt x="617139" y="3023810"/>
                </a:lnTo>
                <a:lnTo>
                  <a:pt x="633701" y="2992672"/>
                </a:lnTo>
                <a:lnTo>
                  <a:pt x="599155" y="2981643"/>
                </a:lnTo>
                <a:close/>
                <a:moveTo>
                  <a:pt x="501023" y="2967017"/>
                </a:moveTo>
                <a:lnTo>
                  <a:pt x="514350" y="2978939"/>
                </a:lnTo>
                <a:lnTo>
                  <a:pt x="527186" y="2992772"/>
                </a:lnTo>
                <a:lnTo>
                  <a:pt x="525405" y="2968836"/>
                </a:lnTo>
                <a:close/>
                <a:moveTo>
                  <a:pt x="315586" y="2966960"/>
                </a:moveTo>
                <a:lnTo>
                  <a:pt x="290341" y="2968839"/>
                </a:lnTo>
                <a:lnTo>
                  <a:pt x="287715" y="2983640"/>
                </a:lnTo>
                <a:lnTo>
                  <a:pt x="287044" y="2995639"/>
                </a:lnTo>
                <a:lnTo>
                  <a:pt x="301753" y="2979796"/>
                </a:lnTo>
                <a:close/>
                <a:moveTo>
                  <a:pt x="408051" y="2960079"/>
                </a:moveTo>
                <a:lnTo>
                  <a:pt x="356209" y="2963937"/>
                </a:lnTo>
                <a:lnTo>
                  <a:pt x="318898" y="2996084"/>
                </a:lnTo>
                <a:lnTo>
                  <a:pt x="284805" y="3035702"/>
                </a:lnTo>
                <a:lnTo>
                  <a:pt x="282035" y="3085238"/>
                </a:lnTo>
                <a:lnTo>
                  <a:pt x="285866" y="3136706"/>
                </a:lnTo>
                <a:lnTo>
                  <a:pt x="318897" y="3175250"/>
                </a:lnTo>
                <a:lnTo>
                  <a:pt x="355604" y="3208055"/>
                </a:lnTo>
                <a:lnTo>
                  <a:pt x="408051" y="3212111"/>
                </a:lnTo>
                <a:lnTo>
                  <a:pt x="457727" y="3208414"/>
                </a:lnTo>
                <a:lnTo>
                  <a:pt x="497206" y="3174393"/>
                </a:lnTo>
                <a:lnTo>
                  <a:pt x="531308" y="3134766"/>
                </a:lnTo>
                <a:lnTo>
                  <a:pt x="534067" y="3085238"/>
                </a:lnTo>
                <a:lnTo>
                  <a:pt x="530360" y="3035422"/>
                </a:lnTo>
                <a:lnTo>
                  <a:pt x="497205" y="2996941"/>
                </a:lnTo>
                <a:lnTo>
                  <a:pt x="460323" y="2963980"/>
                </a:lnTo>
                <a:close/>
                <a:moveTo>
                  <a:pt x="407682" y="2919589"/>
                </a:moveTo>
                <a:lnTo>
                  <a:pt x="386715" y="2937654"/>
                </a:lnTo>
                <a:lnTo>
                  <a:pt x="408051" y="2936076"/>
                </a:lnTo>
                <a:lnTo>
                  <a:pt x="430998" y="2937773"/>
                </a:lnTo>
                <a:lnTo>
                  <a:pt x="421196" y="2929013"/>
                </a:lnTo>
                <a:close/>
                <a:moveTo>
                  <a:pt x="313772" y="2860695"/>
                </a:moveTo>
                <a:lnTo>
                  <a:pt x="303599" y="2894135"/>
                </a:lnTo>
                <a:lnTo>
                  <a:pt x="294668" y="2944460"/>
                </a:lnTo>
                <a:lnTo>
                  <a:pt x="343747" y="2940831"/>
                </a:lnTo>
                <a:lnTo>
                  <a:pt x="362122" y="2923781"/>
                </a:lnTo>
                <a:lnTo>
                  <a:pt x="386241" y="2904637"/>
                </a:lnTo>
                <a:lnTo>
                  <a:pt x="346622" y="2877008"/>
                </a:lnTo>
                <a:close/>
                <a:moveTo>
                  <a:pt x="501946" y="2858728"/>
                </a:moveTo>
                <a:lnTo>
                  <a:pt x="469255" y="2876151"/>
                </a:lnTo>
                <a:lnTo>
                  <a:pt x="429247" y="2902810"/>
                </a:lnTo>
                <a:lnTo>
                  <a:pt x="471695" y="2940782"/>
                </a:lnTo>
                <a:lnTo>
                  <a:pt x="522501" y="2944539"/>
                </a:lnTo>
                <a:lnTo>
                  <a:pt x="505240" y="2867440"/>
                </a:lnTo>
                <a:close/>
                <a:moveTo>
                  <a:pt x="219818" y="2828773"/>
                </a:moveTo>
                <a:cubicBezTo>
                  <a:pt x="196953" y="2827205"/>
                  <a:pt x="178523" y="2832135"/>
                  <a:pt x="166307" y="2844350"/>
                </a:cubicBezTo>
                <a:cubicBezTo>
                  <a:pt x="147984" y="2862675"/>
                  <a:pt x="146176" y="2894983"/>
                  <a:pt x="158080" y="2935262"/>
                </a:cubicBezTo>
                <a:lnTo>
                  <a:pt x="170445" y="2964470"/>
                </a:lnTo>
                <a:lnTo>
                  <a:pt x="179864" y="2961618"/>
                </a:lnTo>
                <a:cubicBezTo>
                  <a:pt x="201572" y="2956238"/>
                  <a:pt x="224768" y="2951607"/>
                  <a:pt x="249179" y="2947823"/>
                </a:cubicBezTo>
                <a:lnTo>
                  <a:pt x="267973" y="2946434"/>
                </a:lnTo>
                <a:lnTo>
                  <a:pt x="283574" y="2857908"/>
                </a:lnTo>
                <a:lnTo>
                  <a:pt x="286788" y="2847295"/>
                </a:lnTo>
                <a:lnTo>
                  <a:pt x="277993" y="2842929"/>
                </a:lnTo>
                <a:cubicBezTo>
                  <a:pt x="256609" y="2834778"/>
                  <a:pt x="236967" y="2829948"/>
                  <a:pt x="219818" y="2828773"/>
                </a:cubicBezTo>
                <a:close/>
                <a:moveTo>
                  <a:pt x="595924" y="2827916"/>
                </a:moveTo>
                <a:cubicBezTo>
                  <a:pt x="584472" y="2828700"/>
                  <a:pt x="571928" y="2831107"/>
                  <a:pt x="558510" y="2835040"/>
                </a:cubicBezTo>
                <a:lnTo>
                  <a:pt x="528370" y="2846540"/>
                </a:lnTo>
                <a:lnTo>
                  <a:pt x="546323" y="2927223"/>
                </a:lnTo>
                <a:lnTo>
                  <a:pt x="547742" y="2946405"/>
                </a:lnTo>
                <a:lnTo>
                  <a:pt x="566924" y="2947823"/>
                </a:lnTo>
                <a:lnTo>
                  <a:pt x="646399" y="2965508"/>
                </a:lnTo>
                <a:lnTo>
                  <a:pt x="658251" y="2934405"/>
                </a:lnTo>
                <a:cubicBezTo>
                  <a:pt x="670050" y="2894126"/>
                  <a:pt x="668121" y="2861818"/>
                  <a:pt x="649797" y="2843494"/>
                </a:cubicBezTo>
                <a:cubicBezTo>
                  <a:pt x="637367" y="2831278"/>
                  <a:pt x="618829" y="2826349"/>
                  <a:pt x="595924" y="2827916"/>
                </a:cubicBezTo>
                <a:close/>
                <a:moveTo>
                  <a:pt x="408051" y="2743195"/>
                </a:moveTo>
                <a:cubicBezTo>
                  <a:pt x="382012" y="2743195"/>
                  <a:pt x="357782" y="2764774"/>
                  <a:pt x="337665" y="2801693"/>
                </a:cubicBezTo>
                <a:lnTo>
                  <a:pt x="324723" y="2830683"/>
                </a:lnTo>
                <a:lnTo>
                  <a:pt x="334835" y="2835724"/>
                </a:lnTo>
                <a:lnTo>
                  <a:pt x="408327" y="2887107"/>
                </a:lnTo>
                <a:lnTo>
                  <a:pt x="422572" y="2875801"/>
                </a:lnTo>
                <a:cubicBezTo>
                  <a:pt x="442557" y="2861228"/>
                  <a:pt x="462287" y="2848115"/>
                  <a:pt x="481495" y="2836582"/>
                </a:cubicBezTo>
                <a:lnTo>
                  <a:pt x="491548" y="2831224"/>
                </a:lnTo>
                <a:lnTo>
                  <a:pt x="485785" y="2815980"/>
                </a:lnTo>
                <a:cubicBezTo>
                  <a:pt x="464351" y="2770353"/>
                  <a:pt x="437345" y="2743195"/>
                  <a:pt x="408051" y="2743195"/>
                </a:cubicBezTo>
                <a:close/>
                <a:moveTo>
                  <a:pt x="6236067" y="2687689"/>
                </a:moveTo>
                <a:cubicBezTo>
                  <a:pt x="6239925" y="2687475"/>
                  <a:pt x="6243782" y="2688760"/>
                  <a:pt x="6246782" y="2691760"/>
                </a:cubicBezTo>
                <a:cubicBezTo>
                  <a:pt x="6252783" y="2697761"/>
                  <a:pt x="6253640" y="2707192"/>
                  <a:pt x="6247640" y="2713192"/>
                </a:cubicBezTo>
                <a:lnTo>
                  <a:pt x="6216014" y="2748180"/>
                </a:lnTo>
                <a:lnTo>
                  <a:pt x="6222322" y="2756871"/>
                </a:lnTo>
                <a:cubicBezTo>
                  <a:pt x="6235744" y="2786165"/>
                  <a:pt x="6231565" y="2821847"/>
                  <a:pt x="6209062" y="2846922"/>
                </a:cubicBezTo>
                <a:cubicBezTo>
                  <a:pt x="6193632" y="2863639"/>
                  <a:pt x="6172843" y="2872640"/>
                  <a:pt x="6151734" y="2873711"/>
                </a:cubicBezTo>
                <a:lnTo>
                  <a:pt x="6133744" y="2871200"/>
                </a:lnTo>
                <a:lnTo>
                  <a:pt x="6125031" y="2893063"/>
                </a:lnTo>
                <a:cubicBezTo>
                  <a:pt x="6072016" y="3025978"/>
                  <a:pt x="5930188" y="3380025"/>
                  <a:pt x="5925312" y="3375846"/>
                </a:cubicBezTo>
                <a:cubicBezTo>
                  <a:pt x="5920169" y="3370702"/>
                  <a:pt x="5917597" y="3266975"/>
                  <a:pt x="5917597" y="3266975"/>
                </a:cubicBezTo>
                <a:cubicBezTo>
                  <a:pt x="5917597" y="3266975"/>
                  <a:pt x="6005120" y="3039936"/>
                  <a:pt x="6056644" y="2907754"/>
                </a:cubicBezTo>
                <a:lnTo>
                  <a:pt x="6068648" y="2877062"/>
                </a:lnTo>
                <a:lnTo>
                  <a:pt x="5680138" y="3041518"/>
                </a:lnTo>
                <a:lnTo>
                  <a:pt x="5576411" y="3046661"/>
                </a:lnTo>
                <a:lnTo>
                  <a:pt x="5660422" y="2986654"/>
                </a:lnTo>
                <a:lnTo>
                  <a:pt x="6069879" y="2807820"/>
                </a:lnTo>
                <a:lnTo>
                  <a:pt x="6065771" y="2780383"/>
                </a:lnTo>
                <a:cubicBezTo>
                  <a:pt x="6068031" y="2764586"/>
                  <a:pt x="6074903" y="2749196"/>
                  <a:pt x="6086476" y="2736337"/>
                </a:cubicBezTo>
                <a:cubicBezTo>
                  <a:pt x="6101906" y="2719192"/>
                  <a:pt x="6122694" y="2710191"/>
                  <a:pt x="6143804" y="2709228"/>
                </a:cubicBezTo>
                <a:cubicBezTo>
                  <a:pt x="6154359" y="2708745"/>
                  <a:pt x="6164994" y="2710271"/>
                  <a:pt x="6175080" y="2713794"/>
                </a:cubicBezTo>
                <a:lnTo>
                  <a:pt x="6195368" y="2725788"/>
                </a:lnTo>
                <a:lnTo>
                  <a:pt x="6225351" y="2692617"/>
                </a:lnTo>
                <a:cubicBezTo>
                  <a:pt x="6228352" y="2689618"/>
                  <a:pt x="6232209" y="2687903"/>
                  <a:pt x="6236067" y="2687689"/>
                </a:cubicBezTo>
                <a:close/>
                <a:moveTo>
                  <a:pt x="408051" y="2678044"/>
                </a:moveTo>
                <a:cubicBezTo>
                  <a:pt x="439234" y="2678044"/>
                  <a:pt x="468126" y="2703722"/>
                  <a:pt x="492060" y="2747708"/>
                </a:cubicBezTo>
                <a:lnTo>
                  <a:pt x="519745" y="2816195"/>
                </a:lnTo>
                <a:lnTo>
                  <a:pt x="537283" y="2806846"/>
                </a:lnTo>
                <a:cubicBezTo>
                  <a:pt x="608864" y="2773842"/>
                  <a:pt x="667800" y="2768056"/>
                  <a:pt x="696946" y="2797202"/>
                </a:cubicBezTo>
                <a:cubicBezTo>
                  <a:pt x="726093" y="2826349"/>
                  <a:pt x="720306" y="2885285"/>
                  <a:pt x="687302" y="2956865"/>
                </a:cubicBezTo>
                <a:lnTo>
                  <a:pt x="677955" y="2974402"/>
                </a:lnTo>
                <a:lnTo>
                  <a:pt x="746440" y="3002086"/>
                </a:lnTo>
                <a:cubicBezTo>
                  <a:pt x="790426" y="3026021"/>
                  <a:pt x="816103" y="3054913"/>
                  <a:pt x="816103" y="3086095"/>
                </a:cubicBezTo>
                <a:cubicBezTo>
                  <a:pt x="816103" y="3127243"/>
                  <a:pt x="770455" y="3164748"/>
                  <a:pt x="696624" y="3191966"/>
                </a:cubicBezTo>
                <a:lnTo>
                  <a:pt x="678828" y="3197383"/>
                </a:lnTo>
                <a:lnTo>
                  <a:pt x="698388" y="3240686"/>
                </a:lnTo>
                <a:cubicBezTo>
                  <a:pt x="721207" y="3300318"/>
                  <a:pt x="722450" y="3348629"/>
                  <a:pt x="696946" y="3374132"/>
                </a:cubicBezTo>
                <a:cubicBezTo>
                  <a:pt x="667371" y="3403707"/>
                  <a:pt x="608435" y="3397921"/>
                  <a:pt x="536961" y="3364809"/>
                </a:cubicBezTo>
                <a:lnTo>
                  <a:pt x="519982" y="3355715"/>
                </a:lnTo>
                <a:lnTo>
                  <a:pt x="514243" y="3374667"/>
                </a:lnTo>
                <a:cubicBezTo>
                  <a:pt x="487133" y="3448498"/>
                  <a:pt x="449628" y="3494146"/>
                  <a:pt x="408051" y="3494146"/>
                </a:cubicBezTo>
                <a:cubicBezTo>
                  <a:pt x="377190" y="3494146"/>
                  <a:pt x="348379" y="3468469"/>
                  <a:pt x="324419" y="3424483"/>
                </a:cubicBezTo>
                <a:lnTo>
                  <a:pt x="296648" y="3355999"/>
                </a:lnTo>
                <a:lnTo>
                  <a:pt x="279143" y="3365346"/>
                </a:lnTo>
                <a:cubicBezTo>
                  <a:pt x="207669" y="3398350"/>
                  <a:pt x="148733" y="3404137"/>
                  <a:pt x="119158" y="3374990"/>
                </a:cubicBezTo>
                <a:cubicBezTo>
                  <a:pt x="90011" y="3345415"/>
                  <a:pt x="95798" y="3286479"/>
                  <a:pt x="128803" y="3215005"/>
                </a:cubicBezTo>
                <a:lnTo>
                  <a:pt x="138022" y="3197737"/>
                </a:lnTo>
                <a:lnTo>
                  <a:pt x="69663" y="3170104"/>
                </a:lnTo>
                <a:cubicBezTo>
                  <a:pt x="25677" y="3146169"/>
                  <a:pt x="0" y="3117277"/>
                  <a:pt x="0" y="3086095"/>
                </a:cubicBezTo>
                <a:cubicBezTo>
                  <a:pt x="0" y="3044519"/>
                  <a:pt x="45649" y="3007014"/>
                  <a:pt x="119480" y="2979903"/>
                </a:cubicBezTo>
                <a:lnTo>
                  <a:pt x="137725" y="2974378"/>
                </a:lnTo>
                <a:lnTo>
                  <a:pt x="117717" y="2930147"/>
                </a:lnTo>
                <a:cubicBezTo>
                  <a:pt x="94897" y="2870580"/>
                  <a:pt x="93655" y="2822222"/>
                  <a:pt x="119158" y="2796344"/>
                </a:cubicBezTo>
                <a:cubicBezTo>
                  <a:pt x="133945" y="2781771"/>
                  <a:pt x="156073" y="2775931"/>
                  <a:pt x="183438" y="2777860"/>
                </a:cubicBezTo>
                <a:cubicBezTo>
                  <a:pt x="203962" y="2779308"/>
                  <a:pt x="227432" y="2785123"/>
                  <a:pt x="252960" y="2794903"/>
                </a:cubicBezTo>
                <a:lnTo>
                  <a:pt x="296135" y="2816430"/>
                </a:lnTo>
                <a:lnTo>
                  <a:pt x="301859" y="2797524"/>
                </a:lnTo>
                <a:cubicBezTo>
                  <a:pt x="328970" y="2723693"/>
                  <a:pt x="366475" y="2678044"/>
                  <a:pt x="408051" y="2678044"/>
                </a:cubicBezTo>
                <a:close/>
                <a:moveTo>
                  <a:pt x="5013199" y="2674617"/>
                </a:moveTo>
                <a:lnTo>
                  <a:pt x="5013199" y="3173535"/>
                </a:lnTo>
                <a:lnTo>
                  <a:pt x="5299521" y="3173535"/>
                </a:lnTo>
                <a:close/>
                <a:moveTo>
                  <a:pt x="1456470" y="2362577"/>
                </a:moveTo>
                <a:lnTo>
                  <a:pt x="1669068" y="2628325"/>
                </a:lnTo>
                <a:lnTo>
                  <a:pt x="1485616" y="2776629"/>
                </a:lnTo>
                <a:cubicBezTo>
                  <a:pt x="1485616" y="2776629"/>
                  <a:pt x="1373317" y="2763771"/>
                  <a:pt x="1306451" y="2916361"/>
                </a:cubicBezTo>
                <a:lnTo>
                  <a:pt x="1094710" y="2652328"/>
                </a:lnTo>
                <a:cubicBezTo>
                  <a:pt x="1094710" y="2652328"/>
                  <a:pt x="1159004" y="2492022"/>
                  <a:pt x="1275590" y="2507453"/>
                </a:cubicBezTo>
                <a:close/>
                <a:moveTo>
                  <a:pt x="4655725" y="2293138"/>
                </a:moveTo>
                <a:lnTo>
                  <a:pt x="4792886" y="2293138"/>
                </a:lnTo>
                <a:lnTo>
                  <a:pt x="4792886" y="3310694"/>
                </a:lnTo>
                <a:lnTo>
                  <a:pt x="4655725" y="3310694"/>
                </a:lnTo>
                <a:close/>
                <a:moveTo>
                  <a:pt x="409649" y="2273959"/>
                </a:moveTo>
                <a:lnTo>
                  <a:pt x="459486" y="2287996"/>
                </a:lnTo>
                <a:cubicBezTo>
                  <a:pt x="459486" y="2287996"/>
                  <a:pt x="440627" y="2283924"/>
                  <a:pt x="421017" y="2278031"/>
                </a:cubicBezTo>
                <a:close/>
                <a:moveTo>
                  <a:pt x="4930045" y="2273422"/>
                </a:moveTo>
                <a:lnTo>
                  <a:pt x="5477829" y="3311552"/>
                </a:lnTo>
                <a:lnTo>
                  <a:pt x="4930045" y="3311552"/>
                </a:lnTo>
                <a:close/>
                <a:moveTo>
                  <a:pt x="5782627" y="2202717"/>
                </a:moveTo>
                <a:lnTo>
                  <a:pt x="5767752" y="2214541"/>
                </a:lnTo>
                <a:cubicBezTo>
                  <a:pt x="5747801" y="2229115"/>
                  <a:pt x="5728108" y="2242228"/>
                  <a:pt x="5708935" y="2253760"/>
                </a:cubicBezTo>
                <a:lnTo>
                  <a:pt x="5698749" y="2259199"/>
                </a:lnTo>
                <a:lnTo>
                  <a:pt x="5722156" y="2304260"/>
                </a:lnTo>
                <a:cubicBezTo>
                  <a:pt x="5740009" y="2330529"/>
                  <a:pt x="5760453" y="2345431"/>
                  <a:pt x="5782152" y="2345431"/>
                </a:cubicBezTo>
                <a:cubicBezTo>
                  <a:pt x="5803851" y="2345431"/>
                  <a:pt x="5824294" y="2330530"/>
                  <a:pt x="5842148" y="2304260"/>
                </a:cubicBezTo>
                <a:lnTo>
                  <a:pt x="5865804" y="2258720"/>
                </a:lnTo>
                <a:lnTo>
                  <a:pt x="5855368" y="2253129"/>
                </a:lnTo>
                <a:cubicBezTo>
                  <a:pt x="5836195" y="2241561"/>
                  <a:pt x="5816502" y="2228411"/>
                  <a:pt x="5796551" y="2213804"/>
                </a:cubicBezTo>
                <a:close/>
                <a:moveTo>
                  <a:pt x="5760901" y="2151836"/>
                </a:moveTo>
                <a:lnTo>
                  <a:pt x="5781715" y="2169748"/>
                </a:lnTo>
                <a:lnTo>
                  <a:pt x="5802358" y="2151959"/>
                </a:lnTo>
                <a:lnTo>
                  <a:pt x="5782152" y="2153407"/>
                </a:lnTo>
                <a:close/>
                <a:moveTo>
                  <a:pt x="5896549" y="2145209"/>
                </a:moveTo>
                <a:lnTo>
                  <a:pt x="5847314" y="2148737"/>
                </a:lnTo>
                <a:lnTo>
                  <a:pt x="5828117" y="2166561"/>
                </a:lnTo>
                <a:lnTo>
                  <a:pt x="5803118" y="2186431"/>
                </a:lnTo>
                <a:lnTo>
                  <a:pt x="5843581" y="2213334"/>
                </a:lnTo>
                <a:lnTo>
                  <a:pt x="5875307" y="2230209"/>
                </a:lnTo>
                <a:lnTo>
                  <a:pt x="5886604" y="2194868"/>
                </a:lnTo>
                <a:close/>
                <a:moveTo>
                  <a:pt x="5667701" y="2144945"/>
                </a:moveTo>
                <a:lnTo>
                  <a:pt x="5677700" y="2194868"/>
                </a:lnTo>
                <a:lnTo>
                  <a:pt x="5688842" y="2229724"/>
                </a:lnTo>
                <a:lnTo>
                  <a:pt x="5720722" y="2212702"/>
                </a:lnTo>
                <a:lnTo>
                  <a:pt x="5761232" y="2185681"/>
                </a:lnTo>
                <a:lnTo>
                  <a:pt x="5736186" y="2165739"/>
                </a:lnTo>
                <a:lnTo>
                  <a:pt x="5717789" y="2148648"/>
                </a:lnTo>
                <a:close/>
                <a:moveTo>
                  <a:pt x="6020742" y="2124279"/>
                </a:moveTo>
                <a:lnTo>
                  <a:pt x="5941024" y="2142022"/>
                </a:lnTo>
                <a:lnTo>
                  <a:pt x="5921776" y="2143401"/>
                </a:lnTo>
                <a:lnTo>
                  <a:pt x="5920303" y="2163118"/>
                </a:lnTo>
                <a:lnTo>
                  <a:pt x="5902447" y="2242808"/>
                </a:lnTo>
                <a:lnTo>
                  <a:pt x="5932987" y="2254446"/>
                </a:lnTo>
                <a:cubicBezTo>
                  <a:pt x="5973266" y="2266244"/>
                  <a:pt x="6005573" y="2264317"/>
                  <a:pt x="6023897" y="2245992"/>
                </a:cubicBezTo>
                <a:cubicBezTo>
                  <a:pt x="6042221" y="2227346"/>
                  <a:pt x="6044149" y="2194959"/>
                  <a:pt x="6032350" y="2154704"/>
                </a:cubicBezTo>
                <a:close/>
                <a:moveTo>
                  <a:pt x="5543504" y="2123909"/>
                </a:moveTo>
                <a:lnTo>
                  <a:pt x="5531953" y="2154223"/>
                </a:lnTo>
                <a:cubicBezTo>
                  <a:pt x="5520155" y="2194502"/>
                  <a:pt x="5522083" y="2226811"/>
                  <a:pt x="5540407" y="2245135"/>
                </a:cubicBezTo>
                <a:cubicBezTo>
                  <a:pt x="5558731" y="2263781"/>
                  <a:pt x="5591038" y="2265788"/>
                  <a:pt x="5631317" y="2253964"/>
                </a:cubicBezTo>
                <a:lnTo>
                  <a:pt x="5661749" y="2242328"/>
                </a:lnTo>
                <a:lnTo>
                  <a:pt x="5644001" y="2163118"/>
                </a:lnTo>
                <a:lnTo>
                  <a:pt x="5642504" y="2143082"/>
                </a:lnTo>
                <a:lnTo>
                  <a:pt x="5623279" y="2141660"/>
                </a:lnTo>
                <a:close/>
                <a:moveTo>
                  <a:pt x="5901217" y="2096788"/>
                </a:moveTo>
                <a:lnTo>
                  <a:pt x="5888451" y="2110545"/>
                </a:lnTo>
                <a:lnTo>
                  <a:pt x="5875630" y="2122448"/>
                </a:lnTo>
                <a:lnTo>
                  <a:pt x="5899439" y="2120676"/>
                </a:lnTo>
                <a:close/>
                <a:moveTo>
                  <a:pt x="5663018" y="2095865"/>
                </a:moveTo>
                <a:lnTo>
                  <a:pt x="5664871" y="2120759"/>
                </a:lnTo>
                <a:lnTo>
                  <a:pt x="5689742" y="2122592"/>
                </a:lnTo>
                <a:lnTo>
                  <a:pt x="5675852" y="2109688"/>
                </a:lnTo>
                <a:close/>
                <a:moveTo>
                  <a:pt x="5964361" y="2025112"/>
                </a:moveTo>
                <a:lnTo>
                  <a:pt x="5944467" y="2050176"/>
                </a:lnTo>
                <a:lnTo>
                  <a:pt x="5927363" y="2068609"/>
                </a:lnTo>
                <a:lnTo>
                  <a:pt x="5923685" y="2117844"/>
                </a:lnTo>
                <a:lnTo>
                  <a:pt x="5973632" y="2107841"/>
                </a:lnTo>
                <a:lnTo>
                  <a:pt x="6007981" y="2096861"/>
                </a:lnTo>
                <a:lnTo>
                  <a:pt x="5991239" y="2065450"/>
                </a:lnTo>
                <a:close/>
                <a:moveTo>
                  <a:pt x="5599967" y="2024356"/>
                </a:moveTo>
                <a:lnTo>
                  <a:pt x="5573064" y="2064817"/>
                </a:lnTo>
                <a:lnTo>
                  <a:pt x="5555981" y="2096936"/>
                </a:lnTo>
                <a:lnTo>
                  <a:pt x="5591049" y="2108067"/>
                </a:lnTo>
                <a:lnTo>
                  <a:pt x="5640623" y="2117908"/>
                </a:lnTo>
                <a:lnTo>
                  <a:pt x="5636873" y="2067704"/>
                </a:lnTo>
                <a:lnTo>
                  <a:pt x="5619836" y="2049354"/>
                </a:lnTo>
                <a:close/>
                <a:moveTo>
                  <a:pt x="5930674" y="1983998"/>
                </a:moveTo>
                <a:lnTo>
                  <a:pt x="5932171" y="2004246"/>
                </a:lnTo>
                <a:lnTo>
                  <a:pt x="5930734" y="2023487"/>
                </a:lnTo>
                <a:lnTo>
                  <a:pt x="5947705" y="2003765"/>
                </a:lnTo>
                <a:close/>
                <a:moveTo>
                  <a:pt x="5633693" y="1983147"/>
                </a:moveTo>
                <a:lnTo>
                  <a:pt x="5615905" y="2003818"/>
                </a:lnTo>
                <a:lnTo>
                  <a:pt x="5633640" y="2024428"/>
                </a:lnTo>
                <a:lnTo>
                  <a:pt x="5632133" y="2004246"/>
                </a:lnTo>
                <a:close/>
                <a:moveTo>
                  <a:pt x="5783009" y="1940810"/>
                </a:moveTo>
                <a:cubicBezTo>
                  <a:pt x="5817299" y="1940810"/>
                  <a:pt x="5845588" y="1968242"/>
                  <a:pt x="5845588" y="2003389"/>
                </a:cubicBezTo>
                <a:cubicBezTo>
                  <a:pt x="5845588" y="2038537"/>
                  <a:pt x="5817299" y="2066825"/>
                  <a:pt x="5783009" y="2065968"/>
                </a:cubicBezTo>
                <a:cubicBezTo>
                  <a:pt x="5748719" y="2065968"/>
                  <a:pt x="5720429" y="2038537"/>
                  <a:pt x="5720429" y="2003389"/>
                </a:cubicBezTo>
                <a:cubicBezTo>
                  <a:pt x="5720429" y="1969099"/>
                  <a:pt x="5747861" y="1940810"/>
                  <a:pt x="5783009" y="1940810"/>
                </a:cubicBezTo>
                <a:close/>
                <a:moveTo>
                  <a:pt x="6037483" y="1919889"/>
                </a:moveTo>
                <a:lnTo>
                  <a:pt x="6031666" y="1930805"/>
                </a:lnTo>
                <a:cubicBezTo>
                  <a:pt x="6020133" y="1950011"/>
                  <a:pt x="6007020" y="1969741"/>
                  <a:pt x="5992446" y="1989726"/>
                </a:cubicBezTo>
                <a:lnTo>
                  <a:pt x="5981262" y="2003818"/>
                </a:lnTo>
                <a:lnTo>
                  <a:pt x="5992446" y="2017909"/>
                </a:lnTo>
                <a:cubicBezTo>
                  <a:pt x="6007020" y="2037893"/>
                  <a:pt x="6020133" y="2057623"/>
                  <a:pt x="6031666" y="2076831"/>
                </a:cubicBezTo>
                <a:lnTo>
                  <a:pt x="6037189" y="2087193"/>
                </a:lnTo>
                <a:lnTo>
                  <a:pt x="6083022" y="2063384"/>
                </a:lnTo>
                <a:cubicBezTo>
                  <a:pt x="6109293" y="2045531"/>
                  <a:pt x="6124194" y="2025087"/>
                  <a:pt x="6124194" y="2003388"/>
                </a:cubicBezTo>
                <a:cubicBezTo>
                  <a:pt x="6124194" y="1981689"/>
                  <a:pt x="6109209" y="1961247"/>
                  <a:pt x="6082849" y="1943392"/>
                </a:cubicBezTo>
                <a:close/>
                <a:moveTo>
                  <a:pt x="5527012" y="1919637"/>
                </a:moveTo>
                <a:lnTo>
                  <a:pt x="5481281" y="1943393"/>
                </a:lnTo>
                <a:cubicBezTo>
                  <a:pt x="5455010" y="1961247"/>
                  <a:pt x="5440109" y="1981689"/>
                  <a:pt x="5440109" y="2003388"/>
                </a:cubicBezTo>
                <a:cubicBezTo>
                  <a:pt x="5440109" y="2025355"/>
                  <a:pt x="5455094" y="2045899"/>
                  <a:pt x="5481454" y="2063765"/>
                </a:cubicBezTo>
                <a:lnTo>
                  <a:pt x="5527292" y="2087474"/>
                </a:lnTo>
                <a:lnTo>
                  <a:pt x="5532638" y="2077462"/>
                </a:lnTo>
                <a:cubicBezTo>
                  <a:pt x="5544171" y="2058290"/>
                  <a:pt x="5557284" y="2038597"/>
                  <a:pt x="5571857" y="2018645"/>
                </a:cubicBezTo>
                <a:lnTo>
                  <a:pt x="5583642" y="2003818"/>
                </a:lnTo>
                <a:lnTo>
                  <a:pt x="5571857" y="1988990"/>
                </a:lnTo>
                <a:cubicBezTo>
                  <a:pt x="5557284" y="1969039"/>
                  <a:pt x="5544171" y="1949345"/>
                  <a:pt x="5532638" y="1930175"/>
                </a:cubicBezTo>
                <a:close/>
                <a:moveTo>
                  <a:pt x="5923650" y="1888999"/>
                </a:moveTo>
                <a:lnTo>
                  <a:pt x="5927348" y="1939009"/>
                </a:lnTo>
                <a:lnTo>
                  <a:pt x="5944467" y="1957460"/>
                </a:lnTo>
                <a:lnTo>
                  <a:pt x="5964311" y="1982460"/>
                </a:lnTo>
                <a:lnTo>
                  <a:pt x="5991239" y="1941959"/>
                </a:lnTo>
                <a:lnTo>
                  <a:pt x="6008190" y="1910091"/>
                </a:lnTo>
                <a:lnTo>
                  <a:pt x="5973255" y="1898937"/>
                </a:lnTo>
                <a:close/>
                <a:moveTo>
                  <a:pt x="5640660" y="1888926"/>
                </a:moveTo>
                <a:lnTo>
                  <a:pt x="5590672" y="1898937"/>
                </a:lnTo>
                <a:lnTo>
                  <a:pt x="5555674" y="1910123"/>
                </a:lnTo>
                <a:lnTo>
                  <a:pt x="5573064" y="1942817"/>
                </a:lnTo>
                <a:lnTo>
                  <a:pt x="5599967" y="1983279"/>
                </a:lnTo>
                <a:lnTo>
                  <a:pt x="5619836" y="1958282"/>
                </a:lnTo>
                <a:lnTo>
                  <a:pt x="5636890" y="1939913"/>
                </a:lnTo>
                <a:close/>
                <a:moveTo>
                  <a:pt x="5874649" y="1884276"/>
                </a:moveTo>
                <a:lnTo>
                  <a:pt x="5888451" y="1897089"/>
                </a:lnTo>
                <a:lnTo>
                  <a:pt x="5901285" y="1910921"/>
                </a:lnTo>
                <a:lnTo>
                  <a:pt x="5899440" y="1886125"/>
                </a:lnTo>
                <a:close/>
                <a:moveTo>
                  <a:pt x="5691290" y="1884137"/>
                </a:moveTo>
                <a:lnTo>
                  <a:pt x="5664888" y="1886102"/>
                </a:lnTo>
                <a:lnTo>
                  <a:pt x="5662969" y="1911824"/>
                </a:lnTo>
                <a:lnTo>
                  <a:pt x="5675852" y="1897947"/>
                </a:lnTo>
                <a:close/>
                <a:moveTo>
                  <a:pt x="5782152" y="1877374"/>
                </a:moveTo>
                <a:lnTo>
                  <a:pt x="5729852" y="1881266"/>
                </a:lnTo>
                <a:lnTo>
                  <a:pt x="5692997" y="1914234"/>
                </a:lnTo>
                <a:lnTo>
                  <a:pt x="5659921" y="1952671"/>
                </a:lnTo>
                <a:lnTo>
                  <a:pt x="5656136" y="2003388"/>
                </a:lnTo>
                <a:lnTo>
                  <a:pt x="5659980" y="2055033"/>
                </a:lnTo>
                <a:lnTo>
                  <a:pt x="5692997" y="2093401"/>
                </a:lnTo>
                <a:lnTo>
                  <a:pt x="5730401" y="2125589"/>
                </a:lnTo>
                <a:lnTo>
                  <a:pt x="5782152" y="2129404"/>
                </a:lnTo>
                <a:lnTo>
                  <a:pt x="5832915" y="2125626"/>
                </a:lnTo>
                <a:lnTo>
                  <a:pt x="5871306" y="2092543"/>
                </a:lnTo>
                <a:lnTo>
                  <a:pt x="5904394" y="2054095"/>
                </a:lnTo>
                <a:lnTo>
                  <a:pt x="5908167" y="2003388"/>
                </a:lnTo>
                <a:lnTo>
                  <a:pt x="5904460" y="1953572"/>
                </a:lnTo>
                <a:lnTo>
                  <a:pt x="5871306" y="1915093"/>
                </a:lnTo>
                <a:lnTo>
                  <a:pt x="5831778" y="1881078"/>
                </a:lnTo>
                <a:close/>
                <a:moveTo>
                  <a:pt x="5781317" y="1837652"/>
                </a:moveTo>
                <a:lnTo>
                  <a:pt x="5768933" y="1846306"/>
                </a:lnTo>
                <a:lnTo>
                  <a:pt x="5759134" y="1855072"/>
                </a:lnTo>
                <a:lnTo>
                  <a:pt x="5782152" y="1853370"/>
                </a:lnTo>
                <a:lnTo>
                  <a:pt x="5801220" y="1854779"/>
                </a:lnTo>
                <a:close/>
                <a:moveTo>
                  <a:pt x="5875814" y="1778152"/>
                </a:moveTo>
                <a:lnTo>
                  <a:pt x="5843355" y="1794301"/>
                </a:lnTo>
                <a:lnTo>
                  <a:pt x="5803931" y="1821851"/>
                </a:lnTo>
                <a:lnTo>
                  <a:pt x="5828117" y="1841074"/>
                </a:lnTo>
                <a:lnTo>
                  <a:pt x="5846484" y="1858127"/>
                </a:lnTo>
                <a:lnTo>
                  <a:pt x="5896602" y="1861833"/>
                </a:lnTo>
                <a:lnTo>
                  <a:pt x="5886604" y="1811909"/>
                </a:lnTo>
                <a:close/>
                <a:moveTo>
                  <a:pt x="5688619" y="1778083"/>
                </a:moveTo>
                <a:lnTo>
                  <a:pt x="5677700" y="1812285"/>
                </a:lnTo>
                <a:lnTo>
                  <a:pt x="5667775" y="1861826"/>
                </a:lnTo>
                <a:lnTo>
                  <a:pt x="5720592" y="1857921"/>
                </a:lnTo>
                <a:lnTo>
                  <a:pt x="5760892" y="1821868"/>
                </a:lnTo>
                <a:lnTo>
                  <a:pt x="5720722" y="1795160"/>
                </a:lnTo>
                <a:close/>
                <a:moveTo>
                  <a:pt x="1448754" y="1765931"/>
                </a:moveTo>
                <a:cubicBezTo>
                  <a:pt x="1448754" y="1767646"/>
                  <a:pt x="1631349" y="1852515"/>
                  <a:pt x="1666496" y="1868802"/>
                </a:cubicBezTo>
                <a:cubicBezTo>
                  <a:pt x="1701643" y="1852515"/>
                  <a:pt x="1884238" y="1767646"/>
                  <a:pt x="1884238" y="1765931"/>
                </a:cubicBezTo>
                <a:lnTo>
                  <a:pt x="1884238" y="2016249"/>
                </a:lnTo>
                <a:cubicBezTo>
                  <a:pt x="1825087" y="2077971"/>
                  <a:pt x="1709358" y="2088258"/>
                  <a:pt x="1672497" y="2089973"/>
                </a:cubicBezTo>
                <a:cubicBezTo>
                  <a:pt x="1672497" y="2089973"/>
                  <a:pt x="1669925" y="2089973"/>
                  <a:pt x="1666496" y="2089973"/>
                </a:cubicBezTo>
                <a:cubicBezTo>
                  <a:pt x="1662210" y="2089973"/>
                  <a:pt x="1660495" y="2089973"/>
                  <a:pt x="1660495" y="2089973"/>
                </a:cubicBezTo>
                <a:cubicBezTo>
                  <a:pt x="1623633" y="2089116"/>
                  <a:pt x="1507905" y="2078829"/>
                  <a:pt x="1448754" y="2016249"/>
                </a:cubicBezTo>
                <a:close/>
                <a:moveTo>
                  <a:pt x="5593918" y="1746924"/>
                </a:moveTo>
                <a:cubicBezTo>
                  <a:pt x="5571054" y="1745356"/>
                  <a:pt x="5552623" y="1750285"/>
                  <a:pt x="5540407" y="1762502"/>
                </a:cubicBezTo>
                <a:cubicBezTo>
                  <a:pt x="5522083" y="1780825"/>
                  <a:pt x="5520155" y="1813133"/>
                  <a:pt x="5531953" y="1853413"/>
                </a:cubicBezTo>
                <a:lnTo>
                  <a:pt x="5543203" y="1882935"/>
                </a:lnTo>
                <a:lnTo>
                  <a:pt x="5623279" y="1865117"/>
                </a:lnTo>
                <a:lnTo>
                  <a:pt x="5642525" y="1863694"/>
                </a:lnTo>
                <a:lnTo>
                  <a:pt x="5643880" y="1845375"/>
                </a:lnTo>
                <a:lnTo>
                  <a:pt x="5661631" y="1765599"/>
                </a:lnTo>
                <a:lnTo>
                  <a:pt x="5631317" y="1754048"/>
                </a:lnTo>
                <a:cubicBezTo>
                  <a:pt x="5617891" y="1750115"/>
                  <a:pt x="5605350" y="1747708"/>
                  <a:pt x="5593918" y="1746924"/>
                </a:cubicBezTo>
                <a:close/>
                <a:moveTo>
                  <a:pt x="5970024" y="1746066"/>
                </a:moveTo>
                <a:cubicBezTo>
                  <a:pt x="5952845" y="1747241"/>
                  <a:pt x="5933211" y="1752072"/>
                  <a:pt x="5911854" y="1760221"/>
                </a:cubicBezTo>
                <a:lnTo>
                  <a:pt x="5902511" y="1764870"/>
                </a:lnTo>
                <a:lnTo>
                  <a:pt x="5920424" y="1845375"/>
                </a:lnTo>
                <a:lnTo>
                  <a:pt x="5921779" y="1863694"/>
                </a:lnTo>
                <a:lnTo>
                  <a:pt x="5941024" y="1865117"/>
                </a:lnTo>
                <a:lnTo>
                  <a:pt x="6020799" y="1882868"/>
                </a:lnTo>
                <a:lnTo>
                  <a:pt x="6032350" y="1852555"/>
                </a:lnTo>
                <a:cubicBezTo>
                  <a:pt x="6044149" y="1812276"/>
                  <a:pt x="6042221" y="1779968"/>
                  <a:pt x="6023897" y="1761646"/>
                </a:cubicBezTo>
                <a:cubicBezTo>
                  <a:pt x="6011467" y="1749428"/>
                  <a:pt x="5992929" y="1744499"/>
                  <a:pt x="5970024" y="1746066"/>
                </a:cubicBezTo>
                <a:close/>
                <a:moveTo>
                  <a:pt x="289975" y="1703570"/>
                </a:moveTo>
                <a:lnTo>
                  <a:pt x="249460" y="1738503"/>
                </a:lnTo>
                <a:cubicBezTo>
                  <a:pt x="249460" y="1738503"/>
                  <a:pt x="264462" y="1723072"/>
                  <a:pt x="283964" y="1707642"/>
                </a:cubicBezTo>
                <a:close/>
                <a:moveTo>
                  <a:pt x="4368605" y="1696916"/>
                </a:moveTo>
                <a:cubicBezTo>
                  <a:pt x="4407031" y="1694430"/>
                  <a:pt x="4447416" y="1702386"/>
                  <a:pt x="4478277" y="1734211"/>
                </a:cubicBezTo>
                <a:lnTo>
                  <a:pt x="4710592" y="1734211"/>
                </a:lnTo>
                <a:lnTo>
                  <a:pt x="4710592" y="2074541"/>
                </a:lnTo>
                <a:lnTo>
                  <a:pt x="4473133" y="2076255"/>
                </a:lnTo>
                <a:cubicBezTo>
                  <a:pt x="4473133" y="2076255"/>
                  <a:pt x="4393408" y="1995674"/>
                  <a:pt x="4245961" y="2072826"/>
                </a:cubicBezTo>
                <a:lnTo>
                  <a:pt x="4245961" y="1734211"/>
                </a:lnTo>
                <a:cubicBezTo>
                  <a:pt x="4245961" y="1734211"/>
                  <a:pt x="4304562" y="1701060"/>
                  <a:pt x="4368605" y="1696916"/>
                </a:cubicBezTo>
                <a:close/>
                <a:moveTo>
                  <a:pt x="5782152" y="1661348"/>
                </a:moveTo>
                <a:cubicBezTo>
                  <a:pt x="5760453" y="1661348"/>
                  <a:pt x="5740010" y="1676333"/>
                  <a:pt x="5722156" y="1702693"/>
                </a:cubicBezTo>
                <a:lnTo>
                  <a:pt x="5698519" y="1748314"/>
                </a:lnTo>
                <a:lnTo>
                  <a:pt x="5708935" y="1753875"/>
                </a:lnTo>
                <a:cubicBezTo>
                  <a:pt x="5728108" y="1765408"/>
                  <a:pt x="5747801" y="1778522"/>
                  <a:pt x="5767753" y="1793094"/>
                </a:cubicBezTo>
                <a:lnTo>
                  <a:pt x="5783057" y="1805259"/>
                </a:lnTo>
                <a:lnTo>
                  <a:pt x="5855594" y="1754507"/>
                </a:lnTo>
                <a:lnTo>
                  <a:pt x="5866361" y="1749129"/>
                </a:lnTo>
                <a:lnTo>
                  <a:pt x="5842148" y="1702521"/>
                </a:lnTo>
                <a:cubicBezTo>
                  <a:pt x="5824294" y="1676250"/>
                  <a:pt x="5803851" y="1661348"/>
                  <a:pt x="5782152" y="1661348"/>
                </a:cubicBezTo>
                <a:close/>
                <a:moveTo>
                  <a:pt x="592360" y="1640776"/>
                </a:moveTo>
                <a:cubicBezTo>
                  <a:pt x="592360" y="1640776"/>
                  <a:pt x="595066" y="1641779"/>
                  <a:pt x="599890" y="1643860"/>
                </a:cubicBezTo>
                <a:lnTo>
                  <a:pt x="615617" y="1651278"/>
                </a:lnTo>
                <a:close/>
                <a:moveTo>
                  <a:pt x="493776" y="1630488"/>
                </a:moveTo>
                <a:lnTo>
                  <a:pt x="498063" y="1633917"/>
                </a:lnTo>
                <a:cubicBezTo>
                  <a:pt x="498063" y="1633917"/>
                  <a:pt x="495491" y="1638204"/>
                  <a:pt x="493776" y="1640776"/>
                </a:cubicBezTo>
                <a:cubicBezTo>
                  <a:pt x="492919" y="1643348"/>
                  <a:pt x="497205" y="1641634"/>
                  <a:pt x="497205" y="1641634"/>
                </a:cubicBezTo>
                <a:cubicBezTo>
                  <a:pt x="497205" y="1641634"/>
                  <a:pt x="510921" y="1648491"/>
                  <a:pt x="510921" y="1651062"/>
                </a:cubicBezTo>
                <a:cubicBezTo>
                  <a:pt x="510921" y="1653635"/>
                  <a:pt x="504921" y="1656207"/>
                  <a:pt x="492919" y="1655350"/>
                </a:cubicBezTo>
                <a:cubicBezTo>
                  <a:pt x="480918" y="1654492"/>
                  <a:pt x="486918" y="1657064"/>
                  <a:pt x="471488" y="1649348"/>
                </a:cubicBezTo>
                <a:cubicBezTo>
                  <a:pt x="456057" y="1641634"/>
                  <a:pt x="457772" y="1662207"/>
                  <a:pt x="451771" y="1667351"/>
                </a:cubicBezTo>
                <a:cubicBezTo>
                  <a:pt x="444913" y="1672494"/>
                  <a:pt x="444913" y="1674208"/>
                  <a:pt x="440627" y="1683638"/>
                </a:cubicBezTo>
                <a:cubicBezTo>
                  <a:pt x="437198" y="1693069"/>
                  <a:pt x="440627" y="1683638"/>
                  <a:pt x="450914" y="1689640"/>
                </a:cubicBezTo>
                <a:cubicBezTo>
                  <a:pt x="461201" y="1695639"/>
                  <a:pt x="455200" y="1691355"/>
                  <a:pt x="460344" y="1690497"/>
                </a:cubicBezTo>
                <a:cubicBezTo>
                  <a:pt x="465487" y="1690497"/>
                  <a:pt x="480060" y="1687067"/>
                  <a:pt x="484347" y="1686210"/>
                </a:cubicBezTo>
                <a:cubicBezTo>
                  <a:pt x="488633" y="1685352"/>
                  <a:pt x="491205" y="1686210"/>
                  <a:pt x="490347" y="1700784"/>
                </a:cubicBezTo>
                <a:cubicBezTo>
                  <a:pt x="489490" y="1716214"/>
                  <a:pt x="490347" y="1700784"/>
                  <a:pt x="512636" y="1711927"/>
                </a:cubicBezTo>
                <a:cubicBezTo>
                  <a:pt x="534924" y="1723071"/>
                  <a:pt x="508350" y="1723071"/>
                  <a:pt x="525495" y="1726501"/>
                </a:cubicBezTo>
                <a:cubicBezTo>
                  <a:pt x="542640" y="1730788"/>
                  <a:pt x="522923" y="1731644"/>
                  <a:pt x="510064" y="1736787"/>
                </a:cubicBezTo>
                <a:cubicBezTo>
                  <a:pt x="497205" y="1742789"/>
                  <a:pt x="503206" y="1735930"/>
                  <a:pt x="494634" y="1747070"/>
                </a:cubicBezTo>
                <a:cubicBezTo>
                  <a:pt x="486061" y="1758215"/>
                  <a:pt x="496348" y="1754786"/>
                  <a:pt x="500634" y="1756500"/>
                </a:cubicBezTo>
                <a:cubicBezTo>
                  <a:pt x="504921" y="1758215"/>
                  <a:pt x="512636" y="1756500"/>
                  <a:pt x="516922" y="1753071"/>
                </a:cubicBezTo>
                <a:cubicBezTo>
                  <a:pt x="520351" y="1749645"/>
                  <a:pt x="523780" y="1751357"/>
                  <a:pt x="523780" y="1751357"/>
                </a:cubicBezTo>
                <a:cubicBezTo>
                  <a:pt x="523780" y="1751357"/>
                  <a:pt x="533210" y="1742789"/>
                  <a:pt x="542640" y="1747928"/>
                </a:cubicBezTo>
                <a:cubicBezTo>
                  <a:pt x="552069" y="1753071"/>
                  <a:pt x="542640" y="1747928"/>
                  <a:pt x="545211" y="1745356"/>
                </a:cubicBezTo>
                <a:cubicBezTo>
                  <a:pt x="547783" y="1743646"/>
                  <a:pt x="552069" y="1744499"/>
                  <a:pt x="555498" y="1741075"/>
                </a:cubicBezTo>
                <a:cubicBezTo>
                  <a:pt x="558927" y="1738503"/>
                  <a:pt x="566643" y="1735930"/>
                  <a:pt x="588931" y="1744499"/>
                </a:cubicBezTo>
                <a:cubicBezTo>
                  <a:pt x="612077" y="1753071"/>
                  <a:pt x="590646" y="1751357"/>
                  <a:pt x="600933" y="1755643"/>
                </a:cubicBezTo>
                <a:cubicBezTo>
                  <a:pt x="610362" y="1759929"/>
                  <a:pt x="604362" y="1758215"/>
                  <a:pt x="605219" y="1752214"/>
                </a:cubicBezTo>
                <a:cubicBezTo>
                  <a:pt x="606076" y="1746213"/>
                  <a:pt x="606076" y="1737646"/>
                  <a:pt x="609505" y="1735930"/>
                </a:cubicBezTo>
                <a:cubicBezTo>
                  <a:pt x="612934" y="1734216"/>
                  <a:pt x="615506" y="1735930"/>
                  <a:pt x="619792" y="1739360"/>
                </a:cubicBezTo>
                <a:cubicBezTo>
                  <a:pt x="624078" y="1742789"/>
                  <a:pt x="633508" y="1720500"/>
                  <a:pt x="643795" y="1724786"/>
                </a:cubicBezTo>
                <a:cubicBezTo>
                  <a:pt x="653225" y="1729073"/>
                  <a:pt x="646367" y="1726501"/>
                  <a:pt x="656654" y="1733358"/>
                </a:cubicBezTo>
                <a:cubicBezTo>
                  <a:pt x="666942" y="1740217"/>
                  <a:pt x="656654" y="1743646"/>
                  <a:pt x="651510" y="1747928"/>
                </a:cubicBezTo>
                <a:cubicBezTo>
                  <a:pt x="645510" y="1753071"/>
                  <a:pt x="648081" y="1745356"/>
                  <a:pt x="639509" y="1742789"/>
                </a:cubicBezTo>
                <a:cubicBezTo>
                  <a:pt x="630936" y="1740217"/>
                  <a:pt x="636080" y="1744499"/>
                  <a:pt x="623221" y="1756500"/>
                </a:cubicBezTo>
                <a:cubicBezTo>
                  <a:pt x="610362" y="1767644"/>
                  <a:pt x="623221" y="1756500"/>
                  <a:pt x="625793" y="1763359"/>
                </a:cubicBezTo>
                <a:cubicBezTo>
                  <a:pt x="628365" y="1770216"/>
                  <a:pt x="635223" y="1760786"/>
                  <a:pt x="642081" y="1763359"/>
                </a:cubicBezTo>
                <a:cubicBezTo>
                  <a:pt x="648939" y="1765931"/>
                  <a:pt x="647224" y="1765931"/>
                  <a:pt x="656654" y="1767644"/>
                </a:cubicBezTo>
                <a:cubicBezTo>
                  <a:pt x="666085" y="1769359"/>
                  <a:pt x="656654" y="1767644"/>
                  <a:pt x="658369" y="1773647"/>
                </a:cubicBezTo>
                <a:cubicBezTo>
                  <a:pt x="660084" y="1779648"/>
                  <a:pt x="662656" y="1774503"/>
                  <a:pt x="672085" y="1778790"/>
                </a:cubicBezTo>
                <a:cubicBezTo>
                  <a:pt x="681515" y="1783932"/>
                  <a:pt x="675514" y="1781362"/>
                  <a:pt x="672085" y="1788218"/>
                </a:cubicBezTo>
                <a:cubicBezTo>
                  <a:pt x="669514" y="1795076"/>
                  <a:pt x="669514" y="1788218"/>
                  <a:pt x="666085" y="1786504"/>
                </a:cubicBezTo>
                <a:cubicBezTo>
                  <a:pt x="662656" y="1785647"/>
                  <a:pt x="661798" y="1785647"/>
                  <a:pt x="654082" y="1789076"/>
                </a:cubicBezTo>
                <a:cubicBezTo>
                  <a:pt x="646367" y="1793363"/>
                  <a:pt x="645510" y="1789933"/>
                  <a:pt x="642081" y="1791647"/>
                </a:cubicBezTo>
                <a:cubicBezTo>
                  <a:pt x="639509" y="1793363"/>
                  <a:pt x="636937" y="1789933"/>
                  <a:pt x="618935" y="1788218"/>
                </a:cubicBezTo>
                <a:cubicBezTo>
                  <a:pt x="600933" y="1786504"/>
                  <a:pt x="618935" y="1788218"/>
                  <a:pt x="608648" y="1798505"/>
                </a:cubicBezTo>
                <a:cubicBezTo>
                  <a:pt x="598361" y="1808794"/>
                  <a:pt x="608648" y="1798505"/>
                  <a:pt x="601790" y="1798505"/>
                </a:cubicBezTo>
                <a:cubicBezTo>
                  <a:pt x="594932" y="1798505"/>
                  <a:pt x="592360" y="1795935"/>
                  <a:pt x="588074" y="1793363"/>
                </a:cubicBezTo>
                <a:cubicBezTo>
                  <a:pt x="582930" y="1790790"/>
                  <a:pt x="585502" y="1789076"/>
                  <a:pt x="576072" y="1789076"/>
                </a:cubicBezTo>
                <a:cubicBezTo>
                  <a:pt x="566643" y="1789076"/>
                  <a:pt x="576072" y="1789076"/>
                  <a:pt x="566643" y="1788218"/>
                </a:cubicBezTo>
                <a:cubicBezTo>
                  <a:pt x="558070" y="1787361"/>
                  <a:pt x="563214" y="1782218"/>
                  <a:pt x="562356" y="1770216"/>
                </a:cubicBezTo>
                <a:cubicBezTo>
                  <a:pt x="561499" y="1758215"/>
                  <a:pt x="562356" y="1770216"/>
                  <a:pt x="557213" y="1769359"/>
                </a:cubicBezTo>
                <a:cubicBezTo>
                  <a:pt x="552069" y="1768504"/>
                  <a:pt x="553784" y="1767644"/>
                  <a:pt x="550355" y="1767644"/>
                </a:cubicBezTo>
                <a:cubicBezTo>
                  <a:pt x="547783" y="1767644"/>
                  <a:pt x="550355" y="1767644"/>
                  <a:pt x="537496" y="1770216"/>
                </a:cubicBezTo>
                <a:cubicBezTo>
                  <a:pt x="524637" y="1772790"/>
                  <a:pt x="533210" y="1771073"/>
                  <a:pt x="528924" y="1771073"/>
                </a:cubicBezTo>
                <a:cubicBezTo>
                  <a:pt x="524637" y="1771073"/>
                  <a:pt x="522923" y="1771933"/>
                  <a:pt x="516065" y="1773647"/>
                </a:cubicBezTo>
                <a:cubicBezTo>
                  <a:pt x="509207" y="1775362"/>
                  <a:pt x="510921" y="1773647"/>
                  <a:pt x="507492" y="1774503"/>
                </a:cubicBezTo>
                <a:cubicBezTo>
                  <a:pt x="504921" y="1775362"/>
                  <a:pt x="498063" y="1782218"/>
                  <a:pt x="493776" y="1786504"/>
                </a:cubicBezTo>
                <a:cubicBezTo>
                  <a:pt x="488633" y="1790790"/>
                  <a:pt x="480918" y="1794219"/>
                  <a:pt x="474060" y="1793363"/>
                </a:cubicBezTo>
                <a:cubicBezTo>
                  <a:pt x="467202" y="1793363"/>
                  <a:pt x="469773" y="1795076"/>
                  <a:pt x="466344" y="1797648"/>
                </a:cubicBezTo>
                <a:cubicBezTo>
                  <a:pt x="462915" y="1799363"/>
                  <a:pt x="460344" y="1807080"/>
                  <a:pt x="458629" y="1810508"/>
                </a:cubicBezTo>
                <a:cubicBezTo>
                  <a:pt x="456915" y="1813080"/>
                  <a:pt x="446628" y="1818224"/>
                  <a:pt x="438912" y="1831938"/>
                </a:cubicBezTo>
                <a:cubicBezTo>
                  <a:pt x="431197" y="1845654"/>
                  <a:pt x="432912" y="1841369"/>
                  <a:pt x="441484" y="1860230"/>
                </a:cubicBezTo>
                <a:cubicBezTo>
                  <a:pt x="450057" y="1879088"/>
                  <a:pt x="436341" y="1865373"/>
                  <a:pt x="436341" y="1874802"/>
                </a:cubicBezTo>
                <a:cubicBezTo>
                  <a:pt x="436341" y="1883375"/>
                  <a:pt x="434626" y="1879088"/>
                  <a:pt x="431197" y="1886803"/>
                </a:cubicBezTo>
                <a:cubicBezTo>
                  <a:pt x="427768" y="1894520"/>
                  <a:pt x="431197" y="1886803"/>
                  <a:pt x="439770" y="1896233"/>
                </a:cubicBezTo>
                <a:cubicBezTo>
                  <a:pt x="448342" y="1905663"/>
                  <a:pt x="439770" y="1896233"/>
                  <a:pt x="444913" y="1902233"/>
                </a:cubicBezTo>
                <a:cubicBezTo>
                  <a:pt x="450914" y="1909093"/>
                  <a:pt x="446628" y="1907378"/>
                  <a:pt x="447485" y="1914235"/>
                </a:cubicBezTo>
                <a:cubicBezTo>
                  <a:pt x="448342" y="1921094"/>
                  <a:pt x="450057" y="1917664"/>
                  <a:pt x="456915" y="1921951"/>
                </a:cubicBezTo>
                <a:cubicBezTo>
                  <a:pt x="463773" y="1926236"/>
                  <a:pt x="460344" y="1925378"/>
                  <a:pt x="463773" y="1933095"/>
                </a:cubicBezTo>
                <a:cubicBezTo>
                  <a:pt x="467202" y="1940810"/>
                  <a:pt x="468059" y="1934810"/>
                  <a:pt x="474917" y="1939095"/>
                </a:cubicBezTo>
                <a:cubicBezTo>
                  <a:pt x="481775" y="1943381"/>
                  <a:pt x="492919" y="1939953"/>
                  <a:pt x="502349" y="1939953"/>
                </a:cubicBezTo>
                <a:cubicBezTo>
                  <a:pt x="511779" y="1939953"/>
                  <a:pt x="514350" y="1940810"/>
                  <a:pt x="521208" y="1937380"/>
                </a:cubicBezTo>
                <a:cubicBezTo>
                  <a:pt x="528924" y="1934810"/>
                  <a:pt x="536639" y="1934810"/>
                  <a:pt x="540925" y="1931380"/>
                </a:cubicBezTo>
                <a:cubicBezTo>
                  <a:pt x="545211" y="1927951"/>
                  <a:pt x="549498" y="1928810"/>
                  <a:pt x="552069" y="1930522"/>
                </a:cubicBezTo>
                <a:cubicBezTo>
                  <a:pt x="554641" y="1932237"/>
                  <a:pt x="552927" y="1936523"/>
                  <a:pt x="559785" y="1941666"/>
                </a:cubicBezTo>
                <a:cubicBezTo>
                  <a:pt x="566643" y="1946811"/>
                  <a:pt x="566643" y="1939953"/>
                  <a:pt x="570929" y="1939095"/>
                </a:cubicBezTo>
                <a:cubicBezTo>
                  <a:pt x="575215" y="1938237"/>
                  <a:pt x="587217" y="1945953"/>
                  <a:pt x="587217" y="1945953"/>
                </a:cubicBezTo>
                <a:cubicBezTo>
                  <a:pt x="587217" y="1945953"/>
                  <a:pt x="586359" y="1951954"/>
                  <a:pt x="583788" y="1962240"/>
                </a:cubicBezTo>
                <a:cubicBezTo>
                  <a:pt x="581216" y="1971670"/>
                  <a:pt x="583788" y="1962240"/>
                  <a:pt x="583788" y="1968242"/>
                </a:cubicBezTo>
                <a:cubicBezTo>
                  <a:pt x="583788" y="1974242"/>
                  <a:pt x="585502" y="1990529"/>
                  <a:pt x="585502" y="1990529"/>
                </a:cubicBezTo>
                <a:cubicBezTo>
                  <a:pt x="585502" y="1990529"/>
                  <a:pt x="588931" y="1994816"/>
                  <a:pt x="593217" y="2001674"/>
                </a:cubicBezTo>
                <a:cubicBezTo>
                  <a:pt x="597504" y="2008532"/>
                  <a:pt x="597504" y="2006817"/>
                  <a:pt x="598361" y="2009389"/>
                </a:cubicBezTo>
                <a:cubicBezTo>
                  <a:pt x="599218" y="2011104"/>
                  <a:pt x="605219" y="2017105"/>
                  <a:pt x="606933" y="2021391"/>
                </a:cubicBezTo>
                <a:cubicBezTo>
                  <a:pt x="608648" y="2024819"/>
                  <a:pt x="608648" y="2027392"/>
                  <a:pt x="609505" y="2033392"/>
                </a:cubicBezTo>
                <a:cubicBezTo>
                  <a:pt x="610362" y="2040250"/>
                  <a:pt x="604362" y="2041107"/>
                  <a:pt x="598361" y="2045393"/>
                </a:cubicBezTo>
                <a:cubicBezTo>
                  <a:pt x="592360" y="2049680"/>
                  <a:pt x="595789" y="2051396"/>
                  <a:pt x="593217" y="2061682"/>
                </a:cubicBezTo>
                <a:cubicBezTo>
                  <a:pt x="590646" y="2071968"/>
                  <a:pt x="593217" y="2061682"/>
                  <a:pt x="588931" y="2071968"/>
                </a:cubicBezTo>
                <a:cubicBezTo>
                  <a:pt x="584645" y="2082255"/>
                  <a:pt x="589788" y="2076254"/>
                  <a:pt x="595789" y="2082255"/>
                </a:cubicBezTo>
                <a:cubicBezTo>
                  <a:pt x="601790" y="2088256"/>
                  <a:pt x="601790" y="2084827"/>
                  <a:pt x="606076" y="2095114"/>
                </a:cubicBezTo>
                <a:cubicBezTo>
                  <a:pt x="611220" y="2104544"/>
                  <a:pt x="607791" y="2098543"/>
                  <a:pt x="608648" y="2107115"/>
                </a:cubicBezTo>
                <a:cubicBezTo>
                  <a:pt x="609505" y="2115689"/>
                  <a:pt x="608648" y="2107115"/>
                  <a:pt x="608648" y="2116545"/>
                </a:cubicBezTo>
                <a:cubicBezTo>
                  <a:pt x="608648" y="2125118"/>
                  <a:pt x="608648" y="2116545"/>
                  <a:pt x="613791" y="2128547"/>
                </a:cubicBezTo>
                <a:cubicBezTo>
                  <a:pt x="618935" y="2140548"/>
                  <a:pt x="614649" y="2133690"/>
                  <a:pt x="620649" y="2144834"/>
                </a:cubicBezTo>
                <a:cubicBezTo>
                  <a:pt x="627507" y="2155979"/>
                  <a:pt x="620649" y="2144834"/>
                  <a:pt x="624936" y="2144834"/>
                </a:cubicBezTo>
                <a:cubicBezTo>
                  <a:pt x="629222" y="2144834"/>
                  <a:pt x="640366" y="2139691"/>
                  <a:pt x="642938" y="2137119"/>
                </a:cubicBezTo>
                <a:cubicBezTo>
                  <a:pt x="645510" y="2134548"/>
                  <a:pt x="660941" y="2128547"/>
                  <a:pt x="665227" y="2127690"/>
                </a:cubicBezTo>
                <a:cubicBezTo>
                  <a:pt x="670371" y="2126832"/>
                  <a:pt x="668656" y="2118260"/>
                  <a:pt x="668656" y="2118260"/>
                </a:cubicBezTo>
                <a:lnTo>
                  <a:pt x="683230" y="2106258"/>
                </a:lnTo>
                <a:lnTo>
                  <a:pt x="695231" y="2088256"/>
                </a:lnTo>
                <a:cubicBezTo>
                  <a:pt x="695231" y="2088256"/>
                  <a:pt x="695231" y="2078826"/>
                  <a:pt x="695231" y="2076254"/>
                </a:cubicBezTo>
                <a:cubicBezTo>
                  <a:pt x="695231" y="2074540"/>
                  <a:pt x="702089" y="2073683"/>
                  <a:pt x="706375" y="2072825"/>
                </a:cubicBezTo>
                <a:cubicBezTo>
                  <a:pt x="709804" y="2071968"/>
                  <a:pt x="708947" y="2067682"/>
                  <a:pt x="710662" y="2065110"/>
                </a:cubicBezTo>
                <a:cubicBezTo>
                  <a:pt x="712376" y="2063397"/>
                  <a:pt x="718377" y="2053966"/>
                  <a:pt x="724378" y="2052252"/>
                </a:cubicBezTo>
                <a:cubicBezTo>
                  <a:pt x="731236" y="2051396"/>
                  <a:pt x="719234" y="2040250"/>
                  <a:pt x="719234" y="2040250"/>
                </a:cubicBezTo>
                <a:cubicBezTo>
                  <a:pt x="719234" y="2040250"/>
                  <a:pt x="727807" y="2034249"/>
                  <a:pt x="729521" y="2028248"/>
                </a:cubicBezTo>
                <a:cubicBezTo>
                  <a:pt x="731236" y="2022248"/>
                  <a:pt x="729521" y="2010247"/>
                  <a:pt x="728664" y="2006817"/>
                </a:cubicBezTo>
                <a:cubicBezTo>
                  <a:pt x="727807" y="2004246"/>
                  <a:pt x="728664" y="1992244"/>
                  <a:pt x="728664" y="1992244"/>
                </a:cubicBezTo>
                <a:lnTo>
                  <a:pt x="735522" y="1983671"/>
                </a:lnTo>
                <a:cubicBezTo>
                  <a:pt x="735522" y="1983671"/>
                  <a:pt x="736379" y="1968242"/>
                  <a:pt x="738951" y="1966526"/>
                </a:cubicBezTo>
                <a:cubicBezTo>
                  <a:pt x="741523" y="1964813"/>
                  <a:pt x="745809" y="1954526"/>
                  <a:pt x="750095" y="1954526"/>
                </a:cubicBezTo>
                <a:cubicBezTo>
                  <a:pt x="754381" y="1954526"/>
                  <a:pt x="753524" y="1931380"/>
                  <a:pt x="753524" y="1931380"/>
                </a:cubicBezTo>
                <a:lnTo>
                  <a:pt x="760382" y="1918520"/>
                </a:lnTo>
                <a:cubicBezTo>
                  <a:pt x="760382" y="1918520"/>
                  <a:pt x="762954" y="1905663"/>
                  <a:pt x="762954" y="1903090"/>
                </a:cubicBezTo>
                <a:cubicBezTo>
                  <a:pt x="762954" y="1900518"/>
                  <a:pt x="756096" y="1895375"/>
                  <a:pt x="756096" y="1895375"/>
                </a:cubicBezTo>
                <a:cubicBezTo>
                  <a:pt x="756096" y="1895375"/>
                  <a:pt x="749238" y="1895375"/>
                  <a:pt x="744094" y="1897947"/>
                </a:cubicBezTo>
                <a:cubicBezTo>
                  <a:pt x="738951" y="1900518"/>
                  <a:pt x="740665" y="1898805"/>
                  <a:pt x="737236" y="1899662"/>
                </a:cubicBezTo>
                <a:cubicBezTo>
                  <a:pt x="733807" y="1900518"/>
                  <a:pt x="732950" y="1897947"/>
                  <a:pt x="727807" y="1896233"/>
                </a:cubicBezTo>
                <a:cubicBezTo>
                  <a:pt x="722663" y="1894520"/>
                  <a:pt x="726949" y="1889375"/>
                  <a:pt x="727807" y="1885088"/>
                </a:cubicBezTo>
                <a:cubicBezTo>
                  <a:pt x="728664" y="1880803"/>
                  <a:pt x="720091" y="1881660"/>
                  <a:pt x="716662" y="1880803"/>
                </a:cubicBezTo>
                <a:cubicBezTo>
                  <a:pt x="714091" y="1879945"/>
                  <a:pt x="713233" y="1870514"/>
                  <a:pt x="710662" y="1867944"/>
                </a:cubicBezTo>
                <a:cubicBezTo>
                  <a:pt x="708947" y="1866229"/>
                  <a:pt x="708090" y="1862801"/>
                  <a:pt x="704661" y="1855941"/>
                </a:cubicBezTo>
                <a:cubicBezTo>
                  <a:pt x="701232" y="1849083"/>
                  <a:pt x="699517" y="1852513"/>
                  <a:pt x="695231" y="1851655"/>
                </a:cubicBezTo>
                <a:cubicBezTo>
                  <a:pt x="690945" y="1850798"/>
                  <a:pt x="696088" y="1842226"/>
                  <a:pt x="691802" y="1834510"/>
                </a:cubicBezTo>
                <a:cubicBezTo>
                  <a:pt x="687516" y="1826796"/>
                  <a:pt x="701232" y="1831082"/>
                  <a:pt x="701232" y="1831082"/>
                </a:cubicBezTo>
                <a:cubicBezTo>
                  <a:pt x="701232" y="1831082"/>
                  <a:pt x="701232" y="1831082"/>
                  <a:pt x="707233" y="1836225"/>
                </a:cubicBezTo>
                <a:cubicBezTo>
                  <a:pt x="713233" y="1842226"/>
                  <a:pt x="708947" y="1840511"/>
                  <a:pt x="713233" y="1846511"/>
                </a:cubicBezTo>
                <a:cubicBezTo>
                  <a:pt x="718377" y="1852513"/>
                  <a:pt x="714091" y="1856798"/>
                  <a:pt x="715805" y="1859371"/>
                </a:cubicBezTo>
                <a:cubicBezTo>
                  <a:pt x="717520" y="1861944"/>
                  <a:pt x="726949" y="1863658"/>
                  <a:pt x="730378" y="1868802"/>
                </a:cubicBezTo>
                <a:cubicBezTo>
                  <a:pt x="733807" y="1873945"/>
                  <a:pt x="738951" y="1879945"/>
                  <a:pt x="738951" y="1879945"/>
                </a:cubicBezTo>
                <a:cubicBezTo>
                  <a:pt x="738951" y="1879945"/>
                  <a:pt x="756096" y="1877374"/>
                  <a:pt x="759525" y="1875660"/>
                </a:cubicBezTo>
                <a:cubicBezTo>
                  <a:pt x="762097" y="1873945"/>
                  <a:pt x="763811" y="1864514"/>
                  <a:pt x="763811" y="1864514"/>
                </a:cubicBezTo>
                <a:cubicBezTo>
                  <a:pt x="763811" y="1864514"/>
                  <a:pt x="767240" y="1855941"/>
                  <a:pt x="767240" y="1852513"/>
                </a:cubicBezTo>
                <a:cubicBezTo>
                  <a:pt x="767240" y="1849940"/>
                  <a:pt x="762954" y="1837940"/>
                  <a:pt x="762954" y="1837940"/>
                </a:cubicBezTo>
                <a:lnTo>
                  <a:pt x="762954" y="1825938"/>
                </a:lnTo>
                <a:cubicBezTo>
                  <a:pt x="762954" y="1825938"/>
                  <a:pt x="756953" y="1819938"/>
                  <a:pt x="758668" y="1815651"/>
                </a:cubicBezTo>
                <a:cubicBezTo>
                  <a:pt x="760382" y="1812222"/>
                  <a:pt x="758668" y="1815651"/>
                  <a:pt x="762097" y="1816508"/>
                </a:cubicBezTo>
                <a:cubicBezTo>
                  <a:pt x="764668" y="1817366"/>
                  <a:pt x="771526" y="1817366"/>
                  <a:pt x="774098" y="1820794"/>
                </a:cubicBezTo>
                <a:cubicBezTo>
                  <a:pt x="776670" y="1824223"/>
                  <a:pt x="779242" y="1833653"/>
                  <a:pt x="782671" y="1837084"/>
                </a:cubicBezTo>
                <a:cubicBezTo>
                  <a:pt x="786100" y="1840511"/>
                  <a:pt x="786100" y="1839654"/>
                  <a:pt x="790386" y="1844797"/>
                </a:cubicBezTo>
                <a:cubicBezTo>
                  <a:pt x="793815" y="1849940"/>
                  <a:pt x="792958" y="1846511"/>
                  <a:pt x="796387" y="1851655"/>
                </a:cubicBezTo>
                <a:cubicBezTo>
                  <a:pt x="799816" y="1857656"/>
                  <a:pt x="796387" y="1855941"/>
                  <a:pt x="800673" y="1863658"/>
                </a:cubicBezTo>
                <a:cubicBezTo>
                  <a:pt x="804959" y="1871372"/>
                  <a:pt x="804959" y="1869657"/>
                  <a:pt x="809245" y="1873945"/>
                </a:cubicBezTo>
                <a:lnTo>
                  <a:pt x="810960" y="1870514"/>
                </a:lnTo>
                <a:cubicBezTo>
                  <a:pt x="776884" y="1746428"/>
                  <a:pt x="670960" y="1679244"/>
                  <a:pt x="620127" y="1653407"/>
                </a:cubicBezTo>
                <a:lnTo>
                  <a:pt x="615617" y="1651278"/>
                </a:lnTo>
                <a:lnTo>
                  <a:pt x="671583" y="1676556"/>
                </a:lnTo>
                <a:cubicBezTo>
                  <a:pt x="838713" y="1774368"/>
                  <a:pt x="881468" y="1966205"/>
                  <a:pt x="792958" y="2119974"/>
                </a:cubicBezTo>
                <a:cubicBezTo>
                  <a:pt x="691802" y="2295710"/>
                  <a:pt x="511779" y="2287139"/>
                  <a:pt x="511779" y="2287139"/>
                </a:cubicBezTo>
                <a:cubicBezTo>
                  <a:pt x="592360" y="2286282"/>
                  <a:pt x="630079" y="2251133"/>
                  <a:pt x="630079" y="2251133"/>
                </a:cubicBezTo>
                <a:cubicBezTo>
                  <a:pt x="630079" y="2251133"/>
                  <a:pt x="616363" y="2250276"/>
                  <a:pt x="613791" y="2251993"/>
                </a:cubicBezTo>
                <a:cubicBezTo>
                  <a:pt x="611220" y="2253706"/>
                  <a:pt x="600075" y="2245133"/>
                  <a:pt x="597504" y="2245133"/>
                </a:cubicBezTo>
                <a:cubicBezTo>
                  <a:pt x="594932" y="2245133"/>
                  <a:pt x="590646" y="2244276"/>
                  <a:pt x="588074" y="2243418"/>
                </a:cubicBezTo>
                <a:cubicBezTo>
                  <a:pt x="585502" y="2242562"/>
                  <a:pt x="577787" y="2245133"/>
                  <a:pt x="572643" y="2245990"/>
                </a:cubicBezTo>
                <a:cubicBezTo>
                  <a:pt x="566643" y="2246848"/>
                  <a:pt x="565785" y="2246848"/>
                  <a:pt x="560642" y="2251993"/>
                </a:cubicBezTo>
                <a:cubicBezTo>
                  <a:pt x="554641" y="2257136"/>
                  <a:pt x="553784" y="2251133"/>
                  <a:pt x="550355" y="2251133"/>
                </a:cubicBezTo>
                <a:cubicBezTo>
                  <a:pt x="546926" y="2251133"/>
                  <a:pt x="537496" y="2251993"/>
                  <a:pt x="537496" y="2251993"/>
                </a:cubicBezTo>
                <a:lnTo>
                  <a:pt x="541782" y="2241705"/>
                </a:lnTo>
                <a:cubicBezTo>
                  <a:pt x="541782" y="2241705"/>
                  <a:pt x="535782" y="2239989"/>
                  <a:pt x="530638" y="2239989"/>
                </a:cubicBezTo>
                <a:cubicBezTo>
                  <a:pt x="525495" y="2239989"/>
                  <a:pt x="526352" y="2244276"/>
                  <a:pt x="523780" y="2248563"/>
                </a:cubicBezTo>
                <a:cubicBezTo>
                  <a:pt x="521208" y="2252849"/>
                  <a:pt x="521208" y="2253706"/>
                  <a:pt x="517779" y="2259708"/>
                </a:cubicBezTo>
                <a:cubicBezTo>
                  <a:pt x="515208" y="2266564"/>
                  <a:pt x="501492" y="2256279"/>
                  <a:pt x="496348" y="2255421"/>
                </a:cubicBezTo>
                <a:cubicBezTo>
                  <a:pt x="491205" y="2254563"/>
                  <a:pt x="488633" y="2255421"/>
                  <a:pt x="484347" y="2252849"/>
                </a:cubicBezTo>
                <a:cubicBezTo>
                  <a:pt x="480060" y="2250276"/>
                  <a:pt x="485204" y="2248563"/>
                  <a:pt x="485204" y="2248563"/>
                </a:cubicBezTo>
                <a:lnTo>
                  <a:pt x="497205" y="2239989"/>
                </a:lnTo>
                <a:lnTo>
                  <a:pt x="509207" y="2233132"/>
                </a:lnTo>
                <a:cubicBezTo>
                  <a:pt x="509207" y="2233132"/>
                  <a:pt x="507492" y="2227131"/>
                  <a:pt x="503206" y="2226275"/>
                </a:cubicBezTo>
                <a:cubicBezTo>
                  <a:pt x="499777" y="2225418"/>
                  <a:pt x="499777" y="2228846"/>
                  <a:pt x="497205" y="2231417"/>
                </a:cubicBezTo>
                <a:cubicBezTo>
                  <a:pt x="494634" y="2233989"/>
                  <a:pt x="472345" y="2232275"/>
                  <a:pt x="472345" y="2232275"/>
                </a:cubicBezTo>
                <a:cubicBezTo>
                  <a:pt x="472345" y="2232275"/>
                  <a:pt x="458629" y="2237419"/>
                  <a:pt x="451771" y="2233989"/>
                </a:cubicBezTo>
                <a:cubicBezTo>
                  <a:pt x="444056" y="2230561"/>
                  <a:pt x="451771" y="2233989"/>
                  <a:pt x="448342" y="2227131"/>
                </a:cubicBezTo>
                <a:cubicBezTo>
                  <a:pt x="445770" y="2220274"/>
                  <a:pt x="438912" y="2231417"/>
                  <a:pt x="433769" y="2233989"/>
                </a:cubicBezTo>
                <a:cubicBezTo>
                  <a:pt x="427768" y="2236562"/>
                  <a:pt x="427768" y="2234846"/>
                  <a:pt x="413195" y="2237419"/>
                </a:cubicBezTo>
                <a:cubicBezTo>
                  <a:pt x="398622" y="2239989"/>
                  <a:pt x="402908" y="2239132"/>
                  <a:pt x="402908" y="2239132"/>
                </a:cubicBezTo>
                <a:lnTo>
                  <a:pt x="402051" y="2233132"/>
                </a:lnTo>
                <a:cubicBezTo>
                  <a:pt x="402051" y="2233132"/>
                  <a:pt x="396050" y="2237419"/>
                  <a:pt x="391764" y="2241705"/>
                </a:cubicBezTo>
                <a:cubicBezTo>
                  <a:pt x="387477" y="2245990"/>
                  <a:pt x="383191" y="2243418"/>
                  <a:pt x="379762" y="2243418"/>
                </a:cubicBezTo>
                <a:cubicBezTo>
                  <a:pt x="376333" y="2243418"/>
                  <a:pt x="378048" y="2257136"/>
                  <a:pt x="378048" y="2257136"/>
                </a:cubicBezTo>
                <a:cubicBezTo>
                  <a:pt x="379548" y="2260779"/>
                  <a:pt x="385388" y="2264528"/>
                  <a:pt x="393304" y="2268105"/>
                </a:cubicBezTo>
                <a:lnTo>
                  <a:pt x="409649" y="2273959"/>
                </a:lnTo>
                <a:lnTo>
                  <a:pt x="353398" y="2258117"/>
                </a:lnTo>
                <a:cubicBezTo>
                  <a:pt x="141567" y="2163439"/>
                  <a:pt x="167164" y="1913378"/>
                  <a:pt x="167164" y="1913378"/>
                </a:cubicBezTo>
                <a:lnTo>
                  <a:pt x="170593" y="1910806"/>
                </a:lnTo>
                <a:cubicBezTo>
                  <a:pt x="170593" y="1910806"/>
                  <a:pt x="172308" y="1918520"/>
                  <a:pt x="173165" y="1921951"/>
                </a:cubicBezTo>
                <a:cubicBezTo>
                  <a:pt x="174879" y="1925378"/>
                  <a:pt x="174879" y="1924521"/>
                  <a:pt x="179166" y="1930522"/>
                </a:cubicBezTo>
                <a:cubicBezTo>
                  <a:pt x="182595" y="1936523"/>
                  <a:pt x="184309" y="1935665"/>
                  <a:pt x="186024" y="1939953"/>
                </a:cubicBezTo>
                <a:cubicBezTo>
                  <a:pt x="187738" y="1945095"/>
                  <a:pt x="186024" y="1939953"/>
                  <a:pt x="181737" y="1954526"/>
                </a:cubicBezTo>
                <a:cubicBezTo>
                  <a:pt x="178308" y="1969098"/>
                  <a:pt x="190310" y="1978528"/>
                  <a:pt x="190310" y="1978528"/>
                </a:cubicBezTo>
                <a:cubicBezTo>
                  <a:pt x="190310" y="1978528"/>
                  <a:pt x="190310" y="1982814"/>
                  <a:pt x="189453" y="2007674"/>
                </a:cubicBezTo>
                <a:cubicBezTo>
                  <a:pt x="188595" y="2031678"/>
                  <a:pt x="199740" y="2037678"/>
                  <a:pt x="208312" y="2052252"/>
                </a:cubicBezTo>
                <a:cubicBezTo>
                  <a:pt x="216027" y="2065968"/>
                  <a:pt x="211741" y="2060824"/>
                  <a:pt x="215170" y="2066825"/>
                </a:cubicBezTo>
                <a:cubicBezTo>
                  <a:pt x="218599" y="2071968"/>
                  <a:pt x="217742" y="2067682"/>
                  <a:pt x="227172" y="2076254"/>
                </a:cubicBezTo>
                <a:cubicBezTo>
                  <a:pt x="236601" y="2084827"/>
                  <a:pt x="228886" y="2084827"/>
                  <a:pt x="233172" y="2101972"/>
                </a:cubicBezTo>
                <a:cubicBezTo>
                  <a:pt x="237459" y="2119117"/>
                  <a:pt x="237459" y="2109687"/>
                  <a:pt x="240888" y="2124260"/>
                </a:cubicBezTo>
                <a:cubicBezTo>
                  <a:pt x="243459" y="2139691"/>
                  <a:pt x="244317" y="2127690"/>
                  <a:pt x="250317" y="2136262"/>
                </a:cubicBezTo>
                <a:cubicBezTo>
                  <a:pt x="256318" y="2144834"/>
                  <a:pt x="250317" y="2136262"/>
                  <a:pt x="257175" y="2149122"/>
                </a:cubicBezTo>
                <a:cubicBezTo>
                  <a:pt x="264033" y="2161979"/>
                  <a:pt x="262319" y="2155122"/>
                  <a:pt x="264891" y="2161123"/>
                </a:cubicBezTo>
                <a:cubicBezTo>
                  <a:pt x="267462" y="2166267"/>
                  <a:pt x="270034" y="2163694"/>
                  <a:pt x="279464" y="2189412"/>
                </a:cubicBezTo>
                <a:cubicBezTo>
                  <a:pt x="288894" y="2215130"/>
                  <a:pt x="281178" y="2193698"/>
                  <a:pt x="286322" y="2199699"/>
                </a:cubicBezTo>
                <a:cubicBezTo>
                  <a:pt x="291465" y="2205701"/>
                  <a:pt x="294037" y="2202272"/>
                  <a:pt x="306039" y="2211701"/>
                </a:cubicBezTo>
                <a:cubicBezTo>
                  <a:pt x="318040" y="2221130"/>
                  <a:pt x="309468" y="2215986"/>
                  <a:pt x="318897" y="2221987"/>
                </a:cubicBezTo>
                <a:cubicBezTo>
                  <a:pt x="328327" y="2227988"/>
                  <a:pt x="320612" y="2219415"/>
                  <a:pt x="320612" y="2215986"/>
                </a:cubicBezTo>
                <a:cubicBezTo>
                  <a:pt x="320612" y="2212557"/>
                  <a:pt x="316326" y="2210843"/>
                  <a:pt x="312897" y="2207414"/>
                </a:cubicBezTo>
                <a:cubicBezTo>
                  <a:pt x="308610" y="2204842"/>
                  <a:pt x="307753" y="2200556"/>
                  <a:pt x="304324" y="2196269"/>
                </a:cubicBezTo>
                <a:cubicBezTo>
                  <a:pt x="301752" y="2192841"/>
                  <a:pt x="301752" y="2191127"/>
                  <a:pt x="300038" y="2186840"/>
                </a:cubicBezTo>
                <a:cubicBezTo>
                  <a:pt x="297466" y="2182553"/>
                  <a:pt x="294894" y="2180840"/>
                  <a:pt x="290608" y="2173981"/>
                </a:cubicBezTo>
                <a:cubicBezTo>
                  <a:pt x="286322" y="2167124"/>
                  <a:pt x="294037" y="2168839"/>
                  <a:pt x="294894" y="2166267"/>
                </a:cubicBezTo>
                <a:cubicBezTo>
                  <a:pt x="295752" y="2163694"/>
                  <a:pt x="297466" y="2164551"/>
                  <a:pt x="298323" y="2161123"/>
                </a:cubicBezTo>
                <a:cubicBezTo>
                  <a:pt x="299181" y="2157693"/>
                  <a:pt x="299181" y="2152550"/>
                  <a:pt x="294894" y="2148263"/>
                </a:cubicBezTo>
                <a:cubicBezTo>
                  <a:pt x="291465" y="2143120"/>
                  <a:pt x="302610" y="2122546"/>
                  <a:pt x="303467" y="2119974"/>
                </a:cubicBezTo>
                <a:cubicBezTo>
                  <a:pt x="304324" y="2117403"/>
                  <a:pt x="303467" y="2104544"/>
                  <a:pt x="303467" y="2104544"/>
                </a:cubicBezTo>
                <a:cubicBezTo>
                  <a:pt x="303467" y="2104544"/>
                  <a:pt x="309468" y="2098543"/>
                  <a:pt x="312897" y="2097686"/>
                </a:cubicBezTo>
                <a:cubicBezTo>
                  <a:pt x="316326" y="2096828"/>
                  <a:pt x="322326" y="2092543"/>
                  <a:pt x="326613" y="2088256"/>
                </a:cubicBezTo>
                <a:cubicBezTo>
                  <a:pt x="330899" y="2083970"/>
                  <a:pt x="324898" y="2079683"/>
                  <a:pt x="324898" y="2079683"/>
                </a:cubicBezTo>
                <a:cubicBezTo>
                  <a:pt x="324898" y="2079683"/>
                  <a:pt x="327470" y="2074540"/>
                  <a:pt x="329184" y="2071111"/>
                </a:cubicBezTo>
                <a:cubicBezTo>
                  <a:pt x="330899" y="2067682"/>
                  <a:pt x="330042" y="2059967"/>
                  <a:pt x="330042" y="2057396"/>
                </a:cubicBezTo>
                <a:cubicBezTo>
                  <a:pt x="330042" y="2054823"/>
                  <a:pt x="327470" y="2050539"/>
                  <a:pt x="325755" y="2046251"/>
                </a:cubicBezTo>
                <a:cubicBezTo>
                  <a:pt x="323184" y="2041964"/>
                  <a:pt x="325755" y="2037678"/>
                  <a:pt x="327470" y="2035106"/>
                </a:cubicBezTo>
                <a:cubicBezTo>
                  <a:pt x="330042" y="2032536"/>
                  <a:pt x="333471" y="2023962"/>
                  <a:pt x="336900" y="2021391"/>
                </a:cubicBezTo>
                <a:cubicBezTo>
                  <a:pt x="340329" y="2018820"/>
                  <a:pt x="341186" y="2014533"/>
                  <a:pt x="342043" y="2008532"/>
                </a:cubicBezTo>
                <a:cubicBezTo>
                  <a:pt x="342900" y="2002531"/>
                  <a:pt x="338614" y="2002531"/>
                  <a:pt x="336900" y="2001674"/>
                </a:cubicBezTo>
                <a:cubicBezTo>
                  <a:pt x="335185" y="2000816"/>
                  <a:pt x="332613" y="1999102"/>
                  <a:pt x="324041" y="1994816"/>
                </a:cubicBezTo>
                <a:cubicBezTo>
                  <a:pt x="316326" y="1989672"/>
                  <a:pt x="318897" y="1986243"/>
                  <a:pt x="315468" y="1983671"/>
                </a:cubicBezTo>
                <a:cubicBezTo>
                  <a:pt x="312039" y="1981100"/>
                  <a:pt x="306039" y="1981957"/>
                  <a:pt x="299181" y="1982814"/>
                </a:cubicBezTo>
                <a:cubicBezTo>
                  <a:pt x="292323" y="1983671"/>
                  <a:pt x="297466" y="1978528"/>
                  <a:pt x="295752" y="1977671"/>
                </a:cubicBezTo>
                <a:cubicBezTo>
                  <a:pt x="294037" y="1976813"/>
                  <a:pt x="288894" y="1974242"/>
                  <a:pt x="282893" y="1972528"/>
                </a:cubicBezTo>
                <a:cubicBezTo>
                  <a:pt x="277749" y="1970814"/>
                  <a:pt x="281178" y="1965669"/>
                  <a:pt x="281178" y="1965669"/>
                </a:cubicBezTo>
                <a:cubicBezTo>
                  <a:pt x="281178" y="1965669"/>
                  <a:pt x="274320" y="1964813"/>
                  <a:pt x="271749" y="1963955"/>
                </a:cubicBezTo>
                <a:cubicBezTo>
                  <a:pt x="269177" y="1963955"/>
                  <a:pt x="269177" y="1959668"/>
                  <a:pt x="270034" y="1957954"/>
                </a:cubicBezTo>
                <a:cubicBezTo>
                  <a:pt x="270891" y="1955382"/>
                  <a:pt x="269177" y="1948525"/>
                  <a:pt x="269177" y="1948525"/>
                </a:cubicBezTo>
                <a:cubicBezTo>
                  <a:pt x="269177" y="1948525"/>
                  <a:pt x="268320" y="1939953"/>
                  <a:pt x="264033" y="1939095"/>
                </a:cubicBezTo>
                <a:cubicBezTo>
                  <a:pt x="259747" y="1937380"/>
                  <a:pt x="261462" y="1933952"/>
                  <a:pt x="259747" y="1933095"/>
                </a:cubicBezTo>
                <a:cubicBezTo>
                  <a:pt x="257175" y="1932237"/>
                  <a:pt x="250317" y="1931380"/>
                  <a:pt x="248603" y="1931380"/>
                </a:cubicBezTo>
                <a:cubicBezTo>
                  <a:pt x="247746" y="1931380"/>
                  <a:pt x="240030" y="1929666"/>
                  <a:pt x="239173" y="1926236"/>
                </a:cubicBezTo>
                <a:cubicBezTo>
                  <a:pt x="238316" y="1923666"/>
                  <a:pt x="238316" y="1918520"/>
                  <a:pt x="236601" y="1917664"/>
                </a:cubicBezTo>
                <a:cubicBezTo>
                  <a:pt x="234887" y="1916808"/>
                  <a:pt x="233172" y="1911663"/>
                  <a:pt x="232315" y="1908233"/>
                </a:cubicBezTo>
                <a:cubicBezTo>
                  <a:pt x="230601" y="1904805"/>
                  <a:pt x="228029" y="1904805"/>
                  <a:pt x="226314" y="1903948"/>
                </a:cubicBezTo>
                <a:cubicBezTo>
                  <a:pt x="224600" y="1903090"/>
                  <a:pt x="216885" y="1907378"/>
                  <a:pt x="214313" y="1906521"/>
                </a:cubicBezTo>
                <a:cubicBezTo>
                  <a:pt x="211741" y="1905663"/>
                  <a:pt x="215170" y="1900518"/>
                  <a:pt x="213456" y="1898805"/>
                </a:cubicBezTo>
                <a:cubicBezTo>
                  <a:pt x="212598" y="1897090"/>
                  <a:pt x="211741" y="1897947"/>
                  <a:pt x="206598" y="1897090"/>
                </a:cubicBezTo>
                <a:cubicBezTo>
                  <a:pt x="201454" y="1896233"/>
                  <a:pt x="201454" y="1900518"/>
                  <a:pt x="201454" y="1900518"/>
                </a:cubicBezTo>
                <a:lnTo>
                  <a:pt x="198882" y="1903948"/>
                </a:lnTo>
                <a:cubicBezTo>
                  <a:pt x="198882" y="1903948"/>
                  <a:pt x="197168" y="1906521"/>
                  <a:pt x="192882" y="1912520"/>
                </a:cubicBezTo>
                <a:cubicBezTo>
                  <a:pt x="188595" y="1918520"/>
                  <a:pt x="192882" y="1912520"/>
                  <a:pt x="191167" y="1910806"/>
                </a:cubicBezTo>
                <a:cubicBezTo>
                  <a:pt x="189453" y="1909093"/>
                  <a:pt x="189453" y="1909093"/>
                  <a:pt x="188595" y="1907378"/>
                </a:cubicBezTo>
                <a:cubicBezTo>
                  <a:pt x="186881" y="1906521"/>
                  <a:pt x="184309" y="1898805"/>
                  <a:pt x="185166" y="1895375"/>
                </a:cubicBezTo>
                <a:cubicBezTo>
                  <a:pt x="186024" y="1891947"/>
                  <a:pt x="187738" y="1888518"/>
                  <a:pt x="188595" y="1885946"/>
                </a:cubicBezTo>
                <a:cubicBezTo>
                  <a:pt x="189453" y="1883375"/>
                  <a:pt x="187738" y="1881660"/>
                  <a:pt x="187738" y="1873087"/>
                </a:cubicBezTo>
                <a:cubicBezTo>
                  <a:pt x="187738" y="1864514"/>
                  <a:pt x="187738" y="1865373"/>
                  <a:pt x="188595" y="1862801"/>
                </a:cubicBezTo>
                <a:cubicBezTo>
                  <a:pt x="188595" y="1860230"/>
                  <a:pt x="187738" y="1857656"/>
                  <a:pt x="187738" y="1855084"/>
                </a:cubicBezTo>
                <a:cubicBezTo>
                  <a:pt x="187738" y="1852513"/>
                  <a:pt x="183452" y="1853370"/>
                  <a:pt x="183452" y="1853370"/>
                </a:cubicBezTo>
                <a:cubicBezTo>
                  <a:pt x="186881" y="1837940"/>
                  <a:pt x="197168" y="1817366"/>
                  <a:pt x="197168" y="1817366"/>
                </a:cubicBezTo>
                <a:cubicBezTo>
                  <a:pt x="197168" y="1817366"/>
                  <a:pt x="195453" y="1826796"/>
                  <a:pt x="195453" y="1828509"/>
                </a:cubicBezTo>
                <a:cubicBezTo>
                  <a:pt x="195453" y="1830225"/>
                  <a:pt x="194596" y="1833653"/>
                  <a:pt x="194596" y="1835368"/>
                </a:cubicBezTo>
                <a:cubicBezTo>
                  <a:pt x="194596" y="1837084"/>
                  <a:pt x="193739" y="1841369"/>
                  <a:pt x="193739" y="1843085"/>
                </a:cubicBezTo>
                <a:cubicBezTo>
                  <a:pt x="193739" y="1844797"/>
                  <a:pt x="195453" y="1843941"/>
                  <a:pt x="196311" y="1843941"/>
                </a:cubicBezTo>
                <a:cubicBezTo>
                  <a:pt x="197168" y="1843085"/>
                  <a:pt x="198882" y="1843941"/>
                  <a:pt x="201454" y="1847369"/>
                </a:cubicBezTo>
                <a:cubicBezTo>
                  <a:pt x="204026" y="1850798"/>
                  <a:pt x="202311" y="1847369"/>
                  <a:pt x="203169" y="1847369"/>
                </a:cubicBezTo>
                <a:cubicBezTo>
                  <a:pt x="204026" y="1847369"/>
                  <a:pt x="206598" y="1850798"/>
                  <a:pt x="207455" y="1852513"/>
                </a:cubicBezTo>
                <a:cubicBezTo>
                  <a:pt x="208312" y="1854227"/>
                  <a:pt x="206598" y="1855941"/>
                  <a:pt x="206598" y="1859371"/>
                </a:cubicBezTo>
                <a:cubicBezTo>
                  <a:pt x="205740" y="1862801"/>
                  <a:pt x="206598" y="1859371"/>
                  <a:pt x="208312" y="1861087"/>
                </a:cubicBezTo>
                <a:cubicBezTo>
                  <a:pt x="210027" y="1862801"/>
                  <a:pt x="212598" y="1862801"/>
                  <a:pt x="213456" y="1863658"/>
                </a:cubicBezTo>
                <a:cubicBezTo>
                  <a:pt x="215170" y="1864514"/>
                  <a:pt x="217742" y="1861944"/>
                  <a:pt x="220314" y="1862801"/>
                </a:cubicBezTo>
                <a:cubicBezTo>
                  <a:pt x="222885" y="1862801"/>
                  <a:pt x="222885" y="1864514"/>
                  <a:pt x="223743" y="1867085"/>
                </a:cubicBezTo>
                <a:cubicBezTo>
                  <a:pt x="224600" y="1870514"/>
                  <a:pt x="224600" y="1870514"/>
                  <a:pt x="225457" y="1870514"/>
                </a:cubicBezTo>
                <a:cubicBezTo>
                  <a:pt x="226314" y="1871372"/>
                  <a:pt x="228029" y="1867944"/>
                  <a:pt x="228886" y="1867085"/>
                </a:cubicBezTo>
                <a:cubicBezTo>
                  <a:pt x="229743" y="1866229"/>
                  <a:pt x="230601" y="1862801"/>
                  <a:pt x="230601" y="1862801"/>
                </a:cubicBezTo>
                <a:lnTo>
                  <a:pt x="227172" y="1860230"/>
                </a:lnTo>
                <a:lnTo>
                  <a:pt x="222028" y="1856798"/>
                </a:lnTo>
                <a:lnTo>
                  <a:pt x="216027" y="1855084"/>
                </a:lnTo>
                <a:cubicBezTo>
                  <a:pt x="216027" y="1855084"/>
                  <a:pt x="212598" y="1854227"/>
                  <a:pt x="210027" y="1854227"/>
                </a:cubicBezTo>
                <a:cubicBezTo>
                  <a:pt x="207455" y="1854227"/>
                  <a:pt x="210027" y="1848226"/>
                  <a:pt x="210027" y="1847369"/>
                </a:cubicBezTo>
                <a:cubicBezTo>
                  <a:pt x="210027" y="1845654"/>
                  <a:pt x="210027" y="1839654"/>
                  <a:pt x="210027" y="1839654"/>
                </a:cubicBezTo>
                <a:cubicBezTo>
                  <a:pt x="210027" y="1839654"/>
                  <a:pt x="206598" y="1838796"/>
                  <a:pt x="205740" y="1838796"/>
                </a:cubicBezTo>
                <a:cubicBezTo>
                  <a:pt x="204883" y="1838796"/>
                  <a:pt x="201454" y="1835368"/>
                  <a:pt x="201454" y="1834510"/>
                </a:cubicBezTo>
                <a:cubicBezTo>
                  <a:pt x="201454" y="1832795"/>
                  <a:pt x="202311" y="1829367"/>
                  <a:pt x="204883" y="1827653"/>
                </a:cubicBezTo>
                <a:cubicBezTo>
                  <a:pt x="206598" y="1825938"/>
                  <a:pt x="214313" y="1823367"/>
                  <a:pt x="215170" y="1823367"/>
                </a:cubicBezTo>
                <a:cubicBezTo>
                  <a:pt x="216027" y="1822508"/>
                  <a:pt x="218599" y="1819938"/>
                  <a:pt x="220314" y="1819081"/>
                </a:cubicBezTo>
                <a:cubicBezTo>
                  <a:pt x="221171" y="1818224"/>
                  <a:pt x="223743" y="1814795"/>
                  <a:pt x="223743" y="1811365"/>
                </a:cubicBezTo>
                <a:cubicBezTo>
                  <a:pt x="224600" y="1808794"/>
                  <a:pt x="226314" y="1804507"/>
                  <a:pt x="227172" y="1802793"/>
                </a:cubicBezTo>
                <a:cubicBezTo>
                  <a:pt x="228029" y="1801078"/>
                  <a:pt x="228029" y="1796791"/>
                  <a:pt x="228886" y="1793363"/>
                </a:cubicBezTo>
                <a:cubicBezTo>
                  <a:pt x="229743" y="1789933"/>
                  <a:pt x="233172" y="1786504"/>
                  <a:pt x="234030" y="1786504"/>
                </a:cubicBezTo>
                <a:cubicBezTo>
                  <a:pt x="234887" y="1786504"/>
                  <a:pt x="243459" y="1780505"/>
                  <a:pt x="246031" y="1777076"/>
                </a:cubicBezTo>
                <a:cubicBezTo>
                  <a:pt x="249460" y="1773647"/>
                  <a:pt x="252889" y="1771073"/>
                  <a:pt x="252889" y="1771073"/>
                </a:cubicBezTo>
                <a:lnTo>
                  <a:pt x="255461" y="1765075"/>
                </a:lnTo>
                <a:cubicBezTo>
                  <a:pt x="255461" y="1765075"/>
                  <a:pt x="256318" y="1763359"/>
                  <a:pt x="261462" y="1762502"/>
                </a:cubicBezTo>
                <a:cubicBezTo>
                  <a:pt x="266605" y="1760786"/>
                  <a:pt x="269177" y="1758215"/>
                  <a:pt x="269177" y="1758215"/>
                </a:cubicBezTo>
                <a:cubicBezTo>
                  <a:pt x="269177" y="1758215"/>
                  <a:pt x="271749" y="1752214"/>
                  <a:pt x="271749" y="1750501"/>
                </a:cubicBezTo>
                <a:cubicBezTo>
                  <a:pt x="271749" y="1748785"/>
                  <a:pt x="274320" y="1747928"/>
                  <a:pt x="274320" y="1747928"/>
                </a:cubicBezTo>
                <a:cubicBezTo>
                  <a:pt x="274320" y="1747928"/>
                  <a:pt x="282893" y="1742789"/>
                  <a:pt x="282893" y="1741932"/>
                </a:cubicBezTo>
                <a:cubicBezTo>
                  <a:pt x="282893" y="1741075"/>
                  <a:pt x="283750" y="1740217"/>
                  <a:pt x="286322" y="1739360"/>
                </a:cubicBezTo>
                <a:cubicBezTo>
                  <a:pt x="288894" y="1738503"/>
                  <a:pt x="290608" y="1739360"/>
                  <a:pt x="293180" y="1740217"/>
                </a:cubicBezTo>
                <a:cubicBezTo>
                  <a:pt x="294894" y="1741075"/>
                  <a:pt x="298323" y="1741932"/>
                  <a:pt x="302610" y="1742789"/>
                </a:cubicBezTo>
                <a:cubicBezTo>
                  <a:pt x="306896" y="1743646"/>
                  <a:pt x="307753" y="1741932"/>
                  <a:pt x="307753" y="1741932"/>
                </a:cubicBezTo>
                <a:cubicBezTo>
                  <a:pt x="307753" y="1741932"/>
                  <a:pt x="309468" y="1737646"/>
                  <a:pt x="309468" y="1735930"/>
                </a:cubicBezTo>
                <a:cubicBezTo>
                  <a:pt x="309468" y="1734216"/>
                  <a:pt x="308610" y="1732501"/>
                  <a:pt x="308610" y="1732501"/>
                </a:cubicBezTo>
                <a:cubicBezTo>
                  <a:pt x="308610" y="1732501"/>
                  <a:pt x="305181" y="1730788"/>
                  <a:pt x="304324" y="1730788"/>
                </a:cubicBezTo>
                <a:cubicBezTo>
                  <a:pt x="303467" y="1730788"/>
                  <a:pt x="306039" y="1723929"/>
                  <a:pt x="306039" y="1723929"/>
                </a:cubicBezTo>
                <a:lnTo>
                  <a:pt x="312039" y="1719643"/>
                </a:lnTo>
                <a:cubicBezTo>
                  <a:pt x="312039" y="1719643"/>
                  <a:pt x="317183" y="1715357"/>
                  <a:pt x="320612" y="1714500"/>
                </a:cubicBezTo>
                <a:cubicBezTo>
                  <a:pt x="324041" y="1713642"/>
                  <a:pt x="324041" y="1717928"/>
                  <a:pt x="325755" y="1718786"/>
                </a:cubicBezTo>
                <a:cubicBezTo>
                  <a:pt x="327470" y="1720500"/>
                  <a:pt x="326613" y="1721357"/>
                  <a:pt x="326613" y="1721357"/>
                </a:cubicBezTo>
                <a:lnTo>
                  <a:pt x="319755" y="1725643"/>
                </a:lnTo>
                <a:cubicBezTo>
                  <a:pt x="319755" y="1725643"/>
                  <a:pt x="320612" y="1730788"/>
                  <a:pt x="323184" y="1731644"/>
                </a:cubicBezTo>
                <a:cubicBezTo>
                  <a:pt x="324898" y="1732501"/>
                  <a:pt x="330899" y="1731644"/>
                  <a:pt x="330899" y="1731644"/>
                </a:cubicBezTo>
                <a:lnTo>
                  <a:pt x="336042" y="1728216"/>
                </a:lnTo>
                <a:lnTo>
                  <a:pt x="337757" y="1723929"/>
                </a:lnTo>
                <a:lnTo>
                  <a:pt x="337757" y="1717072"/>
                </a:lnTo>
                <a:cubicBezTo>
                  <a:pt x="337757" y="1717072"/>
                  <a:pt x="336900" y="1713642"/>
                  <a:pt x="336900" y="1711070"/>
                </a:cubicBezTo>
                <a:cubicBezTo>
                  <a:pt x="336900" y="1708499"/>
                  <a:pt x="338614" y="1707642"/>
                  <a:pt x="339471" y="1706785"/>
                </a:cubicBezTo>
                <a:cubicBezTo>
                  <a:pt x="340329" y="1705069"/>
                  <a:pt x="342900" y="1704213"/>
                  <a:pt x="342900" y="1704213"/>
                </a:cubicBezTo>
                <a:lnTo>
                  <a:pt x="345472" y="1699927"/>
                </a:lnTo>
                <a:cubicBezTo>
                  <a:pt x="345472" y="1699927"/>
                  <a:pt x="345472" y="1694782"/>
                  <a:pt x="345472" y="1693069"/>
                </a:cubicBezTo>
                <a:cubicBezTo>
                  <a:pt x="345472" y="1692212"/>
                  <a:pt x="350616" y="1685352"/>
                  <a:pt x="351473" y="1684495"/>
                </a:cubicBezTo>
                <a:cubicBezTo>
                  <a:pt x="353187" y="1683638"/>
                  <a:pt x="354045" y="1680211"/>
                  <a:pt x="354045" y="1680211"/>
                </a:cubicBezTo>
                <a:lnTo>
                  <a:pt x="345472" y="1676780"/>
                </a:lnTo>
                <a:cubicBezTo>
                  <a:pt x="336471" y="1676780"/>
                  <a:pt x="325970" y="1680637"/>
                  <a:pt x="315281" y="1686424"/>
                </a:cubicBezTo>
                <a:lnTo>
                  <a:pt x="289975" y="1703570"/>
                </a:lnTo>
                <a:lnTo>
                  <a:pt x="311879" y="1684683"/>
                </a:lnTo>
                <a:cubicBezTo>
                  <a:pt x="376494" y="1642972"/>
                  <a:pt x="440627" y="1634775"/>
                  <a:pt x="440627" y="1634775"/>
                </a:cubicBezTo>
                <a:cubicBezTo>
                  <a:pt x="451771" y="1632204"/>
                  <a:pt x="494634" y="1632204"/>
                  <a:pt x="493776" y="1630488"/>
                </a:cubicBezTo>
                <a:close/>
                <a:moveTo>
                  <a:pt x="5782152" y="1596198"/>
                </a:moveTo>
                <a:cubicBezTo>
                  <a:pt x="5813334" y="1596198"/>
                  <a:pt x="5842226" y="1621875"/>
                  <a:pt x="5866161" y="1665861"/>
                </a:cubicBezTo>
                <a:lnTo>
                  <a:pt x="5894202" y="1735228"/>
                </a:lnTo>
                <a:lnTo>
                  <a:pt x="5937599" y="1713557"/>
                </a:lnTo>
                <a:cubicBezTo>
                  <a:pt x="5963155" y="1703749"/>
                  <a:pt x="5986632" y="1697925"/>
                  <a:pt x="6007126" y="1696509"/>
                </a:cubicBezTo>
                <a:cubicBezTo>
                  <a:pt x="6034451" y="1694620"/>
                  <a:pt x="6056472" y="1700567"/>
                  <a:pt x="6071045" y="1715354"/>
                </a:cubicBezTo>
                <a:cubicBezTo>
                  <a:pt x="6100192" y="1744499"/>
                  <a:pt x="6094406" y="1803436"/>
                  <a:pt x="6061402" y="1875016"/>
                </a:cubicBezTo>
                <a:lnTo>
                  <a:pt x="6052430" y="1891847"/>
                </a:lnTo>
                <a:lnTo>
                  <a:pt x="6120539" y="1919379"/>
                </a:lnTo>
                <a:cubicBezTo>
                  <a:pt x="6164526" y="1943315"/>
                  <a:pt x="6190203" y="1972206"/>
                  <a:pt x="6190203" y="2003388"/>
                </a:cubicBezTo>
                <a:cubicBezTo>
                  <a:pt x="6190203" y="2034571"/>
                  <a:pt x="6164526" y="2063583"/>
                  <a:pt x="6120539" y="2087623"/>
                </a:cubicBezTo>
                <a:lnTo>
                  <a:pt x="6052202" y="2115361"/>
                </a:lnTo>
                <a:lnTo>
                  <a:pt x="6061402" y="2132621"/>
                </a:lnTo>
                <a:cubicBezTo>
                  <a:pt x="6094406" y="2204202"/>
                  <a:pt x="6100192" y="2263137"/>
                  <a:pt x="6071045" y="2292283"/>
                </a:cubicBezTo>
                <a:cubicBezTo>
                  <a:pt x="6041470" y="2321858"/>
                  <a:pt x="5982534" y="2316072"/>
                  <a:pt x="5911061" y="2282960"/>
                </a:cubicBezTo>
                <a:lnTo>
                  <a:pt x="5893744" y="2273685"/>
                </a:lnTo>
                <a:lnTo>
                  <a:pt x="5865784" y="2342634"/>
                </a:lnTo>
                <a:cubicBezTo>
                  <a:pt x="5841825" y="2386620"/>
                  <a:pt x="5813013" y="2412297"/>
                  <a:pt x="5782152" y="2412297"/>
                </a:cubicBezTo>
                <a:cubicBezTo>
                  <a:pt x="5751291" y="2412297"/>
                  <a:pt x="5722479" y="2386620"/>
                  <a:pt x="5698520" y="2342634"/>
                </a:cubicBezTo>
                <a:lnTo>
                  <a:pt x="5670749" y="2274150"/>
                </a:lnTo>
                <a:lnTo>
                  <a:pt x="5653242" y="2283496"/>
                </a:lnTo>
                <a:cubicBezTo>
                  <a:pt x="5581769" y="2316501"/>
                  <a:pt x="5522833" y="2322286"/>
                  <a:pt x="5493258" y="2293141"/>
                </a:cubicBezTo>
                <a:cubicBezTo>
                  <a:pt x="5464112" y="2263565"/>
                  <a:pt x="5469898" y="2204628"/>
                  <a:pt x="5502902" y="2133155"/>
                </a:cubicBezTo>
                <a:lnTo>
                  <a:pt x="5512498" y="2115182"/>
                </a:lnTo>
                <a:lnTo>
                  <a:pt x="5443764" y="2087397"/>
                </a:lnTo>
                <a:cubicBezTo>
                  <a:pt x="5399777" y="2063462"/>
                  <a:pt x="5374100" y="2034570"/>
                  <a:pt x="5374100" y="2003388"/>
                </a:cubicBezTo>
                <a:cubicBezTo>
                  <a:pt x="5374100" y="1972207"/>
                  <a:pt x="5399777" y="1943315"/>
                  <a:pt x="5443764" y="1919379"/>
                </a:cubicBezTo>
                <a:lnTo>
                  <a:pt x="5512121" y="1891747"/>
                </a:lnTo>
                <a:lnTo>
                  <a:pt x="5502902" y="1874480"/>
                </a:lnTo>
                <a:cubicBezTo>
                  <a:pt x="5469898" y="1803007"/>
                  <a:pt x="5464112" y="1744073"/>
                  <a:pt x="5493258" y="1714497"/>
                </a:cubicBezTo>
                <a:cubicBezTo>
                  <a:pt x="5522833" y="1685351"/>
                  <a:pt x="5581769" y="1691138"/>
                  <a:pt x="5653242" y="1724143"/>
                </a:cubicBezTo>
                <a:lnTo>
                  <a:pt x="5670795" y="1733514"/>
                </a:lnTo>
                <a:lnTo>
                  <a:pt x="5698143" y="1665860"/>
                </a:lnTo>
                <a:cubicBezTo>
                  <a:pt x="5722077" y="1621875"/>
                  <a:pt x="5750969" y="1596198"/>
                  <a:pt x="5782152" y="1596198"/>
                </a:cubicBezTo>
                <a:close/>
                <a:moveTo>
                  <a:pt x="3595306" y="1531906"/>
                </a:moveTo>
                <a:cubicBezTo>
                  <a:pt x="3530155" y="1531906"/>
                  <a:pt x="3477006" y="1585913"/>
                  <a:pt x="3477006" y="1651922"/>
                </a:cubicBezTo>
                <a:cubicBezTo>
                  <a:pt x="3477006" y="1717929"/>
                  <a:pt x="3530155" y="1771933"/>
                  <a:pt x="3595306" y="1771933"/>
                </a:cubicBezTo>
                <a:cubicBezTo>
                  <a:pt x="3661315" y="1771933"/>
                  <a:pt x="3714464" y="1717929"/>
                  <a:pt x="3713607" y="1651922"/>
                </a:cubicBezTo>
                <a:cubicBezTo>
                  <a:pt x="3713607" y="1585913"/>
                  <a:pt x="3660458" y="1531906"/>
                  <a:pt x="3595306" y="1531906"/>
                </a:cubicBezTo>
                <a:close/>
                <a:moveTo>
                  <a:pt x="1682785" y="1496755"/>
                </a:moveTo>
                <a:lnTo>
                  <a:pt x="2037137" y="1655346"/>
                </a:lnTo>
                <a:lnTo>
                  <a:pt x="2042829" y="1655346"/>
                </a:lnTo>
                <a:lnTo>
                  <a:pt x="2042829" y="1657894"/>
                </a:lnTo>
                <a:lnTo>
                  <a:pt x="2050545" y="1661347"/>
                </a:lnTo>
                <a:lnTo>
                  <a:pt x="2042829" y="1664864"/>
                </a:lnTo>
                <a:lnTo>
                  <a:pt x="2042829" y="1878511"/>
                </a:lnTo>
                <a:lnTo>
                  <a:pt x="2057832" y="1884660"/>
                </a:lnTo>
                <a:cubicBezTo>
                  <a:pt x="2064475" y="1891304"/>
                  <a:pt x="2068547" y="1900519"/>
                  <a:pt x="2068547" y="1910806"/>
                </a:cubicBezTo>
                <a:cubicBezTo>
                  <a:pt x="2068547" y="1921093"/>
                  <a:pt x="2064475" y="1930523"/>
                  <a:pt x="2057832" y="1937274"/>
                </a:cubicBezTo>
                <a:lnTo>
                  <a:pt x="2057578" y="1937375"/>
                </a:lnTo>
                <a:lnTo>
                  <a:pt x="2065332" y="1965456"/>
                </a:lnTo>
                <a:cubicBezTo>
                  <a:pt x="2071119" y="1992674"/>
                  <a:pt x="2075405" y="2031679"/>
                  <a:pt x="2069404" y="2078827"/>
                </a:cubicBezTo>
                <a:lnTo>
                  <a:pt x="2038543" y="2078827"/>
                </a:lnTo>
                <a:lnTo>
                  <a:pt x="2027398" y="2078827"/>
                </a:lnTo>
                <a:lnTo>
                  <a:pt x="1996538" y="2078827"/>
                </a:lnTo>
                <a:cubicBezTo>
                  <a:pt x="1990966" y="2031679"/>
                  <a:pt x="1995467" y="1992674"/>
                  <a:pt x="2001360" y="1965456"/>
                </a:cubicBezTo>
                <a:lnTo>
                  <a:pt x="2008928" y="1938341"/>
                </a:lnTo>
                <a:lnTo>
                  <a:pt x="2005539" y="1936952"/>
                </a:lnTo>
                <a:cubicBezTo>
                  <a:pt x="1998895" y="1930309"/>
                  <a:pt x="1994823" y="1921093"/>
                  <a:pt x="1994823" y="1910806"/>
                </a:cubicBezTo>
                <a:cubicBezTo>
                  <a:pt x="1994823" y="1900519"/>
                  <a:pt x="1998895" y="1891304"/>
                  <a:pt x="2005539" y="1884660"/>
                </a:cubicBezTo>
                <a:lnTo>
                  <a:pt x="2019683" y="1878863"/>
                </a:lnTo>
                <a:lnTo>
                  <a:pt x="2019683" y="1675413"/>
                </a:lnTo>
                <a:lnTo>
                  <a:pt x="1672498" y="1833654"/>
                </a:lnTo>
                <a:lnTo>
                  <a:pt x="1300450" y="1665634"/>
                </a:lnTo>
                <a:close/>
                <a:moveTo>
                  <a:pt x="5080921" y="1438462"/>
                </a:moveTo>
                <a:lnTo>
                  <a:pt x="5143500" y="1438462"/>
                </a:lnTo>
                <a:cubicBezTo>
                  <a:pt x="5151215" y="1438462"/>
                  <a:pt x="5158931" y="1447035"/>
                  <a:pt x="5158931" y="1457322"/>
                </a:cubicBezTo>
                <a:cubicBezTo>
                  <a:pt x="5158931" y="1467609"/>
                  <a:pt x="5152073" y="1476181"/>
                  <a:pt x="5143500" y="1476181"/>
                </a:cubicBezTo>
                <a:lnTo>
                  <a:pt x="5080921" y="1476181"/>
                </a:lnTo>
                <a:cubicBezTo>
                  <a:pt x="5072348" y="1476181"/>
                  <a:pt x="5065490" y="1467609"/>
                  <a:pt x="5065490" y="1457322"/>
                </a:cubicBezTo>
                <a:cubicBezTo>
                  <a:pt x="5065490" y="1447035"/>
                  <a:pt x="5072348" y="1438462"/>
                  <a:pt x="5080921" y="1438462"/>
                </a:cubicBezTo>
                <a:close/>
                <a:moveTo>
                  <a:pt x="2660050" y="1421316"/>
                </a:moveTo>
                <a:cubicBezTo>
                  <a:pt x="2660050" y="1421316"/>
                  <a:pt x="2765491" y="1532758"/>
                  <a:pt x="2760348" y="1591909"/>
                </a:cubicBezTo>
                <a:cubicBezTo>
                  <a:pt x="2755204" y="1651059"/>
                  <a:pt x="2643762" y="1672490"/>
                  <a:pt x="2643762" y="1672490"/>
                </a:cubicBezTo>
                <a:cubicBezTo>
                  <a:pt x="2643762" y="1672490"/>
                  <a:pt x="2795495" y="1672490"/>
                  <a:pt x="2797210" y="1599624"/>
                </a:cubicBezTo>
                <a:cubicBezTo>
                  <a:pt x="2798067" y="1527615"/>
                  <a:pt x="2660050" y="1421316"/>
                  <a:pt x="2660050" y="1421316"/>
                </a:cubicBezTo>
                <a:close/>
                <a:moveTo>
                  <a:pt x="5060347" y="1398171"/>
                </a:moveTo>
                <a:lnTo>
                  <a:pt x="5164075" y="1398171"/>
                </a:lnTo>
                <a:cubicBezTo>
                  <a:pt x="5177791" y="1398171"/>
                  <a:pt x="5189792" y="1406744"/>
                  <a:pt x="5189792" y="1417031"/>
                </a:cubicBezTo>
                <a:cubicBezTo>
                  <a:pt x="5189792" y="1427318"/>
                  <a:pt x="5177791" y="1435890"/>
                  <a:pt x="5164075" y="1435890"/>
                </a:cubicBezTo>
                <a:lnTo>
                  <a:pt x="5060347" y="1435890"/>
                </a:lnTo>
                <a:cubicBezTo>
                  <a:pt x="5045774" y="1435890"/>
                  <a:pt x="5034629" y="1427318"/>
                  <a:pt x="5034629" y="1417031"/>
                </a:cubicBezTo>
                <a:cubicBezTo>
                  <a:pt x="5034629" y="1406744"/>
                  <a:pt x="5046631" y="1398171"/>
                  <a:pt x="5060347" y="1398171"/>
                </a:cubicBezTo>
                <a:close/>
                <a:moveTo>
                  <a:pt x="3397282" y="1360456"/>
                </a:moveTo>
                <a:cubicBezTo>
                  <a:pt x="3336417" y="1360456"/>
                  <a:pt x="3287554" y="1410176"/>
                  <a:pt x="3287554" y="1471897"/>
                </a:cubicBezTo>
                <a:cubicBezTo>
                  <a:pt x="3287554" y="1532763"/>
                  <a:pt x="3336417" y="1582484"/>
                  <a:pt x="3397282" y="1582484"/>
                </a:cubicBezTo>
                <a:cubicBezTo>
                  <a:pt x="3458146" y="1582484"/>
                  <a:pt x="3507010" y="1532763"/>
                  <a:pt x="3507010" y="1471897"/>
                </a:cubicBezTo>
                <a:cubicBezTo>
                  <a:pt x="3507010" y="1410176"/>
                  <a:pt x="3458146" y="1360456"/>
                  <a:pt x="3397282" y="1360456"/>
                </a:cubicBezTo>
                <a:close/>
                <a:moveTo>
                  <a:pt x="5060347" y="1358738"/>
                </a:moveTo>
                <a:lnTo>
                  <a:pt x="5164075" y="1358738"/>
                </a:lnTo>
                <a:cubicBezTo>
                  <a:pt x="5177791" y="1358738"/>
                  <a:pt x="5189792" y="1367311"/>
                  <a:pt x="5189792" y="1377598"/>
                </a:cubicBezTo>
                <a:cubicBezTo>
                  <a:pt x="5189792" y="1387886"/>
                  <a:pt x="5177791" y="1396458"/>
                  <a:pt x="5164075" y="1396458"/>
                </a:cubicBezTo>
                <a:lnTo>
                  <a:pt x="5060347" y="1396458"/>
                </a:lnTo>
                <a:cubicBezTo>
                  <a:pt x="5045774" y="1396458"/>
                  <a:pt x="5034629" y="1387886"/>
                  <a:pt x="5034629" y="1377598"/>
                </a:cubicBezTo>
                <a:cubicBezTo>
                  <a:pt x="5034629" y="1367311"/>
                  <a:pt x="5046631" y="1358738"/>
                  <a:pt x="5060347" y="1358738"/>
                </a:cubicBezTo>
                <a:close/>
                <a:moveTo>
                  <a:pt x="3329559" y="1134999"/>
                </a:moveTo>
                <a:cubicBezTo>
                  <a:pt x="3276409" y="1134999"/>
                  <a:pt x="3233547" y="1178718"/>
                  <a:pt x="3233547" y="1232725"/>
                </a:cubicBezTo>
                <a:cubicBezTo>
                  <a:pt x="3233547" y="1286732"/>
                  <a:pt x="3277267" y="1330451"/>
                  <a:pt x="3329559" y="1330451"/>
                </a:cubicBezTo>
                <a:cubicBezTo>
                  <a:pt x="3382708" y="1330451"/>
                  <a:pt x="3425571" y="1286732"/>
                  <a:pt x="3425571" y="1232725"/>
                </a:cubicBezTo>
                <a:cubicBezTo>
                  <a:pt x="3425571" y="1178718"/>
                  <a:pt x="3382708" y="1134999"/>
                  <a:pt x="3329559" y="1134999"/>
                </a:cubicBezTo>
                <a:close/>
                <a:moveTo>
                  <a:pt x="2545178" y="997834"/>
                </a:moveTo>
                <a:cubicBezTo>
                  <a:pt x="2602614" y="997834"/>
                  <a:pt x="2649763" y="1015837"/>
                  <a:pt x="2649763" y="1038125"/>
                </a:cubicBezTo>
                <a:cubicBezTo>
                  <a:pt x="2649763" y="1038982"/>
                  <a:pt x="2649763" y="1039840"/>
                  <a:pt x="2649763" y="1040697"/>
                </a:cubicBezTo>
                <a:lnTo>
                  <a:pt x="2654049" y="1040697"/>
                </a:lnTo>
                <a:lnTo>
                  <a:pt x="2654049" y="1116135"/>
                </a:lnTo>
                <a:lnTo>
                  <a:pt x="2649763" y="1116135"/>
                </a:lnTo>
                <a:cubicBezTo>
                  <a:pt x="2648905" y="1124707"/>
                  <a:pt x="2643762" y="1132423"/>
                  <a:pt x="2632618" y="1138423"/>
                </a:cubicBezTo>
                <a:cubicBezTo>
                  <a:pt x="2632618" y="1174428"/>
                  <a:pt x="2632618" y="1282441"/>
                  <a:pt x="2632618" y="1309873"/>
                </a:cubicBezTo>
                <a:cubicBezTo>
                  <a:pt x="2632618" y="1343306"/>
                  <a:pt x="2648905" y="1351879"/>
                  <a:pt x="2648905" y="1351879"/>
                </a:cubicBezTo>
                <a:cubicBezTo>
                  <a:pt x="2688339" y="1374167"/>
                  <a:pt x="2910367" y="1601338"/>
                  <a:pt x="2810926" y="1669918"/>
                </a:cubicBezTo>
                <a:cubicBezTo>
                  <a:pt x="2722629" y="1731640"/>
                  <a:pt x="2575182" y="1729069"/>
                  <a:pt x="2546035" y="1728211"/>
                </a:cubicBezTo>
                <a:cubicBezTo>
                  <a:pt x="2516889" y="1729069"/>
                  <a:pt x="2368584" y="1731640"/>
                  <a:pt x="2281144" y="1669918"/>
                </a:cubicBezTo>
                <a:cubicBezTo>
                  <a:pt x="2183418" y="1601338"/>
                  <a:pt x="2408875" y="1375024"/>
                  <a:pt x="2447452" y="1351879"/>
                </a:cubicBezTo>
                <a:cubicBezTo>
                  <a:pt x="2447452" y="1351879"/>
                  <a:pt x="2470597" y="1343306"/>
                  <a:pt x="2470597" y="1309873"/>
                </a:cubicBezTo>
                <a:cubicBezTo>
                  <a:pt x="2470597" y="1282441"/>
                  <a:pt x="2470597" y="1176142"/>
                  <a:pt x="2470597" y="1139281"/>
                </a:cubicBezTo>
                <a:cubicBezTo>
                  <a:pt x="2449166" y="1133280"/>
                  <a:pt x="2442308" y="1124707"/>
                  <a:pt x="2440594" y="1116135"/>
                </a:cubicBezTo>
                <a:lnTo>
                  <a:pt x="2438022" y="1116135"/>
                </a:lnTo>
                <a:lnTo>
                  <a:pt x="2438022" y="1040697"/>
                </a:lnTo>
                <a:lnTo>
                  <a:pt x="2440594" y="1040697"/>
                </a:lnTo>
                <a:cubicBezTo>
                  <a:pt x="2440594" y="1039840"/>
                  <a:pt x="2440594" y="1038982"/>
                  <a:pt x="2440594" y="1038125"/>
                </a:cubicBezTo>
                <a:cubicBezTo>
                  <a:pt x="2440594" y="1015837"/>
                  <a:pt x="2487742" y="997834"/>
                  <a:pt x="2545178" y="997834"/>
                </a:cubicBezTo>
                <a:close/>
                <a:moveTo>
                  <a:pt x="1963962" y="956688"/>
                </a:moveTo>
                <a:lnTo>
                  <a:pt x="2026541" y="956688"/>
                </a:lnTo>
                <a:cubicBezTo>
                  <a:pt x="2035113" y="956688"/>
                  <a:pt x="2042829" y="964404"/>
                  <a:pt x="2042829" y="975549"/>
                </a:cubicBezTo>
                <a:cubicBezTo>
                  <a:pt x="2042829" y="985836"/>
                  <a:pt x="2035971" y="994408"/>
                  <a:pt x="2027398" y="994408"/>
                </a:cubicBezTo>
                <a:lnTo>
                  <a:pt x="1963962" y="994408"/>
                </a:lnTo>
                <a:cubicBezTo>
                  <a:pt x="1955389" y="994408"/>
                  <a:pt x="1948531" y="985836"/>
                  <a:pt x="1948531" y="975549"/>
                </a:cubicBezTo>
                <a:cubicBezTo>
                  <a:pt x="1948531" y="965262"/>
                  <a:pt x="1955389" y="956688"/>
                  <a:pt x="1963962" y="956688"/>
                </a:cubicBezTo>
                <a:close/>
                <a:moveTo>
                  <a:pt x="3402425" y="943831"/>
                </a:moveTo>
                <a:cubicBezTo>
                  <a:pt x="3362134" y="943831"/>
                  <a:pt x="3329559" y="976409"/>
                  <a:pt x="3330416" y="1016699"/>
                </a:cubicBezTo>
                <a:cubicBezTo>
                  <a:pt x="3330416" y="1056989"/>
                  <a:pt x="3362134" y="1089565"/>
                  <a:pt x="3402425" y="1089565"/>
                </a:cubicBezTo>
                <a:cubicBezTo>
                  <a:pt x="3441859" y="1089565"/>
                  <a:pt x="3474434" y="1056989"/>
                  <a:pt x="3474434" y="1016699"/>
                </a:cubicBezTo>
                <a:cubicBezTo>
                  <a:pt x="3474434" y="976409"/>
                  <a:pt x="3442716" y="943831"/>
                  <a:pt x="3402425" y="943831"/>
                </a:cubicBezTo>
                <a:close/>
                <a:moveTo>
                  <a:pt x="4083082" y="928402"/>
                </a:moveTo>
                <a:cubicBezTo>
                  <a:pt x="4003358" y="928402"/>
                  <a:pt x="3939064" y="992696"/>
                  <a:pt x="3939064" y="1072419"/>
                </a:cubicBezTo>
                <a:cubicBezTo>
                  <a:pt x="3939064" y="1152143"/>
                  <a:pt x="4003358" y="1216437"/>
                  <a:pt x="4083082" y="1216437"/>
                </a:cubicBezTo>
                <a:cubicBezTo>
                  <a:pt x="4162806" y="1216437"/>
                  <a:pt x="4227100" y="1152143"/>
                  <a:pt x="4227100" y="1072419"/>
                </a:cubicBezTo>
                <a:cubicBezTo>
                  <a:pt x="4227100" y="992696"/>
                  <a:pt x="4162806" y="928402"/>
                  <a:pt x="4083082" y="928402"/>
                </a:cubicBezTo>
                <a:close/>
                <a:moveTo>
                  <a:pt x="1944245" y="916397"/>
                </a:moveTo>
                <a:lnTo>
                  <a:pt x="2047973" y="916397"/>
                </a:lnTo>
                <a:cubicBezTo>
                  <a:pt x="2061689" y="916397"/>
                  <a:pt x="2073690" y="924971"/>
                  <a:pt x="2073690" y="935258"/>
                </a:cubicBezTo>
                <a:cubicBezTo>
                  <a:pt x="2073690" y="945545"/>
                  <a:pt x="2061689" y="954117"/>
                  <a:pt x="2047973" y="954117"/>
                </a:cubicBezTo>
                <a:lnTo>
                  <a:pt x="1944245" y="954117"/>
                </a:lnTo>
                <a:cubicBezTo>
                  <a:pt x="1929672" y="954117"/>
                  <a:pt x="1918527" y="945545"/>
                  <a:pt x="1918527" y="935258"/>
                </a:cubicBezTo>
                <a:cubicBezTo>
                  <a:pt x="1918527" y="924971"/>
                  <a:pt x="1930529" y="916397"/>
                  <a:pt x="1944245" y="916397"/>
                </a:cubicBezTo>
                <a:close/>
                <a:moveTo>
                  <a:pt x="1944245" y="876106"/>
                </a:moveTo>
                <a:lnTo>
                  <a:pt x="2047973" y="876106"/>
                </a:lnTo>
                <a:cubicBezTo>
                  <a:pt x="2061689" y="876106"/>
                  <a:pt x="2073690" y="884680"/>
                  <a:pt x="2073690" y="894967"/>
                </a:cubicBezTo>
                <a:cubicBezTo>
                  <a:pt x="2073690" y="905254"/>
                  <a:pt x="2061689" y="913826"/>
                  <a:pt x="2047973" y="913826"/>
                </a:cubicBezTo>
                <a:lnTo>
                  <a:pt x="1944245" y="913826"/>
                </a:lnTo>
                <a:cubicBezTo>
                  <a:pt x="1929672" y="913826"/>
                  <a:pt x="1918527" y="905254"/>
                  <a:pt x="1918527" y="894967"/>
                </a:cubicBezTo>
                <a:cubicBezTo>
                  <a:pt x="1918527" y="884680"/>
                  <a:pt x="1930529" y="876106"/>
                  <a:pt x="1944245" y="876106"/>
                </a:cubicBezTo>
                <a:close/>
                <a:moveTo>
                  <a:pt x="5177790" y="825530"/>
                </a:moveTo>
                <a:cubicBezTo>
                  <a:pt x="5177790" y="825530"/>
                  <a:pt x="5326951" y="909539"/>
                  <a:pt x="5272088" y="1060415"/>
                </a:cubicBezTo>
                <a:cubicBezTo>
                  <a:pt x="5272088" y="1060415"/>
                  <a:pt x="5399818" y="860676"/>
                  <a:pt x="5177790" y="825530"/>
                </a:cubicBezTo>
                <a:close/>
                <a:moveTo>
                  <a:pt x="5101495" y="760378"/>
                </a:moveTo>
                <a:cubicBezTo>
                  <a:pt x="5104710" y="760378"/>
                  <a:pt x="5106531" y="760378"/>
                  <a:pt x="5107496" y="760378"/>
                </a:cubicBezTo>
                <a:lnTo>
                  <a:pt x="5108353" y="760378"/>
                </a:lnTo>
                <a:lnTo>
                  <a:pt x="5114354" y="760378"/>
                </a:lnTo>
                <a:cubicBezTo>
                  <a:pt x="5439252" y="768951"/>
                  <a:pt x="5363813" y="1091277"/>
                  <a:pt x="5275516" y="1171000"/>
                </a:cubicBezTo>
                <a:cubicBezTo>
                  <a:pt x="5185505" y="1250725"/>
                  <a:pt x="5192363" y="1351880"/>
                  <a:pt x="5192363" y="1351880"/>
                </a:cubicBezTo>
                <a:lnTo>
                  <a:pt x="5120354" y="1351880"/>
                </a:lnTo>
                <a:lnTo>
                  <a:pt x="5107496" y="1351880"/>
                </a:lnTo>
                <a:lnTo>
                  <a:pt x="5029486" y="1351880"/>
                </a:lnTo>
                <a:cubicBezTo>
                  <a:pt x="5029486" y="1351880"/>
                  <a:pt x="5032915" y="1251583"/>
                  <a:pt x="4943761" y="1171000"/>
                </a:cubicBezTo>
                <a:cubicBezTo>
                  <a:pt x="4855464" y="1091277"/>
                  <a:pt x="4776597" y="768951"/>
                  <a:pt x="5101495" y="760378"/>
                </a:cubicBezTo>
                <a:close/>
                <a:moveTo>
                  <a:pt x="3975068" y="748379"/>
                </a:moveTo>
                <a:cubicBezTo>
                  <a:pt x="3975068" y="748379"/>
                  <a:pt x="4251103" y="775810"/>
                  <a:pt x="4329113" y="991837"/>
                </a:cubicBezTo>
                <a:cubicBezTo>
                  <a:pt x="4407122" y="1207864"/>
                  <a:pt x="4227100" y="1303876"/>
                  <a:pt x="4023074" y="1384458"/>
                </a:cubicBezTo>
                <a:cubicBezTo>
                  <a:pt x="3818191" y="1465899"/>
                  <a:pt x="3867055" y="1849944"/>
                  <a:pt x="3545586" y="1825939"/>
                </a:cubicBezTo>
                <a:cubicBezTo>
                  <a:pt x="3224974" y="1801937"/>
                  <a:pt x="2732913" y="766380"/>
                  <a:pt x="3975068" y="748379"/>
                </a:cubicBezTo>
                <a:close/>
                <a:moveTo>
                  <a:pt x="912543" y="703049"/>
                </a:moveTo>
                <a:cubicBezTo>
                  <a:pt x="916186" y="704227"/>
                  <a:pt x="919401" y="706799"/>
                  <a:pt x="921544" y="710657"/>
                </a:cubicBezTo>
                <a:lnTo>
                  <a:pt x="942953" y="752806"/>
                </a:lnTo>
                <a:lnTo>
                  <a:pt x="953423" y="749943"/>
                </a:lnTo>
                <a:cubicBezTo>
                  <a:pt x="985731" y="747733"/>
                  <a:pt x="1017557" y="764449"/>
                  <a:pt x="1032987" y="794666"/>
                </a:cubicBezTo>
                <a:cubicBezTo>
                  <a:pt x="1040703" y="810097"/>
                  <a:pt x="1043234" y="826733"/>
                  <a:pt x="1041260" y="842585"/>
                </a:cubicBezTo>
                <a:lnTo>
                  <a:pt x="1028104" y="872891"/>
                </a:lnTo>
                <a:lnTo>
                  <a:pt x="1072875" y="914092"/>
                </a:lnTo>
                <a:cubicBezTo>
                  <a:pt x="1192382" y="1024195"/>
                  <a:pt x="1430752" y="1244724"/>
                  <a:pt x="1425608" y="1247295"/>
                </a:cubicBezTo>
                <a:cubicBezTo>
                  <a:pt x="1418750" y="1250724"/>
                  <a:pt x="1321023" y="1216434"/>
                  <a:pt x="1321023" y="1216434"/>
                </a:cubicBezTo>
                <a:cubicBezTo>
                  <a:pt x="1321023" y="1216434"/>
                  <a:pt x="1119944" y="1035608"/>
                  <a:pt x="1018681" y="943748"/>
                </a:cubicBezTo>
                <a:lnTo>
                  <a:pt x="1011064" y="936811"/>
                </a:lnTo>
                <a:lnTo>
                  <a:pt x="1026129" y="1357885"/>
                </a:lnTo>
                <a:lnTo>
                  <a:pt x="993553" y="1456468"/>
                </a:lnTo>
                <a:lnTo>
                  <a:pt x="966978" y="1357028"/>
                </a:lnTo>
                <a:lnTo>
                  <a:pt x="946039" y="912474"/>
                </a:lnTo>
                <a:lnTo>
                  <a:pt x="933546" y="910931"/>
                </a:lnTo>
                <a:cubicBezTo>
                  <a:pt x="913401" y="904395"/>
                  <a:pt x="895827" y="890250"/>
                  <a:pt x="885540" y="870104"/>
                </a:cubicBezTo>
                <a:cubicBezTo>
                  <a:pt x="870110" y="839243"/>
                  <a:pt x="875414" y="803561"/>
                  <a:pt x="896028" y="778968"/>
                </a:cubicBezTo>
                <a:lnTo>
                  <a:pt x="914412" y="764338"/>
                </a:lnTo>
                <a:lnTo>
                  <a:pt x="894112" y="724373"/>
                </a:lnTo>
                <a:cubicBezTo>
                  <a:pt x="890683" y="716657"/>
                  <a:pt x="893254" y="708085"/>
                  <a:pt x="900970" y="703799"/>
                </a:cubicBezTo>
                <a:cubicBezTo>
                  <a:pt x="904828" y="702085"/>
                  <a:pt x="908900" y="701870"/>
                  <a:pt x="912543" y="703049"/>
                </a:cubicBezTo>
                <a:close/>
                <a:moveTo>
                  <a:pt x="2061687" y="342898"/>
                </a:moveTo>
                <a:cubicBezTo>
                  <a:pt x="2061687" y="342898"/>
                  <a:pt x="2210848" y="426910"/>
                  <a:pt x="2155984" y="577785"/>
                </a:cubicBezTo>
                <a:cubicBezTo>
                  <a:pt x="2155984" y="577785"/>
                  <a:pt x="2283715" y="378904"/>
                  <a:pt x="2061687" y="342898"/>
                </a:cubicBezTo>
                <a:close/>
                <a:moveTo>
                  <a:pt x="1985392" y="278605"/>
                </a:moveTo>
                <a:lnTo>
                  <a:pt x="1991393" y="278605"/>
                </a:lnTo>
                <a:lnTo>
                  <a:pt x="1992250" y="278605"/>
                </a:lnTo>
                <a:lnTo>
                  <a:pt x="1998250" y="278605"/>
                </a:lnTo>
                <a:cubicBezTo>
                  <a:pt x="2323148" y="287178"/>
                  <a:pt x="2247710" y="609504"/>
                  <a:pt x="2159413" y="689228"/>
                </a:cubicBezTo>
                <a:cubicBezTo>
                  <a:pt x="2069402" y="768953"/>
                  <a:pt x="2076260" y="870108"/>
                  <a:pt x="2076260" y="870108"/>
                </a:cubicBezTo>
                <a:lnTo>
                  <a:pt x="2004251" y="870108"/>
                </a:lnTo>
                <a:lnTo>
                  <a:pt x="1991393" y="870108"/>
                </a:lnTo>
                <a:lnTo>
                  <a:pt x="1913383" y="870108"/>
                </a:lnTo>
                <a:cubicBezTo>
                  <a:pt x="1913383" y="870108"/>
                  <a:pt x="1916812" y="769810"/>
                  <a:pt x="1827658" y="689228"/>
                </a:cubicBezTo>
                <a:cubicBezTo>
                  <a:pt x="1739361" y="609504"/>
                  <a:pt x="1660494" y="287178"/>
                  <a:pt x="1985392" y="278605"/>
                </a:cubicBezTo>
                <a:close/>
                <a:moveTo>
                  <a:pt x="2776633" y="269173"/>
                </a:moveTo>
                <a:cubicBezTo>
                  <a:pt x="2776633" y="270888"/>
                  <a:pt x="2959228" y="355756"/>
                  <a:pt x="2994375" y="372043"/>
                </a:cubicBezTo>
                <a:cubicBezTo>
                  <a:pt x="3029522" y="355756"/>
                  <a:pt x="3212117" y="270888"/>
                  <a:pt x="3212117" y="269173"/>
                </a:cubicBezTo>
                <a:lnTo>
                  <a:pt x="3212117" y="519491"/>
                </a:lnTo>
                <a:cubicBezTo>
                  <a:pt x="3152966" y="581213"/>
                  <a:pt x="3037238" y="591500"/>
                  <a:pt x="3000376" y="593215"/>
                </a:cubicBezTo>
                <a:cubicBezTo>
                  <a:pt x="3000376" y="593215"/>
                  <a:pt x="2997804" y="593215"/>
                  <a:pt x="2994375" y="593215"/>
                </a:cubicBezTo>
                <a:cubicBezTo>
                  <a:pt x="2990089" y="593215"/>
                  <a:pt x="2988374" y="593215"/>
                  <a:pt x="2988374" y="593215"/>
                </a:cubicBezTo>
                <a:cubicBezTo>
                  <a:pt x="2951513" y="592358"/>
                  <a:pt x="2835784" y="582071"/>
                  <a:pt x="2776633" y="519491"/>
                </a:cubicBezTo>
                <a:close/>
                <a:moveTo>
                  <a:pt x="4064357" y="122787"/>
                </a:moveTo>
                <a:cubicBezTo>
                  <a:pt x="4089994" y="126765"/>
                  <a:pt x="4114801" y="137373"/>
                  <a:pt x="4135375" y="158590"/>
                </a:cubicBezTo>
                <a:lnTo>
                  <a:pt x="4367690" y="158590"/>
                </a:lnTo>
                <a:lnTo>
                  <a:pt x="4367690" y="498920"/>
                </a:lnTo>
                <a:lnTo>
                  <a:pt x="4130231" y="500634"/>
                </a:lnTo>
                <a:cubicBezTo>
                  <a:pt x="4130231" y="500634"/>
                  <a:pt x="4050506" y="420052"/>
                  <a:pt x="3903059" y="497205"/>
                </a:cubicBezTo>
                <a:lnTo>
                  <a:pt x="3903059" y="158590"/>
                </a:lnTo>
                <a:cubicBezTo>
                  <a:pt x="3903059" y="158590"/>
                  <a:pt x="3987445" y="110852"/>
                  <a:pt x="4064357" y="122787"/>
                </a:cubicBezTo>
                <a:close/>
                <a:moveTo>
                  <a:pt x="3009805" y="0"/>
                </a:moveTo>
                <a:lnTo>
                  <a:pt x="3364979" y="158588"/>
                </a:lnTo>
                <a:lnTo>
                  <a:pt x="3370707" y="158588"/>
                </a:lnTo>
                <a:lnTo>
                  <a:pt x="3370707" y="161146"/>
                </a:lnTo>
                <a:lnTo>
                  <a:pt x="3378423" y="164591"/>
                </a:lnTo>
                <a:lnTo>
                  <a:pt x="3370707" y="168108"/>
                </a:lnTo>
                <a:lnTo>
                  <a:pt x="3370707" y="381755"/>
                </a:lnTo>
                <a:lnTo>
                  <a:pt x="3385709" y="387903"/>
                </a:lnTo>
                <a:cubicBezTo>
                  <a:pt x="3392353" y="394547"/>
                  <a:pt x="3396425" y="403762"/>
                  <a:pt x="3396425" y="414049"/>
                </a:cubicBezTo>
                <a:cubicBezTo>
                  <a:pt x="3396425" y="424336"/>
                  <a:pt x="3392139" y="433766"/>
                  <a:pt x="3385388" y="440517"/>
                </a:cubicBezTo>
                <a:lnTo>
                  <a:pt x="3384653" y="440813"/>
                </a:lnTo>
                <a:lnTo>
                  <a:pt x="3392352" y="468698"/>
                </a:lnTo>
                <a:cubicBezTo>
                  <a:pt x="3398139" y="495916"/>
                  <a:pt x="3402425" y="534921"/>
                  <a:pt x="3396424" y="582069"/>
                </a:cubicBezTo>
                <a:lnTo>
                  <a:pt x="3366421" y="582069"/>
                </a:lnTo>
                <a:lnTo>
                  <a:pt x="3324416" y="582069"/>
                </a:lnTo>
                <a:cubicBezTo>
                  <a:pt x="3318844" y="534921"/>
                  <a:pt x="3323345" y="495916"/>
                  <a:pt x="3329238" y="468698"/>
                </a:cubicBezTo>
                <a:lnTo>
                  <a:pt x="3336806" y="441584"/>
                </a:lnTo>
                <a:lnTo>
                  <a:pt x="3333417" y="440196"/>
                </a:lnTo>
                <a:cubicBezTo>
                  <a:pt x="3326773" y="433552"/>
                  <a:pt x="3322701" y="424336"/>
                  <a:pt x="3322701" y="414049"/>
                </a:cubicBezTo>
                <a:cubicBezTo>
                  <a:pt x="3322701" y="403762"/>
                  <a:pt x="3326773" y="394547"/>
                  <a:pt x="3333417" y="387903"/>
                </a:cubicBezTo>
                <a:lnTo>
                  <a:pt x="3347562" y="382106"/>
                </a:lnTo>
                <a:lnTo>
                  <a:pt x="3347562" y="178657"/>
                </a:lnTo>
                <a:lnTo>
                  <a:pt x="3000375" y="336899"/>
                </a:lnTo>
                <a:lnTo>
                  <a:pt x="2628328" y="168878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E1ADE4-2DF4-A39F-9848-7D69EA9D3C4D}"/>
              </a:ext>
            </a:extLst>
          </p:cNvPr>
          <p:cNvSpPr/>
          <p:nvPr userDrawn="1"/>
        </p:nvSpPr>
        <p:spPr>
          <a:xfrm>
            <a:off x="415572" y="295119"/>
            <a:ext cx="3095329" cy="439839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rgbClr val="1A495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0E6452C-B528-AF49-CB09-53560928AD03}"/>
              </a:ext>
            </a:extLst>
          </p:cNvPr>
          <p:cNvGrpSpPr/>
          <p:nvPr userDrawn="1"/>
        </p:nvGrpSpPr>
        <p:grpSpPr>
          <a:xfrm>
            <a:off x="3657132" y="160566"/>
            <a:ext cx="2900381" cy="538609"/>
            <a:chOff x="3657132" y="444690"/>
            <a:chExt cx="2900381" cy="538609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9338AD9-8077-CC09-9700-87C7C6A89EBB}"/>
                </a:ext>
              </a:extLst>
            </p:cNvPr>
            <p:cNvSpPr txBox="1"/>
            <p:nvPr/>
          </p:nvSpPr>
          <p:spPr>
            <a:xfrm>
              <a:off x="4832198" y="487734"/>
              <a:ext cx="17253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>
                  <a:solidFill>
                    <a:srgbClr val="D3F1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法贝实验室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5126342-EBBA-1DD7-BA9C-CEB128C733AD}"/>
                </a:ext>
              </a:extLst>
            </p:cNvPr>
            <p:cNvSpPr txBox="1"/>
            <p:nvPr/>
          </p:nvSpPr>
          <p:spPr>
            <a:xfrm>
              <a:off x="3657132" y="444690"/>
              <a:ext cx="133722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900" b="1" dirty="0">
                  <a:solidFill>
                    <a:srgbClr val="D3F1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Light SemiCondensed" panose="020B0502040204020203" pitchFamily="34" charset="0"/>
                </a:rPr>
                <a:t>FABLAB</a:t>
              </a:r>
              <a:endParaRPr lang="zh-CN" altLang="en-US" sz="2900" b="1" dirty="0">
                <a:solidFill>
                  <a:srgbClr val="D3F1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F3318228-EB02-6D88-F443-3D2DBFEB6C31}"/>
              </a:ext>
            </a:extLst>
          </p:cNvPr>
          <p:cNvSpPr txBox="1"/>
          <p:nvPr userDrawn="1"/>
        </p:nvSpPr>
        <p:spPr>
          <a:xfrm>
            <a:off x="3778946" y="580460"/>
            <a:ext cx="2779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A6E3E2"/>
                </a:solidFill>
              </a:rPr>
              <a:t>致力于培养 未来科技工程 领军人才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4E2A3B-C36D-E22B-92C7-966520ABA56A}"/>
              </a:ext>
            </a:extLst>
          </p:cNvPr>
          <p:cNvSpPr txBox="1"/>
          <p:nvPr userDrawn="1"/>
        </p:nvSpPr>
        <p:spPr>
          <a:xfrm>
            <a:off x="313970" y="212200"/>
            <a:ext cx="2300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D3F1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车辆展示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5A1D53-67F5-947E-8D17-533165E3D788}"/>
              </a:ext>
            </a:extLst>
          </p:cNvPr>
          <p:cNvSpPr txBox="1"/>
          <p:nvPr userDrawn="1"/>
        </p:nvSpPr>
        <p:spPr>
          <a:xfrm>
            <a:off x="309188" y="9113077"/>
            <a:ext cx="52387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A6E3E2"/>
                </a:solidFill>
              </a:rPr>
              <a:t>如果您对课程或授课教师有任何投诉意见，请随时联系</a:t>
            </a:r>
            <a:r>
              <a:rPr lang="en-US" altLang="zh-CN" sz="1100" dirty="0">
                <a:solidFill>
                  <a:srgbClr val="A6E3E2"/>
                </a:solidFill>
              </a:rPr>
              <a:t>FABLAB</a:t>
            </a:r>
            <a:r>
              <a:rPr lang="zh-CN" altLang="en-US" sz="1100" dirty="0">
                <a:solidFill>
                  <a:srgbClr val="A6E3E2"/>
                </a:solidFill>
              </a:rPr>
              <a:t>法贝实验室负责人于老师，手机拨打 </a:t>
            </a:r>
            <a:r>
              <a:rPr lang="en-US" altLang="zh-CN" sz="1100" dirty="0">
                <a:solidFill>
                  <a:srgbClr val="A6E3E2"/>
                </a:solidFill>
              </a:rPr>
              <a:t>18768118065 </a:t>
            </a:r>
            <a:r>
              <a:rPr lang="zh-CN" altLang="en-US" sz="1100" dirty="0">
                <a:solidFill>
                  <a:srgbClr val="A6E3E2"/>
                </a:solidFill>
              </a:rPr>
              <a:t>或扫描右侧二维码添加微信进行反馈。我们将尽一切努力为您提供满意的解决方案。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2B7B85F-F0FF-FD3E-BE1D-0E71A2A0D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124" y="9032144"/>
            <a:ext cx="769390" cy="76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01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gradFill>
          <a:gsLst>
            <a:gs pos="0">
              <a:srgbClr val="184E5F"/>
            </a:gs>
            <a:gs pos="74000">
              <a:srgbClr val="213745"/>
            </a:gs>
            <a:gs pos="83000">
              <a:srgbClr val="1D2C3C"/>
            </a:gs>
            <a:gs pos="100000">
              <a:srgbClr val="0B202B"/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02158E4-F4BE-22BE-DBA5-34D9E0ABAF06}"/>
              </a:ext>
            </a:extLst>
          </p:cNvPr>
          <p:cNvSpPr/>
          <p:nvPr userDrawn="1"/>
        </p:nvSpPr>
        <p:spPr>
          <a:xfrm>
            <a:off x="303133" y="2048639"/>
            <a:ext cx="6251734" cy="5808721"/>
          </a:xfrm>
          <a:custGeom>
            <a:avLst/>
            <a:gdLst>
              <a:gd name="connsiteX0" fmla="*/ 3807697 w 6251734"/>
              <a:gd name="connsiteY0" fmla="*/ 5598000 h 5808721"/>
              <a:gd name="connsiteX1" fmla="*/ 3792649 w 6251734"/>
              <a:gd name="connsiteY1" fmla="*/ 5610966 h 5808721"/>
              <a:gd name="connsiteX2" fmla="*/ 3724407 w 6251734"/>
              <a:gd name="connsiteY2" fmla="*/ 5654281 h 5808721"/>
              <a:gd name="connsiteX3" fmla="*/ 3737518 w 6251734"/>
              <a:gd name="connsiteY3" fmla="*/ 5683584 h 5808721"/>
              <a:gd name="connsiteX4" fmla="*/ 3807904 w 6251734"/>
              <a:gd name="connsiteY4" fmla="*/ 5741855 h 5808721"/>
              <a:gd name="connsiteX5" fmla="*/ 3878291 w 6251734"/>
              <a:gd name="connsiteY5" fmla="*/ 5683584 h 5808721"/>
              <a:gd name="connsiteX6" fmla="*/ 3891370 w 6251734"/>
              <a:gd name="connsiteY6" fmla="*/ 5654352 h 5808721"/>
              <a:gd name="connsiteX7" fmla="*/ 3821929 w 6251734"/>
              <a:gd name="connsiteY7" fmla="*/ 5610228 h 5808721"/>
              <a:gd name="connsiteX8" fmla="*/ 3827101 w 6251734"/>
              <a:gd name="connsiteY8" fmla="*/ 5549255 h 5808721"/>
              <a:gd name="connsiteX9" fmla="*/ 3807904 w 6251734"/>
              <a:gd name="connsiteY9" fmla="*/ 5550689 h 5808721"/>
              <a:gd name="connsiteX10" fmla="*/ 3788212 w 6251734"/>
              <a:gd name="connsiteY10" fmla="*/ 5549599 h 5808721"/>
              <a:gd name="connsiteX11" fmla="*/ 3807470 w 6251734"/>
              <a:gd name="connsiteY11" fmla="*/ 5566172 h 5808721"/>
              <a:gd name="connsiteX12" fmla="*/ 3694058 w 6251734"/>
              <a:gd name="connsiteY12" fmla="*/ 5544387 h 5808721"/>
              <a:gd name="connsiteX13" fmla="*/ 3703452 w 6251734"/>
              <a:gd name="connsiteY13" fmla="*/ 5591293 h 5808721"/>
              <a:gd name="connsiteX14" fmla="*/ 3714172 w 6251734"/>
              <a:gd name="connsiteY14" fmla="*/ 5626491 h 5808721"/>
              <a:gd name="connsiteX15" fmla="*/ 3722717 w 6251734"/>
              <a:gd name="connsiteY15" fmla="*/ 5622628 h 5808721"/>
              <a:gd name="connsiteX16" fmla="*/ 3788068 w 6251734"/>
              <a:gd name="connsiteY16" fmla="*/ 5581136 h 5808721"/>
              <a:gd name="connsiteX17" fmla="*/ 3748826 w 6251734"/>
              <a:gd name="connsiteY17" fmla="*/ 5547419 h 5808721"/>
              <a:gd name="connsiteX18" fmla="*/ 3922198 w 6251734"/>
              <a:gd name="connsiteY18" fmla="*/ 5542152 h 5808721"/>
              <a:gd name="connsiteX19" fmla="*/ 3867799 w 6251734"/>
              <a:gd name="connsiteY19" fmla="*/ 5546215 h 5808721"/>
              <a:gd name="connsiteX20" fmla="*/ 3827145 w 6251734"/>
              <a:gd name="connsiteY20" fmla="*/ 5581244 h 5808721"/>
              <a:gd name="connsiteX21" fmla="*/ 3901775 w 6251734"/>
              <a:gd name="connsiteY21" fmla="*/ 5626039 h 5808721"/>
              <a:gd name="connsiteX22" fmla="*/ 3912357 w 6251734"/>
              <a:gd name="connsiteY22" fmla="*/ 5591293 h 5808721"/>
              <a:gd name="connsiteX23" fmla="*/ 3568695 w 6251734"/>
              <a:gd name="connsiteY23" fmla="*/ 5521810 h 5808721"/>
              <a:gd name="connsiteX24" fmla="*/ 3557706 w 6251734"/>
              <a:gd name="connsiteY24" fmla="*/ 5550648 h 5808721"/>
              <a:gd name="connsiteX25" fmla="*/ 3566160 w 6251734"/>
              <a:gd name="connsiteY25" fmla="*/ 5641559 h 5808721"/>
              <a:gd name="connsiteX26" fmla="*/ 3672538 w 6251734"/>
              <a:gd name="connsiteY26" fmla="*/ 5645312 h 5808721"/>
              <a:gd name="connsiteX27" fmla="*/ 3686711 w 6251734"/>
              <a:gd name="connsiteY27" fmla="*/ 5638905 h 5808721"/>
              <a:gd name="connsiteX28" fmla="*/ 3683653 w 6251734"/>
              <a:gd name="connsiteY28" fmla="*/ 5628857 h 5808721"/>
              <a:gd name="connsiteX29" fmla="*/ 3669753 w 6251734"/>
              <a:gd name="connsiteY29" fmla="*/ 5559542 h 5808721"/>
              <a:gd name="connsiteX30" fmla="*/ 3668350 w 6251734"/>
              <a:gd name="connsiteY30" fmla="*/ 5540767 h 5808721"/>
              <a:gd name="connsiteX31" fmla="*/ 3579717 w 6251734"/>
              <a:gd name="connsiteY31" fmla="*/ 5525147 h 5808721"/>
              <a:gd name="connsiteX32" fmla="*/ 4046585 w 6251734"/>
              <a:gd name="connsiteY32" fmla="*/ 5520939 h 5808721"/>
              <a:gd name="connsiteX33" fmla="*/ 3966777 w 6251734"/>
              <a:gd name="connsiteY33" fmla="*/ 5538822 h 5808721"/>
              <a:gd name="connsiteX34" fmla="*/ 3947602 w 6251734"/>
              <a:gd name="connsiteY34" fmla="*/ 5540254 h 5808721"/>
              <a:gd name="connsiteX35" fmla="*/ 3946176 w 6251734"/>
              <a:gd name="connsiteY35" fmla="*/ 5559542 h 5808721"/>
              <a:gd name="connsiteX36" fmla="*/ 3932381 w 6251734"/>
              <a:gd name="connsiteY36" fmla="*/ 5628857 h 5808721"/>
              <a:gd name="connsiteX37" fmla="*/ 3929132 w 6251734"/>
              <a:gd name="connsiteY37" fmla="*/ 5639587 h 5808721"/>
              <a:gd name="connsiteX38" fmla="*/ 3958740 w 6251734"/>
              <a:gd name="connsiteY38" fmla="*/ 5650869 h 5808721"/>
              <a:gd name="connsiteX39" fmla="*/ 4049650 w 6251734"/>
              <a:gd name="connsiteY39" fmla="*/ 5642415 h 5808721"/>
              <a:gd name="connsiteX40" fmla="*/ 4058104 w 6251734"/>
              <a:gd name="connsiteY40" fmla="*/ 5551128 h 5808721"/>
              <a:gd name="connsiteX41" fmla="*/ 3688846 w 6251734"/>
              <a:gd name="connsiteY41" fmla="*/ 5493292 h 5808721"/>
              <a:gd name="connsiteX42" fmla="*/ 3690677 w 6251734"/>
              <a:gd name="connsiteY42" fmla="*/ 5517905 h 5808721"/>
              <a:gd name="connsiteX43" fmla="*/ 3706306 w 6251734"/>
              <a:gd name="connsiteY43" fmla="*/ 5520689 h 5808721"/>
              <a:gd name="connsiteX44" fmla="*/ 3718556 w 6251734"/>
              <a:gd name="connsiteY44" fmla="*/ 5521412 h 5808721"/>
              <a:gd name="connsiteX45" fmla="*/ 3700748 w 6251734"/>
              <a:gd name="connsiteY45" fmla="*/ 5506112 h 5808721"/>
              <a:gd name="connsiteX46" fmla="*/ 3927084 w 6251734"/>
              <a:gd name="connsiteY46" fmla="*/ 5491676 h 5808721"/>
              <a:gd name="connsiteX47" fmla="*/ 3913348 w 6251734"/>
              <a:gd name="connsiteY47" fmla="*/ 5506970 h 5808721"/>
              <a:gd name="connsiteX48" fmla="*/ 3898270 w 6251734"/>
              <a:gd name="connsiteY48" fmla="*/ 5519961 h 5808721"/>
              <a:gd name="connsiteX49" fmla="*/ 3925127 w 6251734"/>
              <a:gd name="connsiteY49" fmla="*/ 5517962 h 5808721"/>
              <a:gd name="connsiteX50" fmla="*/ 2666906 w 6251734"/>
              <a:gd name="connsiteY50" fmla="*/ 5428104 h 5808721"/>
              <a:gd name="connsiteX51" fmla="*/ 2906936 w 6251734"/>
              <a:gd name="connsiteY51" fmla="*/ 5566121 h 5808721"/>
              <a:gd name="connsiteX52" fmla="*/ 2986661 w 6251734"/>
              <a:gd name="connsiteY52" fmla="*/ 5428961 h 5808721"/>
              <a:gd name="connsiteX53" fmla="*/ 2421698 w 6251734"/>
              <a:gd name="connsiteY53" fmla="*/ 5427947 h 5808721"/>
              <a:gd name="connsiteX54" fmla="*/ 2911499 w 6251734"/>
              <a:gd name="connsiteY54" fmla="*/ 5711122 h 5808721"/>
              <a:gd name="connsiteX55" fmla="*/ 2873313 w 6251734"/>
              <a:gd name="connsiteY55" fmla="*/ 5777171 h 5808721"/>
              <a:gd name="connsiteX56" fmla="*/ 2383512 w 6251734"/>
              <a:gd name="connsiteY56" fmla="*/ 5493996 h 5808721"/>
              <a:gd name="connsiteX57" fmla="*/ 3626020 w 6251734"/>
              <a:gd name="connsiteY57" fmla="*/ 5422235 h 5808721"/>
              <a:gd name="connsiteX58" fmla="*/ 3598818 w 6251734"/>
              <a:gd name="connsiteY58" fmla="*/ 5461243 h 5808721"/>
              <a:gd name="connsiteX59" fmla="*/ 3581388 w 6251734"/>
              <a:gd name="connsiteY59" fmla="*/ 5494011 h 5808721"/>
              <a:gd name="connsiteX60" fmla="*/ 3616801 w 6251734"/>
              <a:gd name="connsiteY60" fmla="*/ 5504746 h 5808721"/>
              <a:gd name="connsiteX61" fmla="*/ 3666318 w 6251734"/>
              <a:gd name="connsiteY61" fmla="*/ 5513566 h 5808721"/>
              <a:gd name="connsiteX62" fmla="*/ 3662700 w 6251734"/>
              <a:gd name="connsiteY62" fmla="*/ 5465131 h 5808721"/>
              <a:gd name="connsiteX63" fmla="*/ 3644732 w 6251734"/>
              <a:gd name="connsiteY63" fmla="*/ 5445778 h 5808721"/>
              <a:gd name="connsiteX64" fmla="*/ 3990100 w 6251734"/>
              <a:gd name="connsiteY64" fmla="*/ 5421513 h 5808721"/>
              <a:gd name="connsiteX65" fmla="*/ 3953357 w 6251734"/>
              <a:gd name="connsiteY65" fmla="*/ 5462423 h 5808721"/>
              <a:gd name="connsiteX66" fmla="*/ 3949475 w 6251734"/>
              <a:gd name="connsiteY66" fmla="*/ 5514925 h 5808721"/>
              <a:gd name="connsiteX67" fmla="*/ 4025703 w 6251734"/>
              <a:gd name="connsiteY67" fmla="*/ 5497859 h 5808721"/>
              <a:gd name="connsiteX68" fmla="*/ 4034309 w 6251734"/>
              <a:gd name="connsiteY68" fmla="*/ 5494362 h 5808721"/>
              <a:gd name="connsiteX69" fmla="*/ 4016993 w 6251734"/>
              <a:gd name="connsiteY69" fmla="*/ 5461874 h 5808721"/>
              <a:gd name="connsiteX70" fmla="*/ 3956426 w 6251734"/>
              <a:gd name="connsiteY70" fmla="*/ 5380419 h 5808721"/>
              <a:gd name="connsiteX71" fmla="*/ 3957923 w 6251734"/>
              <a:gd name="connsiteY71" fmla="*/ 5400670 h 5808721"/>
              <a:gd name="connsiteX72" fmla="*/ 3956295 w 6251734"/>
              <a:gd name="connsiteY72" fmla="*/ 5422687 h 5808721"/>
              <a:gd name="connsiteX73" fmla="*/ 3964989 w 6251734"/>
              <a:gd name="connsiteY73" fmla="*/ 5412959 h 5808721"/>
              <a:gd name="connsiteX74" fmla="*/ 3973699 w 6251734"/>
              <a:gd name="connsiteY74" fmla="*/ 5400468 h 5808721"/>
              <a:gd name="connsiteX75" fmla="*/ 3659650 w 6251734"/>
              <a:gd name="connsiteY75" fmla="*/ 5376790 h 5808721"/>
              <a:gd name="connsiteX76" fmla="*/ 3650822 w 6251734"/>
              <a:gd name="connsiteY76" fmla="*/ 5386669 h 5808721"/>
              <a:gd name="connsiteX77" fmla="*/ 3641492 w 6251734"/>
              <a:gd name="connsiteY77" fmla="*/ 5400048 h 5808721"/>
              <a:gd name="connsiteX78" fmla="*/ 3659392 w 6251734"/>
              <a:gd name="connsiteY78" fmla="*/ 5420848 h 5808721"/>
              <a:gd name="connsiteX79" fmla="*/ 3657885 w 6251734"/>
              <a:gd name="connsiteY79" fmla="*/ 5400670 h 5808721"/>
              <a:gd name="connsiteX80" fmla="*/ 2450878 w 6251734"/>
              <a:gd name="connsiteY80" fmla="*/ 5356093 h 5808721"/>
              <a:gd name="connsiteX81" fmla="*/ 3103247 w 6251734"/>
              <a:gd name="connsiteY81" fmla="*/ 5381811 h 5808721"/>
              <a:gd name="connsiteX82" fmla="*/ 2950656 w 6251734"/>
              <a:gd name="connsiteY82" fmla="*/ 5644988 h 5808721"/>
              <a:gd name="connsiteX83" fmla="*/ 3808763 w 6251734"/>
              <a:gd name="connsiteY83" fmla="*/ 5338091 h 5808721"/>
              <a:gd name="connsiteX84" fmla="*/ 3871342 w 6251734"/>
              <a:gd name="connsiteY84" fmla="*/ 5400671 h 5808721"/>
              <a:gd name="connsiteX85" fmla="*/ 3808763 w 6251734"/>
              <a:gd name="connsiteY85" fmla="*/ 5463250 h 5808721"/>
              <a:gd name="connsiteX86" fmla="*/ 3746183 w 6251734"/>
              <a:gd name="connsiteY86" fmla="*/ 5400671 h 5808721"/>
              <a:gd name="connsiteX87" fmla="*/ 3808763 w 6251734"/>
              <a:gd name="connsiteY87" fmla="*/ 5338091 h 5808721"/>
              <a:gd name="connsiteX88" fmla="*/ 3553198 w 6251734"/>
              <a:gd name="connsiteY88" fmla="*/ 5318476 h 5808721"/>
              <a:gd name="connsiteX89" fmla="*/ 3524133 w 6251734"/>
              <a:gd name="connsiteY89" fmla="*/ 5330284 h 5808721"/>
              <a:gd name="connsiteX90" fmla="*/ 3465862 w 6251734"/>
              <a:gd name="connsiteY90" fmla="*/ 5400670 h 5808721"/>
              <a:gd name="connsiteX91" fmla="*/ 3524359 w 6251734"/>
              <a:gd name="connsiteY91" fmla="*/ 5470831 h 5808721"/>
              <a:gd name="connsiteX92" fmla="*/ 3552494 w 6251734"/>
              <a:gd name="connsiteY92" fmla="*/ 5483326 h 5808721"/>
              <a:gd name="connsiteX93" fmla="*/ 3557534 w 6251734"/>
              <a:gd name="connsiteY93" fmla="*/ 5473887 h 5808721"/>
              <a:gd name="connsiteX94" fmla="*/ 3608797 w 6251734"/>
              <a:gd name="connsiteY94" fmla="*/ 5400567 h 5808721"/>
              <a:gd name="connsiteX95" fmla="*/ 3596753 w 6251734"/>
              <a:gd name="connsiteY95" fmla="*/ 5385414 h 5808721"/>
              <a:gd name="connsiteX96" fmla="*/ 3557534 w 6251734"/>
              <a:gd name="connsiteY96" fmla="*/ 5326597 h 5808721"/>
              <a:gd name="connsiteX97" fmla="*/ 4062445 w 6251734"/>
              <a:gd name="connsiteY97" fmla="*/ 5317336 h 5808721"/>
              <a:gd name="connsiteX98" fmla="*/ 4057165 w 6251734"/>
              <a:gd name="connsiteY98" fmla="*/ 5327229 h 5808721"/>
              <a:gd name="connsiteX99" fmla="*/ 4006091 w 6251734"/>
              <a:gd name="connsiteY99" fmla="*/ 5400156 h 5808721"/>
              <a:gd name="connsiteX100" fmla="*/ 4017343 w 6251734"/>
              <a:gd name="connsiteY100" fmla="*/ 5414333 h 5808721"/>
              <a:gd name="connsiteX101" fmla="*/ 4056562 w 6251734"/>
              <a:gd name="connsiteY101" fmla="*/ 5473256 h 5808721"/>
              <a:gd name="connsiteX102" fmla="*/ 4061849 w 6251734"/>
              <a:gd name="connsiteY102" fmla="*/ 5483174 h 5808721"/>
              <a:gd name="connsiteX103" fmla="*/ 4091676 w 6251734"/>
              <a:gd name="connsiteY103" fmla="*/ 5471057 h 5808721"/>
              <a:gd name="connsiteX104" fmla="*/ 4149947 w 6251734"/>
              <a:gd name="connsiteY104" fmla="*/ 5400670 h 5808721"/>
              <a:gd name="connsiteX105" fmla="*/ 4091450 w 6251734"/>
              <a:gd name="connsiteY105" fmla="*/ 5330284 h 5808721"/>
              <a:gd name="connsiteX106" fmla="*/ 3949551 w 6251734"/>
              <a:gd name="connsiteY106" fmla="*/ 5287441 h 5808721"/>
              <a:gd name="connsiteX107" fmla="*/ 3953173 w 6251734"/>
              <a:gd name="connsiteY107" fmla="*/ 5336435 h 5808721"/>
              <a:gd name="connsiteX108" fmla="*/ 3969364 w 6251734"/>
              <a:gd name="connsiteY108" fmla="*/ 5353884 h 5808721"/>
              <a:gd name="connsiteX109" fmla="*/ 3988964 w 6251734"/>
              <a:gd name="connsiteY109" fmla="*/ 5378578 h 5808721"/>
              <a:gd name="connsiteX110" fmla="*/ 4016993 w 6251734"/>
              <a:gd name="connsiteY110" fmla="*/ 5338385 h 5808721"/>
              <a:gd name="connsiteX111" fmla="*/ 4033793 w 6251734"/>
              <a:gd name="connsiteY111" fmla="*/ 5306800 h 5808721"/>
              <a:gd name="connsiteX112" fmla="*/ 3999007 w 6251734"/>
              <a:gd name="connsiteY112" fmla="*/ 5296218 h 5808721"/>
              <a:gd name="connsiteX113" fmla="*/ 3666333 w 6251734"/>
              <a:gd name="connsiteY113" fmla="*/ 5286416 h 5808721"/>
              <a:gd name="connsiteX114" fmla="*/ 3590106 w 6251734"/>
              <a:gd name="connsiteY114" fmla="*/ 5303482 h 5808721"/>
              <a:gd name="connsiteX115" fmla="*/ 3581629 w 6251734"/>
              <a:gd name="connsiteY115" fmla="*/ 5306926 h 5808721"/>
              <a:gd name="connsiteX116" fmla="*/ 3598818 w 6251734"/>
              <a:gd name="connsiteY116" fmla="*/ 5339241 h 5808721"/>
              <a:gd name="connsiteX117" fmla="*/ 3625164 w 6251734"/>
              <a:gd name="connsiteY117" fmla="*/ 5378866 h 5808721"/>
              <a:gd name="connsiteX118" fmla="*/ 3662590 w 6251734"/>
              <a:gd name="connsiteY118" fmla="*/ 5337028 h 5808721"/>
              <a:gd name="connsiteX119" fmla="*/ 1925384 w 6251734"/>
              <a:gd name="connsiteY119" fmla="*/ 5284084 h 5808721"/>
              <a:gd name="connsiteX120" fmla="*/ 1867091 w 6251734"/>
              <a:gd name="connsiteY120" fmla="*/ 5343235 h 5808721"/>
              <a:gd name="connsiteX121" fmla="*/ 1925384 w 6251734"/>
              <a:gd name="connsiteY121" fmla="*/ 5402385 h 5808721"/>
              <a:gd name="connsiteX122" fmla="*/ 1983677 w 6251734"/>
              <a:gd name="connsiteY122" fmla="*/ 5343235 h 5808721"/>
              <a:gd name="connsiteX123" fmla="*/ 1925384 w 6251734"/>
              <a:gd name="connsiteY123" fmla="*/ 5284084 h 5808721"/>
              <a:gd name="connsiteX124" fmla="*/ 3715682 w 6251734"/>
              <a:gd name="connsiteY124" fmla="*/ 5281518 h 5808721"/>
              <a:gd name="connsiteX125" fmla="*/ 3690553 w 6251734"/>
              <a:gd name="connsiteY125" fmla="*/ 5283388 h 5808721"/>
              <a:gd name="connsiteX126" fmla="*/ 3688737 w 6251734"/>
              <a:gd name="connsiteY126" fmla="*/ 5307799 h 5808721"/>
              <a:gd name="connsiteX127" fmla="*/ 3700748 w 6251734"/>
              <a:gd name="connsiteY127" fmla="*/ 5294372 h 5808721"/>
              <a:gd name="connsiteX128" fmla="*/ 3897255 w 6251734"/>
              <a:gd name="connsiteY128" fmla="*/ 5279649 h 5808721"/>
              <a:gd name="connsiteX129" fmla="*/ 3913348 w 6251734"/>
              <a:gd name="connsiteY129" fmla="*/ 5293515 h 5808721"/>
              <a:gd name="connsiteX130" fmla="*/ 3927113 w 6251734"/>
              <a:gd name="connsiteY130" fmla="*/ 5308350 h 5808721"/>
              <a:gd name="connsiteX131" fmla="*/ 3925236 w 6251734"/>
              <a:gd name="connsiteY131" fmla="*/ 5283126 h 5808721"/>
              <a:gd name="connsiteX132" fmla="*/ 3909502 w 6251734"/>
              <a:gd name="connsiteY132" fmla="*/ 5280333 h 5808721"/>
              <a:gd name="connsiteX133" fmla="*/ 3807904 w 6251734"/>
              <a:gd name="connsiteY133" fmla="*/ 5274654 h 5808721"/>
              <a:gd name="connsiteX134" fmla="*/ 3756063 w 6251734"/>
              <a:gd name="connsiteY134" fmla="*/ 5278512 h 5808721"/>
              <a:gd name="connsiteX135" fmla="*/ 3718751 w 6251734"/>
              <a:gd name="connsiteY135" fmla="*/ 5310660 h 5808721"/>
              <a:gd name="connsiteX136" fmla="*/ 3685778 w 6251734"/>
              <a:gd name="connsiteY136" fmla="*/ 5347555 h 5808721"/>
              <a:gd name="connsiteX137" fmla="*/ 3681889 w 6251734"/>
              <a:gd name="connsiteY137" fmla="*/ 5399812 h 5808721"/>
              <a:gd name="connsiteX138" fmla="*/ 3685732 w 6251734"/>
              <a:gd name="connsiteY138" fmla="*/ 5451455 h 5808721"/>
              <a:gd name="connsiteX139" fmla="*/ 3718751 w 6251734"/>
              <a:gd name="connsiteY139" fmla="*/ 5489824 h 5808721"/>
              <a:gd name="connsiteX140" fmla="*/ 3758175 w 6251734"/>
              <a:gd name="connsiteY140" fmla="*/ 5523751 h 5808721"/>
              <a:gd name="connsiteX141" fmla="*/ 3807904 w 6251734"/>
              <a:gd name="connsiteY141" fmla="*/ 5526686 h 5808721"/>
              <a:gd name="connsiteX142" fmla="*/ 3857581 w 6251734"/>
              <a:gd name="connsiteY142" fmla="*/ 5522989 h 5808721"/>
              <a:gd name="connsiteX143" fmla="*/ 3897060 w 6251734"/>
              <a:gd name="connsiteY143" fmla="*/ 5488968 h 5808721"/>
              <a:gd name="connsiteX144" fmla="*/ 3930031 w 6251734"/>
              <a:gd name="connsiteY144" fmla="*/ 5452075 h 5808721"/>
              <a:gd name="connsiteX145" fmla="*/ 3933920 w 6251734"/>
              <a:gd name="connsiteY145" fmla="*/ 5399812 h 5808721"/>
              <a:gd name="connsiteX146" fmla="*/ 3930213 w 6251734"/>
              <a:gd name="connsiteY146" fmla="*/ 5349995 h 5808721"/>
              <a:gd name="connsiteX147" fmla="*/ 3897060 w 6251734"/>
              <a:gd name="connsiteY147" fmla="*/ 5311517 h 5808721"/>
              <a:gd name="connsiteX148" fmla="*/ 3857442 w 6251734"/>
              <a:gd name="connsiteY148" fmla="*/ 5277423 h 5808721"/>
              <a:gd name="connsiteX149" fmla="*/ 3807355 w 6251734"/>
              <a:gd name="connsiteY149" fmla="*/ 5234320 h 5808721"/>
              <a:gd name="connsiteX150" fmla="*/ 3786569 w 6251734"/>
              <a:gd name="connsiteY150" fmla="*/ 5252229 h 5808721"/>
              <a:gd name="connsiteX151" fmla="*/ 3807904 w 6251734"/>
              <a:gd name="connsiteY151" fmla="*/ 5250651 h 5808721"/>
              <a:gd name="connsiteX152" fmla="*/ 3827599 w 6251734"/>
              <a:gd name="connsiteY152" fmla="*/ 5251741 h 5808721"/>
              <a:gd name="connsiteX153" fmla="*/ 1827657 w 6251734"/>
              <a:gd name="connsiteY153" fmla="*/ 5200074 h 5808721"/>
              <a:gd name="connsiteX154" fmla="*/ 1773650 w 6251734"/>
              <a:gd name="connsiteY154" fmla="*/ 5254938 h 5808721"/>
              <a:gd name="connsiteX155" fmla="*/ 1827657 w 6251734"/>
              <a:gd name="connsiteY155" fmla="*/ 5309802 h 5808721"/>
              <a:gd name="connsiteX156" fmla="*/ 1881664 w 6251734"/>
              <a:gd name="connsiteY156" fmla="*/ 5254938 h 5808721"/>
              <a:gd name="connsiteX157" fmla="*/ 1827657 w 6251734"/>
              <a:gd name="connsiteY157" fmla="*/ 5200074 h 5808721"/>
              <a:gd name="connsiteX158" fmla="*/ 3713592 w 6251734"/>
              <a:gd name="connsiteY158" fmla="*/ 5175036 h 5808721"/>
              <a:gd name="connsiteX159" fmla="*/ 3703452 w 6251734"/>
              <a:gd name="connsiteY159" fmla="*/ 5208333 h 5808721"/>
              <a:gd name="connsiteX160" fmla="*/ 3693280 w 6251734"/>
              <a:gd name="connsiteY160" fmla="*/ 5259127 h 5808721"/>
              <a:gd name="connsiteX161" fmla="*/ 3746245 w 6251734"/>
              <a:gd name="connsiteY161" fmla="*/ 5255210 h 5808721"/>
              <a:gd name="connsiteX162" fmla="*/ 3787708 w 6251734"/>
              <a:gd name="connsiteY162" fmla="*/ 5219522 h 5808721"/>
              <a:gd name="connsiteX163" fmla="*/ 3901951 w 6251734"/>
              <a:gd name="connsiteY163" fmla="*/ 5174164 h 5808721"/>
              <a:gd name="connsiteX164" fmla="*/ 3827088 w 6251734"/>
              <a:gd name="connsiteY164" fmla="*/ 5219192 h 5808721"/>
              <a:gd name="connsiteX165" fmla="*/ 3867424 w 6251734"/>
              <a:gd name="connsiteY165" fmla="*/ 5253946 h 5808721"/>
              <a:gd name="connsiteX166" fmla="*/ 3922098 w 6251734"/>
              <a:gd name="connsiteY166" fmla="*/ 5256973 h 5808721"/>
              <a:gd name="connsiteX167" fmla="*/ 3912357 w 6251734"/>
              <a:gd name="connsiteY167" fmla="*/ 5208333 h 5808721"/>
              <a:gd name="connsiteX168" fmla="*/ 4932831 w 6251734"/>
              <a:gd name="connsiteY168" fmla="*/ 5171785 h 5808721"/>
              <a:gd name="connsiteX169" fmla="*/ 4857179 w 6251734"/>
              <a:gd name="connsiteY169" fmla="*/ 5190645 h 5808721"/>
              <a:gd name="connsiteX170" fmla="*/ 4836605 w 6251734"/>
              <a:gd name="connsiteY170" fmla="*/ 5332091 h 5808721"/>
              <a:gd name="connsiteX171" fmla="*/ 4978051 w 6251734"/>
              <a:gd name="connsiteY171" fmla="*/ 5353523 h 5808721"/>
              <a:gd name="connsiteX172" fmla="*/ 4999483 w 6251734"/>
              <a:gd name="connsiteY172" fmla="*/ 5212076 h 5808721"/>
              <a:gd name="connsiteX173" fmla="*/ 4932831 w 6251734"/>
              <a:gd name="connsiteY173" fmla="*/ 5171785 h 5808721"/>
              <a:gd name="connsiteX174" fmla="*/ 3619671 w 6251734"/>
              <a:gd name="connsiteY174" fmla="*/ 5143348 h 5808721"/>
              <a:gd name="connsiteX175" fmla="*/ 3566160 w 6251734"/>
              <a:gd name="connsiteY175" fmla="*/ 5158925 h 5808721"/>
              <a:gd name="connsiteX176" fmla="*/ 3557706 w 6251734"/>
              <a:gd name="connsiteY176" fmla="*/ 5249836 h 5808721"/>
              <a:gd name="connsiteX177" fmla="*/ 3569257 w 6251734"/>
              <a:gd name="connsiteY177" fmla="*/ 5280149 h 5808721"/>
              <a:gd name="connsiteX178" fmla="*/ 3649032 w 6251734"/>
              <a:gd name="connsiteY178" fmla="*/ 5262398 h 5808721"/>
              <a:gd name="connsiteX179" fmla="*/ 3668214 w 6251734"/>
              <a:gd name="connsiteY179" fmla="*/ 5260980 h 5808721"/>
              <a:gd name="connsiteX180" fmla="*/ 3669632 w 6251734"/>
              <a:gd name="connsiteY180" fmla="*/ 5241797 h 5808721"/>
              <a:gd name="connsiteX181" fmla="*/ 3683427 w 6251734"/>
              <a:gd name="connsiteY181" fmla="*/ 5172482 h 5808721"/>
              <a:gd name="connsiteX182" fmla="*/ 3686676 w 6251734"/>
              <a:gd name="connsiteY182" fmla="*/ 5161753 h 5808721"/>
              <a:gd name="connsiteX183" fmla="*/ 3657070 w 6251734"/>
              <a:gd name="connsiteY183" fmla="*/ 5150472 h 5808721"/>
              <a:gd name="connsiteX184" fmla="*/ 3619671 w 6251734"/>
              <a:gd name="connsiteY184" fmla="*/ 5143348 h 5808721"/>
              <a:gd name="connsiteX185" fmla="*/ 3995778 w 6251734"/>
              <a:gd name="connsiteY185" fmla="*/ 5142491 h 5808721"/>
              <a:gd name="connsiteX186" fmla="*/ 3958364 w 6251734"/>
              <a:gd name="connsiteY186" fmla="*/ 5149615 h 5808721"/>
              <a:gd name="connsiteX187" fmla="*/ 3928865 w 6251734"/>
              <a:gd name="connsiteY187" fmla="*/ 5160870 h 5808721"/>
              <a:gd name="connsiteX188" fmla="*/ 3932381 w 6251734"/>
              <a:gd name="connsiteY188" fmla="*/ 5172482 h 5808721"/>
              <a:gd name="connsiteX189" fmla="*/ 3946176 w 6251734"/>
              <a:gd name="connsiteY189" fmla="*/ 5241797 h 5808721"/>
              <a:gd name="connsiteX190" fmla="*/ 3947566 w 6251734"/>
              <a:gd name="connsiteY190" fmla="*/ 5260592 h 5808721"/>
              <a:gd name="connsiteX191" fmla="*/ 4036092 w 6251734"/>
              <a:gd name="connsiteY191" fmla="*/ 5276193 h 5808721"/>
              <a:gd name="connsiteX192" fmla="*/ 4046530 w 6251734"/>
              <a:gd name="connsiteY192" fmla="*/ 5279354 h 5808721"/>
              <a:gd name="connsiteX193" fmla="*/ 4058104 w 6251734"/>
              <a:gd name="connsiteY193" fmla="*/ 5248980 h 5808721"/>
              <a:gd name="connsiteX194" fmla="*/ 4049650 w 6251734"/>
              <a:gd name="connsiteY194" fmla="*/ 5158069 h 5808721"/>
              <a:gd name="connsiteX195" fmla="*/ 3995778 w 6251734"/>
              <a:gd name="connsiteY195" fmla="*/ 5142491 h 5808721"/>
              <a:gd name="connsiteX196" fmla="*/ 1795082 w 6251734"/>
              <a:gd name="connsiteY196" fmla="*/ 5089489 h 5808721"/>
              <a:gd name="connsiteX197" fmla="*/ 1747933 w 6251734"/>
              <a:gd name="connsiteY197" fmla="*/ 5137495 h 5808721"/>
              <a:gd name="connsiteX198" fmla="*/ 1795082 w 6251734"/>
              <a:gd name="connsiteY198" fmla="*/ 5185501 h 5808721"/>
              <a:gd name="connsiteX199" fmla="*/ 1813298 w 6251734"/>
              <a:gd name="connsiteY199" fmla="*/ 5181737 h 5808721"/>
              <a:gd name="connsiteX200" fmla="*/ 1824372 w 6251734"/>
              <a:gd name="connsiteY200" fmla="*/ 5174153 h 5808721"/>
              <a:gd name="connsiteX201" fmla="*/ 1839840 w 6251734"/>
              <a:gd name="connsiteY201" fmla="*/ 5131531 h 5808721"/>
              <a:gd name="connsiteX202" fmla="*/ 1828621 w 6251734"/>
              <a:gd name="connsiteY202" fmla="*/ 5103526 h 5808721"/>
              <a:gd name="connsiteX203" fmla="*/ 1795082 w 6251734"/>
              <a:gd name="connsiteY203" fmla="*/ 5089489 h 5808721"/>
              <a:gd name="connsiteX204" fmla="*/ 3807904 w 6251734"/>
              <a:gd name="connsiteY204" fmla="*/ 5057770 h 5808721"/>
              <a:gd name="connsiteX205" fmla="*/ 3737518 w 6251734"/>
              <a:gd name="connsiteY205" fmla="*/ 5116041 h 5808721"/>
              <a:gd name="connsiteX206" fmla="*/ 3724435 w 6251734"/>
              <a:gd name="connsiteY206" fmla="*/ 5145282 h 5808721"/>
              <a:gd name="connsiteX207" fmla="*/ 3733832 w 6251734"/>
              <a:gd name="connsiteY207" fmla="*/ 5150300 h 5808721"/>
              <a:gd name="connsiteX208" fmla="*/ 3792649 w 6251734"/>
              <a:gd name="connsiteY208" fmla="*/ 5189519 h 5808721"/>
              <a:gd name="connsiteX209" fmla="*/ 3807599 w 6251734"/>
              <a:gd name="connsiteY209" fmla="*/ 5202400 h 5808721"/>
              <a:gd name="connsiteX210" fmla="*/ 3821568 w 6251734"/>
              <a:gd name="connsiteY210" fmla="*/ 5190377 h 5808721"/>
              <a:gd name="connsiteX211" fmla="*/ 3880491 w 6251734"/>
              <a:gd name="connsiteY211" fmla="*/ 5151158 h 5808721"/>
              <a:gd name="connsiteX212" fmla="*/ 3891401 w 6251734"/>
              <a:gd name="connsiteY212" fmla="*/ 5145342 h 5808721"/>
              <a:gd name="connsiteX213" fmla="*/ 3878291 w 6251734"/>
              <a:gd name="connsiteY213" fmla="*/ 5116041 h 5808721"/>
              <a:gd name="connsiteX214" fmla="*/ 3807904 w 6251734"/>
              <a:gd name="connsiteY214" fmla="*/ 5057770 h 5808721"/>
              <a:gd name="connsiteX215" fmla="*/ 1830229 w 6251734"/>
              <a:gd name="connsiteY215" fmla="*/ 4995190 h 5808721"/>
              <a:gd name="connsiteX216" fmla="*/ 1795082 w 6251734"/>
              <a:gd name="connsiteY216" fmla="*/ 5031195 h 5808721"/>
              <a:gd name="connsiteX217" fmla="*/ 1830229 w 6251734"/>
              <a:gd name="connsiteY217" fmla="*/ 5067200 h 5808721"/>
              <a:gd name="connsiteX218" fmla="*/ 1865376 w 6251734"/>
              <a:gd name="connsiteY218" fmla="*/ 5031195 h 5808721"/>
              <a:gd name="connsiteX219" fmla="*/ 1830229 w 6251734"/>
              <a:gd name="connsiteY219" fmla="*/ 4995190 h 5808721"/>
              <a:gd name="connsiteX220" fmla="*/ 3807904 w 6251734"/>
              <a:gd name="connsiteY220" fmla="*/ 4992618 h 5808721"/>
              <a:gd name="connsiteX221" fmla="*/ 3914096 w 6251734"/>
              <a:gd name="connsiteY221" fmla="*/ 5112098 h 5808721"/>
              <a:gd name="connsiteX222" fmla="*/ 3919610 w 6251734"/>
              <a:gd name="connsiteY222" fmla="*/ 5130307 h 5808721"/>
              <a:gd name="connsiteX223" fmla="*/ 3936279 w 6251734"/>
              <a:gd name="connsiteY223" fmla="*/ 5121422 h 5808721"/>
              <a:gd name="connsiteX224" fmla="*/ 4032023 w 6251734"/>
              <a:gd name="connsiteY224" fmla="*/ 5093293 h 5808721"/>
              <a:gd name="connsiteX225" fmla="*/ 4095942 w 6251734"/>
              <a:gd name="connsiteY225" fmla="*/ 5111777 h 5808721"/>
              <a:gd name="connsiteX226" fmla="*/ 4086941 w 6251734"/>
              <a:gd name="connsiteY226" fmla="*/ 5271440 h 5808721"/>
              <a:gd name="connsiteX227" fmla="*/ 4077682 w 6251734"/>
              <a:gd name="connsiteY227" fmla="*/ 5288787 h 5808721"/>
              <a:gd name="connsiteX228" fmla="*/ 4096476 w 6251734"/>
              <a:gd name="connsiteY228" fmla="*/ 5294478 h 5808721"/>
              <a:gd name="connsiteX229" fmla="*/ 4215956 w 6251734"/>
              <a:gd name="connsiteY229" fmla="*/ 5400670 h 5808721"/>
              <a:gd name="connsiteX230" fmla="*/ 4146292 w 6251734"/>
              <a:gd name="connsiteY230" fmla="*/ 5484302 h 5808721"/>
              <a:gd name="connsiteX231" fmla="*/ 4077351 w 6251734"/>
              <a:gd name="connsiteY231" fmla="*/ 5512259 h 5808721"/>
              <a:gd name="connsiteX232" fmla="*/ 4086298 w 6251734"/>
              <a:gd name="connsiteY232" fmla="*/ 5529044 h 5808721"/>
              <a:gd name="connsiteX233" fmla="*/ 4095942 w 6251734"/>
              <a:gd name="connsiteY233" fmla="*/ 5688707 h 5808721"/>
              <a:gd name="connsiteX234" fmla="*/ 3987551 w 6251734"/>
              <a:gd name="connsiteY234" fmla="*/ 5698969 h 5808721"/>
              <a:gd name="connsiteX235" fmla="*/ 3919857 w 6251734"/>
              <a:gd name="connsiteY235" fmla="*/ 5670215 h 5808721"/>
              <a:gd name="connsiteX236" fmla="*/ 3914096 w 6251734"/>
              <a:gd name="connsiteY236" fmla="*/ 5689242 h 5808721"/>
              <a:gd name="connsiteX237" fmla="*/ 3807904 w 6251734"/>
              <a:gd name="connsiteY237" fmla="*/ 5808721 h 5808721"/>
              <a:gd name="connsiteX238" fmla="*/ 3702033 w 6251734"/>
              <a:gd name="connsiteY238" fmla="*/ 5689242 h 5808721"/>
              <a:gd name="connsiteX239" fmla="*/ 3696238 w 6251734"/>
              <a:gd name="connsiteY239" fmla="*/ 5670203 h 5808721"/>
              <a:gd name="connsiteX240" fmla="*/ 3627147 w 6251734"/>
              <a:gd name="connsiteY240" fmla="*/ 5699451 h 5808721"/>
              <a:gd name="connsiteX241" fmla="*/ 3518154 w 6251734"/>
              <a:gd name="connsiteY241" fmla="*/ 5689565 h 5808721"/>
              <a:gd name="connsiteX242" fmla="*/ 3527798 w 6251734"/>
              <a:gd name="connsiteY242" fmla="*/ 5529580 h 5808721"/>
              <a:gd name="connsiteX243" fmla="*/ 3537061 w 6251734"/>
              <a:gd name="connsiteY243" fmla="*/ 5512231 h 5808721"/>
              <a:gd name="connsiteX244" fmla="*/ 3519332 w 6251734"/>
              <a:gd name="connsiteY244" fmla="*/ 5506862 h 5808721"/>
              <a:gd name="connsiteX245" fmla="*/ 3399853 w 6251734"/>
              <a:gd name="connsiteY245" fmla="*/ 5400670 h 5808721"/>
              <a:gd name="connsiteX246" fmla="*/ 3469516 w 6251734"/>
              <a:gd name="connsiteY246" fmla="*/ 5316662 h 5808721"/>
              <a:gd name="connsiteX247" fmla="*/ 3537546 w 6251734"/>
              <a:gd name="connsiteY247" fmla="*/ 5289161 h 5808721"/>
              <a:gd name="connsiteX248" fmla="*/ 3527798 w 6251734"/>
              <a:gd name="connsiteY248" fmla="*/ 5270904 h 5808721"/>
              <a:gd name="connsiteX249" fmla="*/ 3518154 w 6251734"/>
              <a:gd name="connsiteY249" fmla="*/ 5110919 h 5808721"/>
              <a:gd name="connsiteX250" fmla="*/ 3582435 w 6251734"/>
              <a:gd name="connsiteY250" fmla="*/ 5092435 h 5808721"/>
              <a:gd name="connsiteX251" fmla="*/ 3678139 w 6251734"/>
              <a:gd name="connsiteY251" fmla="*/ 5120564 h 5808721"/>
              <a:gd name="connsiteX252" fmla="*/ 3696224 w 6251734"/>
              <a:gd name="connsiteY252" fmla="*/ 5130220 h 5808721"/>
              <a:gd name="connsiteX253" fmla="*/ 3701712 w 6251734"/>
              <a:gd name="connsiteY253" fmla="*/ 5112098 h 5808721"/>
              <a:gd name="connsiteX254" fmla="*/ 3807904 w 6251734"/>
              <a:gd name="connsiteY254" fmla="*/ 4992618 h 5808721"/>
              <a:gd name="connsiteX255" fmla="*/ 2165414 w 6251734"/>
              <a:gd name="connsiteY255" fmla="*/ 4987475 h 5808721"/>
              <a:gd name="connsiteX256" fmla="*/ 2099834 w 6251734"/>
              <a:gd name="connsiteY256" fmla="*/ 5030874 h 5808721"/>
              <a:gd name="connsiteX257" fmla="*/ 2095529 w 6251734"/>
              <a:gd name="connsiteY257" fmla="*/ 5052318 h 5808721"/>
              <a:gd name="connsiteX258" fmla="*/ 2115842 w 6251734"/>
              <a:gd name="connsiteY258" fmla="*/ 5109524 h 5808721"/>
              <a:gd name="connsiteX259" fmla="*/ 2137660 w 6251734"/>
              <a:gd name="connsiteY259" fmla="*/ 5124207 h 5808721"/>
              <a:gd name="connsiteX260" fmla="*/ 2165414 w 6251734"/>
              <a:gd name="connsiteY260" fmla="*/ 5129779 h 5808721"/>
              <a:gd name="connsiteX261" fmla="*/ 2236565 w 6251734"/>
              <a:gd name="connsiteY261" fmla="*/ 5058628 h 5808721"/>
              <a:gd name="connsiteX262" fmla="*/ 2165414 w 6251734"/>
              <a:gd name="connsiteY262" fmla="*/ 4987475 h 5808721"/>
              <a:gd name="connsiteX263" fmla="*/ 5334024 w 6251734"/>
              <a:gd name="connsiteY263" fmla="*/ 4966796 h 5808721"/>
              <a:gd name="connsiteX264" fmla="*/ 5296091 w 6251734"/>
              <a:gd name="connsiteY264" fmla="*/ 4976333 h 5808721"/>
              <a:gd name="connsiteX265" fmla="*/ 5285804 w 6251734"/>
              <a:gd name="connsiteY265" fmla="*/ 5048341 h 5808721"/>
              <a:gd name="connsiteX266" fmla="*/ 5356956 w 6251734"/>
              <a:gd name="connsiteY266" fmla="*/ 5059486 h 5808721"/>
              <a:gd name="connsiteX267" fmla="*/ 5368100 w 6251734"/>
              <a:gd name="connsiteY267" fmla="*/ 4987477 h 5808721"/>
              <a:gd name="connsiteX268" fmla="*/ 5334024 w 6251734"/>
              <a:gd name="connsiteY268" fmla="*/ 4966796 h 5808721"/>
              <a:gd name="connsiteX269" fmla="*/ 1939100 w 6251734"/>
              <a:gd name="connsiteY269" fmla="*/ 4858031 h 5808721"/>
              <a:gd name="connsiteX270" fmla="*/ 2026539 w 6251734"/>
              <a:gd name="connsiteY270" fmla="*/ 4858031 h 5808721"/>
              <a:gd name="connsiteX271" fmla="*/ 2042850 w 6251734"/>
              <a:gd name="connsiteY271" fmla="*/ 4903966 h 5808721"/>
              <a:gd name="connsiteX272" fmla="*/ 2112264 w 6251734"/>
              <a:gd name="connsiteY272" fmla="*/ 4899178 h 5808721"/>
              <a:gd name="connsiteX273" fmla="*/ 2286286 w 6251734"/>
              <a:gd name="connsiteY273" fmla="*/ 5018336 h 5808721"/>
              <a:gd name="connsiteX274" fmla="*/ 2136267 w 6251734"/>
              <a:gd name="connsiteY274" fmla="*/ 5212076 h 5808721"/>
              <a:gd name="connsiteX275" fmla="*/ 1901381 w 6251734"/>
              <a:gd name="connsiteY275" fmla="*/ 5428960 h 5808721"/>
              <a:gd name="connsiteX276" fmla="*/ 1852317 w 6251734"/>
              <a:gd name="connsiteY276" fmla="*/ 4950224 h 5808721"/>
              <a:gd name="connsiteX277" fmla="*/ 1914216 w 6251734"/>
              <a:gd name="connsiteY277" fmla="*/ 4926595 h 5808721"/>
              <a:gd name="connsiteX278" fmla="*/ 5285697 w 6251734"/>
              <a:gd name="connsiteY278" fmla="*/ 4798238 h 5808721"/>
              <a:gd name="connsiteX279" fmla="*/ 5235226 w 6251734"/>
              <a:gd name="connsiteY279" fmla="*/ 4810882 h 5808721"/>
              <a:gd name="connsiteX280" fmla="*/ 5221511 w 6251734"/>
              <a:gd name="connsiteY280" fmla="*/ 4906038 h 5808721"/>
              <a:gd name="connsiteX281" fmla="*/ 5316665 w 6251734"/>
              <a:gd name="connsiteY281" fmla="*/ 4920611 h 5808721"/>
              <a:gd name="connsiteX282" fmla="*/ 5330381 w 6251734"/>
              <a:gd name="connsiteY282" fmla="*/ 4825456 h 5808721"/>
              <a:gd name="connsiteX283" fmla="*/ 5285697 w 6251734"/>
              <a:gd name="connsiteY283" fmla="*/ 4798238 h 5808721"/>
              <a:gd name="connsiteX284" fmla="*/ 5149716 w 6251734"/>
              <a:gd name="connsiteY284" fmla="*/ 4681759 h 5808721"/>
              <a:gd name="connsiteX285" fmla="*/ 5092066 w 6251734"/>
              <a:gd name="connsiteY285" fmla="*/ 4696011 h 5808721"/>
              <a:gd name="connsiteX286" fmla="*/ 5076635 w 6251734"/>
              <a:gd name="connsiteY286" fmla="*/ 4804881 h 5808721"/>
              <a:gd name="connsiteX287" fmla="*/ 5185506 w 6251734"/>
              <a:gd name="connsiteY287" fmla="*/ 4822027 h 5808721"/>
              <a:gd name="connsiteX288" fmla="*/ 5200936 w 6251734"/>
              <a:gd name="connsiteY288" fmla="*/ 4713156 h 5808721"/>
              <a:gd name="connsiteX289" fmla="*/ 5149716 w 6251734"/>
              <a:gd name="connsiteY289" fmla="*/ 4681759 h 5808721"/>
              <a:gd name="connsiteX290" fmla="*/ 4961978 w 6251734"/>
              <a:gd name="connsiteY290" fmla="*/ 4656899 h 5808721"/>
              <a:gd name="connsiteX291" fmla="*/ 4900042 w 6251734"/>
              <a:gd name="connsiteY291" fmla="*/ 4672008 h 5808721"/>
              <a:gd name="connsiteX292" fmla="*/ 4882897 w 6251734"/>
              <a:gd name="connsiteY292" fmla="*/ 4789451 h 5808721"/>
              <a:gd name="connsiteX293" fmla="*/ 5000340 w 6251734"/>
              <a:gd name="connsiteY293" fmla="*/ 4807453 h 5808721"/>
              <a:gd name="connsiteX294" fmla="*/ 5017485 w 6251734"/>
              <a:gd name="connsiteY294" fmla="*/ 4690010 h 5808721"/>
              <a:gd name="connsiteX295" fmla="*/ 4961978 w 6251734"/>
              <a:gd name="connsiteY295" fmla="*/ 4656899 h 5808721"/>
              <a:gd name="connsiteX296" fmla="*/ 4998395 w 6251734"/>
              <a:gd name="connsiteY296" fmla="*/ 4598030 h 5808721"/>
              <a:gd name="connsiteX297" fmla="*/ 5114354 w 6251734"/>
              <a:gd name="connsiteY297" fmla="*/ 5410101 h 5808721"/>
              <a:gd name="connsiteX298" fmla="*/ 4811745 w 6251734"/>
              <a:gd name="connsiteY298" fmla="*/ 5421245 h 5808721"/>
              <a:gd name="connsiteX299" fmla="*/ 4821175 w 6251734"/>
              <a:gd name="connsiteY299" fmla="*/ 5069772 h 5808721"/>
              <a:gd name="connsiteX300" fmla="*/ 4906043 w 6251734"/>
              <a:gd name="connsiteY300" fmla="*/ 4620573 h 5808721"/>
              <a:gd name="connsiteX301" fmla="*/ 4998395 w 6251734"/>
              <a:gd name="connsiteY301" fmla="*/ 4598030 h 5808721"/>
              <a:gd name="connsiteX302" fmla="*/ 4274249 w 6251734"/>
              <a:gd name="connsiteY302" fmla="*/ 4584568 h 5808721"/>
              <a:gd name="connsiteX303" fmla="*/ 4374548 w 6251734"/>
              <a:gd name="connsiteY303" fmla="*/ 4755161 h 5808721"/>
              <a:gd name="connsiteX304" fmla="*/ 4257961 w 6251734"/>
              <a:gd name="connsiteY304" fmla="*/ 4835742 h 5808721"/>
              <a:gd name="connsiteX305" fmla="*/ 4411409 w 6251734"/>
              <a:gd name="connsiteY305" fmla="*/ 4762876 h 5808721"/>
              <a:gd name="connsiteX306" fmla="*/ 4274249 w 6251734"/>
              <a:gd name="connsiteY306" fmla="*/ 4584568 h 5808721"/>
              <a:gd name="connsiteX307" fmla="*/ 3351982 w 6251734"/>
              <a:gd name="connsiteY307" fmla="*/ 4540192 h 5808721"/>
              <a:gd name="connsiteX308" fmla="*/ 3423000 w 6251734"/>
              <a:gd name="connsiteY308" fmla="*/ 4575995 h 5808721"/>
              <a:gd name="connsiteX309" fmla="*/ 3655315 w 6251734"/>
              <a:gd name="connsiteY309" fmla="*/ 4575995 h 5808721"/>
              <a:gd name="connsiteX310" fmla="*/ 3655315 w 6251734"/>
              <a:gd name="connsiteY310" fmla="*/ 4916325 h 5808721"/>
              <a:gd name="connsiteX311" fmla="*/ 3417856 w 6251734"/>
              <a:gd name="connsiteY311" fmla="*/ 4918039 h 5808721"/>
              <a:gd name="connsiteX312" fmla="*/ 3190684 w 6251734"/>
              <a:gd name="connsiteY312" fmla="*/ 4914610 h 5808721"/>
              <a:gd name="connsiteX313" fmla="*/ 3190684 w 6251734"/>
              <a:gd name="connsiteY313" fmla="*/ 4575995 h 5808721"/>
              <a:gd name="connsiteX314" fmla="*/ 3351982 w 6251734"/>
              <a:gd name="connsiteY314" fmla="*/ 4540192 h 5808721"/>
              <a:gd name="connsiteX315" fmla="*/ 2448416 w 6251734"/>
              <a:gd name="connsiteY315" fmla="*/ 4421371 h 5808721"/>
              <a:gd name="connsiteX316" fmla="*/ 2457738 w 6251734"/>
              <a:gd name="connsiteY316" fmla="*/ 4427692 h 5808721"/>
              <a:gd name="connsiteX317" fmla="*/ 2484119 w 6251734"/>
              <a:gd name="connsiteY317" fmla="*/ 4467601 h 5808721"/>
              <a:gd name="connsiteX318" fmla="*/ 2494346 w 6251734"/>
              <a:gd name="connsiteY318" fmla="*/ 4463537 h 5808721"/>
              <a:gd name="connsiteX319" fmla="*/ 2578610 w 6251734"/>
              <a:gd name="connsiteY319" fmla="*/ 4499701 h 5808721"/>
              <a:gd name="connsiteX320" fmla="*/ 2590397 w 6251734"/>
              <a:gd name="connsiteY320" fmla="*/ 4561960 h 5808721"/>
              <a:gd name="connsiteX321" fmla="*/ 2583304 w 6251734"/>
              <a:gd name="connsiteY321" fmla="*/ 4578864 h 5808721"/>
              <a:gd name="connsiteX322" fmla="*/ 2600248 w 6251734"/>
              <a:gd name="connsiteY322" fmla="*/ 4591301 h 5808721"/>
              <a:gd name="connsiteX323" fmla="*/ 3017521 w 6251734"/>
              <a:gd name="connsiteY323" fmla="*/ 4906038 h 5808721"/>
              <a:gd name="connsiteX324" fmla="*/ 2910365 w 6251734"/>
              <a:gd name="connsiteY324" fmla="*/ 4886321 h 5808721"/>
              <a:gd name="connsiteX325" fmla="*/ 2580176 w 6251734"/>
              <a:gd name="connsiteY325" fmla="*/ 4648353 h 5808721"/>
              <a:gd name="connsiteX326" fmla="*/ 2571469 w 6251734"/>
              <a:gd name="connsiteY326" fmla="*/ 4642020 h 5808721"/>
              <a:gd name="connsiteX327" fmla="*/ 2632617 w 6251734"/>
              <a:gd name="connsiteY327" fmla="*/ 5059485 h 5808721"/>
              <a:gd name="connsiteX328" fmla="*/ 2611186 w 6251734"/>
              <a:gd name="connsiteY328" fmla="*/ 5161498 h 5808721"/>
              <a:gd name="connsiteX329" fmla="*/ 2574324 w 6251734"/>
              <a:gd name="connsiteY329" fmla="*/ 5065486 h 5808721"/>
              <a:gd name="connsiteX330" fmla="*/ 2504337 w 6251734"/>
              <a:gd name="connsiteY330" fmla="*/ 4626262 h 5808721"/>
              <a:gd name="connsiteX331" fmla="*/ 2492028 w 6251734"/>
              <a:gd name="connsiteY331" fmla="*/ 4626039 h 5808721"/>
              <a:gd name="connsiteX332" fmla="*/ 2439736 w 6251734"/>
              <a:gd name="connsiteY332" fmla="*/ 4590570 h 5808721"/>
              <a:gd name="connsiteX333" fmla="*/ 2440218 w 6251734"/>
              <a:gd name="connsiteY333" fmla="*/ 4499073 h 5808721"/>
              <a:gd name="connsiteX334" fmla="*/ 2457768 w 6251734"/>
              <a:gd name="connsiteY334" fmla="*/ 4481633 h 5808721"/>
              <a:gd name="connsiteX335" fmla="*/ 2432878 w 6251734"/>
              <a:gd name="connsiteY335" fmla="*/ 4443980 h 5808721"/>
              <a:gd name="connsiteX336" fmla="*/ 2437164 w 6251734"/>
              <a:gd name="connsiteY336" fmla="*/ 4423406 h 5808721"/>
              <a:gd name="connsiteX337" fmla="*/ 2448416 w 6251734"/>
              <a:gd name="connsiteY337" fmla="*/ 4421371 h 5808721"/>
              <a:gd name="connsiteX338" fmla="*/ 1177862 w 6251734"/>
              <a:gd name="connsiteY338" fmla="*/ 4374542 h 5808721"/>
              <a:gd name="connsiteX339" fmla="*/ 1272159 w 6251734"/>
              <a:gd name="connsiteY339" fmla="*/ 4609429 h 5808721"/>
              <a:gd name="connsiteX340" fmla="*/ 1177862 w 6251734"/>
              <a:gd name="connsiteY340" fmla="*/ 4374542 h 5808721"/>
              <a:gd name="connsiteX341" fmla="*/ 1102424 w 6251734"/>
              <a:gd name="connsiteY341" fmla="*/ 4309391 h 5808721"/>
              <a:gd name="connsiteX342" fmla="*/ 1108424 w 6251734"/>
              <a:gd name="connsiteY342" fmla="*/ 4309391 h 5808721"/>
              <a:gd name="connsiteX343" fmla="*/ 1109281 w 6251734"/>
              <a:gd name="connsiteY343" fmla="*/ 4309391 h 5808721"/>
              <a:gd name="connsiteX344" fmla="*/ 1115282 w 6251734"/>
              <a:gd name="connsiteY344" fmla="*/ 4309391 h 5808721"/>
              <a:gd name="connsiteX345" fmla="*/ 1276445 w 6251734"/>
              <a:gd name="connsiteY345" fmla="*/ 4720014 h 5808721"/>
              <a:gd name="connsiteX346" fmla="*/ 1193292 w 6251734"/>
              <a:gd name="connsiteY346" fmla="*/ 4900894 h 5808721"/>
              <a:gd name="connsiteX347" fmla="*/ 1121283 w 6251734"/>
              <a:gd name="connsiteY347" fmla="*/ 4900894 h 5808721"/>
              <a:gd name="connsiteX348" fmla="*/ 1108424 w 6251734"/>
              <a:gd name="connsiteY348" fmla="*/ 4900894 h 5808721"/>
              <a:gd name="connsiteX349" fmla="*/ 1030415 w 6251734"/>
              <a:gd name="connsiteY349" fmla="*/ 4900894 h 5808721"/>
              <a:gd name="connsiteX350" fmla="*/ 944690 w 6251734"/>
              <a:gd name="connsiteY350" fmla="*/ 4720014 h 5808721"/>
              <a:gd name="connsiteX351" fmla="*/ 1102424 w 6251734"/>
              <a:gd name="connsiteY351" fmla="*/ 4309391 h 5808721"/>
              <a:gd name="connsiteX352" fmla="*/ 4160235 w 6251734"/>
              <a:gd name="connsiteY352" fmla="*/ 4161086 h 5808721"/>
              <a:gd name="connsiteX353" fmla="*/ 4264820 w 6251734"/>
              <a:gd name="connsiteY353" fmla="*/ 4201377 h 5808721"/>
              <a:gd name="connsiteX354" fmla="*/ 4264820 w 6251734"/>
              <a:gd name="connsiteY354" fmla="*/ 4203949 h 5808721"/>
              <a:gd name="connsiteX355" fmla="*/ 4269106 w 6251734"/>
              <a:gd name="connsiteY355" fmla="*/ 4203949 h 5808721"/>
              <a:gd name="connsiteX356" fmla="*/ 4269106 w 6251734"/>
              <a:gd name="connsiteY356" fmla="*/ 4279387 h 5808721"/>
              <a:gd name="connsiteX357" fmla="*/ 4264820 w 6251734"/>
              <a:gd name="connsiteY357" fmla="*/ 4279387 h 5808721"/>
              <a:gd name="connsiteX358" fmla="*/ 4247675 w 6251734"/>
              <a:gd name="connsiteY358" fmla="*/ 4301676 h 5808721"/>
              <a:gd name="connsiteX359" fmla="*/ 4247675 w 6251734"/>
              <a:gd name="connsiteY359" fmla="*/ 4473126 h 5808721"/>
              <a:gd name="connsiteX360" fmla="*/ 4263962 w 6251734"/>
              <a:gd name="connsiteY360" fmla="*/ 4515131 h 5808721"/>
              <a:gd name="connsiteX361" fmla="*/ 4425983 w 6251734"/>
              <a:gd name="connsiteY361" fmla="*/ 4833171 h 5808721"/>
              <a:gd name="connsiteX362" fmla="*/ 4161091 w 6251734"/>
              <a:gd name="connsiteY362" fmla="*/ 4891464 h 5808721"/>
              <a:gd name="connsiteX363" fmla="*/ 3896201 w 6251734"/>
              <a:gd name="connsiteY363" fmla="*/ 4833171 h 5808721"/>
              <a:gd name="connsiteX364" fmla="*/ 4062507 w 6251734"/>
              <a:gd name="connsiteY364" fmla="*/ 4515131 h 5808721"/>
              <a:gd name="connsiteX365" fmla="*/ 4085653 w 6251734"/>
              <a:gd name="connsiteY365" fmla="*/ 4473126 h 5808721"/>
              <a:gd name="connsiteX366" fmla="*/ 4085653 w 6251734"/>
              <a:gd name="connsiteY366" fmla="*/ 4302533 h 5808721"/>
              <a:gd name="connsiteX367" fmla="*/ 4055650 w 6251734"/>
              <a:gd name="connsiteY367" fmla="*/ 4279387 h 5808721"/>
              <a:gd name="connsiteX368" fmla="*/ 4053935 w 6251734"/>
              <a:gd name="connsiteY368" fmla="*/ 4279387 h 5808721"/>
              <a:gd name="connsiteX369" fmla="*/ 4053935 w 6251734"/>
              <a:gd name="connsiteY369" fmla="*/ 4203949 h 5808721"/>
              <a:gd name="connsiteX370" fmla="*/ 4055650 w 6251734"/>
              <a:gd name="connsiteY370" fmla="*/ 4203949 h 5808721"/>
              <a:gd name="connsiteX371" fmla="*/ 4055650 w 6251734"/>
              <a:gd name="connsiteY371" fmla="*/ 4201377 h 5808721"/>
              <a:gd name="connsiteX372" fmla="*/ 4160235 w 6251734"/>
              <a:gd name="connsiteY372" fmla="*/ 4161086 h 5808721"/>
              <a:gd name="connsiteX373" fmla="*/ 1690622 w 6251734"/>
              <a:gd name="connsiteY373" fmla="*/ 3905928 h 5808721"/>
              <a:gd name="connsiteX374" fmla="*/ 1557624 w 6251734"/>
              <a:gd name="connsiteY374" fmla="*/ 3959633 h 5808721"/>
              <a:gd name="connsiteX375" fmla="*/ 1521619 w 6251734"/>
              <a:gd name="connsiteY375" fmla="*/ 4304248 h 5808721"/>
              <a:gd name="connsiteX376" fmla="*/ 1866235 w 6251734"/>
              <a:gd name="connsiteY376" fmla="*/ 4340253 h 5808721"/>
              <a:gd name="connsiteX377" fmla="*/ 1902239 w 6251734"/>
              <a:gd name="connsiteY377" fmla="*/ 3995637 h 5808721"/>
              <a:gd name="connsiteX378" fmla="*/ 1690622 w 6251734"/>
              <a:gd name="connsiteY378" fmla="*/ 3905928 h 5808721"/>
              <a:gd name="connsiteX379" fmla="*/ 1684921 w 6251734"/>
              <a:gd name="connsiteY379" fmla="*/ 3849926 h 5808721"/>
              <a:gd name="connsiteX380" fmla="*/ 1945102 w 6251734"/>
              <a:gd name="connsiteY380" fmla="*/ 3960490 h 5808721"/>
              <a:gd name="connsiteX381" fmla="*/ 1944751 w 6251734"/>
              <a:gd name="connsiteY381" fmla="*/ 4341023 h 5808721"/>
              <a:gd name="connsiteX382" fmla="*/ 1930222 w 6251734"/>
              <a:gd name="connsiteY382" fmla="*/ 4355411 h 5808721"/>
              <a:gd name="connsiteX383" fmla="*/ 1980119 w 6251734"/>
              <a:gd name="connsiteY383" fmla="*/ 4416919 h 5808721"/>
              <a:gd name="connsiteX384" fmla="*/ 1986891 w 6251734"/>
              <a:gd name="connsiteY384" fmla="*/ 4416333 h 5808721"/>
              <a:gd name="connsiteX385" fmla="*/ 2030826 w 6251734"/>
              <a:gd name="connsiteY385" fmla="*/ 4439693 h 5808721"/>
              <a:gd name="connsiteX386" fmla="*/ 2204848 w 6251734"/>
              <a:gd name="connsiteY386" fmla="*/ 4654864 h 5808721"/>
              <a:gd name="connsiteX387" fmla="*/ 2195418 w 6251734"/>
              <a:gd name="connsiteY387" fmla="*/ 4746590 h 5808721"/>
              <a:gd name="connsiteX388" fmla="*/ 2103692 w 6251734"/>
              <a:gd name="connsiteY388" fmla="*/ 4737160 h 5808721"/>
              <a:gd name="connsiteX389" fmla="*/ 1929670 w 6251734"/>
              <a:gd name="connsiteY389" fmla="*/ 4521990 h 5808721"/>
              <a:gd name="connsiteX390" fmla="*/ 1915740 w 6251734"/>
              <a:gd name="connsiteY390" fmla="*/ 4474198 h 5808721"/>
              <a:gd name="connsiteX391" fmla="*/ 1917360 w 6251734"/>
              <a:gd name="connsiteY391" fmla="*/ 4468826 h 5808721"/>
              <a:gd name="connsiteX392" fmla="*/ 1866912 w 6251734"/>
              <a:gd name="connsiteY392" fmla="*/ 4406639 h 5808721"/>
              <a:gd name="connsiteX393" fmla="*/ 1850557 w 6251734"/>
              <a:gd name="connsiteY393" fmla="*/ 4417393 h 5808721"/>
              <a:gd name="connsiteX394" fmla="*/ 1477899 w 6251734"/>
              <a:gd name="connsiteY394" fmla="*/ 4339396 h 5808721"/>
              <a:gd name="connsiteX395" fmla="*/ 1521619 w 6251734"/>
              <a:gd name="connsiteY395" fmla="*/ 3915913 h 5808721"/>
              <a:gd name="connsiteX396" fmla="*/ 1684921 w 6251734"/>
              <a:gd name="connsiteY396" fmla="*/ 3849926 h 5808721"/>
              <a:gd name="connsiteX397" fmla="*/ 812246 w 6251734"/>
              <a:gd name="connsiteY397" fmla="*/ 3781539 h 5808721"/>
              <a:gd name="connsiteX398" fmla="*/ 822961 w 6251734"/>
              <a:gd name="connsiteY398" fmla="*/ 3785611 h 5808721"/>
              <a:gd name="connsiteX399" fmla="*/ 823818 w 6251734"/>
              <a:gd name="connsiteY399" fmla="*/ 3807042 h 5808721"/>
              <a:gd name="connsiteX400" fmla="*/ 792194 w 6251734"/>
              <a:gd name="connsiteY400" fmla="*/ 3842032 h 5808721"/>
              <a:gd name="connsiteX401" fmla="*/ 798502 w 6251734"/>
              <a:gd name="connsiteY401" fmla="*/ 3850722 h 5808721"/>
              <a:gd name="connsiteX402" fmla="*/ 785241 w 6251734"/>
              <a:gd name="connsiteY402" fmla="*/ 3940773 h 5808721"/>
              <a:gd name="connsiteX403" fmla="*/ 727912 w 6251734"/>
              <a:gd name="connsiteY403" fmla="*/ 3967562 h 5808721"/>
              <a:gd name="connsiteX404" fmla="*/ 709923 w 6251734"/>
              <a:gd name="connsiteY404" fmla="*/ 3965051 h 5808721"/>
              <a:gd name="connsiteX405" fmla="*/ 701209 w 6251734"/>
              <a:gd name="connsiteY405" fmla="*/ 3986914 h 5808721"/>
              <a:gd name="connsiteX406" fmla="*/ 501492 w 6251734"/>
              <a:gd name="connsiteY406" fmla="*/ 4469697 h 5808721"/>
              <a:gd name="connsiteX407" fmla="*/ 493776 w 6251734"/>
              <a:gd name="connsiteY407" fmla="*/ 4360826 h 5808721"/>
              <a:gd name="connsiteX408" fmla="*/ 640969 w 6251734"/>
              <a:gd name="connsiteY408" fmla="*/ 3980729 h 5808721"/>
              <a:gd name="connsiteX409" fmla="*/ 644840 w 6251734"/>
              <a:gd name="connsiteY409" fmla="*/ 3970847 h 5808721"/>
              <a:gd name="connsiteX410" fmla="*/ 257175 w 6251734"/>
              <a:gd name="connsiteY410" fmla="*/ 4134512 h 5808721"/>
              <a:gd name="connsiteX411" fmla="*/ 152590 w 6251734"/>
              <a:gd name="connsiteY411" fmla="*/ 4139655 h 5808721"/>
              <a:gd name="connsiteX412" fmla="*/ 236601 w 6251734"/>
              <a:gd name="connsiteY412" fmla="*/ 4079647 h 5808721"/>
              <a:gd name="connsiteX413" fmla="*/ 644257 w 6251734"/>
              <a:gd name="connsiteY413" fmla="*/ 3901600 h 5808721"/>
              <a:gd name="connsiteX414" fmla="*/ 641223 w 6251734"/>
              <a:gd name="connsiteY414" fmla="*/ 3889445 h 5808721"/>
              <a:gd name="connsiteX415" fmla="*/ 662654 w 6251734"/>
              <a:gd name="connsiteY415" fmla="*/ 3830188 h 5808721"/>
              <a:gd name="connsiteX416" fmla="*/ 719983 w 6251734"/>
              <a:gd name="connsiteY416" fmla="*/ 3802756 h 5808721"/>
              <a:gd name="connsiteX417" fmla="*/ 751260 w 6251734"/>
              <a:gd name="connsiteY417" fmla="*/ 3807283 h 5808721"/>
              <a:gd name="connsiteX418" fmla="*/ 771606 w 6251734"/>
              <a:gd name="connsiteY418" fmla="*/ 3819575 h 5808721"/>
              <a:gd name="connsiteX419" fmla="*/ 801530 w 6251734"/>
              <a:gd name="connsiteY419" fmla="*/ 3786468 h 5808721"/>
              <a:gd name="connsiteX420" fmla="*/ 812246 w 6251734"/>
              <a:gd name="connsiteY420" fmla="*/ 3781539 h 5808721"/>
              <a:gd name="connsiteX421" fmla="*/ 5496913 w 6251734"/>
              <a:gd name="connsiteY421" fmla="*/ 3702672 h 5808721"/>
              <a:gd name="connsiteX422" fmla="*/ 5456397 w 6251734"/>
              <a:gd name="connsiteY422" fmla="*/ 3737606 h 5808721"/>
              <a:gd name="connsiteX423" fmla="*/ 5490901 w 6251734"/>
              <a:gd name="connsiteY423" fmla="*/ 3706745 h 5808721"/>
              <a:gd name="connsiteX424" fmla="*/ 5797583 w 6251734"/>
              <a:gd name="connsiteY424" fmla="*/ 3639879 h 5808721"/>
              <a:gd name="connsiteX425" fmla="*/ 5805112 w 6251734"/>
              <a:gd name="connsiteY425" fmla="*/ 3642965 h 5808721"/>
              <a:gd name="connsiteX426" fmla="*/ 5820840 w 6251734"/>
              <a:gd name="connsiteY426" fmla="*/ 3650383 h 5808721"/>
              <a:gd name="connsiteX427" fmla="*/ 5699857 w 6251734"/>
              <a:gd name="connsiteY427" fmla="*/ 3627877 h 5808721"/>
              <a:gd name="connsiteX428" fmla="*/ 5704143 w 6251734"/>
              <a:gd name="connsiteY428" fmla="*/ 3631306 h 5808721"/>
              <a:gd name="connsiteX429" fmla="*/ 5699857 w 6251734"/>
              <a:gd name="connsiteY429" fmla="*/ 3638164 h 5808721"/>
              <a:gd name="connsiteX430" fmla="*/ 5703285 w 6251734"/>
              <a:gd name="connsiteY430" fmla="*/ 3639022 h 5808721"/>
              <a:gd name="connsiteX431" fmla="*/ 5717002 w 6251734"/>
              <a:gd name="connsiteY431" fmla="*/ 3648451 h 5808721"/>
              <a:gd name="connsiteX432" fmla="*/ 5698999 w 6251734"/>
              <a:gd name="connsiteY432" fmla="*/ 3652738 h 5808721"/>
              <a:gd name="connsiteX433" fmla="*/ 5677567 w 6251734"/>
              <a:gd name="connsiteY433" fmla="*/ 3646737 h 5808721"/>
              <a:gd name="connsiteX434" fmla="*/ 5656993 w 6251734"/>
              <a:gd name="connsiteY434" fmla="*/ 3664739 h 5808721"/>
              <a:gd name="connsiteX435" fmla="*/ 5645849 w 6251734"/>
              <a:gd name="connsiteY435" fmla="*/ 3681027 h 5808721"/>
              <a:gd name="connsiteX436" fmla="*/ 5656136 w 6251734"/>
              <a:gd name="connsiteY436" fmla="*/ 3687028 h 5808721"/>
              <a:gd name="connsiteX437" fmla="*/ 5665566 w 6251734"/>
              <a:gd name="connsiteY437" fmla="*/ 3687885 h 5808721"/>
              <a:gd name="connsiteX438" fmla="*/ 5689569 w 6251734"/>
              <a:gd name="connsiteY438" fmla="*/ 3683599 h 5808721"/>
              <a:gd name="connsiteX439" fmla="*/ 5695569 w 6251734"/>
              <a:gd name="connsiteY439" fmla="*/ 3698172 h 5808721"/>
              <a:gd name="connsiteX440" fmla="*/ 5717859 w 6251734"/>
              <a:gd name="connsiteY440" fmla="*/ 3709316 h 5808721"/>
              <a:gd name="connsiteX441" fmla="*/ 5730718 w 6251734"/>
              <a:gd name="connsiteY441" fmla="*/ 3723889 h 5808721"/>
              <a:gd name="connsiteX442" fmla="*/ 5715287 w 6251734"/>
              <a:gd name="connsiteY442" fmla="*/ 3734176 h 5808721"/>
              <a:gd name="connsiteX443" fmla="*/ 5699857 w 6251734"/>
              <a:gd name="connsiteY443" fmla="*/ 3744463 h 5808721"/>
              <a:gd name="connsiteX444" fmla="*/ 5705857 w 6251734"/>
              <a:gd name="connsiteY444" fmla="*/ 3753893 h 5808721"/>
              <a:gd name="connsiteX445" fmla="*/ 5722145 w 6251734"/>
              <a:gd name="connsiteY445" fmla="*/ 3750464 h 5808721"/>
              <a:gd name="connsiteX446" fmla="*/ 5729003 w 6251734"/>
              <a:gd name="connsiteY446" fmla="*/ 3748750 h 5808721"/>
              <a:gd name="connsiteX447" fmla="*/ 5747863 w 6251734"/>
              <a:gd name="connsiteY447" fmla="*/ 3745321 h 5808721"/>
              <a:gd name="connsiteX448" fmla="*/ 5750435 w 6251734"/>
              <a:gd name="connsiteY448" fmla="*/ 3742749 h 5808721"/>
              <a:gd name="connsiteX449" fmla="*/ 5760722 w 6251734"/>
              <a:gd name="connsiteY449" fmla="*/ 3738463 h 5808721"/>
              <a:gd name="connsiteX450" fmla="*/ 5794154 w 6251734"/>
              <a:gd name="connsiteY450" fmla="*/ 3741892 h 5808721"/>
              <a:gd name="connsiteX451" fmla="*/ 5806156 w 6251734"/>
              <a:gd name="connsiteY451" fmla="*/ 3753036 h 5808721"/>
              <a:gd name="connsiteX452" fmla="*/ 5810442 w 6251734"/>
              <a:gd name="connsiteY452" fmla="*/ 3749607 h 5808721"/>
              <a:gd name="connsiteX453" fmla="*/ 5814728 w 6251734"/>
              <a:gd name="connsiteY453" fmla="*/ 3733319 h 5808721"/>
              <a:gd name="connsiteX454" fmla="*/ 5825015 w 6251734"/>
              <a:gd name="connsiteY454" fmla="*/ 3737606 h 5808721"/>
              <a:gd name="connsiteX455" fmla="*/ 5849018 w 6251734"/>
              <a:gd name="connsiteY455" fmla="*/ 3723032 h 5808721"/>
              <a:gd name="connsiteX456" fmla="*/ 5861877 w 6251734"/>
              <a:gd name="connsiteY456" fmla="*/ 3731605 h 5808721"/>
              <a:gd name="connsiteX457" fmla="*/ 5856733 w 6251734"/>
              <a:gd name="connsiteY457" fmla="*/ 3746178 h 5808721"/>
              <a:gd name="connsiteX458" fmla="*/ 5844732 w 6251734"/>
              <a:gd name="connsiteY458" fmla="*/ 3741034 h 5808721"/>
              <a:gd name="connsiteX459" fmla="*/ 5828444 w 6251734"/>
              <a:gd name="connsiteY459" fmla="*/ 3754751 h 5808721"/>
              <a:gd name="connsiteX460" fmla="*/ 5831016 w 6251734"/>
              <a:gd name="connsiteY460" fmla="*/ 3761608 h 5808721"/>
              <a:gd name="connsiteX461" fmla="*/ 5847304 w 6251734"/>
              <a:gd name="connsiteY461" fmla="*/ 3761608 h 5808721"/>
              <a:gd name="connsiteX462" fmla="*/ 5861877 w 6251734"/>
              <a:gd name="connsiteY462" fmla="*/ 3765895 h 5808721"/>
              <a:gd name="connsiteX463" fmla="*/ 5863592 w 6251734"/>
              <a:gd name="connsiteY463" fmla="*/ 3771896 h 5808721"/>
              <a:gd name="connsiteX464" fmla="*/ 5877308 w 6251734"/>
              <a:gd name="connsiteY464" fmla="*/ 3777039 h 5808721"/>
              <a:gd name="connsiteX465" fmla="*/ 5877308 w 6251734"/>
              <a:gd name="connsiteY465" fmla="*/ 3786469 h 5808721"/>
              <a:gd name="connsiteX466" fmla="*/ 5871307 w 6251734"/>
              <a:gd name="connsiteY466" fmla="*/ 3784754 h 5808721"/>
              <a:gd name="connsiteX467" fmla="*/ 5859305 w 6251734"/>
              <a:gd name="connsiteY467" fmla="*/ 3787326 h 5808721"/>
              <a:gd name="connsiteX468" fmla="*/ 5847304 w 6251734"/>
              <a:gd name="connsiteY468" fmla="*/ 3789898 h 5808721"/>
              <a:gd name="connsiteX469" fmla="*/ 5824158 w 6251734"/>
              <a:gd name="connsiteY469" fmla="*/ 3786469 h 5808721"/>
              <a:gd name="connsiteX470" fmla="*/ 5813871 w 6251734"/>
              <a:gd name="connsiteY470" fmla="*/ 3796756 h 5808721"/>
              <a:gd name="connsiteX471" fmla="*/ 5807013 w 6251734"/>
              <a:gd name="connsiteY471" fmla="*/ 3796756 h 5808721"/>
              <a:gd name="connsiteX472" fmla="*/ 5793297 w 6251734"/>
              <a:gd name="connsiteY472" fmla="*/ 3791612 h 5808721"/>
              <a:gd name="connsiteX473" fmla="*/ 5781295 w 6251734"/>
              <a:gd name="connsiteY473" fmla="*/ 3787326 h 5808721"/>
              <a:gd name="connsiteX474" fmla="*/ 5771866 w 6251734"/>
              <a:gd name="connsiteY474" fmla="*/ 3786469 h 5808721"/>
              <a:gd name="connsiteX475" fmla="*/ 5767580 w 6251734"/>
              <a:gd name="connsiteY475" fmla="*/ 3768466 h 5808721"/>
              <a:gd name="connsiteX476" fmla="*/ 5762436 w 6251734"/>
              <a:gd name="connsiteY476" fmla="*/ 3767609 h 5808721"/>
              <a:gd name="connsiteX477" fmla="*/ 5755578 w 6251734"/>
              <a:gd name="connsiteY477" fmla="*/ 3765895 h 5808721"/>
              <a:gd name="connsiteX478" fmla="*/ 5742719 w 6251734"/>
              <a:gd name="connsiteY478" fmla="*/ 3768466 h 5808721"/>
              <a:gd name="connsiteX479" fmla="*/ 5734147 w 6251734"/>
              <a:gd name="connsiteY479" fmla="*/ 3769324 h 5808721"/>
              <a:gd name="connsiteX480" fmla="*/ 5721288 w 6251734"/>
              <a:gd name="connsiteY480" fmla="*/ 3771896 h 5808721"/>
              <a:gd name="connsiteX481" fmla="*/ 5712715 w 6251734"/>
              <a:gd name="connsiteY481" fmla="*/ 3772753 h 5808721"/>
              <a:gd name="connsiteX482" fmla="*/ 5698999 w 6251734"/>
              <a:gd name="connsiteY482" fmla="*/ 3784754 h 5808721"/>
              <a:gd name="connsiteX483" fmla="*/ 5679282 w 6251734"/>
              <a:gd name="connsiteY483" fmla="*/ 3791612 h 5808721"/>
              <a:gd name="connsiteX484" fmla="*/ 5671567 w 6251734"/>
              <a:gd name="connsiteY484" fmla="*/ 3795898 h 5808721"/>
              <a:gd name="connsiteX485" fmla="*/ 5663851 w 6251734"/>
              <a:gd name="connsiteY485" fmla="*/ 3808757 h 5808721"/>
              <a:gd name="connsiteX486" fmla="*/ 5644134 w 6251734"/>
              <a:gd name="connsiteY486" fmla="*/ 3830188 h 5808721"/>
              <a:gd name="connsiteX487" fmla="*/ 5646706 w 6251734"/>
              <a:gd name="connsiteY487" fmla="*/ 3858478 h 5808721"/>
              <a:gd name="connsiteX488" fmla="*/ 5641563 w 6251734"/>
              <a:gd name="connsiteY488" fmla="*/ 3873051 h 5808721"/>
              <a:gd name="connsiteX489" fmla="*/ 5636419 w 6251734"/>
              <a:gd name="connsiteY489" fmla="*/ 3885052 h 5808721"/>
              <a:gd name="connsiteX490" fmla="*/ 5644992 w 6251734"/>
              <a:gd name="connsiteY490" fmla="*/ 3894482 h 5808721"/>
              <a:gd name="connsiteX491" fmla="*/ 5650135 w 6251734"/>
              <a:gd name="connsiteY491" fmla="*/ 3900483 h 5808721"/>
              <a:gd name="connsiteX492" fmla="*/ 5652707 w 6251734"/>
              <a:gd name="connsiteY492" fmla="*/ 3912484 h 5808721"/>
              <a:gd name="connsiteX493" fmla="*/ 5662137 w 6251734"/>
              <a:gd name="connsiteY493" fmla="*/ 3920200 h 5808721"/>
              <a:gd name="connsiteX494" fmla="*/ 5668995 w 6251734"/>
              <a:gd name="connsiteY494" fmla="*/ 3931344 h 5808721"/>
              <a:gd name="connsiteX495" fmla="*/ 5680139 w 6251734"/>
              <a:gd name="connsiteY495" fmla="*/ 3937345 h 5808721"/>
              <a:gd name="connsiteX496" fmla="*/ 5707571 w 6251734"/>
              <a:gd name="connsiteY496" fmla="*/ 3938202 h 5808721"/>
              <a:gd name="connsiteX497" fmla="*/ 5726432 w 6251734"/>
              <a:gd name="connsiteY497" fmla="*/ 3935630 h 5808721"/>
              <a:gd name="connsiteX498" fmla="*/ 5746148 w 6251734"/>
              <a:gd name="connsiteY498" fmla="*/ 3929629 h 5808721"/>
              <a:gd name="connsiteX499" fmla="*/ 5757293 w 6251734"/>
              <a:gd name="connsiteY499" fmla="*/ 3928772 h 5808721"/>
              <a:gd name="connsiteX500" fmla="*/ 5765008 w 6251734"/>
              <a:gd name="connsiteY500" fmla="*/ 3939916 h 5808721"/>
              <a:gd name="connsiteX501" fmla="*/ 5776152 w 6251734"/>
              <a:gd name="connsiteY501" fmla="*/ 3937345 h 5808721"/>
              <a:gd name="connsiteX502" fmla="*/ 5792440 w 6251734"/>
              <a:gd name="connsiteY502" fmla="*/ 3944203 h 5808721"/>
              <a:gd name="connsiteX503" fmla="*/ 5789011 w 6251734"/>
              <a:gd name="connsiteY503" fmla="*/ 3960491 h 5808721"/>
              <a:gd name="connsiteX504" fmla="*/ 5789011 w 6251734"/>
              <a:gd name="connsiteY504" fmla="*/ 3966491 h 5808721"/>
              <a:gd name="connsiteX505" fmla="*/ 5790725 w 6251734"/>
              <a:gd name="connsiteY505" fmla="*/ 3988780 h 5808721"/>
              <a:gd name="connsiteX506" fmla="*/ 5798440 w 6251734"/>
              <a:gd name="connsiteY506" fmla="*/ 3999924 h 5808721"/>
              <a:gd name="connsiteX507" fmla="*/ 5803584 w 6251734"/>
              <a:gd name="connsiteY507" fmla="*/ 4007639 h 5808721"/>
              <a:gd name="connsiteX508" fmla="*/ 5812157 w 6251734"/>
              <a:gd name="connsiteY508" fmla="*/ 4020498 h 5808721"/>
              <a:gd name="connsiteX509" fmla="*/ 5814728 w 6251734"/>
              <a:gd name="connsiteY509" fmla="*/ 4032499 h 5808721"/>
              <a:gd name="connsiteX510" fmla="*/ 5803584 w 6251734"/>
              <a:gd name="connsiteY510" fmla="*/ 4044501 h 5808721"/>
              <a:gd name="connsiteX511" fmla="*/ 5798440 w 6251734"/>
              <a:gd name="connsiteY511" fmla="*/ 4060789 h 5808721"/>
              <a:gd name="connsiteX512" fmla="*/ 5794154 w 6251734"/>
              <a:gd name="connsiteY512" fmla="*/ 4071075 h 5808721"/>
              <a:gd name="connsiteX513" fmla="*/ 5801012 w 6251734"/>
              <a:gd name="connsiteY513" fmla="*/ 4081363 h 5808721"/>
              <a:gd name="connsiteX514" fmla="*/ 5811299 w 6251734"/>
              <a:gd name="connsiteY514" fmla="*/ 4094221 h 5808721"/>
              <a:gd name="connsiteX515" fmla="*/ 5813871 w 6251734"/>
              <a:gd name="connsiteY515" fmla="*/ 4106223 h 5808721"/>
              <a:gd name="connsiteX516" fmla="*/ 5813871 w 6251734"/>
              <a:gd name="connsiteY516" fmla="*/ 4115653 h 5808721"/>
              <a:gd name="connsiteX517" fmla="*/ 5819015 w 6251734"/>
              <a:gd name="connsiteY517" fmla="*/ 4127654 h 5808721"/>
              <a:gd name="connsiteX518" fmla="*/ 5825873 w 6251734"/>
              <a:gd name="connsiteY518" fmla="*/ 4143942 h 5808721"/>
              <a:gd name="connsiteX519" fmla="*/ 5830159 w 6251734"/>
              <a:gd name="connsiteY519" fmla="*/ 4143942 h 5808721"/>
              <a:gd name="connsiteX520" fmla="*/ 5848161 w 6251734"/>
              <a:gd name="connsiteY520" fmla="*/ 4136227 h 5808721"/>
              <a:gd name="connsiteX521" fmla="*/ 5870450 w 6251734"/>
              <a:gd name="connsiteY521" fmla="*/ 4126797 h 5808721"/>
              <a:gd name="connsiteX522" fmla="*/ 5873878 w 6251734"/>
              <a:gd name="connsiteY522" fmla="*/ 4117367 h 5808721"/>
              <a:gd name="connsiteX523" fmla="*/ 5888452 w 6251734"/>
              <a:gd name="connsiteY523" fmla="*/ 4105365 h 5808721"/>
              <a:gd name="connsiteX524" fmla="*/ 5900453 w 6251734"/>
              <a:gd name="connsiteY524" fmla="*/ 4087363 h 5808721"/>
              <a:gd name="connsiteX525" fmla="*/ 5900453 w 6251734"/>
              <a:gd name="connsiteY525" fmla="*/ 4075362 h 5808721"/>
              <a:gd name="connsiteX526" fmla="*/ 5911598 w 6251734"/>
              <a:gd name="connsiteY526" fmla="*/ 4071933 h 5808721"/>
              <a:gd name="connsiteX527" fmla="*/ 5915884 w 6251734"/>
              <a:gd name="connsiteY527" fmla="*/ 4064218 h 5808721"/>
              <a:gd name="connsiteX528" fmla="*/ 5929600 w 6251734"/>
              <a:gd name="connsiteY528" fmla="*/ 4051359 h 5808721"/>
              <a:gd name="connsiteX529" fmla="*/ 5924456 w 6251734"/>
              <a:gd name="connsiteY529" fmla="*/ 4039358 h 5808721"/>
              <a:gd name="connsiteX530" fmla="*/ 5934743 w 6251734"/>
              <a:gd name="connsiteY530" fmla="*/ 4027356 h 5808721"/>
              <a:gd name="connsiteX531" fmla="*/ 5933886 w 6251734"/>
              <a:gd name="connsiteY531" fmla="*/ 4005925 h 5808721"/>
              <a:gd name="connsiteX532" fmla="*/ 5933886 w 6251734"/>
              <a:gd name="connsiteY532" fmla="*/ 3991351 h 5808721"/>
              <a:gd name="connsiteX533" fmla="*/ 5940744 w 6251734"/>
              <a:gd name="connsiteY533" fmla="*/ 3982779 h 5808721"/>
              <a:gd name="connsiteX534" fmla="*/ 5944173 w 6251734"/>
              <a:gd name="connsiteY534" fmla="*/ 3965634 h 5808721"/>
              <a:gd name="connsiteX535" fmla="*/ 5955317 w 6251734"/>
              <a:gd name="connsiteY535" fmla="*/ 3953632 h 5808721"/>
              <a:gd name="connsiteX536" fmla="*/ 5958746 w 6251734"/>
              <a:gd name="connsiteY536" fmla="*/ 3930487 h 5808721"/>
              <a:gd name="connsiteX537" fmla="*/ 5965604 w 6251734"/>
              <a:gd name="connsiteY537" fmla="*/ 3917628 h 5808721"/>
              <a:gd name="connsiteX538" fmla="*/ 5968176 w 6251734"/>
              <a:gd name="connsiteY538" fmla="*/ 3902197 h 5808721"/>
              <a:gd name="connsiteX539" fmla="*/ 5961318 w 6251734"/>
              <a:gd name="connsiteY539" fmla="*/ 3894482 h 5808721"/>
              <a:gd name="connsiteX540" fmla="*/ 5949317 w 6251734"/>
              <a:gd name="connsiteY540" fmla="*/ 3897054 h 5808721"/>
              <a:gd name="connsiteX541" fmla="*/ 5942458 w 6251734"/>
              <a:gd name="connsiteY541" fmla="*/ 3898768 h 5808721"/>
              <a:gd name="connsiteX542" fmla="*/ 5933029 w 6251734"/>
              <a:gd name="connsiteY542" fmla="*/ 3895339 h 5808721"/>
              <a:gd name="connsiteX543" fmla="*/ 5933029 w 6251734"/>
              <a:gd name="connsiteY543" fmla="*/ 3884195 h 5808721"/>
              <a:gd name="connsiteX544" fmla="*/ 5921885 w 6251734"/>
              <a:gd name="connsiteY544" fmla="*/ 3879909 h 5808721"/>
              <a:gd name="connsiteX545" fmla="*/ 5915884 w 6251734"/>
              <a:gd name="connsiteY545" fmla="*/ 3867050 h 5808721"/>
              <a:gd name="connsiteX546" fmla="*/ 5909883 w 6251734"/>
              <a:gd name="connsiteY546" fmla="*/ 3855049 h 5808721"/>
              <a:gd name="connsiteX547" fmla="*/ 5900453 w 6251734"/>
              <a:gd name="connsiteY547" fmla="*/ 3850762 h 5808721"/>
              <a:gd name="connsiteX548" fmla="*/ 5897024 w 6251734"/>
              <a:gd name="connsiteY548" fmla="*/ 3833617 h 5808721"/>
              <a:gd name="connsiteX549" fmla="*/ 5906454 w 6251734"/>
              <a:gd name="connsiteY549" fmla="*/ 3830188 h 5808721"/>
              <a:gd name="connsiteX550" fmla="*/ 5912455 w 6251734"/>
              <a:gd name="connsiteY550" fmla="*/ 3835332 h 5808721"/>
              <a:gd name="connsiteX551" fmla="*/ 5918455 w 6251734"/>
              <a:gd name="connsiteY551" fmla="*/ 3845619 h 5808721"/>
              <a:gd name="connsiteX552" fmla="*/ 5921027 w 6251734"/>
              <a:gd name="connsiteY552" fmla="*/ 3858478 h 5808721"/>
              <a:gd name="connsiteX553" fmla="*/ 5935600 w 6251734"/>
              <a:gd name="connsiteY553" fmla="*/ 3867907 h 5808721"/>
              <a:gd name="connsiteX554" fmla="*/ 5944173 w 6251734"/>
              <a:gd name="connsiteY554" fmla="*/ 3879052 h 5808721"/>
              <a:gd name="connsiteX555" fmla="*/ 5964747 w 6251734"/>
              <a:gd name="connsiteY555" fmla="*/ 3874766 h 5808721"/>
              <a:gd name="connsiteX556" fmla="*/ 5969033 w 6251734"/>
              <a:gd name="connsiteY556" fmla="*/ 3863621 h 5808721"/>
              <a:gd name="connsiteX557" fmla="*/ 5972462 w 6251734"/>
              <a:gd name="connsiteY557" fmla="*/ 3851620 h 5808721"/>
              <a:gd name="connsiteX558" fmla="*/ 5968176 w 6251734"/>
              <a:gd name="connsiteY558" fmla="*/ 3837046 h 5808721"/>
              <a:gd name="connsiteX559" fmla="*/ 5968176 w 6251734"/>
              <a:gd name="connsiteY559" fmla="*/ 3825045 h 5808721"/>
              <a:gd name="connsiteX560" fmla="*/ 5963890 w 6251734"/>
              <a:gd name="connsiteY560" fmla="*/ 3814758 h 5808721"/>
              <a:gd name="connsiteX561" fmla="*/ 5967319 w 6251734"/>
              <a:gd name="connsiteY561" fmla="*/ 3815615 h 5808721"/>
              <a:gd name="connsiteX562" fmla="*/ 5979320 w 6251734"/>
              <a:gd name="connsiteY562" fmla="*/ 3819901 h 5808721"/>
              <a:gd name="connsiteX563" fmla="*/ 5987893 w 6251734"/>
              <a:gd name="connsiteY563" fmla="*/ 3836189 h 5808721"/>
              <a:gd name="connsiteX564" fmla="*/ 5995608 w 6251734"/>
              <a:gd name="connsiteY564" fmla="*/ 3843904 h 5808721"/>
              <a:gd name="connsiteX565" fmla="*/ 6001609 w 6251734"/>
              <a:gd name="connsiteY565" fmla="*/ 3850762 h 5808721"/>
              <a:gd name="connsiteX566" fmla="*/ 6005895 w 6251734"/>
              <a:gd name="connsiteY566" fmla="*/ 3862764 h 5808721"/>
              <a:gd name="connsiteX567" fmla="*/ 6014468 w 6251734"/>
              <a:gd name="connsiteY567" fmla="*/ 3873051 h 5808721"/>
              <a:gd name="connsiteX568" fmla="*/ 6016182 w 6251734"/>
              <a:gd name="connsiteY568" fmla="*/ 3869622 h 5808721"/>
              <a:gd name="connsiteX569" fmla="*/ 5825350 w 6251734"/>
              <a:gd name="connsiteY569" fmla="*/ 3652510 h 5808721"/>
              <a:gd name="connsiteX570" fmla="*/ 5820840 w 6251734"/>
              <a:gd name="connsiteY570" fmla="*/ 3650383 h 5808721"/>
              <a:gd name="connsiteX571" fmla="*/ 5876805 w 6251734"/>
              <a:gd name="connsiteY571" fmla="*/ 3675659 h 5808721"/>
              <a:gd name="connsiteX572" fmla="*/ 5998180 w 6251734"/>
              <a:gd name="connsiteY572" fmla="*/ 4119082 h 5808721"/>
              <a:gd name="connsiteX573" fmla="*/ 5717002 w 6251734"/>
              <a:gd name="connsiteY573" fmla="*/ 4286246 h 5808721"/>
              <a:gd name="connsiteX574" fmla="*/ 5835302 w 6251734"/>
              <a:gd name="connsiteY574" fmla="*/ 4250241 h 5808721"/>
              <a:gd name="connsiteX575" fmla="*/ 5819015 w 6251734"/>
              <a:gd name="connsiteY575" fmla="*/ 4251098 h 5808721"/>
              <a:gd name="connsiteX576" fmla="*/ 5802727 w 6251734"/>
              <a:gd name="connsiteY576" fmla="*/ 4244240 h 5808721"/>
              <a:gd name="connsiteX577" fmla="*/ 5793297 w 6251734"/>
              <a:gd name="connsiteY577" fmla="*/ 4242525 h 5808721"/>
              <a:gd name="connsiteX578" fmla="*/ 5777867 w 6251734"/>
              <a:gd name="connsiteY578" fmla="*/ 4245098 h 5808721"/>
              <a:gd name="connsiteX579" fmla="*/ 5765865 w 6251734"/>
              <a:gd name="connsiteY579" fmla="*/ 4251098 h 5808721"/>
              <a:gd name="connsiteX580" fmla="*/ 5755578 w 6251734"/>
              <a:gd name="connsiteY580" fmla="*/ 4250241 h 5808721"/>
              <a:gd name="connsiteX581" fmla="*/ 5742719 w 6251734"/>
              <a:gd name="connsiteY581" fmla="*/ 4251098 h 5808721"/>
              <a:gd name="connsiteX582" fmla="*/ 5747005 w 6251734"/>
              <a:gd name="connsiteY582" fmla="*/ 4240811 h 5808721"/>
              <a:gd name="connsiteX583" fmla="*/ 5735861 w 6251734"/>
              <a:gd name="connsiteY583" fmla="*/ 4239097 h 5808721"/>
              <a:gd name="connsiteX584" fmla="*/ 5729003 w 6251734"/>
              <a:gd name="connsiteY584" fmla="*/ 4247669 h 5808721"/>
              <a:gd name="connsiteX585" fmla="*/ 5723003 w 6251734"/>
              <a:gd name="connsiteY585" fmla="*/ 4258813 h 5808721"/>
              <a:gd name="connsiteX586" fmla="*/ 5701571 w 6251734"/>
              <a:gd name="connsiteY586" fmla="*/ 4254527 h 5808721"/>
              <a:gd name="connsiteX587" fmla="*/ 5689569 w 6251734"/>
              <a:gd name="connsiteY587" fmla="*/ 4251956 h 5808721"/>
              <a:gd name="connsiteX588" fmla="*/ 5690426 w 6251734"/>
              <a:gd name="connsiteY588" fmla="*/ 4247669 h 5808721"/>
              <a:gd name="connsiteX589" fmla="*/ 5702427 w 6251734"/>
              <a:gd name="connsiteY589" fmla="*/ 4239097 h 5808721"/>
              <a:gd name="connsiteX590" fmla="*/ 5714430 w 6251734"/>
              <a:gd name="connsiteY590" fmla="*/ 4232239 h 5808721"/>
              <a:gd name="connsiteX591" fmla="*/ 5708429 w 6251734"/>
              <a:gd name="connsiteY591" fmla="*/ 4225380 h 5808721"/>
              <a:gd name="connsiteX592" fmla="*/ 5702427 w 6251734"/>
              <a:gd name="connsiteY592" fmla="*/ 4230524 h 5808721"/>
              <a:gd name="connsiteX593" fmla="*/ 5677567 w 6251734"/>
              <a:gd name="connsiteY593" fmla="*/ 4231381 h 5808721"/>
              <a:gd name="connsiteX594" fmla="*/ 5656993 w 6251734"/>
              <a:gd name="connsiteY594" fmla="*/ 4233096 h 5808721"/>
              <a:gd name="connsiteX595" fmla="*/ 5653564 w 6251734"/>
              <a:gd name="connsiteY595" fmla="*/ 4226238 h 5808721"/>
              <a:gd name="connsiteX596" fmla="*/ 5638991 w 6251734"/>
              <a:gd name="connsiteY596" fmla="*/ 4233096 h 5808721"/>
              <a:gd name="connsiteX597" fmla="*/ 5618417 w 6251734"/>
              <a:gd name="connsiteY597" fmla="*/ 4236525 h 5808721"/>
              <a:gd name="connsiteX598" fmla="*/ 5608130 w 6251734"/>
              <a:gd name="connsiteY598" fmla="*/ 4238239 h 5808721"/>
              <a:gd name="connsiteX599" fmla="*/ 5607273 w 6251734"/>
              <a:gd name="connsiteY599" fmla="*/ 4232239 h 5808721"/>
              <a:gd name="connsiteX600" fmla="*/ 5596986 w 6251734"/>
              <a:gd name="connsiteY600" fmla="*/ 4240811 h 5808721"/>
              <a:gd name="connsiteX601" fmla="*/ 5584984 w 6251734"/>
              <a:gd name="connsiteY601" fmla="*/ 4242525 h 5808721"/>
              <a:gd name="connsiteX602" fmla="*/ 5583270 w 6251734"/>
              <a:gd name="connsiteY602" fmla="*/ 4256242 h 5808721"/>
              <a:gd name="connsiteX603" fmla="*/ 5664709 w 6251734"/>
              <a:gd name="connsiteY603" fmla="*/ 4287103 h 5808721"/>
              <a:gd name="connsiteX604" fmla="*/ 5372386 w 6251734"/>
              <a:gd name="connsiteY604" fmla="*/ 3912484 h 5808721"/>
              <a:gd name="connsiteX605" fmla="*/ 5375815 w 6251734"/>
              <a:gd name="connsiteY605" fmla="*/ 3909913 h 5808721"/>
              <a:gd name="connsiteX606" fmla="*/ 5378387 w 6251734"/>
              <a:gd name="connsiteY606" fmla="*/ 3921057 h 5808721"/>
              <a:gd name="connsiteX607" fmla="*/ 5384388 w 6251734"/>
              <a:gd name="connsiteY607" fmla="*/ 3929629 h 5808721"/>
              <a:gd name="connsiteX608" fmla="*/ 5391246 w 6251734"/>
              <a:gd name="connsiteY608" fmla="*/ 3939059 h 5808721"/>
              <a:gd name="connsiteX609" fmla="*/ 5386959 w 6251734"/>
              <a:gd name="connsiteY609" fmla="*/ 3953632 h 5808721"/>
              <a:gd name="connsiteX610" fmla="*/ 5395532 w 6251734"/>
              <a:gd name="connsiteY610" fmla="*/ 3977636 h 5808721"/>
              <a:gd name="connsiteX611" fmla="*/ 5394675 w 6251734"/>
              <a:gd name="connsiteY611" fmla="*/ 4006782 h 5808721"/>
              <a:gd name="connsiteX612" fmla="*/ 5413534 w 6251734"/>
              <a:gd name="connsiteY612" fmla="*/ 4051359 h 5808721"/>
              <a:gd name="connsiteX613" fmla="*/ 5420392 w 6251734"/>
              <a:gd name="connsiteY613" fmla="*/ 4065932 h 5808721"/>
              <a:gd name="connsiteX614" fmla="*/ 5432394 w 6251734"/>
              <a:gd name="connsiteY614" fmla="*/ 4075362 h 5808721"/>
              <a:gd name="connsiteX615" fmla="*/ 5438394 w 6251734"/>
              <a:gd name="connsiteY615" fmla="*/ 4101079 h 5808721"/>
              <a:gd name="connsiteX616" fmla="*/ 5446110 w 6251734"/>
              <a:gd name="connsiteY616" fmla="*/ 4123368 h 5808721"/>
              <a:gd name="connsiteX617" fmla="*/ 5455539 w 6251734"/>
              <a:gd name="connsiteY617" fmla="*/ 4135369 h 5808721"/>
              <a:gd name="connsiteX618" fmla="*/ 5462397 w 6251734"/>
              <a:gd name="connsiteY618" fmla="*/ 4148228 h 5808721"/>
              <a:gd name="connsiteX619" fmla="*/ 5470113 w 6251734"/>
              <a:gd name="connsiteY619" fmla="*/ 4160230 h 5808721"/>
              <a:gd name="connsiteX620" fmla="*/ 5484686 w 6251734"/>
              <a:gd name="connsiteY620" fmla="*/ 4188519 h 5808721"/>
              <a:gd name="connsiteX621" fmla="*/ 5491544 w 6251734"/>
              <a:gd name="connsiteY621" fmla="*/ 4198806 h 5808721"/>
              <a:gd name="connsiteX622" fmla="*/ 5511261 w 6251734"/>
              <a:gd name="connsiteY622" fmla="*/ 4210808 h 5808721"/>
              <a:gd name="connsiteX623" fmla="*/ 5524119 w 6251734"/>
              <a:gd name="connsiteY623" fmla="*/ 4221094 h 5808721"/>
              <a:gd name="connsiteX624" fmla="*/ 5525834 w 6251734"/>
              <a:gd name="connsiteY624" fmla="*/ 4215094 h 5808721"/>
              <a:gd name="connsiteX625" fmla="*/ 5518119 w 6251734"/>
              <a:gd name="connsiteY625" fmla="*/ 4206521 h 5808721"/>
              <a:gd name="connsiteX626" fmla="*/ 5509546 w 6251734"/>
              <a:gd name="connsiteY626" fmla="*/ 4195377 h 5808721"/>
              <a:gd name="connsiteX627" fmla="*/ 5505260 w 6251734"/>
              <a:gd name="connsiteY627" fmla="*/ 4185947 h 5808721"/>
              <a:gd name="connsiteX628" fmla="*/ 5495830 w 6251734"/>
              <a:gd name="connsiteY628" fmla="*/ 4173088 h 5808721"/>
              <a:gd name="connsiteX629" fmla="*/ 5500117 w 6251734"/>
              <a:gd name="connsiteY629" fmla="*/ 4165373 h 5808721"/>
              <a:gd name="connsiteX630" fmla="*/ 5503546 w 6251734"/>
              <a:gd name="connsiteY630" fmla="*/ 4160230 h 5808721"/>
              <a:gd name="connsiteX631" fmla="*/ 5500117 w 6251734"/>
              <a:gd name="connsiteY631" fmla="*/ 4147371 h 5808721"/>
              <a:gd name="connsiteX632" fmla="*/ 5508689 w 6251734"/>
              <a:gd name="connsiteY632" fmla="*/ 4119082 h 5808721"/>
              <a:gd name="connsiteX633" fmla="*/ 5508689 w 6251734"/>
              <a:gd name="connsiteY633" fmla="*/ 4103651 h 5808721"/>
              <a:gd name="connsiteX634" fmla="*/ 5518119 w 6251734"/>
              <a:gd name="connsiteY634" fmla="*/ 4096793 h 5808721"/>
              <a:gd name="connsiteX635" fmla="*/ 5531835 w 6251734"/>
              <a:gd name="connsiteY635" fmla="*/ 4087363 h 5808721"/>
              <a:gd name="connsiteX636" fmla="*/ 5530120 w 6251734"/>
              <a:gd name="connsiteY636" fmla="*/ 4078791 h 5808721"/>
              <a:gd name="connsiteX637" fmla="*/ 5534407 w 6251734"/>
              <a:gd name="connsiteY637" fmla="*/ 4070218 h 5808721"/>
              <a:gd name="connsiteX638" fmla="*/ 5535264 w 6251734"/>
              <a:gd name="connsiteY638" fmla="*/ 4056503 h 5808721"/>
              <a:gd name="connsiteX639" fmla="*/ 5530977 w 6251734"/>
              <a:gd name="connsiteY639" fmla="*/ 4045358 h 5808721"/>
              <a:gd name="connsiteX640" fmla="*/ 5532692 w 6251734"/>
              <a:gd name="connsiteY640" fmla="*/ 4034214 h 5808721"/>
              <a:gd name="connsiteX641" fmla="*/ 5542122 w 6251734"/>
              <a:gd name="connsiteY641" fmla="*/ 4020498 h 5808721"/>
              <a:gd name="connsiteX642" fmla="*/ 5547265 w 6251734"/>
              <a:gd name="connsiteY642" fmla="*/ 4007639 h 5808721"/>
              <a:gd name="connsiteX643" fmla="*/ 5542122 w 6251734"/>
              <a:gd name="connsiteY643" fmla="*/ 4000781 h 5808721"/>
              <a:gd name="connsiteX644" fmla="*/ 5529263 w 6251734"/>
              <a:gd name="connsiteY644" fmla="*/ 3993923 h 5808721"/>
              <a:gd name="connsiteX645" fmla="*/ 5520691 w 6251734"/>
              <a:gd name="connsiteY645" fmla="*/ 3982779 h 5808721"/>
              <a:gd name="connsiteX646" fmla="*/ 5504403 w 6251734"/>
              <a:gd name="connsiteY646" fmla="*/ 3981922 h 5808721"/>
              <a:gd name="connsiteX647" fmla="*/ 5500974 w 6251734"/>
              <a:gd name="connsiteY647" fmla="*/ 3976778 h 5808721"/>
              <a:gd name="connsiteX648" fmla="*/ 5488115 w 6251734"/>
              <a:gd name="connsiteY648" fmla="*/ 3971635 h 5808721"/>
              <a:gd name="connsiteX649" fmla="*/ 5486401 w 6251734"/>
              <a:gd name="connsiteY649" fmla="*/ 3964777 h 5808721"/>
              <a:gd name="connsiteX650" fmla="*/ 5476971 w 6251734"/>
              <a:gd name="connsiteY650" fmla="*/ 3963062 h 5808721"/>
              <a:gd name="connsiteX651" fmla="*/ 5475256 w 6251734"/>
              <a:gd name="connsiteY651" fmla="*/ 3957061 h 5808721"/>
              <a:gd name="connsiteX652" fmla="*/ 5474399 w 6251734"/>
              <a:gd name="connsiteY652" fmla="*/ 3947632 h 5808721"/>
              <a:gd name="connsiteX653" fmla="*/ 5469256 w 6251734"/>
              <a:gd name="connsiteY653" fmla="*/ 3938202 h 5808721"/>
              <a:gd name="connsiteX654" fmla="*/ 5464969 w 6251734"/>
              <a:gd name="connsiteY654" fmla="*/ 3932201 h 5808721"/>
              <a:gd name="connsiteX655" fmla="*/ 5453825 w 6251734"/>
              <a:gd name="connsiteY655" fmla="*/ 3930487 h 5808721"/>
              <a:gd name="connsiteX656" fmla="*/ 5444395 w 6251734"/>
              <a:gd name="connsiteY656" fmla="*/ 3925343 h 5808721"/>
              <a:gd name="connsiteX657" fmla="*/ 5441824 w 6251734"/>
              <a:gd name="connsiteY657" fmla="*/ 3916771 h 5808721"/>
              <a:gd name="connsiteX658" fmla="*/ 5437537 w 6251734"/>
              <a:gd name="connsiteY658" fmla="*/ 3907341 h 5808721"/>
              <a:gd name="connsiteX659" fmla="*/ 5431536 w 6251734"/>
              <a:gd name="connsiteY659" fmla="*/ 3903055 h 5808721"/>
              <a:gd name="connsiteX660" fmla="*/ 5419535 w 6251734"/>
              <a:gd name="connsiteY660" fmla="*/ 3905626 h 5808721"/>
              <a:gd name="connsiteX661" fmla="*/ 5418678 w 6251734"/>
              <a:gd name="connsiteY661" fmla="*/ 3897911 h 5808721"/>
              <a:gd name="connsiteX662" fmla="*/ 5411820 w 6251734"/>
              <a:gd name="connsiteY662" fmla="*/ 3896197 h 5808721"/>
              <a:gd name="connsiteX663" fmla="*/ 5406676 w 6251734"/>
              <a:gd name="connsiteY663" fmla="*/ 3899626 h 5808721"/>
              <a:gd name="connsiteX664" fmla="*/ 5404104 w 6251734"/>
              <a:gd name="connsiteY664" fmla="*/ 3903055 h 5808721"/>
              <a:gd name="connsiteX665" fmla="*/ 5398104 w 6251734"/>
              <a:gd name="connsiteY665" fmla="*/ 3911627 h 5808721"/>
              <a:gd name="connsiteX666" fmla="*/ 5396389 w 6251734"/>
              <a:gd name="connsiteY666" fmla="*/ 3909913 h 5808721"/>
              <a:gd name="connsiteX667" fmla="*/ 5393817 w 6251734"/>
              <a:gd name="connsiteY667" fmla="*/ 3906484 h 5808721"/>
              <a:gd name="connsiteX668" fmla="*/ 5390389 w 6251734"/>
              <a:gd name="connsiteY668" fmla="*/ 3893625 h 5808721"/>
              <a:gd name="connsiteX669" fmla="*/ 5393817 w 6251734"/>
              <a:gd name="connsiteY669" fmla="*/ 3884195 h 5808721"/>
              <a:gd name="connsiteX670" fmla="*/ 5392960 w 6251734"/>
              <a:gd name="connsiteY670" fmla="*/ 3871336 h 5808721"/>
              <a:gd name="connsiteX671" fmla="*/ 5393817 w 6251734"/>
              <a:gd name="connsiteY671" fmla="*/ 3861049 h 5808721"/>
              <a:gd name="connsiteX672" fmla="*/ 5392960 w 6251734"/>
              <a:gd name="connsiteY672" fmla="*/ 3853334 h 5808721"/>
              <a:gd name="connsiteX673" fmla="*/ 5388674 w 6251734"/>
              <a:gd name="connsiteY673" fmla="*/ 3851620 h 5808721"/>
              <a:gd name="connsiteX674" fmla="*/ 5402390 w 6251734"/>
              <a:gd name="connsiteY674" fmla="*/ 3815615 h 5808721"/>
              <a:gd name="connsiteX675" fmla="*/ 5400676 w 6251734"/>
              <a:gd name="connsiteY675" fmla="*/ 3826759 h 5808721"/>
              <a:gd name="connsiteX676" fmla="*/ 5399818 w 6251734"/>
              <a:gd name="connsiteY676" fmla="*/ 3833617 h 5808721"/>
              <a:gd name="connsiteX677" fmla="*/ 5398961 w 6251734"/>
              <a:gd name="connsiteY677" fmla="*/ 3841333 h 5808721"/>
              <a:gd name="connsiteX678" fmla="*/ 5401533 w 6251734"/>
              <a:gd name="connsiteY678" fmla="*/ 3842190 h 5808721"/>
              <a:gd name="connsiteX679" fmla="*/ 5406676 w 6251734"/>
              <a:gd name="connsiteY679" fmla="*/ 3845619 h 5808721"/>
              <a:gd name="connsiteX680" fmla="*/ 5408391 w 6251734"/>
              <a:gd name="connsiteY680" fmla="*/ 3845619 h 5808721"/>
              <a:gd name="connsiteX681" fmla="*/ 5412677 w 6251734"/>
              <a:gd name="connsiteY681" fmla="*/ 3850762 h 5808721"/>
              <a:gd name="connsiteX682" fmla="*/ 5411820 w 6251734"/>
              <a:gd name="connsiteY682" fmla="*/ 3857621 h 5808721"/>
              <a:gd name="connsiteX683" fmla="*/ 5413534 w 6251734"/>
              <a:gd name="connsiteY683" fmla="*/ 3859335 h 5808721"/>
              <a:gd name="connsiteX684" fmla="*/ 5418678 w 6251734"/>
              <a:gd name="connsiteY684" fmla="*/ 3861907 h 5808721"/>
              <a:gd name="connsiteX685" fmla="*/ 5425536 w 6251734"/>
              <a:gd name="connsiteY685" fmla="*/ 3861049 h 5808721"/>
              <a:gd name="connsiteX686" fmla="*/ 5428965 w 6251734"/>
              <a:gd name="connsiteY686" fmla="*/ 3865336 h 5808721"/>
              <a:gd name="connsiteX687" fmla="*/ 5430679 w 6251734"/>
              <a:gd name="connsiteY687" fmla="*/ 3868765 h 5808721"/>
              <a:gd name="connsiteX688" fmla="*/ 5434108 w 6251734"/>
              <a:gd name="connsiteY688" fmla="*/ 3865336 h 5808721"/>
              <a:gd name="connsiteX689" fmla="*/ 5435823 w 6251734"/>
              <a:gd name="connsiteY689" fmla="*/ 3861049 h 5808721"/>
              <a:gd name="connsiteX690" fmla="*/ 5432394 w 6251734"/>
              <a:gd name="connsiteY690" fmla="*/ 3858478 h 5808721"/>
              <a:gd name="connsiteX691" fmla="*/ 5427250 w 6251734"/>
              <a:gd name="connsiteY691" fmla="*/ 3855049 h 5808721"/>
              <a:gd name="connsiteX692" fmla="*/ 5421249 w 6251734"/>
              <a:gd name="connsiteY692" fmla="*/ 3853334 h 5808721"/>
              <a:gd name="connsiteX693" fmla="*/ 5415249 w 6251734"/>
              <a:gd name="connsiteY693" fmla="*/ 3852477 h 5808721"/>
              <a:gd name="connsiteX694" fmla="*/ 5415249 w 6251734"/>
              <a:gd name="connsiteY694" fmla="*/ 3845619 h 5808721"/>
              <a:gd name="connsiteX695" fmla="*/ 5415249 w 6251734"/>
              <a:gd name="connsiteY695" fmla="*/ 3837904 h 5808721"/>
              <a:gd name="connsiteX696" fmla="*/ 5410962 w 6251734"/>
              <a:gd name="connsiteY696" fmla="*/ 3837046 h 5808721"/>
              <a:gd name="connsiteX697" fmla="*/ 5406676 w 6251734"/>
              <a:gd name="connsiteY697" fmla="*/ 3833617 h 5808721"/>
              <a:gd name="connsiteX698" fmla="*/ 5410105 w 6251734"/>
              <a:gd name="connsiteY698" fmla="*/ 3826759 h 5808721"/>
              <a:gd name="connsiteX699" fmla="*/ 5420392 w 6251734"/>
              <a:gd name="connsiteY699" fmla="*/ 3822473 h 5808721"/>
              <a:gd name="connsiteX700" fmla="*/ 5425536 w 6251734"/>
              <a:gd name="connsiteY700" fmla="*/ 3818187 h 5808721"/>
              <a:gd name="connsiteX701" fmla="*/ 5428965 w 6251734"/>
              <a:gd name="connsiteY701" fmla="*/ 3810472 h 5808721"/>
              <a:gd name="connsiteX702" fmla="*/ 5432394 w 6251734"/>
              <a:gd name="connsiteY702" fmla="*/ 3801899 h 5808721"/>
              <a:gd name="connsiteX703" fmla="*/ 5434108 w 6251734"/>
              <a:gd name="connsiteY703" fmla="*/ 3792469 h 5808721"/>
              <a:gd name="connsiteX704" fmla="*/ 5439252 w 6251734"/>
              <a:gd name="connsiteY704" fmla="*/ 3785611 h 5808721"/>
              <a:gd name="connsiteX705" fmla="*/ 5451253 w 6251734"/>
              <a:gd name="connsiteY705" fmla="*/ 3776182 h 5808721"/>
              <a:gd name="connsiteX706" fmla="*/ 5458111 w 6251734"/>
              <a:gd name="connsiteY706" fmla="*/ 3770181 h 5808721"/>
              <a:gd name="connsiteX707" fmla="*/ 5460683 w 6251734"/>
              <a:gd name="connsiteY707" fmla="*/ 3764180 h 5808721"/>
              <a:gd name="connsiteX708" fmla="*/ 5466684 w 6251734"/>
              <a:gd name="connsiteY708" fmla="*/ 3761608 h 5808721"/>
              <a:gd name="connsiteX709" fmla="*/ 5474399 w 6251734"/>
              <a:gd name="connsiteY709" fmla="*/ 3757322 h 5808721"/>
              <a:gd name="connsiteX710" fmla="*/ 5476971 w 6251734"/>
              <a:gd name="connsiteY710" fmla="*/ 3749607 h 5808721"/>
              <a:gd name="connsiteX711" fmla="*/ 5479542 w 6251734"/>
              <a:gd name="connsiteY711" fmla="*/ 3747035 h 5808721"/>
              <a:gd name="connsiteX712" fmla="*/ 5488115 w 6251734"/>
              <a:gd name="connsiteY712" fmla="*/ 3741034 h 5808721"/>
              <a:gd name="connsiteX713" fmla="*/ 5491544 w 6251734"/>
              <a:gd name="connsiteY713" fmla="*/ 3738463 h 5808721"/>
              <a:gd name="connsiteX714" fmla="*/ 5498402 w 6251734"/>
              <a:gd name="connsiteY714" fmla="*/ 3739320 h 5808721"/>
              <a:gd name="connsiteX715" fmla="*/ 5507832 w 6251734"/>
              <a:gd name="connsiteY715" fmla="*/ 3741892 h 5808721"/>
              <a:gd name="connsiteX716" fmla="*/ 5512975 w 6251734"/>
              <a:gd name="connsiteY716" fmla="*/ 3741034 h 5808721"/>
              <a:gd name="connsiteX717" fmla="*/ 5514690 w 6251734"/>
              <a:gd name="connsiteY717" fmla="*/ 3735034 h 5808721"/>
              <a:gd name="connsiteX718" fmla="*/ 5513832 w 6251734"/>
              <a:gd name="connsiteY718" fmla="*/ 3731605 h 5808721"/>
              <a:gd name="connsiteX719" fmla="*/ 5509546 w 6251734"/>
              <a:gd name="connsiteY719" fmla="*/ 3729890 h 5808721"/>
              <a:gd name="connsiteX720" fmla="*/ 5511261 w 6251734"/>
              <a:gd name="connsiteY720" fmla="*/ 3723032 h 5808721"/>
              <a:gd name="connsiteX721" fmla="*/ 5517262 w 6251734"/>
              <a:gd name="connsiteY721" fmla="*/ 3718746 h 5808721"/>
              <a:gd name="connsiteX722" fmla="*/ 5525834 w 6251734"/>
              <a:gd name="connsiteY722" fmla="*/ 3713602 h 5808721"/>
              <a:gd name="connsiteX723" fmla="*/ 5530977 w 6251734"/>
              <a:gd name="connsiteY723" fmla="*/ 3717889 h 5808721"/>
              <a:gd name="connsiteX724" fmla="*/ 5531835 w 6251734"/>
              <a:gd name="connsiteY724" fmla="*/ 3720461 h 5808721"/>
              <a:gd name="connsiteX725" fmla="*/ 5524977 w 6251734"/>
              <a:gd name="connsiteY725" fmla="*/ 3724747 h 5808721"/>
              <a:gd name="connsiteX726" fmla="*/ 5528406 w 6251734"/>
              <a:gd name="connsiteY726" fmla="*/ 3730747 h 5808721"/>
              <a:gd name="connsiteX727" fmla="*/ 5536978 w 6251734"/>
              <a:gd name="connsiteY727" fmla="*/ 3730747 h 5808721"/>
              <a:gd name="connsiteX728" fmla="*/ 5542122 w 6251734"/>
              <a:gd name="connsiteY728" fmla="*/ 3727318 h 5808721"/>
              <a:gd name="connsiteX729" fmla="*/ 5543836 w 6251734"/>
              <a:gd name="connsiteY729" fmla="*/ 3723032 h 5808721"/>
              <a:gd name="connsiteX730" fmla="*/ 5543836 w 6251734"/>
              <a:gd name="connsiteY730" fmla="*/ 3716174 h 5808721"/>
              <a:gd name="connsiteX731" fmla="*/ 5542979 w 6251734"/>
              <a:gd name="connsiteY731" fmla="*/ 3710173 h 5808721"/>
              <a:gd name="connsiteX732" fmla="*/ 5545551 w 6251734"/>
              <a:gd name="connsiteY732" fmla="*/ 3705887 h 5808721"/>
              <a:gd name="connsiteX733" fmla="*/ 5548980 w 6251734"/>
              <a:gd name="connsiteY733" fmla="*/ 3703316 h 5808721"/>
              <a:gd name="connsiteX734" fmla="*/ 5551552 w 6251734"/>
              <a:gd name="connsiteY734" fmla="*/ 3699029 h 5808721"/>
              <a:gd name="connsiteX735" fmla="*/ 5551552 w 6251734"/>
              <a:gd name="connsiteY735" fmla="*/ 3692171 h 5808721"/>
              <a:gd name="connsiteX736" fmla="*/ 5557552 w 6251734"/>
              <a:gd name="connsiteY736" fmla="*/ 3683599 h 5808721"/>
              <a:gd name="connsiteX737" fmla="*/ 5560124 w 6251734"/>
              <a:gd name="connsiteY737" fmla="*/ 3679312 h 5808721"/>
              <a:gd name="connsiteX738" fmla="*/ 5552409 w 6251734"/>
              <a:gd name="connsiteY738" fmla="*/ 3675883 h 5808721"/>
              <a:gd name="connsiteX739" fmla="*/ 5522218 w 6251734"/>
              <a:gd name="connsiteY739" fmla="*/ 3685527 h 5808721"/>
              <a:gd name="connsiteX740" fmla="*/ 5496913 w 6251734"/>
              <a:gd name="connsiteY740" fmla="*/ 3702672 h 5808721"/>
              <a:gd name="connsiteX741" fmla="*/ 5518815 w 6251734"/>
              <a:gd name="connsiteY741" fmla="*/ 3683786 h 5808721"/>
              <a:gd name="connsiteX742" fmla="*/ 5647564 w 6251734"/>
              <a:gd name="connsiteY742" fmla="*/ 3633878 h 5808721"/>
              <a:gd name="connsiteX743" fmla="*/ 5699857 w 6251734"/>
              <a:gd name="connsiteY743" fmla="*/ 3627877 h 5808721"/>
              <a:gd name="connsiteX744" fmla="*/ 4861612 w 6251734"/>
              <a:gd name="connsiteY744" fmla="*/ 3580313 h 5808721"/>
              <a:gd name="connsiteX745" fmla="*/ 4631722 w 6251734"/>
              <a:gd name="connsiteY745" fmla="*/ 3723889 h 5808721"/>
              <a:gd name="connsiteX746" fmla="*/ 4753451 w 6251734"/>
              <a:gd name="connsiteY746" fmla="*/ 4048788 h 5808721"/>
              <a:gd name="connsiteX747" fmla="*/ 5078350 w 6251734"/>
              <a:gd name="connsiteY747" fmla="*/ 3927058 h 5808721"/>
              <a:gd name="connsiteX748" fmla="*/ 4956620 w 6251734"/>
              <a:gd name="connsiteY748" fmla="*/ 3602159 h 5808721"/>
              <a:gd name="connsiteX749" fmla="*/ 4861612 w 6251734"/>
              <a:gd name="connsiteY749" fmla="*/ 3580313 h 5808721"/>
              <a:gd name="connsiteX750" fmla="*/ 4863113 w 6251734"/>
              <a:gd name="connsiteY750" fmla="*/ 3524739 h 5808721"/>
              <a:gd name="connsiteX751" fmla="*/ 4979766 w 6251734"/>
              <a:gd name="connsiteY751" fmla="*/ 3551582 h 5808721"/>
              <a:gd name="connsiteX752" fmla="*/ 5128928 w 6251734"/>
              <a:gd name="connsiteY752" fmla="*/ 3950204 h 5808721"/>
              <a:gd name="connsiteX753" fmla="*/ 4788185 w 6251734"/>
              <a:gd name="connsiteY753" fmla="*/ 4118835 h 5808721"/>
              <a:gd name="connsiteX754" fmla="*/ 4769854 w 6251734"/>
              <a:gd name="connsiteY754" fmla="*/ 4112669 h 5808721"/>
              <a:gd name="connsiteX755" fmla="*/ 4736576 w 6251734"/>
              <a:gd name="connsiteY755" fmla="*/ 4185841 h 5808721"/>
              <a:gd name="connsiteX756" fmla="*/ 4739414 w 6251734"/>
              <a:gd name="connsiteY756" fmla="*/ 4190448 h 5808721"/>
              <a:gd name="connsiteX757" fmla="*/ 4738021 w 6251734"/>
              <a:gd name="connsiteY757" fmla="*/ 4240811 h 5808721"/>
              <a:gd name="connsiteX758" fmla="*/ 4623149 w 6251734"/>
              <a:gd name="connsiteY758" fmla="*/ 4492842 h 5808721"/>
              <a:gd name="connsiteX759" fmla="*/ 4536567 w 6251734"/>
              <a:gd name="connsiteY759" fmla="*/ 4525418 h 5808721"/>
              <a:gd name="connsiteX760" fmla="*/ 4503991 w 6251734"/>
              <a:gd name="connsiteY760" fmla="*/ 4438835 h 5808721"/>
              <a:gd name="connsiteX761" fmla="*/ 4618863 w 6251734"/>
              <a:gd name="connsiteY761" fmla="*/ 4186804 h 5808721"/>
              <a:gd name="connsiteX762" fmla="*/ 4643847 w 6251734"/>
              <a:gd name="connsiteY762" fmla="*/ 4158339 h 5808721"/>
              <a:gd name="connsiteX763" fmla="*/ 4661831 w 6251734"/>
              <a:gd name="connsiteY763" fmla="*/ 4153470 h 5808721"/>
              <a:gd name="connsiteX764" fmla="*/ 4695622 w 6251734"/>
              <a:gd name="connsiteY764" fmla="*/ 4079170 h 5808721"/>
              <a:gd name="connsiteX765" fmla="*/ 4677765 w 6251734"/>
              <a:gd name="connsiteY765" fmla="*/ 4068771 h 5808721"/>
              <a:gd name="connsiteX766" fmla="*/ 4581144 w 6251734"/>
              <a:gd name="connsiteY766" fmla="*/ 3700743 h 5808721"/>
              <a:gd name="connsiteX767" fmla="*/ 4863113 w 6251734"/>
              <a:gd name="connsiteY767" fmla="*/ 3524739 h 5808721"/>
              <a:gd name="connsiteX768" fmla="*/ 1544765 w 6251734"/>
              <a:gd name="connsiteY768" fmla="*/ 3428138 h 5808721"/>
              <a:gd name="connsiteX769" fmla="*/ 1620204 w 6251734"/>
              <a:gd name="connsiteY769" fmla="*/ 3555010 h 5808721"/>
              <a:gd name="connsiteX770" fmla="*/ 1532764 w 6251734"/>
              <a:gd name="connsiteY770" fmla="*/ 3615018 h 5808721"/>
              <a:gd name="connsiteX771" fmla="*/ 1646779 w 6251734"/>
              <a:gd name="connsiteY771" fmla="*/ 3561011 h 5808721"/>
              <a:gd name="connsiteX772" fmla="*/ 1544765 w 6251734"/>
              <a:gd name="connsiteY772" fmla="*/ 3428138 h 5808721"/>
              <a:gd name="connsiteX773" fmla="*/ 408910 w 6251734"/>
              <a:gd name="connsiteY773" fmla="*/ 3284263 h 5808721"/>
              <a:gd name="connsiteX774" fmla="*/ 393653 w 6251734"/>
              <a:gd name="connsiteY774" fmla="*/ 3296390 h 5808721"/>
              <a:gd name="connsiteX775" fmla="*/ 334836 w 6251734"/>
              <a:gd name="connsiteY775" fmla="*/ 3335610 h 5808721"/>
              <a:gd name="connsiteX776" fmla="*/ 325136 w 6251734"/>
              <a:gd name="connsiteY776" fmla="*/ 3340789 h 5808721"/>
              <a:gd name="connsiteX777" fmla="*/ 330318 w 6251734"/>
              <a:gd name="connsiteY777" fmla="*/ 3354497 h 5808721"/>
              <a:gd name="connsiteX778" fmla="*/ 408051 w 6251734"/>
              <a:gd name="connsiteY778" fmla="*/ 3427281 h 5808721"/>
              <a:gd name="connsiteX779" fmla="*/ 478438 w 6251734"/>
              <a:gd name="connsiteY779" fmla="*/ 3369010 h 5808721"/>
              <a:gd name="connsiteX780" fmla="*/ 491268 w 6251734"/>
              <a:gd name="connsiteY780" fmla="*/ 3340334 h 5808721"/>
              <a:gd name="connsiteX781" fmla="*/ 481268 w 6251734"/>
              <a:gd name="connsiteY781" fmla="*/ 3334978 h 5808721"/>
              <a:gd name="connsiteX782" fmla="*/ 385103 w 6251734"/>
              <a:gd name="connsiteY782" fmla="*/ 3234417 h 5808721"/>
              <a:gd name="connsiteX783" fmla="*/ 394907 w 6251734"/>
              <a:gd name="connsiteY783" fmla="*/ 3243179 h 5808721"/>
              <a:gd name="connsiteX784" fmla="*/ 407331 w 6251734"/>
              <a:gd name="connsiteY784" fmla="*/ 3251843 h 5808721"/>
              <a:gd name="connsiteX785" fmla="*/ 427247 w 6251734"/>
              <a:gd name="connsiteY785" fmla="*/ 3234680 h 5808721"/>
              <a:gd name="connsiteX786" fmla="*/ 408051 w 6251734"/>
              <a:gd name="connsiteY786" fmla="*/ 3236114 h 5808721"/>
              <a:gd name="connsiteX787" fmla="*/ 293992 w 6251734"/>
              <a:gd name="connsiteY787" fmla="*/ 3227681 h 5808721"/>
              <a:gd name="connsiteX788" fmla="*/ 310863 w 6251734"/>
              <a:gd name="connsiteY788" fmla="*/ 3303036 h 5808721"/>
              <a:gd name="connsiteX789" fmla="*/ 314200 w 6251734"/>
              <a:gd name="connsiteY789" fmla="*/ 3311864 h 5808721"/>
              <a:gd name="connsiteX790" fmla="*/ 346623 w 6251734"/>
              <a:gd name="connsiteY790" fmla="*/ 3294552 h 5808721"/>
              <a:gd name="connsiteX791" fmla="*/ 386844 w 6251734"/>
              <a:gd name="connsiteY791" fmla="*/ 3267724 h 5808721"/>
              <a:gd name="connsiteX792" fmla="*/ 346453 w 6251734"/>
              <a:gd name="connsiteY792" fmla="*/ 3231560 h 5808721"/>
              <a:gd name="connsiteX793" fmla="*/ 521204 w 6251734"/>
              <a:gd name="connsiteY793" fmla="*/ 3227662 h 5808721"/>
              <a:gd name="connsiteX794" fmla="*/ 472442 w 6251734"/>
              <a:gd name="connsiteY794" fmla="*/ 3231304 h 5808721"/>
              <a:gd name="connsiteX795" fmla="*/ 454017 w 6251734"/>
              <a:gd name="connsiteY795" fmla="*/ 3248411 h 5808721"/>
              <a:gd name="connsiteX796" fmla="*/ 429899 w 6251734"/>
              <a:gd name="connsiteY796" fmla="*/ 3267581 h 5808721"/>
              <a:gd name="connsiteX797" fmla="*/ 469481 w 6251734"/>
              <a:gd name="connsiteY797" fmla="*/ 3295183 h 5808721"/>
              <a:gd name="connsiteX798" fmla="*/ 501667 w 6251734"/>
              <a:gd name="connsiteY798" fmla="*/ 3312302 h 5808721"/>
              <a:gd name="connsiteX799" fmla="*/ 512504 w 6251734"/>
              <a:gd name="connsiteY799" fmla="*/ 3276718 h 5808721"/>
              <a:gd name="connsiteX800" fmla="*/ 645944 w 6251734"/>
              <a:gd name="connsiteY800" fmla="*/ 3207392 h 5808721"/>
              <a:gd name="connsiteX801" fmla="*/ 636239 w 6251734"/>
              <a:gd name="connsiteY801" fmla="*/ 3210346 h 5808721"/>
              <a:gd name="connsiteX802" fmla="*/ 566924 w 6251734"/>
              <a:gd name="connsiteY802" fmla="*/ 3224247 h 5808721"/>
              <a:gd name="connsiteX803" fmla="*/ 548148 w 6251734"/>
              <a:gd name="connsiteY803" fmla="*/ 3225649 h 5808721"/>
              <a:gd name="connsiteX804" fmla="*/ 532529 w 6251734"/>
              <a:gd name="connsiteY804" fmla="*/ 3314283 h 5808721"/>
              <a:gd name="connsiteX805" fmla="*/ 529280 w 6251734"/>
              <a:gd name="connsiteY805" fmla="*/ 3325012 h 5808721"/>
              <a:gd name="connsiteX806" fmla="*/ 558887 w 6251734"/>
              <a:gd name="connsiteY806" fmla="*/ 3336294 h 5808721"/>
              <a:gd name="connsiteX807" fmla="*/ 649797 w 6251734"/>
              <a:gd name="connsiteY807" fmla="*/ 3327840 h 5808721"/>
              <a:gd name="connsiteX808" fmla="*/ 658251 w 6251734"/>
              <a:gd name="connsiteY808" fmla="*/ 3236553 h 5808721"/>
              <a:gd name="connsiteX809" fmla="*/ 169104 w 6251734"/>
              <a:gd name="connsiteY809" fmla="*/ 3206549 h 5808721"/>
              <a:gd name="connsiteX810" fmla="*/ 157854 w 6251734"/>
              <a:gd name="connsiteY810" fmla="*/ 3236073 h 5808721"/>
              <a:gd name="connsiteX811" fmla="*/ 166307 w 6251734"/>
              <a:gd name="connsiteY811" fmla="*/ 3326984 h 5808721"/>
              <a:gd name="connsiteX812" fmla="*/ 257218 w 6251734"/>
              <a:gd name="connsiteY812" fmla="*/ 3335814 h 5808721"/>
              <a:gd name="connsiteX813" fmla="*/ 287649 w 6251734"/>
              <a:gd name="connsiteY813" fmla="*/ 3324179 h 5808721"/>
              <a:gd name="connsiteX814" fmla="*/ 269900 w 6251734"/>
              <a:gd name="connsiteY814" fmla="*/ 3244968 h 5808721"/>
              <a:gd name="connsiteX815" fmla="*/ 268468 w 6251734"/>
              <a:gd name="connsiteY815" fmla="*/ 3225793 h 5808721"/>
              <a:gd name="connsiteX816" fmla="*/ 249179 w 6251734"/>
              <a:gd name="connsiteY816" fmla="*/ 3224367 h 5808721"/>
              <a:gd name="connsiteX817" fmla="*/ 288917 w 6251734"/>
              <a:gd name="connsiteY817" fmla="*/ 3177713 h 5808721"/>
              <a:gd name="connsiteX818" fmla="*/ 290802 w 6251734"/>
              <a:gd name="connsiteY818" fmla="*/ 3203043 h 5808721"/>
              <a:gd name="connsiteX819" fmla="*/ 316853 w 6251734"/>
              <a:gd name="connsiteY819" fmla="*/ 3205057 h 5808721"/>
              <a:gd name="connsiteX820" fmla="*/ 301752 w 6251734"/>
              <a:gd name="connsiteY820" fmla="*/ 3191537 h 5808721"/>
              <a:gd name="connsiteX821" fmla="*/ 528974 w 6251734"/>
              <a:gd name="connsiteY821" fmla="*/ 3176635 h 5808721"/>
              <a:gd name="connsiteX822" fmla="*/ 514351 w 6251734"/>
              <a:gd name="connsiteY822" fmla="*/ 3192395 h 5808721"/>
              <a:gd name="connsiteX823" fmla="*/ 500527 w 6251734"/>
              <a:gd name="connsiteY823" fmla="*/ 3205229 h 5808721"/>
              <a:gd name="connsiteX824" fmla="*/ 525512 w 6251734"/>
              <a:gd name="connsiteY824" fmla="*/ 3203370 h 5808721"/>
              <a:gd name="connsiteX825" fmla="*/ 528388 w 6251734"/>
              <a:gd name="connsiteY825" fmla="*/ 3187154 h 5808721"/>
              <a:gd name="connsiteX826" fmla="*/ 1459898 w 6251734"/>
              <a:gd name="connsiteY826" fmla="*/ 3111812 h 5808721"/>
              <a:gd name="connsiteX827" fmla="*/ 1537907 w 6251734"/>
              <a:gd name="connsiteY827" fmla="*/ 3141816 h 5808721"/>
              <a:gd name="connsiteX828" fmla="*/ 1537907 w 6251734"/>
              <a:gd name="connsiteY828" fmla="*/ 3143530 h 5808721"/>
              <a:gd name="connsiteX829" fmla="*/ 1540479 w 6251734"/>
              <a:gd name="connsiteY829" fmla="*/ 3143530 h 5808721"/>
              <a:gd name="connsiteX830" fmla="*/ 1540479 w 6251734"/>
              <a:gd name="connsiteY830" fmla="*/ 3199252 h 5808721"/>
              <a:gd name="connsiteX831" fmla="*/ 1537907 w 6251734"/>
              <a:gd name="connsiteY831" fmla="*/ 3199252 h 5808721"/>
              <a:gd name="connsiteX832" fmla="*/ 1525048 w 6251734"/>
              <a:gd name="connsiteY832" fmla="*/ 3216397 h 5808721"/>
              <a:gd name="connsiteX833" fmla="*/ 1525048 w 6251734"/>
              <a:gd name="connsiteY833" fmla="*/ 3344127 h 5808721"/>
              <a:gd name="connsiteX834" fmla="*/ 1537050 w 6251734"/>
              <a:gd name="connsiteY834" fmla="*/ 3375845 h 5808721"/>
              <a:gd name="connsiteX835" fmla="*/ 1658780 w 6251734"/>
              <a:gd name="connsiteY835" fmla="*/ 3612446 h 5808721"/>
              <a:gd name="connsiteX836" fmla="*/ 1461612 w 6251734"/>
              <a:gd name="connsiteY836" fmla="*/ 3655309 h 5808721"/>
              <a:gd name="connsiteX837" fmla="*/ 1263587 w 6251734"/>
              <a:gd name="connsiteY837" fmla="*/ 3612446 h 5808721"/>
              <a:gd name="connsiteX838" fmla="*/ 1387888 w 6251734"/>
              <a:gd name="connsiteY838" fmla="*/ 3374988 h 5808721"/>
              <a:gd name="connsiteX839" fmla="*/ 1405033 w 6251734"/>
              <a:gd name="connsiteY839" fmla="*/ 3343270 h 5808721"/>
              <a:gd name="connsiteX840" fmla="*/ 1405033 w 6251734"/>
              <a:gd name="connsiteY840" fmla="*/ 3216397 h 5808721"/>
              <a:gd name="connsiteX841" fmla="*/ 1382745 w 6251734"/>
              <a:gd name="connsiteY841" fmla="*/ 3199252 h 5808721"/>
              <a:gd name="connsiteX842" fmla="*/ 1381030 w 6251734"/>
              <a:gd name="connsiteY842" fmla="*/ 3199252 h 5808721"/>
              <a:gd name="connsiteX843" fmla="*/ 1381030 w 6251734"/>
              <a:gd name="connsiteY843" fmla="*/ 3143530 h 5808721"/>
              <a:gd name="connsiteX844" fmla="*/ 1381888 w 6251734"/>
              <a:gd name="connsiteY844" fmla="*/ 3143530 h 5808721"/>
              <a:gd name="connsiteX845" fmla="*/ 1381888 w 6251734"/>
              <a:gd name="connsiteY845" fmla="*/ 3141816 h 5808721"/>
              <a:gd name="connsiteX846" fmla="*/ 1459898 w 6251734"/>
              <a:gd name="connsiteY846" fmla="*/ 3111812 h 5808721"/>
              <a:gd name="connsiteX847" fmla="*/ 590102 w 6251734"/>
              <a:gd name="connsiteY847" fmla="*/ 3107161 h 5808721"/>
              <a:gd name="connsiteX848" fmla="*/ 570367 w 6251734"/>
              <a:gd name="connsiteY848" fmla="*/ 3132026 h 5808721"/>
              <a:gd name="connsiteX849" fmla="*/ 554587 w 6251734"/>
              <a:gd name="connsiteY849" fmla="*/ 3149033 h 5808721"/>
              <a:gd name="connsiteX850" fmla="*/ 551759 w 6251734"/>
              <a:gd name="connsiteY850" fmla="*/ 3200115 h 5808721"/>
              <a:gd name="connsiteX851" fmla="*/ 599532 w 6251734"/>
              <a:gd name="connsiteY851" fmla="*/ 3190547 h 5808721"/>
              <a:gd name="connsiteX852" fmla="*/ 634360 w 6251734"/>
              <a:gd name="connsiteY852" fmla="*/ 3179941 h 5808721"/>
              <a:gd name="connsiteX853" fmla="*/ 630590 w 6251734"/>
              <a:gd name="connsiteY853" fmla="*/ 3171008 h 5808721"/>
              <a:gd name="connsiteX854" fmla="*/ 226426 w 6251734"/>
              <a:gd name="connsiteY854" fmla="*/ 3105365 h 5808721"/>
              <a:gd name="connsiteX855" fmla="*/ 198965 w 6251734"/>
              <a:gd name="connsiteY855" fmla="*/ 3146668 h 5808721"/>
              <a:gd name="connsiteX856" fmla="*/ 181775 w 6251734"/>
              <a:gd name="connsiteY856" fmla="*/ 3178985 h 5808721"/>
              <a:gd name="connsiteX857" fmla="*/ 216948 w 6251734"/>
              <a:gd name="connsiteY857" fmla="*/ 3190170 h 5808721"/>
              <a:gd name="connsiteX858" fmla="*/ 266550 w 6251734"/>
              <a:gd name="connsiteY858" fmla="*/ 3200120 h 5808721"/>
              <a:gd name="connsiteX859" fmla="*/ 262773 w 6251734"/>
              <a:gd name="connsiteY859" fmla="*/ 3149552 h 5808721"/>
              <a:gd name="connsiteX860" fmla="*/ 245737 w 6251734"/>
              <a:gd name="connsiteY860" fmla="*/ 3131203 h 5808721"/>
              <a:gd name="connsiteX861" fmla="*/ 556573 w 6251734"/>
              <a:gd name="connsiteY861" fmla="*/ 3065846 h 5808721"/>
              <a:gd name="connsiteX862" fmla="*/ 558070 w 6251734"/>
              <a:gd name="connsiteY862" fmla="*/ 3086095 h 5808721"/>
              <a:gd name="connsiteX863" fmla="*/ 557031 w 6251734"/>
              <a:gd name="connsiteY863" fmla="*/ 3104875 h 5808721"/>
              <a:gd name="connsiteX864" fmla="*/ 573606 w 6251734"/>
              <a:gd name="connsiteY864" fmla="*/ 3085614 h 5808721"/>
              <a:gd name="connsiteX865" fmla="*/ 259173 w 6251734"/>
              <a:gd name="connsiteY865" fmla="*/ 3065486 h 5808721"/>
              <a:gd name="connsiteX866" fmla="*/ 241966 w 6251734"/>
              <a:gd name="connsiteY866" fmla="*/ 3085481 h 5808721"/>
              <a:gd name="connsiteX867" fmla="*/ 259516 w 6251734"/>
              <a:gd name="connsiteY867" fmla="*/ 3105960 h 5808721"/>
              <a:gd name="connsiteX868" fmla="*/ 258032 w 6251734"/>
              <a:gd name="connsiteY868" fmla="*/ 3086095 h 5808721"/>
              <a:gd name="connsiteX869" fmla="*/ 408909 w 6251734"/>
              <a:gd name="connsiteY869" fmla="*/ 3023515 h 5808721"/>
              <a:gd name="connsiteX870" fmla="*/ 471488 w 6251734"/>
              <a:gd name="connsiteY870" fmla="*/ 3086095 h 5808721"/>
              <a:gd name="connsiteX871" fmla="*/ 408909 w 6251734"/>
              <a:gd name="connsiteY871" fmla="*/ 3148674 h 5808721"/>
              <a:gd name="connsiteX872" fmla="*/ 346329 w 6251734"/>
              <a:gd name="connsiteY872" fmla="*/ 3086095 h 5808721"/>
              <a:gd name="connsiteX873" fmla="*/ 408909 w 6251734"/>
              <a:gd name="connsiteY873" fmla="*/ 3023515 h 5808721"/>
              <a:gd name="connsiteX874" fmla="*/ 153678 w 6251734"/>
              <a:gd name="connsiteY874" fmla="*/ 3002555 h 5808721"/>
              <a:gd name="connsiteX875" fmla="*/ 124280 w 6251734"/>
              <a:gd name="connsiteY875" fmla="*/ 3015709 h 5808721"/>
              <a:gd name="connsiteX876" fmla="*/ 66009 w 6251734"/>
              <a:gd name="connsiteY876" fmla="*/ 3086095 h 5808721"/>
              <a:gd name="connsiteX877" fmla="*/ 107354 w 6251734"/>
              <a:gd name="connsiteY877" fmla="*/ 3145918 h 5808721"/>
              <a:gd name="connsiteX878" fmla="*/ 153101 w 6251734"/>
              <a:gd name="connsiteY878" fmla="*/ 3169496 h 5808721"/>
              <a:gd name="connsiteX879" fmla="*/ 158538 w 6251734"/>
              <a:gd name="connsiteY879" fmla="*/ 3159312 h 5808721"/>
              <a:gd name="connsiteX880" fmla="*/ 197758 w 6251734"/>
              <a:gd name="connsiteY880" fmla="*/ 3100495 h 5808721"/>
              <a:gd name="connsiteX881" fmla="*/ 210657 w 6251734"/>
              <a:gd name="connsiteY881" fmla="*/ 3084265 h 5808721"/>
              <a:gd name="connsiteX882" fmla="*/ 167482 w 6251734"/>
              <a:gd name="connsiteY882" fmla="*/ 3026495 h 5808721"/>
              <a:gd name="connsiteX883" fmla="*/ 663026 w 6251734"/>
              <a:gd name="connsiteY883" fmla="*/ 3002411 h 5808721"/>
              <a:gd name="connsiteX884" fmla="*/ 657566 w 6251734"/>
              <a:gd name="connsiteY884" fmla="*/ 3012654 h 5808721"/>
              <a:gd name="connsiteX885" fmla="*/ 618347 w 6251734"/>
              <a:gd name="connsiteY885" fmla="*/ 3071576 h 5808721"/>
              <a:gd name="connsiteX886" fmla="*/ 606027 w 6251734"/>
              <a:gd name="connsiteY886" fmla="*/ 3087098 h 5808721"/>
              <a:gd name="connsiteX887" fmla="*/ 648622 w 6251734"/>
              <a:gd name="connsiteY887" fmla="*/ 3144181 h 5808721"/>
              <a:gd name="connsiteX888" fmla="*/ 663100 w 6251734"/>
              <a:gd name="connsiteY888" fmla="*/ 3169333 h 5808721"/>
              <a:gd name="connsiteX889" fmla="*/ 691823 w 6251734"/>
              <a:gd name="connsiteY889" fmla="*/ 3156482 h 5808721"/>
              <a:gd name="connsiteX890" fmla="*/ 750094 w 6251734"/>
              <a:gd name="connsiteY890" fmla="*/ 3086095 h 5808721"/>
              <a:gd name="connsiteX891" fmla="*/ 708749 w 6251734"/>
              <a:gd name="connsiteY891" fmla="*/ 3026099 h 5808721"/>
              <a:gd name="connsiteX892" fmla="*/ 264344 w 6251734"/>
              <a:gd name="connsiteY892" fmla="*/ 2972075 h 5808721"/>
              <a:gd name="connsiteX893" fmla="*/ 216572 w 6251734"/>
              <a:gd name="connsiteY893" fmla="*/ 2981643 h 5808721"/>
              <a:gd name="connsiteX894" fmla="*/ 182153 w 6251734"/>
              <a:gd name="connsiteY894" fmla="*/ 2992125 h 5808721"/>
              <a:gd name="connsiteX895" fmla="*/ 185871 w 6251734"/>
              <a:gd name="connsiteY895" fmla="*/ 3000908 h 5808721"/>
              <a:gd name="connsiteX896" fmla="*/ 226227 w 6251734"/>
              <a:gd name="connsiteY896" fmla="*/ 3064676 h 5808721"/>
              <a:gd name="connsiteX897" fmla="*/ 245737 w 6251734"/>
              <a:gd name="connsiteY897" fmla="*/ 3040131 h 5808721"/>
              <a:gd name="connsiteX898" fmla="*/ 261518 w 6251734"/>
              <a:gd name="connsiteY898" fmla="*/ 3023133 h 5808721"/>
              <a:gd name="connsiteX899" fmla="*/ 549613 w 6251734"/>
              <a:gd name="connsiteY899" fmla="*/ 2971718 h 5808721"/>
              <a:gd name="connsiteX900" fmla="*/ 553247 w 6251734"/>
              <a:gd name="connsiteY900" fmla="*/ 3020858 h 5808721"/>
              <a:gd name="connsiteX901" fmla="*/ 570367 w 6251734"/>
              <a:gd name="connsiteY901" fmla="*/ 3039308 h 5808721"/>
              <a:gd name="connsiteX902" fmla="*/ 589651 w 6251734"/>
              <a:gd name="connsiteY902" fmla="*/ 3065152 h 5808721"/>
              <a:gd name="connsiteX903" fmla="*/ 617139 w 6251734"/>
              <a:gd name="connsiteY903" fmla="*/ 3023810 h 5808721"/>
              <a:gd name="connsiteX904" fmla="*/ 633701 w 6251734"/>
              <a:gd name="connsiteY904" fmla="*/ 2992672 h 5808721"/>
              <a:gd name="connsiteX905" fmla="*/ 599155 w 6251734"/>
              <a:gd name="connsiteY905" fmla="*/ 2981643 h 5808721"/>
              <a:gd name="connsiteX906" fmla="*/ 501023 w 6251734"/>
              <a:gd name="connsiteY906" fmla="*/ 2967017 h 5808721"/>
              <a:gd name="connsiteX907" fmla="*/ 514350 w 6251734"/>
              <a:gd name="connsiteY907" fmla="*/ 2978939 h 5808721"/>
              <a:gd name="connsiteX908" fmla="*/ 527186 w 6251734"/>
              <a:gd name="connsiteY908" fmla="*/ 2992772 h 5808721"/>
              <a:gd name="connsiteX909" fmla="*/ 525405 w 6251734"/>
              <a:gd name="connsiteY909" fmla="*/ 2968836 h 5808721"/>
              <a:gd name="connsiteX910" fmla="*/ 315586 w 6251734"/>
              <a:gd name="connsiteY910" fmla="*/ 2966960 h 5808721"/>
              <a:gd name="connsiteX911" fmla="*/ 290341 w 6251734"/>
              <a:gd name="connsiteY911" fmla="*/ 2968839 h 5808721"/>
              <a:gd name="connsiteX912" fmla="*/ 287715 w 6251734"/>
              <a:gd name="connsiteY912" fmla="*/ 2983640 h 5808721"/>
              <a:gd name="connsiteX913" fmla="*/ 287044 w 6251734"/>
              <a:gd name="connsiteY913" fmla="*/ 2995639 h 5808721"/>
              <a:gd name="connsiteX914" fmla="*/ 301753 w 6251734"/>
              <a:gd name="connsiteY914" fmla="*/ 2979796 h 5808721"/>
              <a:gd name="connsiteX915" fmla="*/ 408051 w 6251734"/>
              <a:gd name="connsiteY915" fmla="*/ 2960079 h 5808721"/>
              <a:gd name="connsiteX916" fmla="*/ 356209 w 6251734"/>
              <a:gd name="connsiteY916" fmla="*/ 2963937 h 5808721"/>
              <a:gd name="connsiteX917" fmla="*/ 318898 w 6251734"/>
              <a:gd name="connsiteY917" fmla="*/ 2996084 h 5808721"/>
              <a:gd name="connsiteX918" fmla="*/ 284805 w 6251734"/>
              <a:gd name="connsiteY918" fmla="*/ 3035702 h 5808721"/>
              <a:gd name="connsiteX919" fmla="*/ 282035 w 6251734"/>
              <a:gd name="connsiteY919" fmla="*/ 3085238 h 5808721"/>
              <a:gd name="connsiteX920" fmla="*/ 285866 w 6251734"/>
              <a:gd name="connsiteY920" fmla="*/ 3136706 h 5808721"/>
              <a:gd name="connsiteX921" fmla="*/ 318897 w 6251734"/>
              <a:gd name="connsiteY921" fmla="*/ 3175250 h 5808721"/>
              <a:gd name="connsiteX922" fmla="*/ 355604 w 6251734"/>
              <a:gd name="connsiteY922" fmla="*/ 3208055 h 5808721"/>
              <a:gd name="connsiteX923" fmla="*/ 408051 w 6251734"/>
              <a:gd name="connsiteY923" fmla="*/ 3212111 h 5808721"/>
              <a:gd name="connsiteX924" fmla="*/ 457727 w 6251734"/>
              <a:gd name="connsiteY924" fmla="*/ 3208414 h 5808721"/>
              <a:gd name="connsiteX925" fmla="*/ 497206 w 6251734"/>
              <a:gd name="connsiteY925" fmla="*/ 3174393 h 5808721"/>
              <a:gd name="connsiteX926" fmla="*/ 531308 w 6251734"/>
              <a:gd name="connsiteY926" fmla="*/ 3134766 h 5808721"/>
              <a:gd name="connsiteX927" fmla="*/ 534067 w 6251734"/>
              <a:gd name="connsiteY927" fmla="*/ 3085238 h 5808721"/>
              <a:gd name="connsiteX928" fmla="*/ 530360 w 6251734"/>
              <a:gd name="connsiteY928" fmla="*/ 3035422 h 5808721"/>
              <a:gd name="connsiteX929" fmla="*/ 497205 w 6251734"/>
              <a:gd name="connsiteY929" fmla="*/ 2996941 h 5808721"/>
              <a:gd name="connsiteX930" fmla="*/ 460323 w 6251734"/>
              <a:gd name="connsiteY930" fmla="*/ 2963980 h 5808721"/>
              <a:gd name="connsiteX931" fmla="*/ 407682 w 6251734"/>
              <a:gd name="connsiteY931" fmla="*/ 2919589 h 5808721"/>
              <a:gd name="connsiteX932" fmla="*/ 386715 w 6251734"/>
              <a:gd name="connsiteY932" fmla="*/ 2937654 h 5808721"/>
              <a:gd name="connsiteX933" fmla="*/ 408051 w 6251734"/>
              <a:gd name="connsiteY933" fmla="*/ 2936076 h 5808721"/>
              <a:gd name="connsiteX934" fmla="*/ 430998 w 6251734"/>
              <a:gd name="connsiteY934" fmla="*/ 2937773 h 5808721"/>
              <a:gd name="connsiteX935" fmla="*/ 421196 w 6251734"/>
              <a:gd name="connsiteY935" fmla="*/ 2929013 h 5808721"/>
              <a:gd name="connsiteX936" fmla="*/ 313772 w 6251734"/>
              <a:gd name="connsiteY936" fmla="*/ 2860695 h 5808721"/>
              <a:gd name="connsiteX937" fmla="*/ 303599 w 6251734"/>
              <a:gd name="connsiteY937" fmla="*/ 2894135 h 5808721"/>
              <a:gd name="connsiteX938" fmla="*/ 294668 w 6251734"/>
              <a:gd name="connsiteY938" fmla="*/ 2944460 h 5808721"/>
              <a:gd name="connsiteX939" fmla="*/ 343747 w 6251734"/>
              <a:gd name="connsiteY939" fmla="*/ 2940831 h 5808721"/>
              <a:gd name="connsiteX940" fmla="*/ 362122 w 6251734"/>
              <a:gd name="connsiteY940" fmla="*/ 2923781 h 5808721"/>
              <a:gd name="connsiteX941" fmla="*/ 386241 w 6251734"/>
              <a:gd name="connsiteY941" fmla="*/ 2904637 h 5808721"/>
              <a:gd name="connsiteX942" fmla="*/ 346622 w 6251734"/>
              <a:gd name="connsiteY942" fmla="*/ 2877008 h 5808721"/>
              <a:gd name="connsiteX943" fmla="*/ 501946 w 6251734"/>
              <a:gd name="connsiteY943" fmla="*/ 2858728 h 5808721"/>
              <a:gd name="connsiteX944" fmla="*/ 469255 w 6251734"/>
              <a:gd name="connsiteY944" fmla="*/ 2876151 h 5808721"/>
              <a:gd name="connsiteX945" fmla="*/ 429247 w 6251734"/>
              <a:gd name="connsiteY945" fmla="*/ 2902810 h 5808721"/>
              <a:gd name="connsiteX946" fmla="*/ 471695 w 6251734"/>
              <a:gd name="connsiteY946" fmla="*/ 2940782 h 5808721"/>
              <a:gd name="connsiteX947" fmla="*/ 522501 w 6251734"/>
              <a:gd name="connsiteY947" fmla="*/ 2944539 h 5808721"/>
              <a:gd name="connsiteX948" fmla="*/ 505240 w 6251734"/>
              <a:gd name="connsiteY948" fmla="*/ 2867440 h 5808721"/>
              <a:gd name="connsiteX949" fmla="*/ 219818 w 6251734"/>
              <a:gd name="connsiteY949" fmla="*/ 2828773 h 5808721"/>
              <a:gd name="connsiteX950" fmla="*/ 166307 w 6251734"/>
              <a:gd name="connsiteY950" fmla="*/ 2844350 h 5808721"/>
              <a:gd name="connsiteX951" fmla="*/ 158080 w 6251734"/>
              <a:gd name="connsiteY951" fmla="*/ 2935262 h 5808721"/>
              <a:gd name="connsiteX952" fmla="*/ 170445 w 6251734"/>
              <a:gd name="connsiteY952" fmla="*/ 2964470 h 5808721"/>
              <a:gd name="connsiteX953" fmla="*/ 179864 w 6251734"/>
              <a:gd name="connsiteY953" fmla="*/ 2961618 h 5808721"/>
              <a:gd name="connsiteX954" fmla="*/ 249179 w 6251734"/>
              <a:gd name="connsiteY954" fmla="*/ 2947823 h 5808721"/>
              <a:gd name="connsiteX955" fmla="*/ 267973 w 6251734"/>
              <a:gd name="connsiteY955" fmla="*/ 2946434 h 5808721"/>
              <a:gd name="connsiteX956" fmla="*/ 283574 w 6251734"/>
              <a:gd name="connsiteY956" fmla="*/ 2857908 h 5808721"/>
              <a:gd name="connsiteX957" fmla="*/ 286788 w 6251734"/>
              <a:gd name="connsiteY957" fmla="*/ 2847295 h 5808721"/>
              <a:gd name="connsiteX958" fmla="*/ 277993 w 6251734"/>
              <a:gd name="connsiteY958" fmla="*/ 2842929 h 5808721"/>
              <a:gd name="connsiteX959" fmla="*/ 219818 w 6251734"/>
              <a:gd name="connsiteY959" fmla="*/ 2828773 h 5808721"/>
              <a:gd name="connsiteX960" fmla="*/ 595924 w 6251734"/>
              <a:gd name="connsiteY960" fmla="*/ 2827916 h 5808721"/>
              <a:gd name="connsiteX961" fmla="*/ 558510 w 6251734"/>
              <a:gd name="connsiteY961" fmla="*/ 2835040 h 5808721"/>
              <a:gd name="connsiteX962" fmla="*/ 528370 w 6251734"/>
              <a:gd name="connsiteY962" fmla="*/ 2846540 h 5808721"/>
              <a:gd name="connsiteX963" fmla="*/ 546323 w 6251734"/>
              <a:gd name="connsiteY963" fmla="*/ 2927223 h 5808721"/>
              <a:gd name="connsiteX964" fmla="*/ 547742 w 6251734"/>
              <a:gd name="connsiteY964" fmla="*/ 2946405 h 5808721"/>
              <a:gd name="connsiteX965" fmla="*/ 566924 w 6251734"/>
              <a:gd name="connsiteY965" fmla="*/ 2947823 h 5808721"/>
              <a:gd name="connsiteX966" fmla="*/ 646399 w 6251734"/>
              <a:gd name="connsiteY966" fmla="*/ 2965508 h 5808721"/>
              <a:gd name="connsiteX967" fmla="*/ 658251 w 6251734"/>
              <a:gd name="connsiteY967" fmla="*/ 2934405 h 5808721"/>
              <a:gd name="connsiteX968" fmla="*/ 649797 w 6251734"/>
              <a:gd name="connsiteY968" fmla="*/ 2843494 h 5808721"/>
              <a:gd name="connsiteX969" fmla="*/ 595924 w 6251734"/>
              <a:gd name="connsiteY969" fmla="*/ 2827916 h 5808721"/>
              <a:gd name="connsiteX970" fmla="*/ 408051 w 6251734"/>
              <a:gd name="connsiteY970" fmla="*/ 2743195 h 5808721"/>
              <a:gd name="connsiteX971" fmla="*/ 337665 w 6251734"/>
              <a:gd name="connsiteY971" fmla="*/ 2801693 h 5808721"/>
              <a:gd name="connsiteX972" fmla="*/ 324723 w 6251734"/>
              <a:gd name="connsiteY972" fmla="*/ 2830683 h 5808721"/>
              <a:gd name="connsiteX973" fmla="*/ 334835 w 6251734"/>
              <a:gd name="connsiteY973" fmla="*/ 2835724 h 5808721"/>
              <a:gd name="connsiteX974" fmla="*/ 408327 w 6251734"/>
              <a:gd name="connsiteY974" fmla="*/ 2887107 h 5808721"/>
              <a:gd name="connsiteX975" fmla="*/ 422572 w 6251734"/>
              <a:gd name="connsiteY975" fmla="*/ 2875801 h 5808721"/>
              <a:gd name="connsiteX976" fmla="*/ 481495 w 6251734"/>
              <a:gd name="connsiteY976" fmla="*/ 2836582 h 5808721"/>
              <a:gd name="connsiteX977" fmla="*/ 491548 w 6251734"/>
              <a:gd name="connsiteY977" fmla="*/ 2831224 h 5808721"/>
              <a:gd name="connsiteX978" fmla="*/ 485785 w 6251734"/>
              <a:gd name="connsiteY978" fmla="*/ 2815980 h 5808721"/>
              <a:gd name="connsiteX979" fmla="*/ 408051 w 6251734"/>
              <a:gd name="connsiteY979" fmla="*/ 2743195 h 5808721"/>
              <a:gd name="connsiteX980" fmla="*/ 6236067 w 6251734"/>
              <a:gd name="connsiteY980" fmla="*/ 2687689 h 5808721"/>
              <a:gd name="connsiteX981" fmla="*/ 6246782 w 6251734"/>
              <a:gd name="connsiteY981" fmla="*/ 2691760 h 5808721"/>
              <a:gd name="connsiteX982" fmla="*/ 6247640 w 6251734"/>
              <a:gd name="connsiteY982" fmla="*/ 2713192 h 5808721"/>
              <a:gd name="connsiteX983" fmla="*/ 6216014 w 6251734"/>
              <a:gd name="connsiteY983" fmla="*/ 2748180 h 5808721"/>
              <a:gd name="connsiteX984" fmla="*/ 6222322 w 6251734"/>
              <a:gd name="connsiteY984" fmla="*/ 2756871 h 5808721"/>
              <a:gd name="connsiteX985" fmla="*/ 6209062 w 6251734"/>
              <a:gd name="connsiteY985" fmla="*/ 2846922 h 5808721"/>
              <a:gd name="connsiteX986" fmla="*/ 6151734 w 6251734"/>
              <a:gd name="connsiteY986" fmla="*/ 2873711 h 5808721"/>
              <a:gd name="connsiteX987" fmla="*/ 6133744 w 6251734"/>
              <a:gd name="connsiteY987" fmla="*/ 2871200 h 5808721"/>
              <a:gd name="connsiteX988" fmla="*/ 6125031 w 6251734"/>
              <a:gd name="connsiteY988" fmla="*/ 2893063 h 5808721"/>
              <a:gd name="connsiteX989" fmla="*/ 5925312 w 6251734"/>
              <a:gd name="connsiteY989" fmla="*/ 3375846 h 5808721"/>
              <a:gd name="connsiteX990" fmla="*/ 5917597 w 6251734"/>
              <a:gd name="connsiteY990" fmla="*/ 3266975 h 5808721"/>
              <a:gd name="connsiteX991" fmla="*/ 6056644 w 6251734"/>
              <a:gd name="connsiteY991" fmla="*/ 2907754 h 5808721"/>
              <a:gd name="connsiteX992" fmla="*/ 6068648 w 6251734"/>
              <a:gd name="connsiteY992" fmla="*/ 2877062 h 5808721"/>
              <a:gd name="connsiteX993" fmla="*/ 5680138 w 6251734"/>
              <a:gd name="connsiteY993" fmla="*/ 3041518 h 5808721"/>
              <a:gd name="connsiteX994" fmla="*/ 5576411 w 6251734"/>
              <a:gd name="connsiteY994" fmla="*/ 3046661 h 5808721"/>
              <a:gd name="connsiteX995" fmla="*/ 5660422 w 6251734"/>
              <a:gd name="connsiteY995" fmla="*/ 2986654 h 5808721"/>
              <a:gd name="connsiteX996" fmla="*/ 6069879 w 6251734"/>
              <a:gd name="connsiteY996" fmla="*/ 2807820 h 5808721"/>
              <a:gd name="connsiteX997" fmla="*/ 6065771 w 6251734"/>
              <a:gd name="connsiteY997" fmla="*/ 2780383 h 5808721"/>
              <a:gd name="connsiteX998" fmla="*/ 6086476 w 6251734"/>
              <a:gd name="connsiteY998" fmla="*/ 2736337 h 5808721"/>
              <a:gd name="connsiteX999" fmla="*/ 6143804 w 6251734"/>
              <a:gd name="connsiteY999" fmla="*/ 2709228 h 5808721"/>
              <a:gd name="connsiteX1000" fmla="*/ 6175080 w 6251734"/>
              <a:gd name="connsiteY1000" fmla="*/ 2713794 h 5808721"/>
              <a:gd name="connsiteX1001" fmla="*/ 6195368 w 6251734"/>
              <a:gd name="connsiteY1001" fmla="*/ 2725788 h 5808721"/>
              <a:gd name="connsiteX1002" fmla="*/ 6225351 w 6251734"/>
              <a:gd name="connsiteY1002" fmla="*/ 2692617 h 5808721"/>
              <a:gd name="connsiteX1003" fmla="*/ 6236067 w 6251734"/>
              <a:gd name="connsiteY1003" fmla="*/ 2687689 h 5808721"/>
              <a:gd name="connsiteX1004" fmla="*/ 408051 w 6251734"/>
              <a:gd name="connsiteY1004" fmla="*/ 2678044 h 5808721"/>
              <a:gd name="connsiteX1005" fmla="*/ 492060 w 6251734"/>
              <a:gd name="connsiteY1005" fmla="*/ 2747708 h 5808721"/>
              <a:gd name="connsiteX1006" fmla="*/ 519745 w 6251734"/>
              <a:gd name="connsiteY1006" fmla="*/ 2816195 h 5808721"/>
              <a:gd name="connsiteX1007" fmla="*/ 537283 w 6251734"/>
              <a:gd name="connsiteY1007" fmla="*/ 2806846 h 5808721"/>
              <a:gd name="connsiteX1008" fmla="*/ 696946 w 6251734"/>
              <a:gd name="connsiteY1008" fmla="*/ 2797202 h 5808721"/>
              <a:gd name="connsiteX1009" fmla="*/ 687302 w 6251734"/>
              <a:gd name="connsiteY1009" fmla="*/ 2956865 h 5808721"/>
              <a:gd name="connsiteX1010" fmla="*/ 677955 w 6251734"/>
              <a:gd name="connsiteY1010" fmla="*/ 2974402 h 5808721"/>
              <a:gd name="connsiteX1011" fmla="*/ 746440 w 6251734"/>
              <a:gd name="connsiteY1011" fmla="*/ 3002086 h 5808721"/>
              <a:gd name="connsiteX1012" fmla="*/ 816103 w 6251734"/>
              <a:gd name="connsiteY1012" fmla="*/ 3086095 h 5808721"/>
              <a:gd name="connsiteX1013" fmla="*/ 696624 w 6251734"/>
              <a:gd name="connsiteY1013" fmla="*/ 3191966 h 5808721"/>
              <a:gd name="connsiteX1014" fmla="*/ 678828 w 6251734"/>
              <a:gd name="connsiteY1014" fmla="*/ 3197383 h 5808721"/>
              <a:gd name="connsiteX1015" fmla="*/ 698388 w 6251734"/>
              <a:gd name="connsiteY1015" fmla="*/ 3240686 h 5808721"/>
              <a:gd name="connsiteX1016" fmla="*/ 696946 w 6251734"/>
              <a:gd name="connsiteY1016" fmla="*/ 3374132 h 5808721"/>
              <a:gd name="connsiteX1017" fmla="*/ 536961 w 6251734"/>
              <a:gd name="connsiteY1017" fmla="*/ 3364809 h 5808721"/>
              <a:gd name="connsiteX1018" fmla="*/ 519982 w 6251734"/>
              <a:gd name="connsiteY1018" fmla="*/ 3355715 h 5808721"/>
              <a:gd name="connsiteX1019" fmla="*/ 514243 w 6251734"/>
              <a:gd name="connsiteY1019" fmla="*/ 3374667 h 5808721"/>
              <a:gd name="connsiteX1020" fmla="*/ 408051 w 6251734"/>
              <a:gd name="connsiteY1020" fmla="*/ 3494146 h 5808721"/>
              <a:gd name="connsiteX1021" fmla="*/ 324419 w 6251734"/>
              <a:gd name="connsiteY1021" fmla="*/ 3424483 h 5808721"/>
              <a:gd name="connsiteX1022" fmla="*/ 296648 w 6251734"/>
              <a:gd name="connsiteY1022" fmla="*/ 3355999 h 5808721"/>
              <a:gd name="connsiteX1023" fmla="*/ 279143 w 6251734"/>
              <a:gd name="connsiteY1023" fmla="*/ 3365346 h 5808721"/>
              <a:gd name="connsiteX1024" fmla="*/ 119158 w 6251734"/>
              <a:gd name="connsiteY1024" fmla="*/ 3374990 h 5808721"/>
              <a:gd name="connsiteX1025" fmla="*/ 128803 w 6251734"/>
              <a:gd name="connsiteY1025" fmla="*/ 3215005 h 5808721"/>
              <a:gd name="connsiteX1026" fmla="*/ 138022 w 6251734"/>
              <a:gd name="connsiteY1026" fmla="*/ 3197737 h 5808721"/>
              <a:gd name="connsiteX1027" fmla="*/ 69663 w 6251734"/>
              <a:gd name="connsiteY1027" fmla="*/ 3170104 h 5808721"/>
              <a:gd name="connsiteX1028" fmla="*/ 0 w 6251734"/>
              <a:gd name="connsiteY1028" fmla="*/ 3086095 h 5808721"/>
              <a:gd name="connsiteX1029" fmla="*/ 119480 w 6251734"/>
              <a:gd name="connsiteY1029" fmla="*/ 2979903 h 5808721"/>
              <a:gd name="connsiteX1030" fmla="*/ 137725 w 6251734"/>
              <a:gd name="connsiteY1030" fmla="*/ 2974378 h 5808721"/>
              <a:gd name="connsiteX1031" fmla="*/ 117717 w 6251734"/>
              <a:gd name="connsiteY1031" fmla="*/ 2930147 h 5808721"/>
              <a:gd name="connsiteX1032" fmla="*/ 119158 w 6251734"/>
              <a:gd name="connsiteY1032" fmla="*/ 2796344 h 5808721"/>
              <a:gd name="connsiteX1033" fmla="*/ 183438 w 6251734"/>
              <a:gd name="connsiteY1033" fmla="*/ 2777860 h 5808721"/>
              <a:gd name="connsiteX1034" fmla="*/ 252960 w 6251734"/>
              <a:gd name="connsiteY1034" fmla="*/ 2794903 h 5808721"/>
              <a:gd name="connsiteX1035" fmla="*/ 296135 w 6251734"/>
              <a:gd name="connsiteY1035" fmla="*/ 2816430 h 5808721"/>
              <a:gd name="connsiteX1036" fmla="*/ 301859 w 6251734"/>
              <a:gd name="connsiteY1036" fmla="*/ 2797524 h 5808721"/>
              <a:gd name="connsiteX1037" fmla="*/ 408051 w 6251734"/>
              <a:gd name="connsiteY1037" fmla="*/ 2678044 h 5808721"/>
              <a:gd name="connsiteX1038" fmla="*/ 5013199 w 6251734"/>
              <a:gd name="connsiteY1038" fmla="*/ 2674617 h 5808721"/>
              <a:gd name="connsiteX1039" fmla="*/ 5013199 w 6251734"/>
              <a:gd name="connsiteY1039" fmla="*/ 3173535 h 5808721"/>
              <a:gd name="connsiteX1040" fmla="*/ 5299521 w 6251734"/>
              <a:gd name="connsiteY1040" fmla="*/ 3173535 h 5808721"/>
              <a:gd name="connsiteX1041" fmla="*/ 1456470 w 6251734"/>
              <a:gd name="connsiteY1041" fmla="*/ 2362577 h 5808721"/>
              <a:gd name="connsiteX1042" fmla="*/ 1669068 w 6251734"/>
              <a:gd name="connsiteY1042" fmla="*/ 2628325 h 5808721"/>
              <a:gd name="connsiteX1043" fmla="*/ 1485616 w 6251734"/>
              <a:gd name="connsiteY1043" fmla="*/ 2776629 h 5808721"/>
              <a:gd name="connsiteX1044" fmla="*/ 1306451 w 6251734"/>
              <a:gd name="connsiteY1044" fmla="*/ 2916361 h 5808721"/>
              <a:gd name="connsiteX1045" fmla="*/ 1094710 w 6251734"/>
              <a:gd name="connsiteY1045" fmla="*/ 2652328 h 5808721"/>
              <a:gd name="connsiteX1046" fmla="*/ 1275590 w 6251734"/>
              <a:gd name="connsiteY1046" fmla="*/ 2507453 h 5808721"/>
              <a:gd name="connsiteX1047" fmla="*/ 4655725 w 6251734"/>
              <a:gd name="connsiteY1047" fmla="*/ 2293138 h 5808721"/>
              <a:gd name="connsiteX1048" fmla="*/ 4792886 w 6251734"/>
              <a:gd name="connsiteY1048" fmla="*/ 2293138 h 5808721"/>
              <a:gd name="connsiteX1049" fmla="*/ 4792886 w 6251734"/>
              <a:gd name="connsiteY1049" fmla="*/ 3310694 h 5808721"/>
              <a:gd name="connsiteX1050" fmla="*/ 4655725 w 6251734"/>
              <a:gd name="connsiteY1050" fmla="*/ 3310694 h 5808721"/>
              <a:gd name="connsiteX1051" fmla="*/ 409649 w 6251734"/>
              <a:gd name="connsiteY1051" fmla="*/ 2273959 h 5808721"/>
              <a:gd name="connsiteX1052" fmla="*/ 459486 w 6251734"/>
              <a:gd name="connsiteY1052" fmla="*/ 2287996 h 5808721"/>
              <a:gd name="connsiteX1053" fmla="*/ 421017 w 6251734"/>
              <a:gd name="connsiteY1053" fmla="*/ 2278031 h 5808721"/>
              <a:gd name="connsiteX1054" fmla="*/ 4930045 w 6251734"/>
              <a:gd name="connsiteY1054" fmla="*/ 2273422 h 5808721"/>
              <a:gd name="connsiteX1055" fmla="*/ 5477829 w 6251734"/>
              <a:gd name="connsiteY1055" fmla="*/ 3311552 h 5808721"/>
              <a:gd name="connsiteX1056" fmla="*/ 4930045 w 6251734"/>
              <a:gd name="connsiteY1056" fmla="*/ 3311552 h 5808721"/>
              <a:gd name="connsiteX1057" fmla="*/ 5782627 w 6251734"/>
              <a:gd name="connsiteY1057" fmla="*/ 2202717 h 5808721"/>
              <a:gd name="connsiteX1058" fmla="*/ 5767752 w 6251734"/>
              <a:gd name="connsiteY1058" fmla="*/ 2214541 h 5808721"/>
              <a:gd name="connsiteX1059" fmla="*/ 5708935 w 6251734"/>
              <a:gd name="connsiteY1059" fmla="*/ 2253760 h 5808721"/>
              <a:gd name="connsiteX1060" fmla="*/ 5698749 w 6251734"/>
              <a:gd name="connsiteY1060" fmla="*/ 2259199 h 5808721"/>
              <a:gd name="connsiteX1061" fmla="*/ 5722156 w 6251734"/>
              <a:gd name="connsiteY1061" fmla="*/ 2304260 h 5808721"/>
              <a:gd name="connsiteX1062" fmla="*/ 5782152 w 6251734"/>
              <a:gd name="connsiteY1062" fmla="*/ 2345431 h 5808721"/>
              <a:gd name="connsiteX1063" fmla="*/ 5842148 w 6251734"/>
              <a:gd name="connsiteY1063" fmla="*/ 2304260 h 5808721"/>
              <a:gd name="connsiteX1064" fmla="*/ 5865804 w 6251734"/>
              <a:gd name="connsiteY1064" fmla="*/ 2258720 h 5808721"/>
              <a:gd name="connsiteX1065" fmla="*/ 5855368 w 6251734"/>
              <a:gd name="connsiteY1065" fmla="*/ 2253129 h 5808721"/>
              <a:gd name="connsiteX1066" fmla="*/ 5796551 w 6251734"/>
              <a:gd name="connsiteY1066" fmla="*/ 2213804 h 5808721"/>
              <a:gd name="connsiteX1067" fmla="*/ 5760901 w 6251734"/>
              <a:gd name="connsiteY1067" fmla="*/ 2151836 h 5808721"/>
              <a:gd name="connsiteX1068" fmla="*/ 5781715 w 6251734"/>
              <a:gd name="connsiteY1068" fmla="*/ 2169748 h 5808721"/>
              <a:gd name="connsiteX1069" fmla="*/ 5802358 w 6251734"/>
              <a:gd name="connsiteY1069" fmla="*/ 2151959 h 5808721"/>
              <a:gd name="connsiteX1070" fmla="*/ 5782152 w 6251734"/>
              <a:gd name="connsiteY1070" fmla="*/ 2153407 h 5808721"/>
              <a:gd name="connsiteX1071" fmla="*/ 5896549 w 6251734"/>
              <a:gd name="connsiteY1071" fmla="*/ 2145209 h 5808721"/>
              <a:gd name="connsiteX1072" fmla="*/ 5847314 w 6251734"/>
              <a:gd name="connsiteY1072" fmla="*/ 2148737 h 5808721"/>
              <a:gd name="connsiteX1073" fmla="*/ 5828117 w 6251734"/>
              <a:gd name="connsiteY1073" fmla="*/ 2166561 h 5808721"/>
              <a:gd name="connsiteX1074" fmla="*/ 5803118 w 6251734"/>
              <a:gd name="connsiteY1074" fmla="*/ 2186431 h 5808721"/>
              <a:gd name="connsiteX1075" fmla="*/ 5843581 w 6251734"/>
              <a:gd name="connsiteY1075" fmla="*/ 2213334 h 5808721"/>
              <a:gd name="connsiteX1076" fmla="*/ 5875307 w 6251734"/>
              <a:gd name="connsiteY1076" fmla="*/ 2230209 h 5808721"/>
              <a:gd name="connsiteX1077" fmla="*/ 5886604 w 6251734"/>
              <a:gd name="connsiteY1077" fmla="*/ 2194868 h 5808721"/>
              <a:gd name="connsiteX1078" fmla="*/ 5667701 w 6251734"/>
              <a:gd name="connsiteY1078" fmla="*/ 2144945 h 5808721"/>
              <a:gd name="connsiteX1079" fmla="*/ 5677700 w 6251734"/>
              <a:gd name="connsiteY1079" fmla="*/ 2194868 h 5808721"/>
              <a:gd name="connsiteX1080" fmla="*/ 5688842 w 6251734"/>
              <a:gd name="connsiteY1080" fmla="*/ 2229724 h 5808721"/>
              <a:gd name="connsiteX1081" fmla="*/ 5720722 w 6251734"/>
              <a:gd name="connsiteY1081" fmla="*/ 2212702 h 5808721"/>
              <a:gd name="connsiteX1082" fmla="*/ 5761232 w 6251734"/>
              <a:gd name="connsiteY1082" fmla="*/ 2185681 h 5808721"/>
              <a:gd name="connsiteX1083" fmla="*/ 5736186 w 6251734"/>
              <a:gd name="connsiteY1083" fmla="*/ 2165739 h 5808721"/>
              <a:gd name="connsiteX1084" fmla="*/ 5717789 w 6251734"/>
              <a:gd name="connsiteY1084" fmla="*/ 2148648 h 5808721"/>
              <a:gd name="connsiteX1085" fmla="*/ 6020742 w 6251734"/>
              <a:gd name="connsiteY1085" fmla="*/ 2124279 h 5808721"/>
              <a:gd name="connsiteX1086" fmla="*/ 5941024 w 6251734"/>
              <a:gd name="connsiteY1086" fmla="*/ 2142022 h 5808721"/>
              <a:gd name="connsiteX1087" fmla="*/ 5921776 w 6251734"/>
              <a:gd name="connsiteY1087" fmla="*/ 2143401 h 5808721"/>
              <a:gd name="connsiteX1088" fmla="*/ 5920303 w 6251734"/>
              <a:gd name="connsiteY1088" fmla="*/ 2163118 h 5808721"/>
              <a:gd name="connsiteX1089" fmla="*/ 5902447 w 6251734"/>
              <a:gd name="connsiteY1089" fmla="*/ 2242808 h 5808721"/>
              <a:gd name="connsiteX1090" fmla="*/ 5932987 w 6251734"/>
              <a:gd name="connsiteY1090" fmla="*/ 2254446 h 5808721"/>
              <a:gd name="connsiteX1091" fmla="*/ 6023897 w 6251734"/>
              <a:gd name="connsiteY1091" fmla="*/ 2245992 h 5808721"/>
              <a:gd name="connsiteX1092" fmla="*/ 6032350 w 6251734"/>
              <a:gd name="connsiteY1092" fmla="*/ 2154704 h 5808721"/>
              <a:gd name="connsiteX1093" fmla="*/ 5543504 w 6251734"/>
              <a:gd name="connsiteY1093" fmla="*/ 2123909 h 5808721"/>
              <a:gd name="connsiteX1094" fmla="*/ 5531953 w 6251734"/>
              <a:gd name="connsiteY1094" fmla="*/ 2154223 h 5808721"/>
              <a:gd name="connsiteX1095" fmla="*/ 5540407 w 6251734"/>
              <a:gd name="connsiteY1095" fmla="*/ 2245135 h 5808721"/>
              <a:gd name="connsiteX1096" fmla="*/ 5631317 w 6251734"/>
              <a:gd name="connsiteY1096" fmla="*/ 2253964 h 5808721"/>
              <a:gd name="connsiteX1097" fmla="*/ 5661749 w 6251734"/>
              <a:gd name="connsiteY1097" fmla="*/ 2242328 h 5808721"/>
              <a:gd name="connsiteX1098" fmla="*/ 5644001 w 6251734"/>
              <a:gd name="connsiteY1098" fmla="*/ 2163118 h 5808721"/>
              <a:gd name="connsiteX1099" fmla="*/ 5642504 w 6251734"/>
              <a:gd name="connsiteY1099" fmla="*/ 2143082 h 5808721"/>
              <a:gd name="connsiteX1100" fmla="*/ 5623279 w 6251734"/>
              <a:gd name="connsiteY1100" fmla="*/ 2141660 h 5808721"/>
              <a:gd name="connsiteX1101" fmla="*/ 5901217 w 6251734"/>
              <a:gd name="connsiteY1101" fmla="*/ 2096788 h 5808721"/>
              <a:gd name="connsiteX1102" fmla="*/ 5888451 w 6251734"/>
              <a:gd name="connsiteY1102" fmla="*/ 2110545 h 5808721"/>
              <a:gd name="connsiteX1103" fmla="*/ 5875630 w 6251734"/>
              <a:gd name="connsiteY1103" fmla="*/ 2122448 h 5808721"/>
              <a:gd name="connsiteX1104" fmla="*/ 5899439 w 6251734"/>
              <a:gd name="connsiteY1104" fmla="*/ 2120676 h 5808721"/>
              <a:gd name="connsiteX1105" fmla="*/ 5663018 w 6251734"/>
              <a:gd name="connsiteY1105" fmla="*/ 2095865 h 5808721"/>
              <a:gd name="connsiteX1106" fmla="*/ 5664871 w 6251734"/>
              <a:gd name="connsiteY1106" fmla="*/ 2120759 h 5808721"/>
              <a:gd name="connsiteX1107" fmla="*/ 5689742 w 6251734"/>
              <a:gd name="connsiteY1107" fmla="*/ 2122592 h 5808721"/>
              <a:gd name="connsiteX1108" fmla="*/ 5675852 w 6251734"/>
              <a:gd name="connsiteY1108" fmla="*/ 2109688 h 5808721"/>
              <a:gd name="connsiteX1109" fmla="*/ 5964361 w 6251734"/>
              <a:gd name="connsiteY1109" fmla="*/ 2025112 h 5808721"/>
              <a:gd name="connsiteX1110" fmla="*/ 5944467 w 6251734"/>
              <a:gd name="connsiteY1110" fmla="*/ 2050176 h 5808721"/>
              <a:gd name="connsiteX1111" fmla="*/ 5927363 w 6251734"/>
              <a:gd name="connsiteY1111" fmla="*/ 2068609 h 5808721"/>
              <a:gd name="connsiteX1112" fmla="*/ 5923685 w 6251734"/>
              <a:gd name="connsiteY1112" fmla="*/ 2117844 h 5808721"/>
              <a:gd name="connsiteX1113" fmla="*/ 5973632 w 6251734"/>
              <a:gd name="connsiteY1113" fmla="*/ 2107841 h 5808721"/>
              <a:gd name="connsiteX1114" fmla="*/ 6007981 w 6251734"/>
              <a:gd name="connsiteY1114" fmla="*/ 2096861 h 5808721"/>
              <a:gd name="connsiteX1115" fmla="*/ 5991239 w 6251734"/>
              <a:gd name="connsiteY1115" fmla="*/ 2065450 h 5808721"/>
              <a:gd name="connsiteX1116" fmla="*/ 5599967 w 6251734"/>
              <a:gd name="connsiteY1116" fmla="*/ 2024356 h 5808721"/>
              <a:gd name="connsiteX1117" fmla="*/ 5573064 w 6251734"/>
              <a:gd name="connsiteY1117" fmla="*/ 2064817 h 5808721"/>
              <a:gd name="connsiteX1118" fmla="*/ 5555981 w 6251734"/>
              <a:gd name="connsiteY1118" fmla="*/ 2096936 h 5808721"/>
              <a:gd name="connsiteX1119" fmla="*/ 5591049 w 6251734"/>
              <a:gd name="connsiteY1119" fmla="*/ 2108067 h 5808721"/>
              <a:gd name="connsiteX1120" fmla="*/ 5640623 w 6251734"/>
              <a:gd name="connsiteY1120" fmla="*/ 2117908 h 5808721"/>
              <a:gd name="connsiteX1121" fmla="*/ 5636873 w 6251734"/>
              <a:gd name="connsiteY1121" fmla="*/ 2067704 h 5808721"/>
              <a:gd name="connsiteX1122" fmla="*/ 5619836 w 6251734"/>
              <a:gd name="connsiteY1122" fmla="*/ 2049354 h 5808721"/>
              <a:gd name="connsiteX1123" fmla="*/ 5930674 w 6251734"/>
              <a:gd name="connsiteY1123" fmla="*/ 1983998 h 5808721"/>
              <a:gd name="connsiteX1124" fmla="*/ 5932171 w 6251734"/>
              <a:gd name="connsiteY1124" fmla="*/ 2004246 h 5808721"/>
              <a:gd name="connsiteX1125" fmla="*/ 5930734 w 6251734"/>
              <a:gd name="connsiteY1125" fmla="*/ 2023487 h 5808721"/>
              <a:gd name="connsiteX1126" fmla="*/ 5947705 w 6251734"/>
              <a:gd name="connsiteY1126" fmla="*/ 2003765 h 5808721"/>
              <a:gd name="connsiteX1127" fmla="*/ 5633693 w 6251734"/>
              <a:gd name="connsiteY1127" fmla="*/ 1983147 h 5808721"/>
              <a:gd name="connsiteX1128" fmla="*/ 5615905 w 6251734"/>
              <a:gd name="connsiteY1128" fmla="*/ 2003818 h 5808721"/>
              <a:gd name="connsiteX1129" fmla="*/ 5633640 w 6251734"/>
              <a:gd name="connsiteY1129" fmla="*/ 2024428 h 5808721"/>
              <a:gd name="connsiteX1130" fmla="*/ 5632133 w 6251734"/>
              <a:gd name="connsiteY1130" fmla="*/ 2004246 h 5808721"/>
              <a:gd name="connsiteX1131" fmla="*/ 5783009 w 6251734"/>
              <a:gd name="connsiteY1131" fmla="*/ 1940810 h 5808721"/>
              <a:gd name="connsiteX1132" fmla="*/ 5845588 w 6251734"/>
              <a:gd name="connsiteY1132" fmla="*/ 2003389 h 5808721"/>
              <a:gd name="connsiteX1133" fmla="*/ 5783009 w 6251734"/>
              <a:gd name="connsiteY1133" fmla="*/ 2065968 h 5808721"/>
              <a:gd name="connsiteX1134" fmla="*/ 5720429 w 6251734"/>
              <a:gd name="connsiteY1134" fmla="*/ 2003389 h 5808721"/>
              <a:gd name="connsiteX1135" fmla="*/ 5783009 w 6251734"/>
              <a:gd name="connsiteY1135" fmla="*/ 1940810 h 5808721"/>
              <a:gd name="connsiteX1136" fmla="*/ 6037483 w 6251734"/>
              <a:gd name="connsiteY1136" fmla="*/ 1919889 h 5808721"/>
              <a:gd name="connsiteX1137" fmla="*/ 6031666 w 6251734"/>
              <a:gd name="connsiteY1137" fmla="*/ 1930805 h 5808721"/>
              <a:gd name="connsiteX1138" fmla="*/ 5992446 w 6251734"/>
              <a:gd name="connsiteY1138" fmla="*/ 1989726 h 5808721"/>
              <a:gd name="connsiteX1139" fmla="*/ 5981262 w 6251734"/>
              <a:gd name="connsiteY1139" fmla="*/ 2003818 h 5808721"/>
              <a:gd name="connsiteX1140" fmla="*/ 5992446 w 6251734"/>
              <a:gd name="connsiteY1140" fmla="*/ 2017909 h 5808721"/>
              <a:gd name="connsiteX1141" fmla="*/ 6031666 w 6251734"/>
              <a:gd name="connsiteY1141" fmla="*/ 2076831 h 5808721"/>
              <a:gd name="connsiteX1142" fmla="*/ 6037189 w 6251734"/>
              <a:gd name="connsiteY1142" fmla="*/ 2087193 h 5808721"/>
              <a:gd name="connsiteX1143" fmla="*/ 6083022 w 6251734"/>
              <a:gd name="connsiteY1143" fmla="*/ 2063384 h 5808721"/>
              <a:gd name="connsiteX1144" fmla="*/ 6124194 w 6251734"/>
              <a:gd name="connsiteY1144" fmla="*/ 2003388 h 5808721"/>
              <a:gd name="connsiteX1145" fmla="*/ 6082849 w 6251734"/>
              <a:gd name="connsiteY1145" fmla="*/ 1943392 h 5808721"/>
              <a:gd name="connsiteX1146" fmla="*/ 5527012 w 6251734"/>
              <a:gd name="connsiteY1146" fmla="*/ 1919637 h 5808721"/>
              <a:gd name="connsiteX1147" fmla="*/ 5481281 w 6251734"/>
              <a:gd name="connsiteY1147" fmla="*/ 1943393 h 5808721"/>
              <a:gd name="connsiteX1148" fmla="*/ 5440109 w 6251734"/>
              <a:gd name="connsiteY1148" fmla="*/ 2003388 h 5808721"/>
              <a:gd name="connsiteX1149" fmla="*/ 5481454 w 6251734"/>
              <a:gd name="connsiteY1149" fmla="*/ 2063765 h 5808721"/>
              <a:gd name="connsiteX1150" fmla="*/ 5527292 w 6251734"/>
              <a:gd name="connsiteY1150" fmla="*/ 2087474 h 5808721"/>
              <a:gd name="connsiteX1151" fmla="*/ 5532638 w 6251734"/>
              <a:gd name="connsiteY1151" fmla="*/ 2077462 h 5808721"/>
              <a:gd name="connsiteX1152" fmla="*/ 5571857 w 6251734"/>
              <a:gd name="connsiteY1152" fmla="*/ 2018645 h 5808721"/>
              <a:gd name="connsiteX1153" fmla="*/ 5583642 w 6251734"/>
              <a:gd name="connsiteY1153" fmla="*/ 2003818 h 5808721"/>
              <a:gd name="connsiteX1154" fmla="*/ 5571857 w 6251734"/>
              <a:gd name="connsiteY1154" fmla="*/ 1988990 h 5808721"/>
              <a:gd name="connsiteX1155" fmla="*/ 5532638 w 6251734"/>
              <a:gd name="connsiteY1155" fmla="*/ 1930175 h 5808721"/>
              <a:gd name="connsiteX1156" fmla="*/ 5923650 w 6251734"/>
              <a:gd name="connsiteY1156" fmla="*/ 1888999 h 5808721"/>
              <a:gd name="connsiteX1157" fmla="*/ 5927348 w 6251734"/>
              <a:gd name="connsiteY1157" fmla="*/ 1939009 h 5808721"/>
              <a:gd name="connsiteX1158" fmla="*/ 5944467 w 6251734"/>
              <a:gd name="connsiteY1158" fmla="*/ 1957460 h 5808721"/>
              <a:gd name="connsiteX1159" fmla="*/ 5964311 w 6251734"/>
              <a:gd name="connsiteY1159" fmla="*/ 1982460 h 5808721"/>
              <a:gd name="connsiteX1160" fmla="*/ 5991239 w 6251734"/>
              <a:gd name="connsiteY1160" fmla="*/ 1941959 h 5808721"/>
              <a:gd name="connsiteX1161" fmla="*/ 6008190 w 6251734"/>
              <a:gd name="connsiteY1161" fmla="*/ 1910091 h 5808721"/>
              <a:gd name="connsiteX1162" fmla="*/ 5973255 w 6251734"/>
              <a:gd name="connsiteY1162" fmla="*/ 1898937 h 5808721"/>
              <a:gd name="connsiteX1163" fmla="*/ 5640660 w 6251734"/>
              <a:gd name="connsiteY1163" fmla="*/ 1888926 h 5808721"/>
              <a:gd name="connsiteX1164" fmla="*/ 5590672 w 6251734"/>
              <a:gd name="connsiteY1164" fmla="*/ 1898937 h 5808721"/>
              <a:gd name="connsiteX1165" fmla="*/ 5555674 w 6251734"/>
              <a:gd name="connsiteY1165" fmla="*/ 1910123 h 5808721"/>
              <a:gd name="connsiteX1166" fmla="*/ 5573064 w 6251734"/>
              <a:gd name="connsiteY1166" fmla="*/ 1942817 h 5808721"/>
              <a:gd name="connsiteX1167" fmla="*/ 5599967 w 6251734"/>
              <a:gd name="connsiteY1167" fmla="*/ 1983279 h 5808721"/>
              <a:gd name="connsiteX1168" fmla="*/ 5619836 w 6251734"/>
              <a:gd name="connsiteY1168" fmla="*/ 1958282 h 5808721"/>
              <a:gd name="connsiteX1169" fmla="*/ 5636890 w 6251734"/>
              <a:gd name="connsiteY1169" fmla="*/ 1939913 h 5808721"/>
              <a:gd name="connsiteX1170" fmla="*/ 5874649 w 6251734"/>
              <a:gd name="connsiteY1170" fmla="*/ 1884276 h 5808721"/>
              <a:gd name="connsiteX1171" fmla="*/ 5888451 w 6251734"/>
              <a:gd name="connsiteY1171" fmla="*/ 1897089 h 5808721"/>
              <a:gd name="connsiteX1172" fmla="*/ 5901285 w 6251734"/>
              <a:gd name="connsiteY1172" fmla="*/ 1910921 h 5808721"/>
              <a:gd name="connsiteX1173" fmla="*/ 5899440 w 6251734"/>
              <a:gd name="connsiteY1173" fmla="*/ 1886125 h 5808721"/>
              <a:gd name="connsiteX1174" fmla="*/ 5691290 w 6251734"/>
              <a:gd name="connsiteY1174" fmla="*/ 1884137 h 5808721"/>
              <a:gd name="connsiteX1175" fmla="*/ 5664888 w 6251734"/>
              <a:gd name="connsiteY1175" fmla="*/ 1886102 h 5808721"/>
              <a:gd name="connsiteX1176" fmla="*/ 5662969 w 6251734"/>
              <a:gd name="connsiteY1176" fmla="*/ 1911824 h 5808721"/>
              <a:gd name="connsiteX1177" fmla="*/ 5675852 w 6251734"/>
              <a:gd name="connsiteY1177" fmla="*/ 1897947 h 5808721"/>
              <a:gd name="connsiteX1178" fmla="*/ 5782152 w 6251734"/>
              <a:gd name="connsiteY1178" fmla="*/ 1877374 h 5808721"/>
              <a:gd name="connsiteX1179" fmla="*/ 5729852 w 6251734"/>
              <a:gd name="connsiteY1179" fmla="*/ 1881266 h 5808721"/>
              <a:gd name="connsiteX1180" fmla="*/ 5692997 w 6251734"/>
              <a:gd name="connsiteY1180" fmla="*/ 1914234 h 5808721"/>
              <a:gd name="connsiteX1181" fmla="*/ 5659921 w 6251734"/>
              <a:gd name="connsiteY1181" fmla="*/ 1952671 h 5808721"/>
              <a:gd name="connsiteX1182" fmla="*/ 5656136 w 6251734"/>
              <a:gd name="connsiteY1182" fmla="*/ 2003388 h 5808721"/>
              <a:gd name="connsiteX1183" fmla="*/ 5659980 w 6251734"/>
              <a:gd name="connsiteY1183" fmla="*/ 2055033 h 5808721"/>
              <a:gd name="connsiteX1184" fmla="*/ 5692997 w 6251734"/>
              <a:gd name="connsiteY1184" fmla="*/ 2093401 h 5808721"/>
              <a:gd name="connsiteX1185" fmla="*/ 5730401 w 6251734"/>
              <a:gd name="connsiteY1185" fmla="*/ 2125589 h 5808721"/>
              <a:gd name="connsiteX1186" fmla="*/ 5782152 w 6251734"/>
              <a:gd name="connsiteY1186" fmla="*/ 2129404 h 5808721"/>
              <a:gd name="connsiteX1187" fmla="*/ 5832915 w 6251734"/>
              <a:gd name="connsiteY1187" fmla="*/ 2125626 h 5808721"/>
              <a:gd name="connsiteX1188" fmla="*/ 5871306 w 6251734"/>
              <a:gd name="connsiteY1188" fmla="*/ 2092543 h 5808721"/>
              <a:gd name="connsiteX1189" fmla="*/ 5904394 w 6251734"/>
              <a:gd name="connsiteY1189" fmla="*/ 2054095 h 5808721"/>
              <a:gd name="connsiteX1190" fmla="*/ 5908167 w 6251734"/>
              <a:gd name="connsiteY1190" fmla="*/ 2003388 h 5808721"/>
              <a:gd name="connsiteX1191" fmla="*/ 5904460 w 6251734"/>
              <a:gd name="connsiteY1191" fmla="*/ 1953572 h 5808721"/>
              <a:gd name="connsiteX1192" fmla="*/ 5871306 w 6251734"/>
              <a:gd name="connsiteY1192" fmla="*/ 1915093 h 5808721"/>
              <a:gd name="connsiteX1193" fmla="*/ 5831778 w 6251734"/>
              <a:gd name="connsiteY1193" fmla="*/ 1881078 h 5808721"/>
              <a:gd name="connsiteX1194" fmla="*/ 5781317 w 6251734"/>
              <a:gd name="connsiteY1194" fmla="*/ 1837652 h 5808721"/>
              <a:gd name="connsiteX1195" fmla="*/ 5768933 w 6251734"/>
              <a:gd name="connsiteY1195" fmla="*/ 1846306 h 5808721"/>
              <a:gd name="connsiteX1196" fmla="*/ 5759134 w 6251734"/>
              <a:gd name="connsiteY1196" fmla="*/ 1855072 h 5808721"/>
              <a:gd name="connsiteX1197" fmla="*/ 5782152 w 6251734"/>
              <a:gd name="connsiteY1197" fmla="*/ 1853370 h 5808721"/>
              <a:gd name="connsiteX1198" fmla="*/ 5801220 w 6251734"/>
              <a:gd name="connsiteY1198" fmla="*/ 1854779 h 5808721"/>
              <a:gd name="connsiteX1199" fmla="*/ 5875814 w 6251734"/>
              <a:gd name="connsiteY1199" fmla="*/ 1778152 h 5808721"/>
              <a:gd name="connsiteX1200" fmla="*/ 5843355 w 6251734"/>
              <a:gd name="connsiteY1200" fmla="*/ 1794301 h 5808721"/>
              <a:gd name="connsiteX1201" fmla="*/ 5803931 w 6251734"/>
              <a:gd name="connsiteY1201" fmla="*/ 1821851 h 5808721"/>
              <a:gd name="connsiteX1202" fmla="*/ 5828117 w 6251734"/>
              <a:gd name="connsiteY1202" fmla="*/ 1841074 h 5808721"/>
              <a:gd name="connsiteX1203" fmla="*/ 5846484 w 6251734"/>
              <a:gd name="connsiteY1203" fmla="*/ 1858127 h 5808721"/>
              <a:gd name="connsiteX1204" fmla="*/ 5896602 w 6251734"/>
              <a:gd name="connsiteY1204" fmla="*/ 1861833 h 5808721"/>
              <a:gd name="connsiteX1205" fmla="*/ 5886604 w 6251734"/>
              <a:gd name="connsiteY1205" fmla="*/ 1811909 h 5808721"/>
              <a:gd name="connsiteX1206" fmla="*/ 5688619 w 6251734"/>
              <a:gd name="connsiteY1206" fmla="*/ 1778083 h 5808721"/>
              <a:gd name="connsiteX1207" fmla="*/ 5677700 w 6251734"/>
              <a:gd name="connsiteY1207" fmla="*/ 1812285 h 5808721"/>
              <a:gd name="connsiteX1208" fmla="*/ 5667775 w 6251734"/>
              <a:gd name="connsiteY1208" fmla="*/ 1861826 h 5808721"/>
              <a:gd name="connsiteX1209" fmla="*/ 5720592 w 6251734"/>
              <a:gd name="connsiteY1209" fmla="*/ 1857921 h 5808721"/>
              <a:gd name="connsiteX1210" fmla="*/ 5760892 w 6251734"/>
              <a:gd name="connsiteY1210" fmla="*/ 1821868 h 5808721"/>
              <a:gd name="connsiteX1211" fmla="*/ 5720722 w 6251734"/>
              <a:gd name="connsiteY1211" fmla="*/ 1795160 h 5808721"/>
              <a:gd name="connsiteX1212" fmla="*/ 1448754 w 6251734"/>
              <a:gd name="connsiteY1212" fmla="*/ 1765931 h 5808721"/>
              <a:gd name="connsiteX1213" fmla="*/ 1666496 w 6251734"/>
              <a:gd name="connsiteY1213" fmla="*/ 1868802 h 5808721"/>
              <a:gd name="connsiteX1214" fmla="*/ 1884238 w 6251734"/>
              <a:gd name="connsiteY1214" fmla="*/ 1765931 h 5808721"/>
              <a:gd name="connsiteX1215" fmla="*/ 1884238 w 6251734"/>
              <a:gd name="connsiteY1215" fmla="*/ 2016249 h 5808721"/>
              <a:gd name="connsiteX1216" fmla="*/ 1672497 w 6251734"/>
              <a:gd name="connsiteY1216" fmla="*/ 2089973 h 5808721"/>
              <a:gd name="connsiteX1217" fmla="*/ 1666496 w 6251734"/>
              <a:gd name="connsiteY1217" fmla="*/ 2089973 h 5808721"/>
              <a:gd name="connsiteX1218" fmla="*/ 1660495 w 6251734"/>
              <a:gd name="connsiteY1218" fmla="*/ 2089973 h 5808721"/>
              <a:gd name="connsiteX1219" fmla="*/ 1448754 w 6251734"/>
              <a:gd name="connsiteY1219" fmla="*/ 2016249 h 5808721"/>
              <a:gd name="connsiteX1220" fmla="*/ 5593918 w 6251734"/>
              <a:gd name="connsiteY1220" fmla="*/ 1746924 h 5808721"/>
              <a:gd name="connsiteX1221" fmla="*/ 5540407 w 6251734"/>
              <a:gd name="connsiteY1221" fmla="*/ 1762502 h 5808721"/>
              <a:gd name="connsiteX1222" fmla="*/ 5531953 w 6251734"/>
              <a:gd name="connsiteY1222" fmla="*/ 1853413 h 5808721"/>
              <a:gd name="connsiteX1223" fmla="*/ 5543203 w 6251734"/>
              <a:gd name="connsiteY1223" fmla="*/ 1882935 h 5808721"/>
              <a:gd name="connsiteX1224" fmla="*/ 5623279 w 6251734"/>
              <a:gd name="connsiteY1224" fmla="*/ 1865117 h 5808721"/>
              <a:gd name="connsiteX1225" fmla="*/ 5642525 w 6251734"/>
              <a:gd name="connsiteY1225" fmla="*/ 1863694 h 5808721"/>
              <a:gd name="connsiteX1226" fmla="*/ 5643880 w 6251734"/>
              <a:gd name="connsiteY1226" fmla="*/ 1845375 h 5808721"/>
              <a:gd name="connsiteX1227" fmla="*/ 5661631 w 6251734"/>
              <a:gd name="connsiteY1227" fmla="*/ 1765599 h 5808721"/>
              <a:gd name="connsiteX1228" fmla="*/ 5631317 w 6251734"/>
              <a:gd name="connsiteY1228" fmla="*/ 1754048 h 5808721"/>
              <a:gd name="connsiteX1229" fmla="*/ 5593918 w 6251734"/>
              <a:gd name="connsiteY1229" fmla="*/ 1746924 h 5808721"/>
              <a:gd name="connsiteX1230" fmla="*/ 5970024 w 6251734"/>
              <a:gd name="connsiteY1230" fmla="*/ 1746066 h 5808721"/>
              <a:gd name="connsiteX1231" fmla="*/ 5911854 w 6251734"/>
              <a:gd name="connsiteY1231" fmla="*/ 1760221 h 5808721"/>
              <a:gd name="connsiteX1232" fmla="*/ 5902511 w 6251734"/>
              <a:gd name="connsiteY1232" fmla="*/ 1764870 h 5808721"/>
              <a:gd name="connsiteX1233" fmla="*/ 5920424 w 6251734"/>
              <a:gd name="connsiteY1233" fmla="*/ 1845375 h 5808721"/>
              <a:gd name="connsiteX1234" fmla="*/ 5921779 w 6251734"/>
              <a:gd name="connsiteY1234" fmla="*/ 1863694 h 5808721"/>
              <a:gd name="connsiteX1235" fmla="*/ 5941024 w 6251734"/>
              <a:gd name="connsiteY1235" fmla="*/ 1865117 h 5808721"/>
              <a:gd name="connsiteX1236" fmla="*/ 6020799 w 6251734"/>
              <a:gd name="connsiteY1236" fmla="*/ 1882868 h 5808721"/>
              <a:gd name="connsiteX1237" fmla="*/ 6032350 w 6251734"/>
              <a:gd name="connsiteY1237" fmla="*/ 1852555 h 5808721"/>
              <a:gd name="connsiteX1238" fmla="*/ 6023897 w 6251734"/>
              <a:gd name="connsiteY1238" fmla="*/ 1761646 h 5808721"/>
              <a:gd name="connsiteX1239" fmla="*/ 5970024 w 6251734"/>
              <a:gd name="connsiteY1239" fmla="*/ 1746066 h 5808721"/>
              <a:gd name="connsiteX1240" fmla="*/ 289975 w 6251734"/>
              <a:gd name="connsiteY1240" fmla="*/ 1703570 h 5808721"/>
              <a:gd name="connsiteX1241" fmla="*/ 249460 w 6251734"/>
              <a:gd name="connsiteY1241" fmla="*/ 1738503 h 5808721"/>
              <a:gd name="connsiteX1242" fmla="*/ 283964 w 6251734"/>
              <a:gd name="connsiteY1242" fmla="*/ 1707642 h 5808721"/>
              <a:gd name="connsiteX1243" fmla="*/ 4368605 w 6251734"/>
              <a:gd name="connsiteY1243" fmla="*/ 1696916 h 5808721"/>
              <a:gd name="connsiteX1244" fmla="*/ 4478277 w 6251734"/>
              <a:gd name="connsiteY1244" fmla="*/ 1734211 h 5808721"/>
              <a:gd name="connsiteX1245" fmla="*/ 4710592 w 6251734"/>
              <a:gd name="connsiteY1245" fmla="*/ 1734211 h 5808721"/>
              <a:gd name="connsiteX1246" fmla="*/ 4710592 w 6251734"/>
              <a:gd name="connsiteY1246" fmla="*/ 2074541 h 5808721"/>
              <a:gd name="connsiteX1247" fmla="*/ 4473133 w 6251734"/>
              <a:gd name="connsiteY1247" fmla="*/ 2076255 h 5808721"/>
              <a:gd name="connsiteX1248" fmla="*/ 4245961 w 6251734"/>
              <a:gd name="connsiteY1248" fmla="*/ 2072826 h 5808721"/>
              <a:gd name="connsiteX1249" fmla="*/ 4245961 w 6251734"/>
              <a:gd name="connsiteY1249" fmla="*/ 1734211 h 5808721"/>
              <a:gd name="connsiteX1250" fmla="*/ 4368605 w 6251734"/>
              <a:gd name="connsiteY1250" fmla="*/ 1696916 h 5808721"/>
              <a:gd name="connsiteX1251" fmla="*/ 5782152 w 6251734"/>
              <a:gd name="connsiteY1251" fmla="*/ 1661348 h 5808721"/>
              <a:gd name="connsiteX1252" fmla="*/ 5722156 w 6251734"/>
              <a:gd name="connsiteY1252" fmla="*/ 1702693 h 5808721"/>
              <a:gd name="connsiteX1253" fmla="*/ 5698519 w 6251734"/>
              <a:gd name="connsiteY1253" fmla="*/ 1748314 h 5808721"/>
              <a:gd name="connsiteX1254" fmla="*/ 5708935 w 6251734"/>
              <a:gd name="connsiteY1254" fmla="*/ 1753875 h 5808721"/>
              <a:gd name="connsiteX1255" fmla="*/ 5767753 w 6251734"/>
              <a:gd name="connsiteY1255" fmla="*/ 1793094 h 5808721"/>
              <a:gd name="connsiteX1256" fmla="*/ 5783057 w 6251734"/>
              <a:gd name="connsiteY1256" fmla="*/ 1805259 h 5808721"/>
              <a:gd name="connsiteX1257" fmla="*/ 5855594 w 6251734"/>
              <a:gd name="connsiteY1257" fmla="*/ 1754507 h 5808721"/>
              <a:gd name="connsiteX1258" fmla="*/ 5866361 w 6251734"/>
              <a:gd name="connsiteY1258" fmla="*/ 1749129 h 5808721"/>
              <a:gd name="connsiteX1259" fmla="*/ 5842148 w 6251734"/>
              <a:gd name="connsiteY1259" fmla="*/ 1702521 h 5808721"/>
              <a:gd name="connsiteX1260" fmla="*/ 5782152 w 6251734"/>
              <a:gd name="connsiteY1260" fmla="*/ 1661348 h 5808721"/>
              <a:gd name="connsiteX1261" fmla="*/ 592360 w 6251734"/>
              <a:gd name="connsiteY1261" fmla="*/ 1640776 h 5808721"/>
              <a:gd name="connsiteX1262" fmla="*/ 599890 w 6251734"/>
              <a:gd name="connsiteY1262" fmla="*/ 1643860 h 5808721"/>
              <a:gd name="connsiteX1263" fmla="*/ 615617 w 6251734"/>
              <a:gd name="connsiteY1263" fmla="*/ 1651278 h 5808721"/>
              <a:gd name="connsiteX1264" fmla="*/ 493776 w 6251734"/>
              <a:gd name="connsiteY1264" fmla="*/ 1630488 h 5808721"/>
              <a:gd name="connsiteX1265" fmla="*/ 498063 w 6251734"/>
              <a:gd name="connsiteY1265" fmla="*/ 1633917 h 5808721"/>
              <a:gd name="connsiteX1266" fmla="*/ 493776 w 6251734"/>
              <a:gd name="connsiteY1266" fmla="*/ 1640776 h 5808721"/>
              <a:gd name="connsiteX1267" fmla="*/ 497205 w 6251734"/>
              <a:gd name="connsiteY1267" fmla="*/ 1641634 h 5808721"/>
              <a:gd name="connsiteX1268" fmla="*/ 510921 w 6251734"/>
              <a:gd name="connsiteY1268" fmla="*/ 1651062 h 5808721"/>
              <a:gd name="connsiteX1269" fmla="*/ 492919 w 6251734"/>
              <a:gd name="connsiteY1269" fmla="*/ 1655350 h 5808721"/>
              <a:gd name="connsiteX1270" fmla="*/ 471488 w 6251734"/>
              <a:gd name="connsiteY1270" fmla="*/ 1649348 h 5808721"/>
              <a:gd name="connsiteX1271" fmla="*/ 451771 w 6251734"/>
              <a:gd name="connsiteY1271" fmla="*/ 1667351 h 5808721"/>
              <a:gd name="connsiteX1272" fmla="*/ 440627 w 6251734"/>
              <a:gd name="connsiteY1272" fmla="*/ 1683638 h 5808721"/>
              <a:gd name="connsiteX1273" fmla="*/ 450914 w 6251734"/>
              <a:gd name="connsiteY1273" fmla="*/ 1689640 h 5808721"/>
              <a:gd name="connsiteX1274" fmla="*/ 460344 w 6251734"/>
              <a:gd name="connsiteY1274" fmla="*/ 1690497 h 5808721"/>
              <a:gd name="connsiteX1275" fmla="*/ 484347 w 6251734"/>
              <a:gd name="connsiteY1275" fmla="*/ 1686210 h 5808721"/>
              <a:gd name="connsiteX1276" fmla="*/ 490347 w 6251734"/>
              <a:gd name="connsiteY1276" fmla="*/ 1700784 h 5808721"/>
              <a:gd name="connsiteX1277" fmla="*/ 512636 w 6251734"/>
              <a:gd name="connsiteY1277" fmla="*/ 1711927 h 5808721"/>
              <a:gd name="connsiteX1278" fmla="*/ 525495 w 6251734"/>
              <a:gd name="connsiteY1278" fmla="*/ 1726501 h 5808721"/>
              <a:gd name="connsiteX1279" fmla="*/ 510064 w 6251734"/>
              <a:gd name="connsiteY1279" fmla="*/ 1736787 h 5808721"/>
              <a:gd name="connsiteX1280" fmla="*/ 494634 w 6251734"/>
              <a:gd name="connsiteY1280" fmla="*/ 1747070 h 5808721"/>
              <a:gd name="connsiteX1281" fmla="*/ 500634 w 6251734"/>
              <a:gd name="connsiteY1281" fmla="*/ 1756500 h 5808721"/>
              <a:gd name="connsiteX1282" fmla="*/ 516922 w 6251734"/>
              <a:gd name="connsiteY1282" fmla="*/ 1753071 h 5808721"/>
              <a:gd name="connsiteX1283" fmla="*/ 523780 w 6251734"/>
              <a:gd name="connsiteY1283" fmla="*/ 1751357 h 5808721"/>
              <a:gd name="connsiteX1284" fmla="*/ 542640 w 6251734"/>
              <a:gd name="connsiteY1284" fmla="*/ 1747928 h 5808721"/>
              <a:gd name="connsiteX1285" fmla="*/ 545211 w 6251734"/>
              <a:gd name="connsiteY1285" fmla="*/ 1745356 h 5808721"/>
              <a:gd name="connsiteX1286" fmla="*/ 555498 w 6251734"/>
              <a:gd name="connsiteY1286" fmla="*/ 1741075 h 5808721"/>
              <a:gd name="connsiteX1287" fmla="*/ 588931 w 6251734"/>
              <a:gd name="connsiteY1287" fmla="*/ 1744499 h 5808721"/>
              <a:gd name="connsiteX1288" fmla="*/ 600933 w 6251734"/>
              <a:gd name="connsiteY1288" fmla="*/ 1755643 h 5808721"/>
              <a:gd name="connsiteX1289" fmla="*/ 605219 w 6251734"/>
              <a:gd name="connsiteY1289" fmla="*/ 1752214 h 5808721"/>
              <a:gd name="connsiteX1290" fmla="*/ 609505 w 6251734"/>
              <a:gd name="connsiteY1290" fmla="*/ 1735930 h 5808721"/>
              <a:gd name="connsiteX1291" fmla="*/ 619792 w 6251734"/>
              <a:gd name="connsiteY1291" fmla="*/ 1739360 h 5808721"/>
              <a:gd name="connsiteX1292" fmla="*/ 643795 w 6251734"/>
              <a:gd name="connsiteY1292" fmla="*/ 1724786 h 5808721"/>
              <a:gd name="connsiteX1293" fmla="*/ 656654 w 6251734"/>
              <a:gd name="connsiteY1293" fmla="*/ 1733358 h 5808721"/>
              <a:gd name="connsiteX1294" fmla="*/ 651510 w 6251734"/>
              <a:gd name="connsiteY1294" fmla="*/ 1747928 h 5808721"/>
              <a:gd name="connsiteX1295" fmla="*/ 639509 w 6251734"/>
              <a:gd name="connsiteY1295" fmla="*/ 1742789 h 5808721"/>
              <a:gd name="connsiteX1296" fmla="*/ 623221 w 6251734"/>
              <a:gd name="connsiteY1296" fmla="*/ 1756500 h 5808721"/>
              <a:gd name="connsiteX1297" fmla="*/ 625793 w 6251734"/>
              <a:gd name="connsiteY1297" fmla="*/ 1763359 h 5808721"/>
              <a:gd name="connsiteX1298" fmla="*/ 642081 w 6251734"/>
              <a:gd name="connsiteY1298" fmla="*/ 1763359 h 5808721"/>
              <a:gd name="connsiteX1299" fmla="*/ 656654 w 6251734"/>
              <a:gd name="connsiteY1299" fmla="*/ 1767644 h 5808721"/>
              <a:gd name="connsiteX1300" fmla="*/ 658369 w 6251734"/>
              <a:gd name="connsiteY1300" fmla="*/ 1773647 h 5808721"/>
              <a:gd name="connsiteX1301" fmla="*/ 672085 w 6251734"/>
              <a:gd name="connsiteY1301" fmla="*/ 1778790 h 5808721"/>
              <a:gd name="connsiteX1302" fmla="*/ 672085 w 6251734"/>
              <a:gd name="connsiteY1302" fmla="*/ 1788218 h 5808721"/>
              <a:gd name="connsiteX1303" fmla="*/ 666085 w 6251734"/>
              <a:gd name="connsiteY1303" fmla="*/ 1786504 h 5808721"/>
              <a:gd name="connsiteX1304" fmla="*/ 654082 w 6251734"/>
              <a:gd name="connsiteY1304" fmla="*/ 1789076 h 5808721"/>
              <a:gd name="connsiteX1305" fmla="*/ 642081 w 6251734"/>
              <a:gd name="connsiteY1305" fmla="*/ 1791647 h 5808721"/>
              <a:gd name="connsiteX1306" fmla="*/ 618935 w 6251734"/>
              <a:gd name="connsiteY1306" fmla="*/ 1788218 h 5808721"/>
              <a:gd name="connsiteX1307" fmla="*/ 608648 w 6251734"/>
              <a:gd name="connsiteY1307" fmla="*/ 1798505 h 5808721"/>
              <a:gd name="connsiteX1308" fmla="*/ 601790 w 6251734"/>
              <a:gd name="connsiteY1308" fmla="*/ 1798505 h 5808721"/>
              <a:gd name="connsiteX1309" fmla="*/ 588074 w 6251734"/>
              <a:gd name="connsiteY1309" fmla="*/ 1793363 h 5808721"/>
              <a:gd name="connsiteX1310" fmla="*/ 576072 w 6251734"/>
              <a:gd name="connsiteY1310" fmla="*/ 1789076 h 5808721"/>
              <a:gd name="connsiteX1311" fmla="*/ 566643 w 6251734"/>
              <a:gd name="connsiteY1311" fmla="*/ 1788218 h 5808721"/>
              <a:gd name="connsiteX1312" fmla="*/ 562356 w 6251734"/>
              <a:gd name="connsiteY1312" fmla="*/ 1770216 h 5808721"/>
              <a:gd name="connsiteX1313" fmla="*/ 557213 w 6251734"/>
              <a:gd name="connsiteY1313" fmla="*/ 1769359 h 5808721"/>
              <a:gd name="connsiteX1314" fmla="*/ 550355 w 6251734"/>
              <a:gd name="connsiteY1314" fmla="*/ 1767644 h 5808721"/>
              <a:gd name="connsiteX1315" fmla="*/ 537496 w 6251734"/>
              <a:gd name="connsiteY1315" fmla="*/ 1770216 h 5808721"/>
              <a:gd name="connsiteX1316" fmla="*/ 528924 w 6251734"/>
              <a:gd name="connsiteY1316" fmla="*/ 1771073 h 5808721"/>
              <a:gd name="connsiteX1317" fmla="*/ 516065 w 6251734"/>
              <a:gd name="connsiteY1317" fmla="*/ 1773647 h 5808721"/>
              <a:gd name="connsiteX1318" fmla="*/ 507492 w 6251734"/>
              <a:gd name="connsiteY1318" fmla="*/ 1774503 h 5808721"/>
              <a:gd name="connsiteX1319" fmla="*/ 493776 w 6251734"/>
              <a:gd name="connsiteY1319" fmla="*/ 1786504 h 5808721"/>
              <a:gd name="connsiteX1320" fmla="*/ 474060 w 6251734"/>
              <a:gd name="connsiteY1320" fmla="*/ 1793363 h 5808721"/>
              <a:gd name="connsiteX1321" fmla="*/ 466344 w 6251734"/>
              <a:gd name="connsiteY1321" fmla="*/ 1797648 h 5808721"/>
              <a:gd name="connsiteX1322" fmla="*/ 458629 w 6251734"/>
              <a:gd name="connsiteY1322" fmla="*/ 1810508 h 5808721"/>
              <a:gd name="connsiteX1323" fmla="*/ 438912 w 6251734"/>
              <a:gd name="connsiteY1323" fmla="*/ 1831938 h 5808721"/>
              <a:gd name="connsiteX1324" fmla="*/ 441484 w 6251734"/>
              <a:gd name="connsiteY1324" fmla="*/ 1860230 h 5808721"/>
              <a:gd name="connsiteX1325" fmla="*/ 436341 w 6251734"/>
              <a:gd name="connsiteY1325" fmla="*/ 1874802 h 5808721"/>
              <a:gd name="connsiteX1326" fmla="*/ 431197 w 6251734"/>
              <a:gd name="connsiteY1326" fmla="*/ 1886803 h 5808721"/>
              <a:gd name="connsiteX1327" fmla="*/ 439770 w 6251734"/>
              <a:gd name="connsiteY1327" fmla="*/ 1896233 h 5808721"/>
              <a:gd name="connsiteX1328" fmla="*/ 444913 w 6251734"/>
              <a:gd name="connsiteY1328" fmla="*/ 1902233 h 5808721"/>
              <a:gd name="connsiteX1329" fmla="*/ 447485 w 6251734"/>
              <a:gd name="connsiteY1329" fmla="*/ 1914235 h 5808721"/>
              <a:gd name="connsiteX1330" fmla="*/ 456915 w 6251734"/>
              <a:gd name="connsiteY1330" fmla="*/ 1921951 h 5808721"/>
              <a:gd name="connsiteX1331" fmla="*/ 463773 w 6251734"/>
              <a:gd name="connsiteY1331" fmla="*/ 1933095 h 5808721"/>
              <a:gd name="connsiteX1332" fmla="*/ 474917 w 6251734"/>
              <a:gd name="connsiteY1332" fmla="*/ 1939095 h 5808721"/>
              <a:gd name="connsiteX1333" fmla="*/ 502349 w 6251734"/>
              <a:gd name="connsiteY1333" fmla="*/ 1939953 h 5808721"/>
              <a:gd name="connsiteX1334" fmla="*/ 521208 w 6251734"/>
              <a:gd name="connsiteY1334" fmla="*/ 1937380 h 5808721"/>
              <a:gd name="connsiteX1335" fmla="*/ 540925 w 6251734"/>
              <a:gd name="connsiteY1335" fmla="*/ 1931380 h 5808721"/>
              <a:gd name="connsiteX1336" fmla="*/ 552069 w 6251734"/>
              <a:gd name="connsiteY1336" fmla="*/ 1930522 h 5808721"/>
              <a:gd name="connsiteX1337" fmla="*/ 559785 w 6251734"/>
              <a:gd name="connsiteY1337" fmla="*/ 1941666 h 5808721"/>
              <a:gd name="connsiteX1338" fmla="*/ 570929 w 6251734"/>
              <a:gd name="connsiteY1338" fmla="*/ 1939095 h 5808721"/>
              <a:gd name="connsiteX1339" fmla="*/ 587217 w 6251734"/>
              <a:gd name="connsiteY1339" fmla="*/ 1945953 h 5808721"/>
              <a:gd name="connsiteX1340" fmla="*/ 583788 w 6251734"/>
              <a:gd name="connsiteY1340" fmla="*/ 1962240 h 5808721"/>
              <a:gd name="connsiteX1341" fmla="*/ 583788 w 6251734"/>
              <a:gd name="connsiteY1341" fmla="*/ 1968242 h 5808721"/>
              <a:gd name="connsiteX1342" fmla="*/ 585502 w 6251734"/>
              <a:gd name="connsiteY1342" fmla="*/ 1990529 h 5808721"/>
              <a:gd name="connsiteX1343" fmla="*/ 593217 w 6251734"/>
              <a:gd name="connsiteY1343" fmla="*/ 2001674 h 5808721"/>
              <a:gd name="connsiteX1344" fmla="*/ 598361 w 6251734"/>
              <a:gd name="connsiteY1344" fmla="*/ 2009389 h 5808721"/>
              <a:gd name="connsiteX1345" fmla="*/ 606933 w 6251734"/>
              <a:gd name="connsiteY1345" fmla="*/ 2021391 h 5808721"/>
              <a:gd name="connsiteX1346" fmla="*/ 609505 w 6251734"/>
              <a:gd name="connsiteY1346" fmla="*/ 2033392 h 5808721"/>
              <a:gd name="connsiteX1347" fmla="*/ 598361 w 6251734"/>
              <a:gd name="connsiteY1347" fmla="*/ 2045393 h 5808721"/>
              <a:gd name="connsiteX1348" fmla="*/ 593217 w 6251734"/>
              <a:gd name="connsiteY1348" fmla="*/ 2061682 h 5808721"/>
              <a:gd name="connsiteX1349" fmla="*/ 588931 w 6251734"/>
              <a:gd name="connsiteY1349" fmla="*/ 2071968 h 5808721"/>
              <a:gd name="connsiteX1350" fmla="*/ 595789 w 6251734"/>
              <a:gd name="connsiteY1350" fmla="*/ 2082255 h 5808721"/>
              <a:gd name="connsiteX1351" fmla="*/ 606076 w 6251734"/>
              <a:gd name="connsiteY1351" fmla="*/ 2095114 h 5808721"/>
              <a:gd name="connsiteX1352" fmla="*/ 608648 w 6251734"/>
              <a:gd name="connsiteY1352" fmla="*/ 2107115 h 5808721"/>
              <a:gd name="connsiteX1353" fmla="*/ 608648 w 6251734"/>
              <a:gd name="connsiteY1353" fmla="*/ 2116545 h 5808721"/>
              <a:gd name="connsiteX1354" fmla="*/ 613791 w 6251734"/>
              <a:gd name="connsiteY1354" fmla="*/ 2128547 h 5808721"/>
              <a:gd name="connsiteX1355" fmla="*/ 620649 w 6251734"/>
              <a:gd name="connsiteY1355" fmla="*/ 2144834 h 5808721"/>
              <a:gd name="connsiteX1356" fmla="*/ 624936 w 6251734"/>
              <a:gd name="connsiteY1356" fmla="*/ 2144834 h 5808721"/>
              <a:gd name="connsiteX1357" fmla="*/ 642938 w 6251734"/>
              <a:gd name="connsiteY1357" fmla="*/ 2137119 h 5808721"/>
              <a:gd name="connsiteX1358" fmla="*/ 665227 w 6251734"/>
              <a:gd name="connsiteY1358" fmla="*/ 2127690 h 5808721"/>
              <a:gd name="connsiteX1359" fmla="*/ 668656 w 6251734"/>
              <a:gd name="connsiteY1359" fmla="*/ 2118260 h 5808721"/>
              <a:gd name="connsiteX1360" fmla="*/ 683230 w 6251734"/>
              <a:gd name="connsiteY1360" fmla="*/ 2106258 h 5808721"/>
              <a:gd name="connsiteX1361" fmla="*/ 695231 w 6251734"/>
              <a:gd name="connsiteY1361" fmla="*/ 2088256 h 5808721"/>
              <a:gd name="connsiteX1362" fmla="*/ 695231 w 6251734"/>
              <a:gd name="connsiteY1362" fmla="*/ 2076254 h 5808721"/>
              <a:gd name="connsiteX1363" fmla="*/ 706375 w 6251734"/>
              <a:gd name="connsiteY1363" fmla="*/ 2072825 h 5808721"/>
              <a:gd name="connsiteX1364" fmla="*/ 710662 w 6251734"/>
              <a:gd name="connsiteY1364" fmla="*/ 2065110 h 5808721"/>
              <a:gd name="connsiteX1365" fmla="*/ 724378 w 6251734"/>
              <a:gd name="connsiteY1365" fmla="*/ 2052252 h 5808721"/>
              <a:gd name="connsiteX1366" fmla="*/ 719234 w 6251734"/>
              <a:gd name="connsiteY1366" fmla="*/ 2040250 h 5808721"/>
              <a:gd name="connsiteX1367" fmla="*/ 729521 w 6251734"/>
              <a:gd name="connsiteY1367" fmla="*/ 2028248 h 5808721"/>
              <a:gd name="connsiteX1368" fmla="*/ 728664 w 6251734"/>
              <a:gd name="connsiteY1368" fmla="*/ 2006817 h 5808721"/>
              <a:gd name="connsiteX1369" fmla="*/ 728664 w 6251734"/>
              <a:gd name="connsiteY1369" fmla="*/ 1992244 h 5808721"/>
              <a:gd name="connsiteX1370" fmla="*/ 735522 w 6251734"/>
              <a:gd name="connsiteY1370" fmla="*/ 1983671 h 5808721"/>
              <a:gd name="connsiteX1371" fmla="*/ 738951 w 6251734"/>
              <a:gd name="connsiteY1371" fmla="*/ 1966526 h 5808721"/>
              <a:gd name="connsiteX1372" fmla="*/ 750095 w 6251734"/>
              <a:gd name="connsiteY1372" fmla="*/ 1954526 h 5808721"/>
              <a:gd name="connsiteX1373" fmla="*/ 753524 w 6251734"/>
              <a:gd name="connsiteY1373" fmla="*/ 1931380 h 5808721"/>
              <a:gd name="connsiteX1374" fmla="*/ 760382 w 6251734"/>
              <a:gd name="connsiteY1374" fmla="*/ 1918520 h 5808721"/>
              <a:gd name="connsiteX1375" fmla="*/ 762954 w 6251734"/>
              <a:gd name="connsiteY1375" fmla="*/ 1903090 h 5808721"/>
              <a:gd name="connsiteX1376" fmla="*/ 756096 w 6251734"/>
              <a:gd name="connsiteY1376" fmla="*/ 1895375 h 5808721"/>
              <a:gd name="connsiteX1377" fmla="*/ 744094 w 6251734"/>
              <a:gd name="connsiteY1377" fmla="*/ 1897947 h 5808721"/>
              <a:gd name="connsiteX1378" fmla="*/ 737236 w 6251734"/>
              <a:gd name="connsiteY1378" fmla="*/ 1899662 h 5808721"/>
              <a:gd name="connsiteX1379" fmla="*/ 727807 w 6251734"/>
              <a:gd name="connsiteY1379" fmla="*/ 1896233 h 5808721"/>
              <a:gd name="connsiteX1380" fmla="*/ 727807 w 6251734"/>
              <a:gd name="connsiteY1380" fmla="*/ 1885088 h 5808721"/>
              <a:gd name="connsiteX1381" fmla="*/ 716662 w 6251734"/>
              <a:gd name="connsiteY1381" fmla="*/ 1880803 h 5808721"/>
              <a:gd name="connsiteX1382" fmla="*/ 710662 w 6251734"/>
              <a:gd name="connsiteY1382" fmla="*/ 1867944 h 5808721"/>
              <a:gd name="connsiteX1383" fmla="*/ 704661 w 6251734"/>
              <a:gd name="connsiteY1383" fmla="*/ 1855941 h 5808721"/>
              <a:gd name="connsiteX1384" fmla="*/ 695231 w 6251734"/>
              <a:gd name="connsiteY1384" fmla="*/ 1851655 h 5808721"/>
              <a:gd name="connsiteX1385" fmla="*/ 691802 w 6251734"/>
              <a:gd name="connsiteY1385" fmla="*/ 1834510 h 5808721"/>
              <a:gd name="connsiteX1386" fmla="*/ 701232 w 6251734"/>
              <a:gd name="connsiteY1386" fmla="*/ 1831082 h 5808721"/>
              <a:gd name="connsiteX1387" fmla="*/ 707233 w 6251734"/>
              <a:gd name="connsiteY1387" fmla="*/ 1836225 h 5808721"/>
              <a:gd name="connsiteX1388" fmla="*/ 713233 w 6251734"/>
              <a:gd name="connsiteY1388" fmla="*/ 1846511 h 5808721"/>
              <a:gd name="connsiteX1389" fmla="*/ 715805 w 6251734"/>
              <a:gd name="connsiteY1389" fmla="*/ 1859371 h 5808721"/>
              <a:gd name="connsiteX1390" fmla="*/ 730378 w 6251734"/>
              <a:gd name="connsiteY1390" fmla="*/ 1868802 h 5808721"/>
              <a:gd name="connsiteX1391" fmla="*/ 738951 w 6251734"/>
              <a:gd name="connsiteY1391" fmla="*/ 1879945 h 5808721"/>
              <a:gd name="connsiteX1392" fmla="*/ 759525 w 6251734"/>
              <a:gd name="connsiteY1392" fmla="*/ 1875660 h 5808721"/>
              <a:gd name="connsiteX1393" fmla="*/ 763811 w 6251734"/>
              <a:gd name="connsiteY1393" fmla="*/ 1864514 h 5808721"/>
              <a:gd name="connsiteX1394" fmla="*/ 767240 w 6251734"/>
              <a:gd name="connsiteY1394" fmla="*/ 1852513 h 5808721"/>
              <a:gd name="connsiteX1395" fmla="*/ 762954 w 6251734"/>
              <a:gd name="connsiteY1395" fmla="*/ 1837940 h 5808721"/>
              <a:gd name="connsiteX1396" fmla="*/ 762954 w 6251734"/>
              <a:gd name="connsiteY1396" fmla="*/ 1825938 h 5808721"/>
              <a:gd name="connsiteX1397" fmla="*/ 758668 w 6251734"/>
              <a:gd name="connsiteY1397" fmla="*/ 1815651 h 5808721"/>
              <a:gd name="connsiteX1398" fmla="*/ 762097 w 6251734"/>
              <a:gd name="connsiteY1398" fmla="*/ 1816508 h 5808721"/>
              <a:gd name="connsiteX1399" fmla="*/ 774098 w 6251734"/>
              <a:gd name="connsiteY1399" fmla="*/ 1820794 h 5808721"/>
              <a:gd name="connsiteX1400" fmla="*/ 782671 w 6251734"/>
              <a:gd name="connsiteY1400" fmla="*/ 1837084 h 5808721"/>
              <a:gd name="connsiteX1401" fmla="*/ 790386 w 6251734"/>
              <a:gd name="connsiteY1401" fmla="*/ 1844797 h 5808721"/>
              <a:gd name="connsiteX1402" fmla="*/ 796387 w 6251734"/>
              <a:gd name="connsiteY1402" fmla="*/ 1851655 h 5808721"/>
              <a:gd name="connsiteX1403" fmla="*/ 800673 w 6251734"/>
              <a:gd name="connsiteY1403" fmla="*/ 1863658 h 5808721"/>
              <a:gd name="connsiteX1404" fmla="*/ 809245 w 6251734"/>
              <a:gd name="connsiteY1404" fmla="*/ 1873945 h 5808721"/>
              <a:gd name="connsiteX1405" fmla="*/ 810960 w 6251734"/>
              <a:gd name="connsiteY1405" fmla="*/ 1870514 h 5808721"/>
              <a:gd name="connsiteX1406" fmla="*/ 620127 w 6251734"/>
              <a:gd name="connsiteY1406" fmla="*/ 1653407 h 5808721"/>
              <a:gd name="connsiteX1407" fmla="*/ 615617 w 6251734"/>
              <a:gd name="connsiteY1407" fmla="*/ 1651278 h 5808721"/>
              <a:gd name="connsiteX1408" fmla="*/ 671583 w 6251734"/>
              <a:gd name="connsiteY1408" fmla="*/ 1676556 h 5808721"/>
              <a:gd name="connsiteX1409" fmla="*/ 792958 w 6251734"/>
              <a:gd name="connsiteY1409" fmla="*/ 2119974 h 5808721"/>
              <a:gd name="connsiteX1410" fmla="*/ 511779 w 6251734"/>
              <a:gd name="connsiteY1410" fmla="*/ 2287139 h 5808721"/>
              <a:gd name="connsiteX1411" fmla="*/ 630079 w 6251734"/>
              <a:gd name="connsiteY1411" fmla="*/ 2251133 h 5808721"/>
              <a:gd name="connsiteX1412" fmla="*/ 613791 w 6251734"/>
              <a:gd name="connsiteY1412" fmla="*/ 2251993 h 5808721"/>
              <a:gd name="connsiteX1413" fmla="*/ 597504 w 6251734"/>
              <a:gd name="connsiteY1413" fmla="*/ 2245133 h 5808721"/>
              <a:gd name="connsiteX1414" fmla="*/ 588074 w 6251734"/>
              <a:gd name="connsiteY1414" fmla="*/ 2243418 h 5808721"/>
              <a:gd name="connsiteX1415" fmla="*/ 572643 w 6251734"/>
              <a:gd name="connsiteY1415" fmla="*/ 2245990 h 5808721"/>
              <a:gd name="connsiteX1416" fmla="*/ 560642 w 6251734"/>
              <a:gd name="connsiteY1416" fmla="*/ 2251993 h 5808721"/>
              <a:gd name="connsiteX1417" fmla="*/ 550355 w 6251734"/>
              <a:gd name="connsiteY1417" fmla="*/ 2251133 h 5808721"/>
              <a:gd name="connsiteX1418" fmla="*/ 537496 w 6251734"/>
              <a:gd name="connsiteY1418" fmla="*/ 2251993 h 5808721"/>
              <a:gd name="connsiteX1419" fmla="*/ 541782 w 6251734"/>
              <a:gd name="connsiteY1419" fmla="*/ 2241705 h 5808721"/>
              <a:gd name="connsiteX1420" fmla="*/ 530638 w 6251734"/>
              <a:gd name="connsiteY1420" fmla="*/ 2239989 h 5808721"/>
              <a:gd name="connsiteX1421" fmla="*/ 523780 w 6251734"/>
              <a:gd name="connsiteY1421" fmla="*/ 2248563 h 5808721"/>
              <a:gd name="connsiteX1422" fmla="*/ 517779 w 6251734"/>
              <a:gd name="connsiteY1422" fmla="*/ 2259708 h 5808721"/>
              <a:gd name="connsiteX1423" fmla="*/ 496348 w 6251734"/>
              <a:gd name="connsiteY1423" fmla="*/ 2255421 h 5808721"/>
              <a:gd name="connsiteX1424" fmla="*/ 484347 w 6251734"/>
              <a:gd name="connsiteY1424" fmla="*/ 2252849 h 5808721"/>
              <a:gd name="connsiteX1425" fmla="*/ 485204 w 6251734"/>
              <a:gd name="connsiteY1425" fmla="*/ 2248563 h 5808721"/>
              <a:gd name="connsiteX1426" fmla="*/ 497205 w 6251734"/>
              <a:gd name="connsiteY1426" fmla="*/ 2239989 h 5808721"/>
              <a:gd name="connsiteX1427" fmla="*/ 509207 w 6251734"/>
              <a:gd name="connsiteY1427" fmla="*/ 2233132 h 5808721"/>
              <a:gd name="connsiteX1428" fmla="*/ 503206 w 6251734"/>
              <a:gd name="connsiteY1428" fmla="*/ 2226275 h 5808721"/>
              <a:gd name="connsiteX1429" fmla="*/ 497205 w 6251734"/>
              <a:gd name="connsiteY1429" fmla="*/ 2231417 h 5808721"/>
              <a:gd name="connsiteX1430" fmla="*/ 472345 w 6251734"/>
              <a:gd name="connsiteY1430" fmla="*/ 2232275 h 5808721"/>
              <a:gd name="connsiteX1431" fmla="*/ 451771 w 6251734"/>
              <a:gd name="connsiteY1431" fmla="*/ 2233989 h 5808721"/>
              <a:gd name="connsiteX1432" fmla="*/ 448342 w 6251734"/>
              <a:gd name="connsiteY1432" fmla="*/ 2227131 h 5808721"/>
              <a:gd name="connsiteX1433" fmla="*/ 433769 w 6251734"/>
              <a:gd name="connsiteY1433" fmla="*/ 2233989 h 5808721"/>
              <a:gd name="connsiteX1434" fmla="*/ 413195 w 6251734"/>
              <a:gd name="connsiteY1434" fmla="*/ 2237419 h 5808721"/>
              <a:gd name="connsiteX1435" fmla="*/ 402908 w 6251734"/>
              <a:gd name="connsiteY1435" fmla="*/ 2239132 h 5808721"/>
              <a:gd name="connsiteX1436" fmla="*/ 402051 w 6251734"/>
              <a:gd name="connsiteY1436" fmla="*/ 2233132 h 5808721"/>
              <a:gd name="connsiteX1437" fmla="*/ 391764 w 6251734"/>
              <a:gd name="connsiteY1437" fmla="*/ 2241705 h 5808721"/>
              <a:gd name="connsiteX1438" fmla="*/ 379762 w 6251734"/>
              <a:gd name="connsiteY1438" fmla="*/ 2243418 h 5808721"/>
              <a:gd name="connsiteX1439" fmla="*/ 378048 w 6251734"/>
              <a:gd name="connsiteY1439" fmla="*/ 2257136 h 5808721"/>
              <a:gd name="connsiteX1440" fmla="*/ 393304 w 6251734"/>
              <a:gd name="connsiteY1440" fmla="*/ 2268105 h 5808721"/>
              <a:gd name="connsiteX1441" fmla="*/ 409649 w 6251734"/>
              <a:gd name="connsiteY1441" fmla="*/ 2273959 h 5808721"/>
              <a:gd name="connsiteX1442" fmla="*/ 353398 w 6251734"/>
              <a:gd name="connsiteY1442" fmla="*/ 2258117 h 5808721"/>
              <a:gd name="connsiteX1443" fmla="*/ 167164 w 6251734"/>
              <a:gd name="connsiteY1443" fmla="*/ 1913378 h 5808721"/>
              <a:gd name="connsiteX1444" fmla="*/ 170593 w 6251734"/>
              <a:gd name="connsiteY1444" fmla="*/ 1910806 h 5808721"/>
              <a:gd name="connsiteX1445" fmla="*/ 173165 w 6251734"/>
              <a:gd name="connsiteY1445" fmla="*/ 1921951 h 5808721"/>
              <a:gd name="connsiteX1446" fmla="*/ 179166 w 6251734"/>
              <a:gd name="connsiteY1446" fmla="*/ 1930522 h 5808721"/>
              <a:gd name="connsiteX1447" fmla="*/ 186024 w 6251734"/>
              <a:gd name="connsiteY1447" fmla="*/ 1939953 h 5808721"/>
              <a:gd name="connsiteX1448" fmla="*/ 181737 w 6251734"/>
              <a:gd name="connsiteY1448" fmla="*/ 1954526 h 5808721"/>
              <a:gd name="connsiteX1449" fmla="*/ 190310 w 6251734"/>
              <a:gd name="connsiteY1449" fmla="*/ 1978528 h 5808721"/>
              <a:gd name="connsiteX1450" fmla="*/ 189453 w 6251734"/>
              <a:gd name="connsiteY1450" fmla="*/ 2007674 h 5808721"/>
              <a:gd name="connsiteX1451" fmla="*/ 208312 w 6251734"/>
              <a:gd name="connsiteY1451" fmla="*/ 2052252 h 5808721"/>
              <a:gd name="connsiteX1452" fmla="*/ 215170 w 6251734"/>
              <a:gd name="connsiteY1452" fmla="*/ 2066825 h 5808721"/>
              <a:gd name="connsiteX1453" fmla="*/ 227172 w 6251734"/>
              <a:gd name="connsiteY1453" fmla="*/ 2076254 h 5808721"/>
              <a:gd name="connsiteX1454" fmla="*/ 233172 w 6251734"/>
              <a:gd name="connsiteY1454" fmla="*/ 2101972 h 5808721"/>
              <a:gd name="connsiteX1455" fmla="*/ 240888 w 6251734"/>
              <a:gd name="connsiteY1455" fmla="*/ 2124260 h 5808721"/>
              <a:gd name="connsiteX1456" fmla="*/ 250317 w 6251734"/>
              <a:gd name="connsiteY1456" fmla="*/ 2136262 h 5808721"/>
              <a:gd name="connsiteX1457" fmla="*/ 257175 w 6251734"/>
              <a:gd name="connsiteY1457" fmla="*/ 2149122 h 5808721"/>
              <a:gd name="connsiteX1458" fmla="*/ 264891 w 6251734"/>
              <a:gd name="connsiteY1458" fmla="*/ 2161123 h 5808721"/>
              <a:gd name="connsiteX1459" fmla="*/ 279464 w 6251734"/>
              <a:gd name="connsiteY1459" fmla="*/ 2189412 h 5808721"/>
              <a:gd name="connsiteX1460" fmla="*/ 286322 w 6251734"/>
              <a:gd name="connsiteY1460" fmla="*/ 2199699 h 5808721"/>
              <a:gd name="connsiteX1461" fmla="*/ 306039 w 6251734"/>
              <a:gd name="connsiteY1461" fmla="*/ 2211701 h 5808721"/>
              <a:gd name="connsiteX1462" fmla="*/ 318897 w 6251734"/>
              <a:gd name="connsiteY1462" fmla="*/ 2221987 h 5808721"/>
              <a:gd name="connsiteX1463" fmla="*/ 320612 w 6251734"/>
              <a:gd name="connsiteY1463" fmla="*/ 2215986 h 5808721"/>
              <a:gd name="connsiteX1464" fmla="*/ 312897 w 6251734"/>
              <a:gd name="connsiteY1464" fmla="*/ 2207414 h 5808721"/>
              <a:gd name="connsiteX1465" fmla="*/ 304324 w 6251734"/>
              <a:gd name="connsiteY1465" fmla="*/ 2196269 h 5808721"/>
              <a:gd name="connsiteX1466" fmla="*/ 300038 w 6251734"/>
              <a:gd name="connsiteY1466" fmla="*/ 2186840 h 5808721"/>
              <a:gd name="connsiteX1467" fmla="*/ 290608 w 6251734"/>
              <a:gd name="connsiteY1467" fmla="*/ 2173981 h 5808721"/>
              <a:gd name="connsiteX1468" fmla="*/ 294894 w 6251734"/>
              <a:gd name="connsiteY1468" fmla="*/ 2166267 h 5808721"/>
              <a:gd name="connsiteX1469" fmla="*/ 298323 w 6251734"/>
              <a:gd name="connsiteY1469" fmla="*/ 2161123 h 5808721"/>
              <a:gd name="connsiteX1470" fmla="*/ 294894 w 6251734"/>
              <a:gd name="connsiteY1470" fmla="*/ 2148263 h 5808721"/>
              <a:gd name="connsiteX1471" fmla="*/ 303467 w 6251734"/>
              <a:gd name="connsiteY1471" fmla="*/ 2119974 h 5808721"/>
              <a:gd name="connsiteX1472" fmla="*/ 303467 w 6251734"/>
              <a:gd name="connsiteY1472" fmla="*/ 2104544 h 5808721"/>
              <a:gd name="connsiteX1473" fmla="*/ 312897 w 6251734"/>
              <a:gd name="connsiteY1473" fmla="*/ 2097686 h 5808721"/>
              <a:gd name="connsiteX1474" fmla="*/ 326613 w 6251734"/>
              <a:gd name="connsiteY1474" fmla="*/ 2088256 h 5808721"/>
              <a:gd name="connsiteX1475" fmla="*/ 324898 w 6251734"/>
              <a:gd name="connsiteY1475" fmla="*/ 2079683 h 5808721"/>
              <a:gd name="connsiteX1476" fmla="*/ 329184 w 6251734"/>
              <a:gd name="connsiteY1476" fmla="*/ 2071111 h 5808721"/>
              <a:gd name="connsiteX1477" fmla="*/ 330042 w 6251734"/>
              <a:gd name="connsiteY1477" fmla="*/ 2057396 h 5808721"/>
              <a:gd name="connsiteX1478" fmla="*/ 325755 w 6251734"/>
              <a:gd name="connsiteY1478" fmla="*/ 2046251 h 5808721"/>
              <a:gd name="connsiteX1479" fmla="*/ 327470 w 6251734"/>
              <a:gd name="connsiteY1479" fmla="*/ 2035106 h 5808721"/>
              <a:gd name="connsiteX1480" fmla="*/ 336900 w 6251734"/>
              <a:gd name="connsiteY1480" fmla="*/ 2021391 h 5808721"/>
              <a:gd name="connsiteX1481" fmla="*/ 342043 w 6251734"/>
              <a:gd name="connsiteY1481" fmla="*/ 2008532 h 5808721"/>
              <a:gd name="connsiteX1482" fmla="*/ 336900 w 6251734"/>
              <a:gd name="connsiteY1482" fmla="*/ 2001674 h 5808721"/>
              <a:gd name="connsiteX1483" fmla="*/ 324041 w 6251734"/>
              <a:gd name="connsiteY1483" fmla="*/ 1994816 h 5808721"/>
              <a:gd name="connsiteX1484" fmla="*/ 315468 w 6251734"/>
              <a:gd name="connsiteY1484" fmla="*/ 1983671 h 5808721"/>
              <a:gd name="connsiteX1485" fmla="*/ 299181 w 6251734"/>
              <a:gd name="connsiteY1485" fmla="*/ 1982814 h 5808721"/>
              <a:gd name="connsiteX1486" fmla="*/ 295752 w 6251734"/>
              <a:gd name="connsiteY1486" fmla="*/ 1977671 h 5808721"/>
              <a:gd name="connsiteX1487" fmla="*/ 282893 w 6251734"/>
              <a:gd name="connsiteY1487" fmla="*/ 1972528 h 5808721"/>
              <a:gd name="connsiteX1488" fmla="*/ 281178 w 6251734"/>
              <a:gd name="connsiteY1488" fmla="*/ 1965669 h 5808721"/>
              <a:gd name="connsiteX1489" fmla="*/ 271749 w 6251734"/>
              <a:gd name="connsiteY1489" fmla="*/ 1963955 h 5808721"/>
              <a:gd name="connsiteX1490" fmla="*/ 270034 w 6251734"/>
              <a:gd name="connsiteY1490" fmla="*/ 1957954 h 5808721"/>
              <a:gd name="connsiteX1491" fmla="*/ 269177 w 6251734"/>
              <a:gd name="connsiteY1491" fmla="*/ 1948525 h 5808721"/>
              <a:gd name="connsiteX1492" fmla="*/ 264033 w 6251734"/>
              <a:gd name="connsiteY1492" fmla="*/ 1939095 h 5808721"/>
              <a:gd name="connsiteX1493" fmla="*/ 259747 w 6251734"/>
              <a:gd name="connsiteY1493" fmla="*/ 1933095 h 5808721"/>
              <a:gd name="connsiteX1494" fmla="*/ 248603 w 6251734"/>
              <a:gd name="connsiteY1494" fmla="*/ 1931380 h 5808721"/>
              <a:gd name="connsiteX1495" fmla="*/ 239173 w 6251734"/>
              <a:gd name="connsiteY1495" fmla="*/ 1926236 h 5808721"/>
              <a:gd name="connsiteX1496" fmla="*/ 236601 w 6251734"/>
              <a:gd name="connsiteY1496" fmla="*/ 1917664 h 5808721"/>
              <a:gd name="connsiteX1497" fmla="*/ 232315 w 6251734"/>
              <a:gd name="connsiteY1497" fmla="*/ 1908233 h 5808721"/>
              <a:gd name="connsiteX1498" fmla="*/ 226314 w 6251734"/>
              <a:gd name="connsiteY1498" fmla="*/ 1903948 h 5808721"/>
              <a:gd name="connsiteX1499" fmla="*/ 214313 w 6251734"/>
              <a:gd name="connsiteY1499" fmla="*/ 1906521 h 5808721"/>
              <a:gd name="connsiteX1500" fmla="*/ 213456 w 6251734"/>
              <a:gd name="connsiteY1500" fmla="*/ 1898805 h 5808721"/>
              <a:gd name="connsiteX1501" fmla="*/ 206598 w 6251734"/>
              <a:gd name="connsiteY1501" fmla="*/ 1897090 h 5808721"/>
              <a:gd name="connsiteX1502" fmla="*/ 201454 w 6251734"/>
              <a:gd name="connsiteY1502" fmla="*/ 1900518 h 5808721"/>
              <a:gd name="connsiteX1503" fmla="*/ 198882 w 6251734"/>
              <a:gd name="connsiteY1503" fmla="*/ 1903948 h 5808721"/>
              <a:gd name="connsiteX1504" fmla="*/ 192882 w 6251734"/>
              <a:gd name="connsiteY1504" fmla="*/ 1912520 h 5808721"/>
              <a:gd name="connsiteX1505" fmla="*/ 191167 w 6251734"/>
              <a:gd name="connsiteY1505" fmla="*/ 1910806 h 5808721"/>
              <a:gd name="connsiteX1506" fmla="*/ 188595 w 6251734"/>
              <a:gd name="connsiteY1506" fmla="*/ 1907378 h 5808721"/>
              <a:gd name="connsiteX1507" fmla="*/ 185166 w 6251734"/>
              <a:gd name="connsiteY1507" fmla="*/ 1895375 h 5808721"/>
              <a:gd name="connsiteX1508" fmla="*/ 188595 w 6251734"/>
              <a:gd name="connsiteY1508" fmla="*/ 1885946 h 5808721"/>
              <a:gd name="connsiteX1509" fmla="*/ 187738 w 6251734"/>
              <a:gd name="connsiteY1509" fmla="*/ 1873087 h 5808721"/>
              <a:gd name="connsiteX1510" fmla="*/ 188595 w 6251734"/>
              <a:gd name="connsiteY1510" fmla="*/ 1862801 h 5808721"/>
              <a:gd name="connsiteX1511" fmla="*/ 187738 w 6251734"/>
              <a:gd name="connsiteY1511" fmla="*/ 1855084 h 5808721"/>
              <a:gd name="connsiteX1512" fmla="*/ 183452 w 6251734"/>
              <a:gd name="connsiteY1512" fmla="*/ 1853370 h 5808721"/>
              <a:gd name="connsiteX1513" fmla="*/ 197168 w 6251734"/>
              <a:gd name="connsiteY1513" fmla="*/ 1817366 h 5808721"/>
              <a:gd name="connsiteX1514" fmla="*/ 195453 w 6251734"/>
              <a:gd name="connsiteY1514" fmla="*/ 1828509 h 5808721"/>
              <a:gd name="connsiteX1515" fmla="*/ 194596 w 6251734"/>
              <a:gd name="connsiteY1515" fmla="*/ 1835368 h 5808721"/>
              <a:gd name="connsiteX1516" fmla="*/ 193739 w 6251734"/>
              <a:gd name="connsiteY1516" fmla="*/ 1843085 h 5808721"/>
              <a:gd name="connsiteX1517" fmla="*/ 196311 w 6251734"/>
              <a:gd name="connsiteY1517" fmla="*/ 1843941 h 5808721"/>
              <a:gd name="connsiteX1518" fmla="*/ 201454 w 6251734"/>
              <a:gd name="connsiteY1518" fmla="*/ 1847369 h 5808721"/>
              <a:gd name="connsiteX1519" fmla="*/ 203169 w 6251734"/>
              <a:gd name="connsiteY1519" fmla="*/ 1847369 h 5808721"/>
              <a:gd name="connsiteX1520" fmla="*/ 207455 w 6251734"/>
              <a:gd name="connsiteY1520" fmla="*/ 1852513 h 5808721"/>
              <a:gd name="connsiteX1521" fmla="*/ 206598 w 6251734"/>
              <a:gd name="connsiteY1521" fmla="*/ 1859371 h 5808721"/>
              <a:gd name="connsiteX1522" fmla="*/ 208312 w 6251734"/>
              <a:gd name="connsiteY1522" fmla="*/ 1861087 h 5808721"/>
              <a:gd name="connsiteX1523" fmla="*/ 213456 w 6251734"/>
              <a:gd name="connsiteY1523" fmla="*/ 1863658 h 5808721"/>
              <a:gd name="connsiteX1524" fmla="*/ 220314 w 6251734"/>
              <a:gd name="connsiteY1524" fmla="*/ 1862801 h 5808721"/>
              <a:gd name="connsiteX1525" fmla="*/ 223743 w 6251734"/>
              <a:gd name="connsiteY1525" fmla="*/ 1867085 h 5808721"/>
              <a:gd name="connsiteX1526" fmla="*/ 225457 w 6251734"/>
              <a:gd name="connsiteY1526" fmla="*/ 1870514 h 5808721"/>
              <a:gd name="connsiteX1527" fmla="*/ 228886 w 6251734"/>
              <a:gd name="connsiteY1527" fmla="*/ 1867085 h 5808721"/>
              <a:gd name="connsiteX1528" fmla="*/ 230601 w 6251734"/>
              <a:gd name="connsiteY1528" fmla="*/ 1862801 h 5808721"/>
              <a:gd name="connsiteX1529" fmla="*/ 227172 w 6251734"/>
              <a:gd name="connsiteY1529" fmla="*/ 1860230 h 5808721"/>
              <a:gd name="connsiteX1530" fmla="*/ 222028 w 6251734"/>
              <a:gd name="connsiteY1530" fmla="*/ 1856798 h 5808721"/>
              <a:gd name="connsiteX1531" fmla="*/ 216027 w 6251734"/>
              <a:gd name="connsiteY1531" fmla="*/ 1855084 h 5808721"/>
              <a:gd name="connsiteX1532" fmla="*/ 210027 w 6251734"/>
              <a:gd name="connsiteY1532" fmla="*/ 1854227 h 5808721"/>
              <a:gd name="connsiteX1533" fmla="*/ 210027 w 6251734"/>
              <a:gd name="connsiteY1533" fmla="*/ 1847369 h 5808721"/>
              <a:gd name="connsiteX1534" fmla="*/ 210027 w 6251734"/>
              <a:gd name="connsiteY1534" fmla="*/ 1839654 h 5808721"/>
              <a:gd name="connsiteX1535" fmla="*/ 205740 w 6251734"/>
              <a:gd name="connsiteY1535" fmla="*/ 1838796 h 5808721"/>
              <a:gd name="connsiteX1536" fmla="*/ 201454 w 6251734"/>
              <a:gd name="connsiteY1536" fmla="*/ 1834510 h 5808721"/>
              <a:gd name="connsiteX1537" fmla="*/ 204883 w 6251734"/>
              <a:gd name="connsiteY1537" fmla="*/ 1827653 h 5808721"/>
              <a:gd name="connsiteX1538" fmla="*/ 215170 w 6251734"/>
              <a:gd name="connsiteY1538" fmla="*/ 1823367 h 5808721"/>
              <a:gd name="connsiteX1539" fmla="*/ 220314 w 6251734"/>
              <a:gd name="connsiteY1539" fmla="*/ 1819081 h 5808721"/>
              <a:gd name="connsiteX1540" fmla="*/ 223743 w 6251734"/>
              <a:gd name="connsiteY1540" fmla="*/ 1811365 h 5808721"/>
              <a:gd name="connsiteX1541" fmla="*/ 227172 w 6251734"/>
              <a:gd name="connsiteY1541" fmla="*/ 1802793 h 5808721"/>
              <a:gd name="connsiteX1542" fmla="*/ 228886 w 6251734"/>
              <a:gd name="connsiteY1542" fmla="*/ 1793363 h 5808721"/>
              <a:gd name="connsiteX1543" fmla="*/ 234030 w 6251734"/>
              <a:gd name="connsiteY1543" fmla="*/ 1786504 h 5808721"/>
              <a:gd name="connsiteX1544" fmla="*/ 246031 w 6251734"/>
              <a:gd name="connsiteY1544" fmla="*/ 1777076 h 5808721"/>
              <a:gd name="connsiteX1545" fmla="*/ 252889 w 6251734"/>
              <a:gd name="connsiteY1545" fmla="*/ 1771073 h 5808721"/>
              <a:gd name="connsiteX1546" fmla="*/ 255461 w 6251734"/>
              <a:gd name="connsiteY1546" fmla="*/ 1765075 h 5808721"/>
              <a:gd name="connsiteX1547" fmla="*/ 261462 w 6251734"/>
              <a:gd name="connsiteY1547" fmla="*/ 1762502 h 5808721"/>
              <a:gd name="connsiteX1548" fmla="*/ 269177 w 6251734"/>
              <a:gd name="connsiteY1548" fmla="*/ 1758215 h 5808721"/>
              <a:gd name="connsiteX1549" fmla="*/ 271749 w 6251734"/>
              <a:gd name="connsiteY1549" fmla="*/ 1750501 h 5808721"/>
              <a:gd name="connsiteX1550" fmla="*/ 274320 w 6251734"/>
              <a:gd name="connsiteY1550" fmla="*/ 1747928 h 5808721"/>
              <a:gd name="connsiteX1551" fmla="*/ 282893 w 6251734"/>
              <a:gd name="connsiteY1551" fmla="*/ 1741932 h 5808721"/>
              <a:gd name="connsiteX1552" fmla="*/ 286322 w 6251734"/>
              <a:gd name="connsiteY1552" fmla="*/ 1739360 h 5808721"/>
              <a:gd name="connsiteX1553" fmla="*/ 293180 w 6251734"/>
              <a:gd name="connsiteY1553" fmla="*/ 1740217 h 5808721"/>
              <a:gd name="connsiteX1554" fmla="*/ 302610 w 6251734"/>
              <a:gd name="connsiteY1554" fmla="*/ 1742789 h 5808721"/>
              <a:gd name="connsiteX1555" fmla="*/ 307753 w 6251734"/>
              <a:gd name="connsiteY1555" fmla="*/ 1741932 h 5808721"/>
              <a:gd name="connsiteX1556" fmla="*/ 309468 w 6251734"/>
              <a:gd name="connsiteY1556" fmla="*/ 1735930 h 5808721"/>
              <a:gd name="connsiteX1557" fmla="*/ 308610 w 6251734"/>
              <a:gd name="connsiteY1557" fmla="*/ 1732501 h 5808721"/>
              <a:gd name="connsiteX1558" fmla="*/ 304324 w 6251734"/>
              <a:gd name="connsiteY1558" fmla="*/ 1730788 h 5808721"/>
              <a:gd name="connsiteX1559" fmla="*/ 306039 w 6251734"/>
              <a:gd name="connsiteY1559" fmla="*/ 1723929 h 5808721"/>
              <a:gd name="connsiteX1560" fmla="*/ 312039 w 6251734"/>
              <a:gd name="connsiteY1560" fmla="*/ 1719643 h 5808721"/>
              <a:gd name="connsiteX1561" fmla="*/ 320612 w 6251734"/>
              <a:gd name="connsiteY1561" fmla="*/ 1714500 h 5808721"/>
              <a:gd name="connsiteX1562" fmla="*/ 325755 w 6251734"/>
              <a:gd name="connsiteY1562" fmla="*/ 1718786 h 5808721"/>
              <a:gd name="connsiteX1563" fmla="*/ 326613 w 6251734"/>
              <a:gd name="connsiteY1563" fmla="*/ 1721357 h 5808721"/>
              <a:gd name="connsiteX1564" fmla="*/ 319755 w 6251734"/>
              <a:gd name="connsiteY1564" fmla="*/ 1725643 h 5808721"/>
              <a:gd name="connsiteX1565" fmla="*/ 323184 w 6251734"/>
              <a:gd name="connsiteY1565" fmla="*/ 1731644 h 5808721"/>
              <a:gd name="connsiteX1566" fmla="*/ 330899 w 6251734"/>
              <a:gd name="connsiteY1566" fmla="*/ 1731644 h 5808721"/>
              <a:gd name="connsiteX1567" fmla="*/ 336042 w 6251734"/>
              <a:gd name="connsiteY1567" fmla="*/ 1728216 h 5808721"/>
              <a:gd name="connsiteX1568" fmla="*/ 337757 w 6251734"/>
              <a:gd name="connsiteY1568" fmla="*/ 1723929 h 5808721"/>
              <a:gd name="connsiteX1569" fmla="*/ 337757 w 6251734"/>
              <a:gd name="connsiteY1569" fmla="*/ 1717072 h 5808721"/>
              <a:gd name="connsiteX1570" fmla="*/ 336900 w 6251734"/>
              <a:gd name="connsiteY1570" fmla="*/ 1711070 h 5808721"/>
              <a:gd name="connsiteX1571" fmla="*/ 339471 w 6251734"/>
              <a:gd name="connsiteY1571" fmla="*/ 1706785 h 5808721"/>
              <a:gd name="connsiteX1572" fmla="*/ 342900 w 6251734"/>
              <a:gd name="connsiteY1572" fmla="*/ 1704213 h 5808721"/>
              <a:gd name="connsiteX1573" fmla="*/ 345472 w 6251734"/>
              <a:gd name="connsiteY1573" fmla="*/ 1699927 h 5808721"/>
              <a:gd name="connsiteX1574" fmla="*/ 345472 w 6251734"/>
              <a:gd name="connsiteY1574" fmla="*/ 1693069 h 5808721"/>
              <a:gd name="connsiteX1575" fmla="*/ 351473 w 6251734"/>
              <a:gd name="connsiteY1575" fmla="*/ 1684495 h 5808721"/>
              <a:gd name="connsiteX1576" fmla="*/ 354045 w 6251734"/>
              <a:gd name="connsiteY1576" fmla="*/ 1680211 h 5808721"/>
              <a:gd name="connsiteX1577" fmla="*/ 345472 w 6251734"/>
              <a:gd name="connsiteY1577" fmla="*/ 1676780 h 5808721"/>
              <a:gd name="connsiteX1578" fmla="*/ 315281 w 6251734"/>
              <a:gd name="connsiteY1578" fmla="*/ 1686424 h 5808721"/>
              <a:gd name="connsiteX1579" fmla="*/ 289975 w 6251734"/>
              <a:gd name="connsiteY1579" fmla="*/ 1703570 h 5808721"/>
              <a:gd name="connsiteX1580" fmla="*/ 311879 w 6251734"/>
              <a:gd name="connsiteY1580" fmla="*/ 1684683 h 5808721"/>
              <a:gd name="connsiteX1581" fmla="*/ 440627 w 6251734"/>
              <a:gd name="connsiteY1581" fmla="*/ 1634775 h 5808721"/>
              <a:gd name="connsiteX1582" fmla="*/ 493776 w 6251734"/>
              <a:gd name="connsiteY1582" fmla="*/ 1630488 h 5808721"/>
              <a:gd name="connsiteX1583" fmla="*/ 5782152 w 6251734"/>
              <a:gd name="connsiteY1583" fmla="*/ 1596198 h 5808721"/>
              <a:gd name="connsiteX1584" fmla="*/ 5866161 w 6251734"/>
              <a:gd name="connsiteY1584" fmla="*/ 1665861 h 5808721"/>
              <a:gd name="connsiteX1585" fmla="*/ 5894202 w 6251734"/>
              <a:gd name="connsiteY1585" fmla="*/ 1735228 h 5808721"/>
              <a:gd name="connsiteX1586" fmla="*/ 5937599 w 6251734"/>
              <a:gd name="connsiteY1586" fmla="*/ 1713557 h 5808721"/>
              <a:gd name="connsiteX1587" fmla="*/ 6007126 w 6251734"/>
              <a:gd name="connsiteY1587" fmla="*/ 1696509 h 5808721"/>
              <a:gd name="connsiteX1588" fmla="*/ 6071045 w 6251734"/>
              <a:gd name="connsiteY1588" fmla="*/ 1715354 h 5808721"/>
              <a:gd name="connsiteX1589" fmla="*/ 6061402 w 6251734"/>
              <a:gd name="connsiteY1589" fmla="*/ 1875016 h 5808721"/>
              <a:gd name="connsiteX1590" fmla="*/ 6052430 w 6251734"/>
              <a:gd name="connsiteY1590" fmla="*/ 1891847 h 5808721"/>
              <a:gd name="connsiteX1591" fmla="*/ 6120539 w 6251734"/>
              <a:gd name="connsiteY1591" fmla="*/ 1919379 h 5808721"/>
              <a:gd name="connsiteX1592" fmla="*/ 6190203 w 6251734"/>
              <a:gd name="connsiteY1592" fmla="*/ 2003388 h 5808721"/>
              <a:gd name="connsiteX1593" fmla="*/ 6120539 w 6251734"/>
              <a:gd name="connsiteY1593" fmla="*/ 2087623 h 5808721"/>
              <a:gd name="connsiteX1594" fmla="*/ 6052202 w 6251734"/>
              <a:gd name="connsiteY1594" fmla="*/ 2115361 h 5808721"/>
              <a:gd name="connsiteX1595" fmla="*/ 6061402 w 6251734"/>
              <a:gd name="connsiteY1595" fmla="*/ 2132621 h 5808721"/>
              <a:gd name="connsiteX1596" fmla="*/ 6071045 w 6251734"/>
              <a:gd name="connsiteY1596" fmla="*/ 2292283 h 5808721"/>
              <a:gd name="connsiteX1597" fmla="*/ 5911061 w 6251734"/>
              <a:gd name="connsiteY1597" fmla="*/ 2282960 h 5808721"/>
              <a:gd name="connsiteX1598" fmla="*/ 5893744 w 6251734"/>
              <a:gd name="connsiteY1598" fmla="*/ 2273685 h 5808721"/>
              <a:gd name="connsiteX1599" fmla="*/ 5865784 w 6251734"/>
              <a:gd name="connsiteY1599" fmla="*/ 2342634 h 5808721"/>
              <a:gd name="connsiteX1600" fmla="*/ 5782152 w 6251734"/>
              <a:gd name="connsiteY1600" fmla="*/ 2412297 h 5808721"/>
              <a:gd name="connsiteX1601" fmla="*/ 5698520 w 6251734"/>
              <a:gd name="connsiteY1601" fmla="*/ 2342634 h 5808721"/>
              <a:gd name="connsiteX1602" fmla="*/ 5670749 w 6251734"/>
              <a:gd name="connsiteY1602" fmla="*/ 2274150 h 5808721"/>
              <a:gd name="connsiteX1603" fmla="*/ 5653242 w 6251734"/>
              <a:gd name="connsiteY1603" fmla="*/ 2283496 h 5808721"/>
              <a:gd name="connsiteX1604" fmla="*/ 5493258 w 6251734"/>
              <a:gd name="connsiteY1604" fmla="*/ 2293141 h 5808721"/>
              <a:gd name="connsiteX1605" fmla="*/ 5502902 w 6251734"/>
              <a:gd name="connsiteY1605" fmla="*/ 2133155 h 5808721"/>
              <a:gd name="connsiteX1606" fmla="*/ 5512498 w 6251734"/>
              <a:gd name="connsiteY1606" fmla="*/ 2115182 h 5808721"/>
              <a:gd name="connsiteX1607" fmla="*/ 5443764 w 6251734"/>
              <a:gd name="connsiteY1607" fmla="*/ 2087397 h 5808721"/>
              <a:gd name="connsiteX1608" fmla="*/ 5374100 w 6251734"/>
              <a:gd name="connsiteY1608" fmla="*/ 2003388 h 5808721"/>
              <a:gd name="connsiteX1609" fmla="*/ 5443764 w 6251734"/>
              <a:gd name="connsiteY1609" fmla="*/ 1919379 h 5808721"/>
              <a:gd name="connsiteX1610" fmla="*/ 5512121 w 6251734"/>
              <a:gd name="connsiteY1610" fmla="*/ 1891747 h 5808721"/>
              <a:gd name="connsiteX1611" fmla="*/ 5502902 w 6251734"/>
              <a:gd name="connsiteY1611" fmla="*/ 1874480 h 5808721"/>
              <a:gd name="connsiteX1612" fmla="*/ 5493258 w 6251734"/>
              <a:gd name="connsiteY1612" fmla="*/ 1714497 h 5808721"/>
              <a:gd name="connsiteX1613" fmla="*/ 5653242 w 6251734"/>
              <a:gd name="connsiteY1613" fmla="*/ 1724143 h 5808721"/>
              <a:gd name="connsiteX1614" fmla="*/ 5670795 w 6251734"/>
              <a:gd name="connsiteY1614" fmla="*/ 1733514 h 5808721"/>
              <a:gd name="connsiteX1615" fmla="*/ 5698143 w 6251734"/>
              <a:gd name="connsiteY1615" fmla="*/ 1665860 h 5808721"/>
              <a:gd name="connsiteX1616" fmla="*/ 5782152 w 6251734"/>
              <a:gd name="connsiteY1616" fmla="*/ 1596198 h 5808721"/>
              <a:gd name="connsiteX1617" fmla="*/ 3595306 w 6251734"/>
              <a:gd name="connsiteY1617" fmla="*/ 1531906 h 5808721"/>
              <a:gd name="connsiteX1618" fmla="*/ 3477006 w 6251734"/>
              <a:gd name="connsiteY1618" fmla="*/ 1651922 h 5808721"/>
              <a:gd name="connsiteX1619" fmla="*/ 3595306 w 6251734"/>
              <a:gd name="connsiteY1619" fmla="*/ 1771933 h 5808721"/>
              <a:gd name="connsiteX1620" fmla="*/ 3713607 w 6251734"/>
              <a:gd name="connsiteY1620" fmla="*/ 1651922 h 5808721"/>
              <a:gd name="connsiteX1621" fmla="*/ 3595306 w 6251734"/>
              <a:gd name="connsiteY1621" fmla="*/ 1531906 h 5808721"/>
              <a:gd name="connsiteX1622" fmla="*/ 1682785 w 6251734"/>
              <a:gd name="connsiteY1622" fmla="*/ 1496755 h 5808721"/>
              <a:gd name="connsiteX1623" fmla="*/ 2037137 w 6251734"/>
              <a:gd name="connsiteY1623" fmla="*/ 1655346 h 5808721"/>
              <a:gd name="connsiteX1624" fmla="*/ 2042829 w 6251734"/>
              <a:gd name="connsiteY1624" fmla="*/ 1655346 h 5808721"/>
              <a:gd name="connsiteX1625" fmla="*/ 2042829 w 6251734"/>
              <a:gd name="connsiteY1625" fmla="*/ 1657894 h 5808721"/>
              <a:gd name="connsiteX1626" fmla="*/ 2050545 w 6251734"/>
              <a:gd name="connsiteY1626" fmla="*/ 1661347 h 5808721"/>
              <a:gd name="connsiteX1627" fmla="*/ 2042829 w 6251734"/>
              <a:gd name="connsiteY1627" fmla="*/ 1664864 h 5808721"/>
              <a:gd name="connsiteX1628" fmla="*/ 2042829 w 6251734"/>
              <a:gd name="connsiteY1628" fmla="*/ 1878511 h 5808721"/>
              <a:gd name="connsiteX1629" fmla="*/ 2057832 w 6251734"/>
              <a:gd name="connsiteY1629" fmla="*/ 1884660 h 5808721"/>
              <a:gd name="connsiteX1630" fmla="*/ 2068547 w 6251734"/>
              <a:gd name="connsiteY1630" fmla="*/ 1910806 h 5808721"/>
              <a:gd name="connsiteX1631" fmla="*/ 2057832 w 6251734"/>
              <a:gd name="connsiteY1631" fmla="*/ 1937274 h 5808721"/>
              <a:gd name="connsiteX1632" fmla="*/ 2057578 w 6251734"/>
              <a:gd name="connsiteY1632" fmla="*/ 1937375 h 5808721"/>
              <a:gd name="connsiteX1633" fmla="*/ 2065332 w 6251734"/>
              <a:gd name="connsiteY1633" fmla="*/ 1965456 h 5808721"/>
              <a:gd name="connsiteX1634" fmla="*/ 2069404 w 6251734"/>
              <a:gd name="connsiteY1634" fmla="*/ 2078827 h 5808721"/>
              <a:gd name="connsiteX1635" fmla="*/ 2038543 w 6251734"/>
              <a:gd name="connsiteY1635" fmla="*/ 2078827 h 5808721"/>
              <a:gd name="connsiteX1636" fmla="*/ 2027398 w 6251734"/>
              <a:gd name="connsiteY1636" fmla="*/ 2078827 h 5808721"/>
              <a:gd name="connsiteX1637" fmla="*/ 1996538 w 6251734"/>
              <a:gd name="connsiteY1637" fmla="*/ 2078827 h 5808721"/>
              <a:gd name="connsiteX1638" fmla="*/ 2001360 w 6251734"/>
              <a:gd name="connsiteY1638" fmla="*/ 1965456 h 5808721"/>
              <a:gd name="connsiteX1639" fmla="*/ 2008928 w 6251734"/>
              <a:gd name="connsiteY1639" fmla="*/ 1938341 h 5808721"/>
              <a:gd name="connsiteX1640" fmla="*/ 2005539 w 6251734"/>
              <a:gd name="connsiteY1640" fmla="*/ 1936952 h 5808721"/>
              <a:gd name="connsiteX1641" fmla="*/ 1994823 w 6251734"/>
              <a:gd name="connsiteY1641" fmla="*/ 1910806 h 5808721"/>
              <a:gd name="connsiteX1642" fmla="*/ 2005539 w 6251734"/>
              <a:gd name="connsiteY1642" fmla="*/ 1884660 h 5808721"/>
              <a:gd name="connsiteX1643" fmla="*/ 2019683 w 6251734"/>
              <a:gd name="connsiteY1643" fmla="*/ 1878863 h 5808721"/>
              <a:gd name="connsiteX1644" fmla="*/ 2019683 w 6251734"/>
              <a:gd name="connsiteY1644" fmla="*/ 1675413 h 5808721"/>
              <a:gd name="connsiteX1645" fmla="*/ 1672498 w 6251734"/>
              <a:gd name="connsiteY1645" fmla="*/ 1833654 h 5808721"/>
              <a:gd name="connsiteX1646" fmla="*/ 1300450 w 6251734"/>
              <a:gd name="connsiteY1646" fmla="*/ 1665634 h 5808721"/>
              <a:gd name="connsiteX1647" fmla="*/ 5080921 w 6251734"/>
              <a:gd name="connsiteY1647" fmla="*/ 1438462 h 5808721"/>
              <a:gd name="connsiteX1648" fmla="*/ 5143500 w 6251734"/>
              <a:gd name="connsiteY1648" fmla="*/ 1438462 h 5808721"/>
              <a:gd name="connsiteX1649" fmla="*/ 5158931 w 6251734"/>
              <a:gd name="connsiteY1649" fmla="*/ 1457322 h 5808721"/>
              <a:gd name="connsiteX1650" fmla="*/ 5143500 w 6251734"/>
              <a:gd name="connsiteY1650" fmla="*/ 1476181 h 5808721"/>
              <a:gd name="connsiteX1651" fmla="*/ 5080921 w 6251734"/>
              <a:gd name="connsiteY1651" fmla="*/ 1476181 h 5808721"/>
              <a:gd name="connsiteX1652" fmla="*/ 5065490 w 6251734"/>
              <a:gd name="connsiteY1652" fmla="*/ 1457322 h 5808721"/>
              <a:gd name="connsiteX1653" fmla="*/ 5080921 w 6251734"/>
              <a:gd name="connsiteY1653" fmla="*/ 1438462 h 5808721"/>
              <a:gd name="connsiteX1654" fmla="*/ 2660050 w 6251734"/>
              <a:gd name="connsiteY1654" fmla="*/ 1421316 h 5808721"/>
              <a:gd name="connsiteX1655" fmla="*/ 2760348 w 6251734"/>
              <a:gd name="connsiteY1655" fmla="*/ 1591909 h 5808721"/>
              <a:gd name="connsiteX1656" fmla="*/ 2643762 w 6251734"/>
              <a:gd name="connsiteY1656" fmla="*/ 1672490 h 5808721"/>
              <a:gd name="connsiteX1657" fmla="*/ 2797210 w 6251734"/>
              <a:gd name="connsiteY1657" fmla="*/ 1599624 h 5808721"/>
              <a:gd name="connsiteX1658" fmla="*/ 2660050 w 6251734"/>
              <a:gd name="connsiteY1658" fmla="*/ 1421316 h 5808721"/>
              <a:gd name="connsiteX1659" fmla="*/ 5060347 w 6251734"/>
              <a:gd name="connsiteY1659" fmla="*/ 1398171 h 5808721"/>
              <a:gd name="connsiteX1660" fmla="*/ 5164075 w 6251734"/>
              <a:gd name="connsiteY1660" fmla="*/ 1398171 h 5808721"/>
              <a:gd name="connsiteX1661" fmla="*/ 5189792 w 6251734"/>
              <a:gd name="connsiteY1661" fmla="*/ 1417031 h 5808721"/>
              <a:gd name="connsiteX1662" fmla="*/ 5164075 w 6251734"/>
              <a:gd name="connsiteY1662" fmla="*/ 1435890 h 5808721"/>
              <a:gd name="connsiteX1663" fmla="*/ 5060347 w 6251734"/>
              <a:gd name="connsiteY1663" fmla="*/ 1435890 h 5808721"/>
              <a:gd name="connsiteX1664" fmla="*/ 5034629 w 6251734"/>
              <a:gd name="connsiteY1664" fmla="*/ 1417031 h 5808721"/>
              <a:gd name="connsiteX1665" fmla="*/ 5060347 w 6251734"/>
              <a:gd name="connsiteY1665" fmla="*/ 1398171 h 5808721"/>
              <a:gd name="connsiteX1666" fmla="*/ 3397282 w 6251734"/>
              <a:gd name="connsiteY1666" fmla="*/ 1360456 h 5808721"/>
              <a:gd name="connsiteX1667" fmla="*/ 3287554 w 6251734"/>
              <a:gd name="connsiteY1667" fmla="*/ 1471897 h 5808721"/>
              <a:gd name="connsiteX1668" fmla="*/ 3397282 w 6251734"/>
              <a:gd name="connsiteY1668" fmla="*/ 1582484 h 5808721"/>
              <a:gd name="connsiteX1669" fmla="*/ 3507010 w 6251734"/>
              <a:gd name="connsiteY1669" fmla="*/ 1471897 h 5808721"/>
              <a:gd name="connsiteX1670" fmla="*/ 3397282 w 6251734"/>
              <a:gd name="connsiteY1670" fmla="*/ 1360456 h 5808721"/>
              <a:gd name="connsiteX1671" fmla="*/ 5060347 w 6251734"/>
              <a:gd name="connsiteY1671" fmla="*/ 1358738 h 5808721"/>
              <a:gd name="connsiteX1672" fmla="*/ 5164075 w 6251734"/>
              <a:gd name="connsiteY1672" fmla="*/ 1358738 h 5808721"/>
              <a:gd name="connsiteX1673" fmla="*/ 5189792 w 6251734"/>
              <a:gd name="connsiteY1673" fmla="*/ 1377598 h 5808721"/>
              <a:gd name="connsiteX1674" fmla="*/ 5164075 w 6251734"/>
              <a:gd name="connsiteY1674" fmla="*/ 1396458 h 5808721"/>
              <a:gd name="connsiteX1675" fmla="*/ 5060347 w 6251734"/>
              <a:gd name="connsiteY1675" fmla="*/ 1396458 h 5808721"/>
              <a:gd name="connsiteX1676" fmla="*/ 5034629 w 6251734"/>
              <a:gd name="connsiteY1676" fmla="*/ 1377598 h 5808721"/>
              <a:gd name="connsiteX1677" fmla="*/ 5060347 w 6251734"/>
              <a:gd name="connsiteY1677" fmla="*/ 1358738 h 5808721"/>
              <a:gd name="connsiteX1678" fmla="*/ 3329559 w 6251734"/>
              <a:gd name="connsiteY1678" fmla="*/ 1134999 h 5808721"/>
              <a:gd name="connsiteX1679" fmla="*/ 3233547 w 6251734"/>
              <a:gd name="connsiteY1679" fmla="*/ 1232725 h 5808721"/>
              <a:gd name="connsiteX1680" fmla="*/ 3329559 w 6251734"/>
              <a:gd name="connsiteY1680" fmla="*/ 1330451 h 5808721"/>
              <a:gd name="connsiteX1681" fmla="*/ 3425571 w 6251734"/>
              <a:gd name="connsiteY1681" fmla="*/ 1232725 h 5808721"/>
              <a:gd name="connsiteX1682" fmla="*/ 3329559 w 6251734"/>
              <a:gd name="connsiteY1682" fmla="*/ 1134999 h 5808721"/>
              <a:gd name="connsiteX1683" fmla="*/ 2545178 w 6251734"/>
              <a:gd name="connsiteY1683" fmla="*/ 997834 h 5808721"/>
              <a:gd name="connsiteX1684" fmla="*/ 2649763 w 6251734"/>
              <a:gd name="connsiteY1684" fmla="*/ 1038125 h 5808721"/>
              <a:gd name="connsiteX1685" fmla="*/ 2649763 w 6251734"/>
              <a:gd name="connsiteY1685" fmla="*/ 1040697 h 5808721"/>
              <a:gd name="connsiteX1686" fmla="*/ 2654049 w 6251734"/>
              <a:gd name="connsiteY1686" fmla="*/ 1040697 h 5808721"/>
              <a:gd name="connsiteX1687" fmla="*/ 2654049 w 6251734"/>
              <a:gd name="connsiteY1687" fmla="*/ 1116135 h 5808721"/>
              <a:gd name="connsiteX1688" fmla="*/ 2649763 w 6251734"/>
              <a:gd name="connsiteY1688" fmla="*/ 1116135 h 5808721"/>
              <a:gd name="connsiteX1689" fmla="*/ 2632618 w 6251734"/>
              <a:gd name="connsiteY1689" fmla="*/ 1138423 h 5808721"/>
              <a:gd name="connsiteX1690" fmla="*/ 2632618 w 6251734"/>
              <a:gd name="connsiteY1690" fmla="*/ 1309873 h 5808721"/>
              <a:gd name="connsiteX1691" fmla="*/ 2648905 w 6251734"/>
              <a:gd name="connsiteY1691" fmla="*/ 1351879 h 5808721"/>
              <a:gd name="connsiteX1692" fmla="*/ 2810926 w 6251734"/>
              <a:gd name="connsiteY1692" fmla="*/ 1669918 h 5808721"/>
              <a:gd name="connsiteX1693" fmla="*/ 2546035 w 6251734"/>
              <a:gd name="connsiteY1693" fmla="*/ 1728211 h 5808721"/>
              <a:gd name="connsiteX1694" fmla="*/ 2281144 w 6251734"/>
              <a:gd name="connsiteY1694" fmla="*/ 1669918 h 5808721"/>
              <a:gd name="connsiteX1695" fmla="*/ 2447452 w 6251734"/>
              <a:gd name="connsiteY1695" fmla="*/ 1351879 h 5808721"/>
              <a:gd name="connsiteX1696" fmla="*/ 2470597 w 6251734"/>
              <a:gd name="connsiteY1696" fmla="*/ 1309873 h 5808721"/>
              <a:gd name="connsiteX1697" fmla="*/ 2470597 w 6251734"/>
              <a:gd name="connsiteY1697" fmla="*/ 1139281 h 5808721"/>
              <a:gd name="connsiteX1698" fmla="*/ 2440594 w 6251734"/>
              <a:gd name="connsiteY1698" fmla="*/ 1116135 h 5808721"/>
              <a:gd name="connsiteX1699" fmla="*/ 2438022 w 6251734"/>
              <a:gd name="connsiteY1699" fmla="*/ 1116135 h 5808721"/>
              <a:gd name="connsiteX1700" fmla="*/ 2438022 w 6251734"/>
              <a:gd name="connsiteY1700" fmla="*/ 1040697 h 5808721"/>
              <a:gd name="connsiteX1701" fmla="*/ 2440594 w 6251734"/>
              <a:gd name="connsiteY1701" fmla="*/ 1040697 h 5808721"/>
              <a:gd name="connsiteX1702" fmla="*/ 2440594 w 6251734"/>
              <a:gd name="connsiteY1702" fmla="*/ 1038125 h 5808721"/>
              <a:gd name="connsiteX1703" fmla="*/ 2545178 w 6251734"/>
              <a:gd name="connsiteY1703" fmla="*/ 997834 h 5808721"/>
              <a:gd name="connsiteX1704" fmla="*/ 1963962 w 6251734"/>
              <a:gd name="connsiteY1704" fmla="*/ 956688 h 5808721"/>
              <a:gd name="connsiteX1705" fmla="*/ 2026541 w 6251734"/>
              <a:gd name="connsiteY1705" fmla="*/ 956688 h 5808721"/>
              <a:gd name="connsiteX1706" fmla="*/ 2042829 w 6251734"/>
              <a:gd name="connsiteY1706" fmla="*/ 975549 h 5808721"/>
              <a:gd name="connsiteX1707" fmla="*/ 2027398 w 6251734"/>
              <a:gd name="connsiteY1707" fmla="*/ 994408 h 5808721"/>
              <a:gd name="connsiteX1708" fmla="*/ 1963962 w 6251734"/>
              <a:gd name="connsiteY1708" fmla="*/ 994408 h 5808721"/>
              <a:gd name="connsiteX1709" fmla="*/ 1948531 w 6251734"/>
              <a:gd name="connsiteY1709" fmla="*/ 975549 h 5808721"/>
              <a:gd name="connsiteX1710" fmla="*/ 1963962 w 6251734"/>
              <a:gd name="connsiteY1710" fmla="*/ 956688 h 5808721"/>
              <a:gd name="connsiteX1711" fmla="*/ 3402425 w 6251734"/>
              <a:gd name="connsiteY1711" fmla="*/ 943831 h 5808721"/>
              <a:gd name="connsiteX1712" fmla="*/ 3330416 w 6251734"/>
              <a:gd name="connsiteY1712" fmla="*/ 1016699 h 5808721"/>
              <a:gd name="connsiteX1713" fmla="*/ 3402425 w 6251734"/>
              <a:gd name="connsiteY1713" fmla="*/ 1089565 h 5808721"/>
              <a:gd name="connsiteX1714" fmla="*/ 3474434 w 6251734"/>
              <a:gd name="connsiteY1714" fmla="*/ 1016699 h 5808721"/>
              <a:gd name="connsiteX1715" fmla="*/ 3402425 w 6251734"/>
              <a:gd name="connsiteY1715" fmla="*/ 943831 h 5808721"/>
              <a:gd name="connsiteX1716" fmla="*/ 4083082 w 6251734"/>
              <a:gd name="connsiteY1716" fmla="*/ 928402 h 5808721"/>
              <a:gd name="connsiteX1717" fmla="*/ 3939064 w 6251734"/>
              <a:gd name="connsiteY1717" fmla="*/ 1072419 h 5808721"/>
              <a:gd name="connsiteX1718" fmla="*/ 4083082 w 6251734"/>
              <a:gd name="connsiteY1718" fmla="*/ 1216437 h 5808721"/>
              <a:gd name="connsiteX1719" fmla="*/ 4227100 w 6251734"/>
              <a:gd name="connsiteY1719" fmla="*/ 1072419 h 5808721"/>
              <a:gd name="connsiteX1720" fmla="*/ 4083082 w 6251734"/>
              <a:gd name="connsiteY1720" fmla="*/ 928402 h 5808721"/>
              <a:gd name="connsiteX1721" fmla="*/ 1944245 w 6251734"/>
              <a:gd name="connsiteY1721" fmla="*/ 916397 h 5808721"/>
              <a:gd name="connsiteX1722" fmla="*/ 2047973 w 6251734"/>
              <a:gd name="connsiteY1722" fmla="*/ 916397 h 5808721"/>
              <a:gd name="connsiteX1723" fmla="*/ 2073690 w 6251734"/>
              <a:gd name="connsiteY1723" fmla="*/ 935258 h 5808721"/>
              <a:gd name="connsiteX1724" fmla="*/ 2047973 w 6251734"/>
              <a:gd name="connsiteY1724" fmla="*/ 954117 h 5808721"/>
              <a:gd name="connsiteX1725" fmla="*/ 1944245 w 6251734"/>
              <a:gd name="connsiteY1725" fmla="*/ 954117 h 5808721"/>
              <a:gd name="connsiteX1726" fmla="*/ 1918527 w 6251734"/>
              <a:gd name="connsiteY1726" fmla="*/ 935258 h 5808721"/>
              <a:gd name="connsiteX1727" fmla="*/ 1944245 w 6251734"/>
              <a:gd name="connsiteY1727" fmla="*/ 916397 h 5808721"/>
              <a:gd name="connsiteX1728" fmla="*/ 1944245 w 6251734"/>
              <a:gd name="connsiteY1728" fmla="*/ 876106 h 5808721"/>
              <a:gd name="connsiteX1729" fmla="*/ 2047973 w 6251734"/>
              <a:gd name="connsiteY1729" fmla="*/ 876106 h 5808721"/>
              <a:gd name="connsiteX1730" fmla="*/ 2073690 w 6251734"/>
              <a:gd name="connsiteY1730" fmla="*/ 894967 h 5808721"/>
              <a:gd name="connsiteX1731" fmla="*/ 2047973 w 6251734"/>
              <a:gd name="connsiteY1731" fmla="*/ 913826 h 5808721"/>
              <a:gd name="connsiteX1732" fmla="*/ 1944245 w 6251734"/>
              <a:gd name="connsiteY1732" fmla="*/ 913826 h 5808721"/>
              <a:gd name="connsiteX1733" fmla="*/ 1918527 w 6251734"/>
              <a:gd name="connsiteY1733" fmla="*/ 894967 h 5808721"/>
              <a:gd name="connsiteX1734" fmla="*/ 1944245 w 6251734"/>
              <a:gd name="connsiteY1734" fmla="*/ 876106 h 5808721"/>
              <a:gd name="connsiteX1735" fmla="*/ 5177790 w 6251734"/>
              <a:gd name="connsiteY1735" fmla="*/ 825530 h 5808721"/>
              <a:gd name="connsiteX1736" fmla="*/ 5272088 w 6251734"/>
              <a:gd name="connsiteY1736" fmla="*/ 1060415 h 5808721"/>
              <a:gd name="connsiteX1737" fmla="*/ 5177790 w 6251734"/>
              <a:gd name="connsiteY1737" fmla="*/ 825530 h 5808721"/>
              <a:gd name="connsiteX1738" fmla="*/ 5101495 w 6251734"/>
              <a:gd name="connsiteY1738" fmla="*/ 760378 h 5808721"/>
              <a:gd name="connsiteX1739" fmla="*/ 5107496 w 6251734"/>
              <a:gd name="connsiteY1739" fmla="*/ 760378 h 5808721"/>
              <a:gd name="connsiteX1740" fmla="*/ 5108353 w 6251734"/>
              <a:gd name="connsiteY1740" fmla="*/ 760378 h 5808721"/>
              <a:gd name="connsiteX1741" fmla="*/ 5114354 w 6251734"/>
              <a:gd name="connsiteY1741" fmla="*/ 760378 h 5808721"/>
              <a:gd name="connsiteX1742" fmla="*/ 5275516 w 6251734"/>
              <a:gd name="connsiteY1742" fmla="*/ 1171000 h 5808721"/>
              <a:gd name="connsiteX1743" fmla="*/ 5192363 w 6251734"/>
              <a:gd name="connsiteY1743" fmla="*/ 1351880 h 5808721"/>
              <a:gd name="connsiteX1744" fmla="*/ 5120354 w 6251734"/>
              <a:gd name="connsiteY1744" fmla="*/ 1351880 h 5808721"/>
              <a:gd name="connsiteX1745" fmla="*/ 5107496 w 6251734"/>
              <a:gd name="connsiteY1745" fmla="*/ 1351880 h 5808721"/>
              <a:gd name="connsiteX1746" fmla="*/ 5029486 w 6251734"/>
              <a:gd name="connsiteY1746" fmla="*/ 1351880 h 5808721"/>
              <a:gd name="connsiteX1747" fmla="*/ 4943761 w 6251734"/>
              <a:gd name="connsiteY1747" fmla="*/ 1171000 h 5808721"/>
              <a:gd name="connsiteX1748" fmla="*/ 5101495 w 6251734"/>
              <a:gd name="connsiteY1748" fmla="*/ 760378 h 5808721"/>
              <a:gd name="connsiteX1749" fmla="*/ 3975068 w 6251734"/>
              <a:gd name="connsiteY1749" fmla="*/ 748379 h 5808721"/>
              <a:gd name="connsiteX1750" fmla="*/ 4329113 w 6251734"/>
              <a:gd name="connsiteY1750" fmla="*/ 991837 h 5808721"/>
              <a:gd name="connsiteX1751" fmla="*/ 4023074 w 6251734"/>
              <a:gd name="connsiteY1751" fmla="*/ 1384458 h 5808721"/>
              <a:gd name="connsiteX1752" fmla="*/ 3545586 w 6251734"/>
              <a:gd name="connsiteY1752" fmla="*/ 1825939 h 5808721"/>
              <a:gd name="connsiteX1753" fmla="*/ 3975068 w 6251734"/>
              <a:gd name="connsiteY1753" fmla="*/ 748379 h 5808721"/>
              <a:gd name="connsiteX1754" fmla="*/ 912543 w 6251734"/>
              <a:gd name="connsiteY1754" fmla="*/ 703049 h 5808721"/>
              <a:gd name="connsiteX1755" fmla="*/ 921544 w 6251734"/>
              <a:gd name="connsiteY1755" fmla="*/ 710657 h 5808721"/>
              <a:gd name="connsiteX1756" fmla="*/ 942953 w 6251734"/>
              <a:gd name="connsiteY1756" fmla="*/ 752806 h 5808721"/>
              <a:gd name="connsiteX1757" fmla="*/ 953423 w 6251734"/>
              <a:gd name="connsiteY1757" fmla="*/ 749943 h 5808721"/>
              <a:gd name="connsiteX1758" fmla="*/ 1032987 w 6251734"/>
              <a:gd name="connsiteY1758" fmla="*/ 794666 h 5808721"/>
              <a:gd name="connsiteX1759" fmla="*/ 1041260 w 6251734"/>
              <a:gd name="connsiteY1759" fmla="*/ 842585 h 5808721"/>
              <a:gd name="connsiteX1760" fmla="*/ 1028104 w 6251734"/>
              <a:gd name="connsiteY1760" fmla="*/ 872891 h 5808721"/>
              <a:gd name="connsiteX1761" fmla="*/ 1072875 w 6251734"/>
              <a:gd name="connsiteY1761" fmla="*/ 914092 h 5808721"/>
              <a:gd name="connsiteX1762" fmla="*/ 1425608 w 6251734"/>
              <a:gd name="connsiteY1762" fmla="*/ 1247295 h 5808721"/>
              <a:gd name="connsiteX1763" fmla="*/ 1321023 w 6251734"/>
              <a:gd name="connsiteY1763" fmla="*/ 1216434 h 5808721"/>
              <a:gd name="connsiteX1764" fmla="*/ 1018681 w 6251734"/>
              <a:gd name="connsiteY1764" fmla="*/ 943748 h 5808721"/>
              <a:gd name="connsiteX1765" fmla="*/ 1011064 w 6251734"/>
              <a:gd name="connsiteY1765" fmla="*/ 936811 h 5808721"/>
              <a:gd name="connsiteX1766" fmla="*/ 1026129 w 6251734"/>
              <a:gd name="connsiteY1766" fmla="*/ 1357885 h 5808721"/>
              <a:gd name="connsiteX1767" fmla="*/ 993553 w 6251734"/>
              <a:gd name="connsiteY1767" fmla="*/ 1456468 h 5808721"/>
              <a:gd name="connsiteX1768" fmla="*/ 966978 w 6251734"/>
              <a:gd name="connsiteY1768" fmla="*/ 1357028 h 5808721"/>
              <a:gd name="connsiteX1769" fmla="*/ 946039 w 6251734"/>
              <a:gd name="connsiteY1769" fmla="*/ 912474 h 5808721"/>
              <a:gd name="connsiteX1770" fmla="*/ 933546 w 6251734"/>
              <a:gd name="connsiteY1770" fmla="*/ 910931 h 5808721"/>
              <a:gd name="connsiteX1771" fmla="*/ 885540 w 6251734"/>
              <a:gd name="connsiteY1771" fmla="*/ 870104 h 5808721"/>
              <a:gd name="connsiteX1772" fmla="*/ 896028 w 6251734"/>
              <a:gd name="connsiteY1772" fmla="*/ 778968 h 5808721"/>
              <a:gd name="connsiteX1773" fmla="*/ 914412 w 6251734"/>
              <a:gd name="connsiteY1773" fmla="*/ 764338 h 5808721"/>
              <a:gd name="connsiteX1774" fmla="*/ 894112 w 6251734"/>
              <a:gd name="connsiteY1774" fmla="*/ 724373 h 5808721"/>
              <a:gd name="connsiteX1775" fmla="*/ 900970 w 6251734"/>
              <a:gd name="connsiteY1775" fmla="*/ 703799 h 5808721"/>
              <a:gd name="connsiteX1776" fmla="*/ 912543 w 6251734"/>
              <a:gd name="connsiteY1776" fmla="*/ 703049 h 5808721"/>
              <a:gd name="connsiteX1777" fmla="*/ 2061687 w 6251734"/>
              <a:gd name="connsiteY1777" fmla="*/ 342898 h 5808721"/>
              <a:gd name="connsiteX1778" fmla="*/ 2155984 w 6251734"/>
              <a:gd name="connsiteY1778" fmla="*/ 577785 h 5808721"/>
              <a:gd name="connsiteX1779" fmla="*/ 2061687 w 6251734"/>
              <a:gd name="connsiteY1779" fmla="*/ 342898 h 5808721"/>
              <a:gd name="connsiteX1780" fmla="*/ 1985392 w 6251734"/>
              <a:gd name="connsiteY1780" fmla="*/ 278605 h 5808721"/>
              <a:gd name="connsiteX1781" fmla="*/ 1991393 w 6251734"/>
              <a:gd name="connsiteY1781" fmla="*/ 278605 h 5808721"/>
              <a:gd name="connsiteX1782" fmla="*/ 1992250 w 6251734"/>
              <a:gd name="connsiteY1782" fmla="*/ 278605 h 5808721"/>
              <a:gd name="connsiteX1783" fmla="*/ 1998250 w 6251734"/>
              <a:gd name="connsiteY1783" fmla="*/ 278605 h 5808721"/>
              <a:gd name="connsiteX1784" fmla="*/ 2159413 w 6251734"/>
              <a:gd name="connsiteY1784" fmla="*/ 689228 h 5808721"/>
              <a:gd name="connsiteX1785" fmla="*/ 2076260 w 6251734"/>
              <a:gd name="connsiteY1785" fmla="*/ 870108 h 5808721"/>
              <a:gd name="connsiteX1786" fmla="*/ 2004251 w 6251734"/>
              <a:gd name="connsiteY1786" fmla="*/ 870108 h 5808721"/>
              <a:gd name="connsiteX1787" fmla="*/ 1991393 w 6251734"/>
              <a:gd name="connsiteY1787" fmla="*/ 870108 h 5808721"/>
              <a:gd name="connsiteX1788" fmla="*/ 1913383 w 6251734"/>
              <a:gd name="connsiteY1788" fmla="*/ 870108 h 5808721"/>
              <a:gd name="connsiteX1789" fmla="*/ 1827658 w 6251734"/>
              <a:gd name="connsiteY1789" fmla="*/ 689228 h 5808721"/>
              <a:gd name="connsiteX1790" fmla="*/ 1985392 w 6251734"/>
              <a:gd name="connsiteY1790" fmla="*/ 278605 h 5808721"/>
              <a:gd name="connsiteX1791" fmla="*/ 2776633 w 6251734"/>
              <a:gd name="connsiteY1791" fmla="*/ 269173 h 5808721"/>
              <a:gd name="connsiteX1792" fmla="*/ 2994375 w 6251734"/>
              <a:gd name="connsiteY1792" fmla="*/ 372043 h 5808721"/>
              <a:gd name="connsiteX1793" fmla="*/ 3212117 w 6251734"/>
              <a:gd name="connsiteY1793" fmla="*/ 269173 h 5808721"/>
              <a:gd name="connsiteX1794" fmla="*/ 3212117 w 6251734"/>
              <a:gd name="connsiteY1794" fmla="*/ 519491 h 5808721"/>
              <a:gd name="connsiteX1795" fmla="*/ 3000376 w 6251734"/>
              <a:gd name="connsiteY1795" fmla="*/ 593215 h 5808721"/>
              <a:gd name="connsiteX1796" fmla="*/ 2994375 w 6251734"/>
              <a:gd name="connsiteY1796" fmla="*/ 593215 h 5808721"/>
              <a:gd name="connsiteX1797" fmla="*/ 2988374 w 6251734"/>
              <a:gd name="connsiteY1797" fmla="*/ 593215 h 5808721"/>
              <a:gd name="connsiteX1798" fmla="*/ 2776633 w 6251734"/>
              <a:gd name="connsiteY1798" fmla="*/ 519491 h 5808721"/>
              <a:gd name="connsiteX1799" fmla="*/ 4064357 w 6251734"/>
              <a:gd name="connsiteY1799" fmla="*/ 122787 h 5808721"/>
              <a:gd name="connsiteX1800" fmla="*/ 4135375 w 6251734"/>
              <a:gd name="connsiteY1800" fmla="*/ 158590 h 5808721"/>
              <a:gd name="connsiteX1801" fmla="*/ 4367690 w 6251734"/>
              <a:gd name="connsiteY1801" fmla="*/ 158590 h 5808721"/>
              <a:gd name="connsiteX1802" fmla="*/ 4367690 w 6251734"/>
              <a:gd name="connsiteY1802" fmla="*/ 498920 h 5808721"/>
              <a:gd name="connsiteX1803" fmla="*/ 4130231 w 6251734"/>
              <a:gd name="connsiteY1803" fmla="*/ 500634 h 5808721"/>
              <a:gd name="connsiteX1804" fmla="*/ 3903059 w 6251734"/>
              <a:gd name="connsiteY1804" fmla="*/ 497205 h 5808721"/>
              <a:gd name="connsiteX1805" fmla="*/ 3903059 w 6251734"/>
              <a:gd name="connsiteY1805" fmla="*/ 158590 h 5808721"/>
              <a:gd name="connsiteX1806" fmla="*/ 4064357 w 6251734"/>
              <a:gd name="connsiteY1806" fmla="*/ 122787 h 5808721"/>
              <a:gd name="connsiteX1807" fmla="*/ 3009805 w 6251734"/>
              <a:gd name="connsiteY1807" fmla="*/ 0 h 5808721"/>
              <a:gd name="connsiteX1808" fmla="*/ 3364979 w 6251734"/>
              <a:gd name="connsiteY1808" fmla="*/ 158588 h 5808721"/>
              <a:gd name="connsiteX1809" fmla="*/ 3370707 w 6251734"/>
              <a:gd name="connsiteY1809" fmla="*/ 158588 h 5808721"/>
              <a:gd name="connsiteX1810" fmla="*/ 3370707 w 6251734"/>
              <a:gd name="connsiteY1810" fmla="*/ 161146 h 5808721"/>
              <a:gd name="connsiteX1811" fmla="*/ 3378423 w 6251734"/>
              <a:gd name="connsiteY1811" fmla="*/ 164591 h 5808721"/>
              <a:gd name="connsiteX1812" fmla="*/ 3370707 w 6251734"/>
              <a:gd name="connsiteY1812" fmla="*/ 168108 h 5808721"/>
              <a:gd name="connsiteX1813" fmla="*/ 3370707 w 6251734"/>
              <a:gd name="connsiteY1813" fmla="*/ 381755 h 5808721"/>
              <a:gd name="connsiteX1814" fmla="*/ 3385709 w 6251734"/>
              <a:gd name="connsiteY1814" fmla="*/ 387903 h 5808721"/>
              <a:gd name="connsiteX1815" fmla="*/ 3396425 w 6251734"/>
              <a:gd name="connsiteY1815" fmla="*/ 414049 h 5808721"/>
              <a:gd name="connsiteX1816" fmla="*/ 3385388 w 6251734"/>
              <a:gd name="connsiteY1816" fmla="*/ 440517 h 5808721"/>
              <a:gd name="connsiteX1817" fmla="*/ 3384653 w 6251734"/>
              <a:gd name="connsiteY1817" fmla="*/ 440813 h 5808721"/>
              <a:gd name="connsiteX1818" fmla="*/ 3392352 w 6251734"/>
              <a:gd name="connsiteY1818" fmla="*/ 468698 h 5808721"/>
              <a:gd name="connsiteX1819" fmla="*/ 3396424 w 6251734"/>
              <a:gd name="connsiteY1819" fmla="*/ 582069 h 5808721"/>
              <a:gd name="connsiteX1820" fmla="*/ 3366421 w 6251734"/>
              <a:gd name="connsiteY1820" fmla="*/ 582069 h 5808721"/>
              <a:gd name="connsiteX1821" fmla="*/ 3324416 w 6251734"/>
              <a:gd name="connsiteY1821" fmla="*/ 582069 h 5808721"/>
              <a:gd name="connsiteX1822" fmla="*/ 3329238 w 6251734"/>
              <a:gd name="connsiteY1822" fmla="*/ 468698 h 5808721"/>
              <a:gd name="connsiteX1823" fmla="*/ 3336806 w 6251734"/>
              <a:gd name="connsiteY1823" fmla="*/ 441584 h 5808721"/>
              <a:gd name="connsiteX1824" fmla="*/ 3333417 w 6251734"/>
              <a:gd name="connsiteY1824" fmla="*/ 440196 h 5808721"/>
              <a:gd name="connsiteX1825" fmla="*/ 3322701 w 6251734"/>
              <a:gd name="connsiteY1825" fmla="*/ 414049 h 5808721"/>
              <a:gd name="connsiteX1826" fmla="*/ 3333417 w 6251734"/>
              <a:gd name="connsiteY1826" fmla="*/ 387903 h 5808721"/>
              <a:gd name="connsiteX1827" fmla="*/ 3347562 w 6251734"/>
              <a:gd name="connsiteY1827" fmla="*/ 382106 h 5808721"/>
              <a:gd name="connsiteX1828" fmla="*/ 3347562 w 6251734"/>
              <a:gd name="connsiteY1828" fmla="*/ 178657 h 5808721"/>
              <a:gd name="connsiteX1829" fmla="*/ 3000375 w 6251734"/>
              <a:gd name="connsiteY1829" fmla="*/ 336899 h 5808721"/>
              <a:gd name="connsiteX1830" fmla="*/ 2628328 w 6251734"/>
              <a:gd name="connsiteY1830" fmla="*/ 168878 h 580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</a:cxnLst>
            <a:rect l="l" t="t" r="r" b="b"/>
            <a:pathLst>
              <a:path w="6251734" h="5808721">
                <a:moveTo>
                  <a:pt x="3807697" y="5598000"/>
                </a:moveTo>
                <a:lnTo>
                  <a:pt x="3792649" y="5610966"/>
                </a:lnTo>
                <a:lnTo>
                  <a:pt x="3724407" y="5654281"/>
                </a:lnTo>
                <a:lnTo>
                  <a:pt x="3737518" y="5683584"/>
                </a:lnTo>
                <a:cubicBezTo>
                  <a:pt x="3757635" y="5720397"/>
                  <a:pt x="3781865" y="5741855"/>
                  <a:pt x="3807904" y="5741855"/>
                </a:cubicBezTo>
                <a:cubicBezTo>
                  <a:pt x="3833943" y="5741855"/>
                  <a:pt x="3858174" y="5720397"/>
                  <a:pt x="3878291" y="5683584"/>
                </a:cubicBezTo>
                <a:lnTo>
                  <a:pt x="3891370" y="5654352"/>
                </a:lnTo>
                <a:lnTo>
                  <a:pt x="3821929" y="5610228"/>
                </a:lnTo>
                <a:close/>
                <a:moveTo>
                  <a:pt x="3827101" y="5549255"/>
                </a:moveTo>
                <a:lnTo>
                  <a:pt x="3807904" y="5550689"/>
                </a:lnTo>
                <a:lnTo>
                  <a:pt x="3788212" y="5549599"/>
                </a:lnTo>
                <a:lnTo>
                  <a:pt x="3807470" y="5566172"/>
                </a:lnTo>
                <a:close/>
                <a:moveTo>
                  <a:pt x="3694058" y="5544387"/>
                </a:moveTo>
                <a:lnTo>
                  <a:pt x="3703452" y="5591293"/>
                </a:lnTo>
                <a:lnTo>
                  <a:pt x="3714172" y="5626491"/>
                </a:lnTo>
                <a:lnTo>
                  <a:pt x="3722717" y="5622628"/>
                </a:lnTo>
                <a:lnTo>
                  <a:pt x="3788068" y="5581136"/>
                </a:lnTo>
                <a:lnTo>
                  <a:pt x="3748826" y="5547419"/>
                </a:lnTo>
                <a:close/>
                <a:moveTo>
                  <a:pt x="3922198" y="5542152"/>
                </a:moveTo>
                <a:lnTo>
                  <a:pt x="3867799" y="5546215"/>
                </a:lnTo>
                <a:lnTo>
                  <a:pt x="3827145" y="5581244"/>
                </a:lnTo>
                <a:lnTo>
                  <a:pt x="3901775" y="5626039"/>
                </a:lnTo>
                <a:lnTo>
                  <a:pt x="3912357" y="5591293"/>
                </a:lnTo>
                <a:close/>
                <a:moveTo>
                  <a:pt x="3568695" y="5521810"/>
                </a:moveTo>
                <a:lnTo>
                  <a:pt x="3557706" y="5550648"/>
                </a:lnTo>
                <a:cubicBezTo>
                  <a:pt x="3545907" y="5590927"/>
                  <a:pt x="3547836" y="5623235"/>
                  <a:pt x="3566160" y="5641559"/>
                </a:cubicBezTo>
                <a:cubicBezTo>
                  <a:pt x="3586774" y="5662535"/>
                  <a:pt x="3625087" y="5662456"/>
                  <a:pt x="3672538" y="5645312"/>
                </a:cubicBezTo>
                <a:lnTo>
                  <a:pt x="3686711" y="5638905"/>
                </a:lnTo>
                <a:lnTo>
                  <a:pt x="3683653" y="5628857"/>
                </a:lnTo>
                <a:cubicBezTo>
                  <a:pt x="3678238" y="5607150"/>
                  <a:pt x="3673570" y="5583954"/>
                  <a:pt x="3669753" y="5559542"/>
                </a:cubicBezTo>
                <a:lnTo>
                  <a:pt x="3668350" y="5540767"/>
                </a:lnTo>
                <a:lnTo>
                  <a:pt x="3579717" y="5525147"/>
                </a:lnTo>
                <a:close/>
                <a:moveTo>
                  <a:pt x="4046585" y="5520939"/>
                </a:moveTo>
                <a:lnTo>
                  <a:pt x="3966777" y="5538822"/>
                </a:lnTo>
                <a:lnTo>
                  <a:pt x="3947602" y="5540254"/>
                </a:lnTo>
                <a:lnTo>
                  <a:pt x="3946176" y="5559542"/>
                </a:lnTo>
                <a:cubicBezTo>
                  <a:pt x="3942392" y="5583954"/>
                  <a:pt x="3937761" y="5607150"/>
                  <a:pt x="3932381" y="5628857"/>
                </a:cubicBezTo>
                <a:lnTo>
                  <a:pt x="3929132" y="5639587"/>
                </a:lnTo>
                <a:lnTo>
                  <a:pt x="3958740" y="5650869"/>
                </a:lnTo>
                <a:cubicBezTo>
                  <a:pt x="3999019" y="5662668"/>
                  <a:pt x="4031327" y="5660739"/>
                  <a:pt x="4049650" y="5642415"/>
                </a:cubicBezTo>
                <a:cubicBezTo>
                  <a:pt x="4067974" y="5623770"/>
                  <a:pt x="4069903" y="5591382"/>
                  <a:pt x="4058104" y="5551128"/>
                </a:cubicBezTo>
                <a:close/>
                <a:moveTo>
                  <a:pt x="3688846" y="5493292"/>
                </a:moveTo>
                <a:lnTo>
                  <a:pt x="3690677" y="5517905"/>
                </a:lnTo>
                <a:lnTo>
                  <a:pt x="3706306" y="5520689"/>
                </a:lnTo>
                <a:lnTo>
                  <a:pt x="3718556" y="5521412"/>
                </a:lnTo>
                <a:lnTo>
                  <a:pt x="3700748" y="5506112"/>
                </a:lnTo>
                <a:close/>
                <a:moveTo>
                  <a:pt x="3927084" y="5491676"/>
                </a:moveTo>
                <a:lnTo>
                  <a:pt x="3913348" y="5506970"/>
                </a:lnTo>
                <a:lnTo>
                  <a:pt x="3898270" y="5519961"/>
                </a:lnTo>
                <a:lnTo>
                  <a:pt x="3925127" y="5517962"/>
                </a:lnTo>
                <a:close/>
                <a:moveTo>
                  <a:pt x="2666906" y="5428104"/>
                </a:moveTo>
                <a:lnTo>
                  <a:pt x="2906936" y="5566121"/>
                </a:lnTo>
                <a:lnTo>
                  <a:pt x="2986661" y="5428961"/>
                </a:lnTo>
                <a:close/>
                <a:moveTo>
                  <a:pt x="2421698" y="5427947"/>
                </a:moveTo>
                <a:lnTo>
                  <a:pt x="2911499" y="5711122"/>
                </a:lnTo>
                <a:lnTo>
                  <a:pt x="2873313" y="5777171"/>
                </a:lnTo>
                <a:lnTo>
                  <a:pt x="2383512" y="5493996"/>
                </a:lnTo>
                <a:close/>
                <a:moveTo>
                  <a:pt x="3626020" y="5422235"/>
                </a:moveTo>
                <a:lnTo>
                  <a:pt x="3598818" y="5461243"/>
                </a:lnTo>
                <a:lnTo>
                  <a:pt x="3581388" y="5494011"/>
                </a:lnTo>
                <a:lnTo>
                  <a:pt x="3616801" y="5504746"/>
                </a:lnTo>
                <a:lnTo>
                  <a:pt x="3666318" y="5513566"/>
                </a:lnTo>
                <a:lnTo>
                  <a:pt x="3662700" y="5465131"/>
                </a:lnTo>
                <a:lnTo>
                  <a:pt x="3644732" y="5445778"/>
                </a:lnTo>
                <a:close/>
                <a:moveTo>
                  <a:pt x="3990100" y="5421513"/>
                </a:moveTo>
                <a:lnTo>
                  <a:pt x="3953357" y="5462423"/>
                </a:lnTo>
                <a:lnTo>
                  <a:pt x="3949475" y="5514925"/>
                </a:lnTo>
                <a:lnTo>
                  <a:pt x="4025703" y="5497859"/>
                </a:lnTo>
                <a:lnTo>
                  <a:pt x="4034309" y="5494362"/>
                </a:lnTo>
                <a:lnTo>
                  <a:pt x="4016993" y="5461874"/>
                </a:lnTo>
                <a:close/>
                <a:moveTo>
                  <a:pt x="3956426" y="5380419"/>
                </a:moveTo>
                <a:lnTo>
                  <a:pt x="3957923" y="5400670"/>
                </a:lnTo>
                <a:lnTo>
                  <a:pt x="3956295" y="5422687"/>
                </a:lnTo>
                <a:lnTo>
                  <a:pt x="3964989" y="5412959"/>
                </a:lnTo>
                <a:lnTo>
                  <a:pt x="3973699" y="5400468"/>
                </a:lnTo>
                <a:close/>
                <a:moveTo>
                  <a:pt x="3659650" y="5376790"/>
                </a:moveTo>
                <a:lnTo>
                  <a:pt x="3650822" y="5386669"/>
                </a:lnTo>
                <a:lnTo>
                  <a:pt x="3641492" y="5400048"/>
                </a:lnTo>
                <a:lnTo>
                  <a:pt x="3659392" y="5420848"/>
                </a:lnTo>
                <a:lnTo>
                  <a:pt x="3657885" y="5400670"/>
                </a:lnTo>
                <a:close/>
                <a:moveTo>
                  <a:pt x="2450878" y="5356093"/>
                </a:moveTo>
                <a:lnTo>
                  <a:pt x="3103247" y="5381811"/>
                </a:lnTo>
                <a:lnTo>
                  <a:pt x="2950656" y="5644988"/>
                </a:lnTo>
                <a:close/>
                <a:moveTo>
                  <a:pt x="3808763" y="5338091"/>
                </a:moveTo>
                <a:cubicBezTo>
                  <a:pt x="3843053" y="5338091"/>
                  <a:pt x="3871342" y="5365523"/>
                  <a:pt x="3871342" y="5400671"/>
                </a:cubicBezTo>
                <a:cubicBezTo>
                  <a:pt x="3871342" y="5434961"/>
                  <a:pt x="3843053" y="5463250"/>
                  <a:pt x="3808763" y="5463250"/>
                </a:cubicBezTo>
                <a:cubicBezTo>
                  <a:pt x="3774473" y="5463250"/>
                  <a:pt x="3746183" y="5435818"/>
                  <a:pt x="3746183" y="5400671"/>
                </a:cubicBezTo>
                <a:cubicBezTo>
                  <a:pt x="3746183" y="5366381"/>
                  <a:pt x="3773615" y="5338091"/>
                  <a:pt x="3808763" y="5338091"/>
                </a:cubicBezTo>
                <a:close/>
                <a:moveTo>
                  <a:pt x="3553198" y="5318476"/>
                </a:moveTo>
                <a:lnTo>
                  <a:pt x="3524133" y="5330284"/>
                </a:lnTo>
                <a:cubicBezTo>
                  <a:pt x="3487320" y="5350400"/>
                  <a:pt x="3465862" y="5374631"/>
                  <a:pt x="3465862" y="5400670"/>
                </a:cubicBezTo>
                <a:cubicBezTo>
                  <a:pt x="3465862" y="5426709"/>
                  <a:pt x="3487440" y="5450819"/>
                  <a:pt x="3524359" y="5470831"/>
                </a:cubicBezTo>
                <a:lnTo>
                  <a:pt x="3552494" y="5483326"/>
                </a:lnTo>
                <a:lnTo>
                  <a:pt x="3557534" y="5473887"/>
                </a:lnTo>
                <a:lnTo>
                  <a:pt x="3608797" y="5400567"/>
                </a:lnTo>
                <a:lnTo>
                  <a:pt x="3596753" y="5385414"/>
                </a:lnTo>
                <a:cubicBezTo>
                  <a:pt x="3582180" y="5365463"/>
                  <a:pt x="3569066" y="5345769"/>
                  <a:pt x="3557534" y="5326597"/>
                </a:cubicBezTo>
                <a:close/>
                <a:moveTo>
                  <a:pt x="4062445" y="5317336"/>
                </a:moveTo>
                <a:lnTo>
                  <a:pt x="4057165" y="5327229"/>
                </a:lnTo>
                <a:lnTo>
                  <a:pt x="4006091" y="5400156"/>
                </a:lnTo>
                <a:lnTo>
                  <a:pt x="4017343" y="5414333"/>
                </a:lnTo>
                <a:cubicBezTo>
                  <a:pt x="4031916" y="5434318"/>
                  <a:pt x="4045029" y="5454048"/>
                  <a:pt x="4056562" y="5473256"/>
                </a:cubicBezTo>
                <a:lnTo>
                  <a:pt x="4061849" y="5483174"/>
                </a:lnTo>
                <a:lnTo>
                  <a:pt x="4091676" y="5471057"/>
                </a:lnTo>
                <a:cubicBezTo>
                  <a:pt x="4128489" y="5450940"/>
                  <a:pt x="4149947" y="5426709"/>
                  <a:pt x="4149947" y="5400670"/>
                </a:cubicBezTo>
                <a:cubicBezTo>
                  <a:pt x="4149947" y="5374631"/>
                  <a:pt x="4128368" y="5350401"/>
                  <a:pt x="4091450" y="5330284"/>
                </a:cubicBezTo>
                <a:close/>
                <a:moveTo>
                  <a:pt x="3949551" y="5287441"/>
                </a:moveTo>
                <a:lnTo>
                  <a:pt x="3953173" y="5336435"/>
                </a:lnTo>
                <a:lnTo>
                  <a:pt x="3969364" y="5353884"/>
                </a:lnTo>
                <a:lnTo>
                  <a:pt x="3988964" y="5378578"/>
                </a:lnTo>
                <a:lnTo>
                  <a:pt x="4016993" y="5338385"/>
                </a:lnTo>
                <a:lnTo>
                  <a:pt x="4033793" y="5306800"/>
                </a:lnTo>
                <a:lnTo>
                  <a:pt x="3999007" y="5296218"/>
                </a:lnTo>
                <a:close/>
                <a:moveTo>
                  <a:pt x="3666333" y="5286416"/>
                </a:moveTo>
                <a:lnTo>
                  <a:pt x="3590106" y="5303482"/>
                </a:lnTo>
                <a:lnTo>
                  <a:pt x="3581629" y="5306926"/>
                </a:lnTo>
                <a:lnTo>
                  <a:pt x="3598818" y="5339241"/>
                </a:lnTo>
                <a:lnTo>
                  <a:pt x="3625164" y="5378866"/>
                </a:lnTo>
                <a:lnTo>
                  <a:pt x="3662590" y="5337028"/>
                </a:lnTo>
                <a:close/>
                <a:moveTo>
                  <a:pt x="1925384" y="5284084"/>
                </a:moveTo>
                <a:cubicBezTo>
                  <a:pt x="1892808" y="5284084"/>
                  <a:pt x="1867091" y="5310659"/>
                  <a:pt x="1867091" y="5343235"/>
                </a:cubicBezTo>
                <a:cubicBezTo>
                  <a:pt x="1867091" y="5375810"/>
                  <a:pt x="1892808" y="5402385"/>
                  <a:pt x="1925384" y="5402385"/>
                </a:cubicBezTo>
                <a:cubicBezTo>
                  <a:pt x="1957959" y="5402385"/>
                  <a:pt x="1983677" y="5375810"/>
                  <a:pt x="1983677" y="5343235"/>
                </a:cubicBezTo>
                <a:cubicBezTo>
                  <a:pt x="1983677" y="5310659"/>
                  <a:pt x="1957959" y="5284084"/>
                  <a:pt x="1925384" y="5284084"/>
                </a:cubicBezTo>
                <a:close/>
                <a:moveTo>
                  <a:pt x="3715682" y="5281518"/>
                </a:moveTo>
                <a:lnTo>
                  <a:pt x="3690553" y="5283388"/>
                </a:lnTo>
                <a:lnTo>
                  <a:pt x="3688737" y="5307799"/>
                </a:lnTo>
                <a:lnTo>
                  <a:pt x="3700748" y="5294372"/>
                </a:lnTo>
                <a:close/>
                <a:moveTo>
                  <a:pt x="3897255" y="5279649"/>
                </a:moveTo>
                <a:lnTo>
                  <a:pt x="3913348" y="5293515"/>
                </a:lnTo>
                <a:lnTo>
                  <a:pt x="3927113" y="5308350"/>
                </a:lnTo>
                <a:lnTo>
                  <a:pt x="3925236" y="5283126"/>
                </a:lnTo>
                <a:lnTo>
                  <a:pt x="3909502" y="5280333"/>
                </a:lnTo>
                <a:close/>
                <a:moveTo>
                  <a:pt x="3807904" y="5274654"/>
                </a:moveTo>
                <a:lnTo>
                  <a:pt x="3756063" y="5278512"/>
                </a:lnTo>
                <a:lnTo>
                  <a:pt x="3718751" y="5310660"/>
                </a:lnTo>
                <a:lnTo>
                  <a:pt x="3685778" y="5347555"/>
                </a:lnTo>
                <a:lnTo>
                  <a:pt x="3681889" y="5399812"/>
                </a:lnTo>
                <a:lnTo>
                  <a:pt x="3685732" y="5451455"/>
                </a:lnTo>
                <a:lnTo>
                  <a:pt x="3718751" y="5489824"/>
                </a:lnTo>
                <a:lnTo>
                  <a:pt x="3758175" y="5523751"/>
                </a:lnTo>
                <a:lnTo>
                  <a:pt x="3807904" y="5526686"/>
                </a:lnTo>
                <a:lnTo>
                  <a:pt x="3857581" y="5522989"/>
                </a:lnTo>
                <a:lnTo>
                  <a:pt x="3897060" y="5488968"/>
                </a:lnTo>
                <a:lnTo>
                  <a:pt x="3930031" y="5452075"/>
                </a:lnTo>
                <a:lnTo>
                  <a:pt x="3933920" y="5399812"/>
                </a:lnTo>
                <a:lnTo>
                  <a:pt x="3930213" y="5349995"/>
                </a:lnTo>
                <a:lnTo>
                  <a:pt x="3897060" y="5311517"/>
                </a:lnTo>
                <a:lnTo>
                  <a:pt x="3857442" y="5277423"/>
                </a:lnTo>
                <a:close/>
                <a:moveTo>
                  <a:pt x="3807355" y="5234320"/>
                </a:moveTo>
                <a:lnTo>
                  <a:pt x="3786569" y="5252229"/>
                </a:lnTo>
                <a:lnTo>
                  <a:pt x="3807904" y="5250651"/>
                </a:lnTo>
                <a:lnTo>
                  <a:pt x="3827599" y="5251741"/>
                </a:lnTo>
                <a:close/>
                <a:moveTo>
                  <a:pt x="1827657" y="5200074"/>
                </a:moveTo>
                <a:cubicBezTo>
                  <a:pt x="1797654" y="5200074"/>
                  <a:pt x="1773650" y="5224934"/>
                  <a:pt x="1773650" y="5254938"/>
                </a:cubicBezTo>
                <a:cubicBezTo>
                  <a:pt x="1773650" y="5284942"/>
                  <a:pt x="1797654" y="5309802"/>
                  <a:pt x="1827657" y="5309802"/>
                </a:cubicBezTo>
                <a:cubicBezTo>
                  <a:pt x="1857661" y="5309802"/>
                  <a:pt x="1881664" y="5284942"/>
                  <a:pt x="1881664" y="5254938"/>
                </a:cubicBezTo>
                <a:cubicBezTo>
                  <a:pt x="1881664" y="5224934"/>
                  <a:pt x="1857661" y="5200074"/>
                  <a:pt x="1827657" y="5200074"/>
                </a:cubicBezTo>
                <a:close/>
                <a:moveTo>
                  <a:pt x="3713592" y="5175036"/>
                </a:moveTo>
                <a:lnTo>
                  <a:pt x="3703452" y="5208333"/>
                </a:lnTo>
                <a:lnTo>
                  <a:pt x="3693280" y="5259127"/>
                </a:lnTo>
                <a:lnTo>
                  <a:pt x="3746245" y="5255210"/>
                </a:lnTo>
                <a:lnTo>
                  <a:pt x="3787708" y="5219522"/>
                </a:lnTo>
                <a:close/>
                <a:moveTo>
                  <a:pt x="3901951" y="5174164"/>
                </a:moveTo>
                <a:lnTo>
                  <a:pt x="3827088" y="5219192"/>
                </a:lnTo>
                <a:lnTo>
                  <a:pt x="3867424" y="5253946"/>
                </a:lnTo>
                <a:lnTo>
                  <a:pt x="3922098" y="5256973"/>
                </a:lnTo>
                <a:lnTo>
                  <a:pt x="3912357" y="5208333"/>
                </a:lnTo>
                <a:close/>
                <a:moveTo>
                  <a:pt x="4932831" y="5171785"/>
                </a:moveTo>
                <a:cubicBezTo>
                  <a:pt x="4907114" y="5167928"/>
                  <a:pt x="4879896" y="5173928"/>
                  <a:pt x="4857179" y="5190645"/>
                </a:cubicBezTo>
                <a:cubicBezTo>
                  <a:pt x="4811745" y="5224077"/>
                  <a:pt x="4802315" y="5287514"/>
                  <a:pt x="4836605" y="5332091"/>
                </a:cubicBezTo>
                <a:cubicBezTo>
                  <a:pt x="4869181" y="5377525"/>
                  <a:pt x="4932617" y="5386955"/>
                  <a:pt x="4978051" y="5353523"/>
                </a:cubicBezTo>
                <a:cubicBezTo>
                  <a:pt x="5023486" y="5320947"/>
                  <a:pt x="5032916" y="5256653"/>
                  <a:pt x="4999483" y="5212076"/>
                </a:cubicBezTo>
                <a:cubicBezTo>
                  <a:pt x="4982766" y="5189359"/>
                  <a:pt x="4958549" y="5175643"/>
                  <a:pt x="4932831" y="5171785"/>
                </a:cubicBezTo>
                <a:close/>
                <a:moveTo>
                  <a:pt x="3619671" y="5143348"/>
                </a:moveTo>
                <a:cubicBezTo>
                  <a:pt x="3596806" y="5141780"/>
                  <a:pt x="3578376" y="5146710"/>
                  <a:pt x="3566160" y="5158925"/>
                </a:cubicBezTo>
                <a:cubicBezTo>
                  <a:pt x="3547836" y="5177249"/>
                  <a:pt x="3545907" y="5209557"/>
                  <a:pt x="3557706" y="5249836"/>
                </a:cubicBezTo>
                <a:lnTo>
                  <a:pt x="3569257" y="5280149"/>
                </a:lnTo>
                <a:lnTo>
                  <a:pt x="3649032" y="5262398"/>
                </a:lnTo>
                <a:lnTo>
                  <a:pt x="3668214" y="5260980"/>
                </a:lnTo>
                <a:lnTo>
                  <a:pt x="3669632" y="5241797"/>
                </a:lnTo>
                <a:cubicBezTo>
                  <a:pt x="3673416" y="5217386"/>
                  <a:pt x="3678047" y="5194190"/>
                  <a:pt x="3683427" y="5172482"/>
                </a:cubicBezTo>
                <a:lnTo>
                  <a:pt x="3686676" y="5161753"/>
                </a:lnTo>
                <a:lnTo>
                  <a:pt x="3657070" y="5150472"/>
                </a:lnTo>
                <a:cubicBezTo>
                  <a:pt x="3643644" y="5146539"/>
                  <a:pt x="3631103" y="5144131"/>
                  <a:pt x="3619671" y="5143348"/>
                </a:cubicBezTo>
                <a:close/>
                <a:moveTo>
                  <a:pt x="3995778" y="5142491"/>
                </a:moveTo>
                <a:cubicBezTo>
                  <a:pt x="3984325" y="5143275"/>
                  <a:pt x="3971781" y="5145682"/>
                  <a:pt x="3958364" y="5149615"/>
                </a:cubicBezTo>
                <a:lnTo>
                  <a:pt x="3928865" y="5160870"/>
                </a:lnTo>
                <a:lnTo>
                  <a:pt x="3932381" y="5172482"/>
                </a:lnTo>
                <a:cubicBezTo>
                  <a:pt x="3937761" y="5194190"/>
                  <a:pt x="3942392" y="5217386"/>
                  <a:pt x="3946176" y="5241797"/>
                </a:cubicBezTo>
                <a:lnTo>
                  <a:pt x="3947566" y="5260592"/>
                </a:lnTo>
                <a:lnTo>
                  <a:pt x="4036092" y="5276193"/>
                </a:lnTo>
                <a:lnTo>
                  <a:pt x="4046530" y="5279354"/>
                </a:lnTo>
                <a:lnTo>
                  <a:pt x="4058104" y="5248980"/>
                </a:lnTo>
                <a:cubicBezTo>
                  <a:pt x="4069903" y="5208700"/>
                  <a:pt x="4067974" y="5176393"/>
                  <a:pt x="4049650" y="5158069"/>
                </a:cubicBezTo>
                <a:cubicBezTo>
                  <a:pt x="4037220" y="5145853"/>
                  <a:pt x="4018682" y="5140924"/>
                  <a:pt x="3995778" y="5142491"/>
                </a:cubicBezTo>
                <a:close/>
                <a:moveTo>
                  <a:pt x="1795082" y="5089489"/>
                </a:moveTo>
                <a:cubicBezTo>
                  <a:pt x="1769364" y="5089489"/>
                  <a:pt x="1747933" y="5110920"/>
                  <a:pt x="1747933" y="5137495"/>
                </a:cubicBezTo>
                <a:cubicBezTo>
                  <a:pt x="1747933" y="5164069"/>
                  <a:pt x="1768507" y="5185501"/>
                  <a:pt x="1795082" y="5185501"/>
                </a:cubicBezTo>
                <a:cubicBezTo>
                  <a:pt x="1801511" y="5185501"/>
                  <a:pt x="1807672" y="5184161"/>
                  <a:pt x="1813298" y="5181737"/>
                </a:cubicBezTo>
                <a:lnTo>
                  <a:pt x="1824372" y="5174153"/>
                </a:lnTo>
                <a:lnTo>
                  <a:pt x="1839840" y="5131531"/>
                </a:lnTo>
                <a:lnTo>
                  <a:pt x="1828621" y="5103526"/>
                </a:lnTo>
                <a:cubicBezTo>
                  <a:pt x="1820156" y="5094847"/>
                  <a:pt x="1808369" y="5089489"/>
                  <a:pt x="1795082" y="5089489"/>
                </a:cubicBezTo>
                <a:close/>
                <a:moveTo>
                  <a:pt x="3807904" y="5057770"/>
                </a:moveTo>
                <a:cubicBezTo>
                  <a:pt x="3781865" y="5057770"/>
                  <a:pt x="3757635" y="5079228"/>
                  <a:pt x="3737518" y="5116041"/>
                </a:cubicBezTo>
                <a:lnTo>
                  <a:pt x="3724435" y="5145282"/>
                </a:lnTo>
                <a:lnTo>
                  <a:pt x="3733832" y="5150300"/>
                </a:lnTo>
                <a:cubicBezTo>
                  <a:pt x="3753004" y="5161833"/>
                  <a:pt x="3772698" y="5174946"/>
                  <a:pt x="3792649" y="5189519"/>
                </a:cubicBezTo>
                <a:lnTo>
                  <a:pt x="3807599" y="5202400"/>
                </a:lnTo>
                <a:lnTo>
                  <a:pt x="3821568" y="5190377"/>
                </a:lnTo>
                <a:cubicBezTo>
                  <a:pt x="3841553" y="5175804"/>
                  <a:pt x="3861283" y="5162690"/>
                  <a:pt x="3880491" y="5151158"/>
                </a:cubicBezTo>
                <a:lnTo>
                  <a:pt x="3891401" y="5145342"/>
                </a:lnTo>
                <a:lnTo>
                  <a:pt x="3878291" y="5116041"/>
                </a:lnTo>
                <a:cubicBezTo>
                  <a:pt x="3858174" y="5079228"/>
                  <a:pt x="3833943" y="5057770"/>
                  <a:pt x="3807904" y="5057770"/>
                </a:cubicBezTo>
                <a:close/>
                <a:moveTo>
                  <a:pt x="1830229" y="4995190"/>
                </a:moveTo>
                <a:cubicBezTo>
                  <a:pt x="1810512" y="4995190"/>
                  <a:pt x="1795082" y="5011478"/>
                  <a:pt x="1795082" y="5031195"/>
                </a:cubicBezTo>
                <a:cubicBezTo>
                  <a:pt x="1795082" y="5050913"/>
                  <a:pt x="1810512" y="5067200"/>
                  <a:pt x="1830229" y="5067200"/>
                </a:cubicBezTo>
                <a:cubicBezTo>
                  <a:pt x="1849089" y="5067200"/>
                  <a:pt x="1865376" y="5050913"/>
                  <a:pt x="1865376" y="5031195"/>
                </a:cubicBezTo>
                <a:cubicBezTo>
                  <a:pt x="1865376" y="5011478"/>
                  <a:pt x="1849946" y="4995190"/>
                  <a:pt x="1830229" y="4995190"/>
                </a:cubicBezTo>
                <a:close/>
                <a:moveTo>
                  <a:pt x="3807904" y="4992618"/>
                </a:moveTo>
                <a:cubicBezTo>
                  <a:pt x="3849481" y="4992618"/>
                  <a:pt x="3886985" y="5038267"/>
                  <a:pt x="3914096" y="5112098"/>
                </a:cubicBezTo>
                <a:lnTo>
                  <a:pt x="3919610" y="5130307"/>
                </a:lnTo>
                <a:lnTo>
                  <a:pt x="3936279" y="5121422"/>
                </a:lnTo>
                <a:cubicBezTo>
                  <a:pt x="3972069" y="5104920"/>
                  <a:pt x="4004698" y="5095222"/>
                  <a:pt x="4032023" y="5093293"/>
                </a:cubicBezTo>
                <a:cubicBezTo>
                  <a:pt x="4059348" y="5091364"/>
                  <a:pt x="4081369" y="5097204"/>
                  <a:pt x="4095942" y="5111777"/>
                </a:cubicBezTo>
                <a:cubicBezTo>
                  <a:pt x="4125517" y="5140924"/>
                  <a:pt x="4119945" y="5199860"/>
                  <a:pt x="4086941" y="5271440"/>
                </a:cubicBezTo>
                <a:lnTo>
                  <a:pt x="4077682" y="5288787"/>
                </a:lnTo>
                <a:lnTo>
                  <a:pt x="4096476" y="5294478"/>
                </a:lnTo>
                <a:cubicBezTo>
                  <a:pt x="4170307" y="5321589"/>
                  <a:pt x="4215956" y="5359094"/>
                  <a:pt x="4215956" y="5400670"/>
                </a:cubicBezTo>
                <a:cubicBezTo>
                  <a:pt x="4215956" y="5431531"/>
                  <a:pt x="4190279" y="5460343"/>
                  <a:pt x="4146292" y="5484302"/>
                </a:cubicBezTo>
                <a:lnTo>
                  <a:pt x="4077351" y="5512259"/>
                </a:lnTo>
                <a:lnTo>
                  <a:pt x="4086298" y="5529044"/>
                </a:lnTo>
                <a:cubicBezTo>
                  <a:pt x="4119302" y="5600625"/>
                  <a:pt x="4125089" y="5659561"/>
                  <a:pt x="4095942" y="5688707"/>
                </a:cubicBezTo>
                <a:cubicBezTo>
                  <a:pt x="4074082" y="5710888"/>
                  <a:pt x="4035586" y="5713179"/>
                  <a:pt x="3987551" y="5698969"/>
                </a:cubicBezTo>
                <a:lnTo>
                  <a:pt x="3919857" y="5670215"/>
                </a:lnTo>
                <a:lnTo>
                  <a:pt x="3914096" y="5689242"/>
                </a:lnTo>
                <a:cubicBezTo>
                  <a:pt x="3886985" y="5763073"/>
                  <a:pt x="3849481" y="5808721"/>
                  <a:pt x="3807904" y="5808721"/>
                </a:cubicBezTo>
                <a:cubicBezTo>
                  <a:pt x="3766756" y="5808721"/>
                  <a:pt x="3729251" y="5763073"/>
                  <a:pt x="3702033" y="5689242"/>
                </a:cubicBezTo>
                <a:lnTo>
                  <a:pt x="3696238" y="5670203"/>
                </a:lnTo>
                <a:lnTo>
                  <a:pt x="3627147" y="5699451"/>
                </a:lnTo>
                <a:cubicBezTo>
                  <a:pt x="3579033" y="5713635"/>
                  <a:pt x="3540336" y="5711425"/>
                  <a:pt x="3518154" y="5689565"/>
                </a:cubicBezTo>
                <a:cubicBezTo>
                  <a:pt x="3489007" y="5659990"/>
                  <a:pt x="3494794" y="5601054"/>
                  <a:pt x="3527798" y="5529580"/>
                </a:cubicBezTo>
                <a:lnTo>
                  <a:pt x="3537061" y="5512231"/>
                </a:lnTo>
                <a:lnTo>
                  <a:pt x="3519332" y="5506862"/>
                </a:lnTo>
                <a:cubicBezTo>
                  <a:pt x="3445502" y="5479751"/>
                  <a:pt x="3399853" y="5442247"/>
                  <a:pt x="3399853" y="5400670"/>
                </a:cubicBezTo>
                <a:cubicBezTo>
                  <a:pt x="3399853" y="5369488"/>
                  <a:pt x="3425530" y="5340596"/>
                  <a:pt x="3469516" y="5316662"/>
                </a:cubicBezTo>
                <a:lnTo>
                  <a:pt x="3537546" y="5289161"/>
                </a:lnTo>
                <a:lnTo>
                  <a:pt x="3527798" y="5270904"/>
                </a:lnTo>
                <a:cubicBezTo>
                  <a:pt x="3494794" y="5199430"/>
                  <a:pt x="3489007" y="5140494"/>
                  <a:pt x="3518154" y="5110919"/>
                </a:cubicBezTo>
                <a:cubicBezTo>
                  <a:pt x="3532942" y="5096346"/>
                  <a:pt x="3555069" y="5090506"/>
                  <a:pt x="3582435" y="5092435"/>
                </a:cubicBezTo>
                <a:cubicBezTo>
                  <a:pt x="3609800" y="5094364"/>
                  <a:pt x="3642402" y="5104061"/>
                  <a:pt x="3678139" y="5120564"/>
                </a:cubicBezTo>
                <a:lnTo>
                  <a:pt x="3696224" y="5130220"/>
                </a:lnTo>
                <a:lnTo>
                  <a:pt x="3701712" y="5112098"/>
                </a:lnTo>
                <a:cubicBezTo>
                  <a:pt x="3728823" y="5038267"/>
                  <a:pt x="3766328" y="4992618"/>
                  <a:pt x="3807904" y="4992618"/>
                </a:cubicBezTo>
                <a:close/>
                <a:moveTo>
                  <a:pt x="2165414" y="4987475"/>
                </a:moveTo>
                <a:cubicBezTo>
                  <a:pt x="2135838" y="4987475"/>
                  <a:pt x="2110603" y="5005317"/>
                  <a:pt x="2099834" y="5030874"/>
                </a:cubicBezTo>
                <a:lnTo>
                  <a:pt x="2095529" y="5052318"/>
                </a:lnTo>
                <a:lnTo>
                  <a:pt x="2115842" y="5109524"/>
                </a:lnTo>
                <a:lnTo>
                  <a:pt x="2137660" y="5124207"/>
                </a:lnTo>
                <a:cubicBezTo>
                  <a:pt x="2146179" y="5127796"/>
                  <a:pt x="2155555" y="5129779"/>
                  <a:pt x="2165414" y="5129779"/>
                </a:cubicBezTo>
                <a:cubicBezTo>
                  <a:pt x="2203990" y="5129779"/>
                  <a:pt x="2235708" y="5098061"/>
                  <a:pt x="2236565" y="5058628"/>
                </a:cubicBezTo>
                <a:cubicBezTo>
                  <a:pt x="2236565" y="5019193"/>
                  <a:pt x="2204847" y="4987475"/>
                  <a:pt x="2165414" y="4987475"/>
                </a:cubicBezTo>
                <a:close/>
                <a:moveTo>
                  <a:pt x="5334024" y="4966796"/>
                </a:moveTo>
                <a:cubicBezTo>
                  <a:pt x="5320952" y="4964760"/>
                  <a:pt x="5307236" y="4967760"/>
                  <a:pt x="5296091" y="4976333"/>
                </a:cubicBezTo>
                <a:cubicBezTo>
                  <a:pt x="5273803" y="4993478"/>
                  <a:pt x="5268659" y="5025196"/>
                  <a:pt x="5285804" y="5048341"/>
                </a:cubicBezTo>
                <a:cubicBezTo>
                  <a:pt x="5302092" y="5071487"/>
                  <a:pt x="5334668" y="5076631"/>
                  <a:pt x="5356956" y="5059486"/>
                </a:cubicBezTo>
                <a:cubicBezTo>
                  <a:pt x="5379245" y="5043198"/>
                  <a:pt x="5383531" y="5010623"/>
                  <a:pt x="5368100" y="4987477"/>
                </a:cubicBezTo>
                <a:cubicBezTo>
                  <a:pt x="5359527" y="4975904"/>
                  <a:pt x="5347097" y="4968831"/>
                  <a:pt x="5334024" y="4966796"/>
                </a:cubicBezTo>
                <a:close/>
                <a:moveTo>
                  <a:pt x="1939100" y="4858031"/>
                </a:moveTo>
                <a:lnTo>
                  <a:pt x="2026539" y="4858031"/>
                </a:lnTo>
                <a:lnTo>
                  <a:pt x="2042850" y="4903966"/>
                </a:lnTo>
                <a:lnTo>
                  <a:pt x="2112264" y="4899178"/>
                </a:lnTo>
                <a:cubicBezTo>
                  <a:pt x="2112264" y="4899178"/>
                  <a:pt x="2247710" y="4912037"/>
                  <a:pt x="2286286" y="5018336"/>
                </a:cubicBezTo>
                <a:cubicBezTo>
                  <a:pt x="2324862" y="5124636"/>
                  <a:pt x="2235708" y="5171785"/>
                  <a:pt x="2136267" y="5212076"/>
                </a:cubicBezTo>
                <a:cubicBezTo>
                  <a:pt x="2035969" y="5251509"/>
                  <a:pt x="2059115" y="5440962"/>
                  <a:pt x="1901381" y="5428960"/>
                </a:cubicBezTo>
                <a:cubicBezTo>
                  <a:pt x="1773222" y="5419209"/>
                  <a:pt x="1589037" y="5081224"/>
                  <a:pt x="1852317" y="4950224"/>
                </a:cubicBezTo>
                <a:lnTo>
                  <a:pt x="1914216" y="4926595"/>
                </a:lnTo>
                <a:close/>
                <a:moveTo>
                  <a:pt x="5285697" y="4798238"/>
                </a:moveTo>
                <a:cubicBezTo>
                  <a:pt x="5268445" y="4795666"/>
                  <a:pt x="5250228" y="4799738"/>
                  <a:pt x="5235226" y="4810882"/>
                </a:cubicBezTo>
                <a:cubicBezTo>
                  <a:pt x="5205223" y="4833172"/>
                  <a:pt x="5199222" y="4875177"/>
                  <a:pt x="5221511" y="4906038"/>
                </a:cubicBezTo>
                <a:cubicBezTo>
                  <a:pt x="5243799" y="4936042"/>
                  <a:pt x="5286661" y="4942900"/>
                  <a:pt x="5316665" y="4920611"/>
                </a:cubicBezTo>
                <a:cubicBezTo>
                  <a:pt x="5346669" y="4898322"/>
                  <a:pt x="5352670" y="4856318"/>
                  <a:pt x="5330381" y="4825456"/>
                </a:cubicBezTo>
                <a:cubicBezTo>
                  <a:pt x="5319237" y="4810025"/>
                  <a:pt x="5302949" y="4800810"/>
                  <a:pt x="5285697" y="4798238"/>
                </a:cubicBezTo>
                <a:close/>
                <a:moveTo>
                  <a:pt x="5149716" y="4681759"/>
                </a:moveTo>
                <a:cubicBezTo>
                  <a:pt x="5129999" y="4678652"/>
                  <a:pt x="5109211" y="4683152"/>
                  <a:pt x="5092066" y="4696011"/>
                </a:cubicBezTo>
                <a:cubicBezTo>
                  <a:pt x="5057776" y="4721728"/>
                  <a:pt x="5050061" y="4770591"/>
                  <a:pt x="5076635" y="4804881"/>
                </a:cubicBezTo>
                <a:cubicBezTo>
                  <a:pt x="5102353" y="4840030"/>
                  <a:pt x="5151216" y="4847745"/>
                  <a:pt x="5185506" y="4822027"/>
                </a:cubicBezTo>
                <a:cubicBezTo>
                  <a:pt x="5219796" y="4796309"/>
                  <a:pt x="5226654" y="4747446"/>
                  <a:pt x="5200936" y="4713156"/>
                </a:cubicBezTo>
                <a:cubicBezTo>
                  <a:pt x="5188077" y="4695583"/>
                  <a:pt x="5169433" y="4684867"/>
                  <a:pt x="5149716" y="4681759"/>
                </a:cubicBezTo>
                <a:close/>
                <a:moveTo>
                  <a:pt x="4961978" y="4656899"/>
                </a:moveTo>
                <a:cubicBezTo>
                  <a:pt x="4940761" y="4653577"/>
                  <a:pt x="4918473" y="4658292"/>
                  <a:pt x="4900042" y="4672008"/>
                </a:cubicBezTo>
                <a:cubicBezTo>
                  <a:pt x="4863180" y="4699440"/>
                  <a:pt x="4855465" y="4752589"/>
                  <a:pt x="4882897" y="4789451"/>
                </a:cubicBezTo>
                <a:cubicBezTo>
                  <a:pt x="4910329" y="4826314"/>
                  <a:pt x="4963478" y="4834886"/>
                  <a:pt x="5000340" y="4807453"/>
                </a:cubicBezTo>
                <a:cubicBezTo>
                  <a:pt x="5038059" y="4780021"/>
                  <a:pt x="5044917" y="4727729"/>
                  <a:pt x="5017485" y="4690010"/>
                </a:cubicBezTo>
                <a:cubicBezTo>
                  <a:pt x="5003340" y="4671579"/>
                  <a:pt x="4983195" y="4660221"/>
                  <a:pt x="4961978" y="4656899"/>
                </a:cubicBezTo>
                <a:close/>
                <a:moveTo>
                  <a:pt x="4998395" y="4598030"/>
                </a:moveTo>
                <a:cubicBezTo>
                  <a:pt x="5253309" y="4596998"/>
                  <a:pt x="5722680" y="4945793"/>
                  <a:pt x="5114354" y="5410101"/>
                </a:cubicBezTo>
                <a:cubicBezTo>
                  <a:pt x="5114354" y="5410101"/>
                  <a:pt x="4946333" y="5510399"/>
                  <a:pt x="4811745" y="5421245"/>
                </a:cubicBezTo>
                <a:cubicBezTo>
                  <a:pt x="4677157" y="5331234"/>
                  <a:pt x="4738879" y="5201789"/>
                  <a:pt x="4821175" y="5069772"/>
                </a:cubicBezTo>
                <a:cubicBezTo>
                  <a:pt x="4902613" y="4938613"/>
                  <a:pt x="4714018" y="4741445"/>
                  <a:pt x="4906043" y="4620573"/>
                </a:cubicBezTo>
                <a:cubicBezTo>
                  <a:pt x="4929939" y="4605464"/>
                  <a:pt x="4961978" y="4598177"/>
                  <a:pt x="4998395" y="4598030"/>
                </a:cubicBezTo>
                <a:close/>
                <a:moveTo>
                  <a:pt x="4274249" y="4584568"/>
                </a:moveTo>
                <a:cubicBezTo>
                  <a:pt x="4274249" y="4584568"/>
                  <a:pt x="4379691" y="4696011"/>
                  <a:pt x="4374548" y="4755161"/>
                </a:cubicBezTo>
                <a:cubicBezTo>
                  <a:pt x="4369404" y="4814311"/>
                  <a:pt x="4257961" y="4835742"/>
                  <a:pt x="4257961" y="4835742"/>
                </a:cubicBezTo>
                <a:cubicBezTo>
                  <a:pt x="4257961" y="4835742"/>
                  <a:pt x="4409695" y="4835742"/>
                  <a:pt x="4411409" y="4762876"/>
                </a:cubicBezTo>
                <a:cubicBezTo>
                  <a:pt x="4412266" y="4690867"/>
                  <a:pt x="4274249" y="4584568"/>
                  <a:pt x="4274249" y="4584568"/>
                </a:cubicBezTo>
                <a:close/>
                <a:moveTo>
                  <a:pt x="3351982" y="4540192"/>
                </a:moveTo>
                <a:cubicBezTo>
                  <a:pt x="3377619" y="4544170"/>
                  <a:pt x="3402426" y="4554779"/>
                  <a:pt x="3423000" y="4575995"/>
                </a:cubicBezTo>
                <a:lnTo>
                  <a:pt x="3655315" y="4575995"/>
                </a:lnTo>
                <a:lnTo>
                  <a:pt x="3655315" y="4916325"/>
                </a:lnTo>
                <a:lnTo>
                  <a:pt x="3417856" y="4918039"/>
                </a:lnTo>
                <a:cubicBezTo>
                  <a:pt x="3417856" y="4918039"/>
                  <a:pt x="3338132" y="4837458"/>
                  <a:pt x="3190684" y="4914610"/>
                </a:cubicBezTo>
                <a:lnTo>
                  <a:pt x="3190684" y="4575995"/>
                </a:lnTo>
                <a:cubicBezTo>
                  <a:pt x="3190684" y="4575995"/>
                  <a:pt x="3275070" y="4528258"/>
                  <a:pt x="3351982" y="4540192"/>
                </a:cubicBezTo>
                <a:close/>
                <a:moveTo>
                  <a:pt x="2448416" y="4421371"/>
                </a:moveTo>
                <a:cubicBezTo>
                  <a:pt x="2452166" y="4422121"/>
                  <a:pt x="2455595" y="4424264"/>
                  <a:pt x="2457738" y="4427692"/>
                </a:cubicBezTo>
                <a:lnTo>
                  <a:pt x="2484119" y="4467601"/>
                </a:lnTo>
                <a:lnTo>
                  <a:pt x="2494346" y="4463537"/>
                </a:lnTo>
                <a:cubicBezTo>
                  <a:pt x="2526051" y="4457750"/>
                  <a:pt x="2559323" y="4470769"/>
                  <a:pt x="2578610" y="4499701"/>
                </a:cubicBezTo>
                <a:cubicBezTo>
                  <a:pt x="2591040" y="4518990"/>
                  <a:pt x="2594684" y="4541279"/>
                  <a:pt x="2590397" y="4561960"/>
                </a:cubicBezTo>
                <a:lnTo>
                  <a:pt x="2583304" y="4578864"/>
                </a:lnTo>
                <a:lnTo>
                  <a:pt x="2600248" y="4591301"/>
                </a:lnTo>
                <a:cubicBezTo>
                  <a:pt x="2715712" y="4676099"/>
                  <a:pt x="3023094" y="4902555"/>
                  <a:pt x="3017521" y="4906038"/>
                </a:cubicBezTo>
                <a:cubicBezTo>
                  <a:pt x="3010663" y="4910324"/>
                  <a:pt x="2910365" y="4886321"/>
                  <a:pt x="2910365" y="4886321"/>
                </a:cubicBezTo>
                <a:cubicBezTo>
                  <a:pt x="2910365" y="4886321"/>
                  <a:pt x="2690962" y="4728640"/>
                  <a:pt x="2580176" y="4648353"/>
                </a:cubicBezTo>
                <a:lnTo>
                  <a:pt x="2571469" y="4642020"/>
                </a:lnTo>
                <a:lnTo>
                  <a:pt x="2632617" y="5059485"/>
                </a:lnTo>
                <a:lnTo>
                  <a:pt x="2611186" y="5161498"/>
                </a:lnTo>
                <a:lnTo>
                  <a:pt x="2574324" y="5065486"/>
                </a:lnTo>
                <a:lnTo>
                  <a:pt x="2504337" y="4626262"/>
                </a:lnTo>
                <a:lnTo>
                  <a:pt x="2492028" y="4626039"/>
                </a:lnTo>
                <a:cubicBezTo>
                  <a:pt x="2471240" y="4621646"/>
                  <a:pt x="2452166" y="4609430"/>
                  <a:pt x="2439736" y="4590570"/>
                </a:cubicBezTo>
                <a:cubicBezTo>
                  <a:pt x="2421091" y="4561638"/>
                  <a:pt x="2422216" y="4525955"/>
                  <a:pt x="2440218" y="4499073"/>
                </a:cubicBezTo>
                <a:lnTo>
                  <a:pt x="2457768" y="4481633"/>
                </a:lnTo>
                <a:lnTo>
                  <a:pt x="2432878" y="4443980"/>
                </a:lnTo>
                <a:cubicBezTo>
                  <a:pt x="2428592" y="4437122"/>
                  <a:pt x="2430306" y="4427692"/>
                  <a:pt x="2437164" y="4423406"/>
                </a:cubicBezTo>
                <a:cubicBezTo>
                  <a:pt x="2440593" y="4421263"/>
                  <a:pt x="2444665" y="4420621"/>
                  <a:pt x="2448416" y="4421371"/>
                </a:cubicBezTo>
                <a:close/>
                <a:moveTo>
                  <a:pt x="1177862" y="4374542"/>
                </a:moveTo>
                <a:cubicBezTo>
                  <a:pt x="1177862" y="4374542"/>
                  <a:pt x="1327023" y="4458553"/>
                  <a:pt x="1272159" y="4609429"/>
                </a:cubicBezTo>
                <a:cubicBezTo>
                  <a:pt x="1272159" y="4609429"/>
                  <a:pt x="1399889" y="4409689"/>
                  <a:pt x="1177862" y="4374542"/>
                </a:cubicBezTo>
                <a:close/>
                <a:moveTo>
                  <a:pt x="1102424" y="4309391"/>
                </a:moveTo>
                <a:lnTo>
                  <a:pt x="1108424" y="4309391"/>
                </a:lnTo>
                <a:lnTo>
                  <a:pt x="1109281" y="4309391"/>
                </a:lnTo>
                <a:lnTo>
                  <a:pt x="1115282" y="4309391"/>
                </a:lnTo>
                <a:cubicBezTo>
                  <a:pt x="1440180" y="4317964"/>
                  <a:pt x="1363885" y="4640290"/>
                  <a:pt x="1276445" y="4720014"/>
                </a:cubicBezTo>
                <a:cubicBezTo>
                  <a:pt x="1186434" y="4799738"/>
                  <a:pt x="1193292" y="4900894"/>
                  <a:pt x="1193292" y="4900894"/>
                </a:cubicBezTo>
                <a:lnTo>
                  <a:pt x="1121283" y="4900894"/>
                </a:lnTo>
                <a:lnTo>
                  <a:pt x="1108424" y="4900894"/>
                </a:lnTo>
                <a:lnTo>
                  <a:pt x="1030415" y="4900894"/>
                </a:lnTo>
                <a:cubicBezTo>
                  <a:pt x="1030415" y="4900894"/>
                  <a:pt x="1033844" y="4800596"/>
                  <a:pt x="944690" y="4720014"/>
                </a:cubicBezTo>
                <a:cubicBezTo>
                  <a:pt x="856393" y="4640290"/>
                  <a:pt x="777526" y="4317964"/>
                  <a:pt x="1102424" y="4309391"/>
                </a:cubicBezTo>
                <a:close/>
                <a:moveTo>
                  <a:pt x="4160235" y="4161086"/>
                </a:moveTo>
                <a:cubicBezTo>
                  <a:pt x="4217671" y="4161086"/>
                  <a:pt x="4264820" y="4179089"/>
                  <a:pt x="4264820" y="4201377"/>
                </a:cubicBezTo>
                <a:cubicBezTo>
                  <a:pt x="4264820" y="4202235"/>
                  <a:pt x="4264820" y="4203092"/>
                  <a:pt x="4264820" y="4203949"/>
                </a:cubicBezTo>
                <a:lnTo>
                  <a:pt x="4269106" y="4203949"/>
                </a:lnTo>
                <a:lnTo>
                  <a:pt x="4269106" y="4279387"/>
                </a:lnTo>
                <a:lnTo>
                  <a:pt x="4264820" y="4279387"/>
                </a:lnTo>
                <a:cubicBezTo>
                  <a:pt x="4263962" y="4287960"/>
                  <a:pt x="4258819" y="4295675"/>
                  <a:pt x="4247675" y="4301676"/>
                </a:cubicBezTo>
                <a:cubicBezTo>
                  <a:pt x="4247675" y="4337680"/>
                  <a:pt x="4247675" y="4444836"/>
                  <a:pt x="4247675" y="4473126"/>
                </a:cubicBezTo>
                <a:cubicBezTo>
                  <a:pt x="4247675" y="4506559"/>
                  <a:pt x="4263962" y="4515131"/>
                  <a:pt x="4263962" y="4515131"/>
                </a:cubicBezTo>
                <a:cubicBezTo>
                  <a:pt x="4302538" y="4538276"/>
                  <a:pt x="4524566" y="4764591"/>
                  <a:pt x="4425983" y="4833171"/>
                </a:cubicBezTo>
                <a:cubicBezTo>
                  <a:pt x="4337686" y="4894893"/>
                  <a:pt x="4190239" y="4892321"/>
                  <a:pt x="4161091" y="4891464"/>
                </a:cubicBezTo>
                <a:cubicBezTo>
                  <a:pt x="4131945" y="4892321"/>
                  <a:pt x="3983640" y="4894893"/>
                  <a:pt x="3896201" y="4833171"/>
                </a:cubicBezTo>
                <a:cubicBezTo>
                  <a:pt x="3798475" y="4764591"/>
                  <a:pt x="4023931" y="4538276"/>
                  <a:pt x="4062507" y="4515131"/>
                </a:cubicBezTo>
                <a:cubicBezTo>
                  <a:pt x="4062507" y="4515131"/>
                  <a:pt x="4085653" y="4506559"/>
                  <a:pt x="4085653" y="4473126"/>
                </a:cubicBezTo>
                <a:cubicBezTo>
                  <a:pt x="4085653" y="4445693"/>
                  <a:pt x="4085653" y="4339395"/>
                  <a:pt x="4085653" y="4302533"/>
                </a:cubicBezTo>
                <a:cubicBezTo>
                  <a:pt x="4064222" y="4296532"/>
                  <a:pt x="4057364" y="4287960"/>
                  <a:pt x="4055650" y="4279387"/>
                </a:cubicBezTo>
                <a:lnTo>
                  <a:pt x="4053935" y="4279387"/>
                </a:lnTo>
                <a:lnTo>
                  <a:pt x="4053935" y="4203949"/>
                </a:lnTo>
                <a:lnTo>
                  <a:pt x="4055650" y="4203949"/>
                </a:lnTo>
                <a:cubicBezTo>
                  <a:pt x="4055650" y="4203092"/>
                  <a:pt x="4055650" y="4202235"/>
                  <a:pt x="4055650" y="4201377"/>
                </a:cubicBezTo>
                <a:cubicBezTo>
                  <a:pt x="4055650" y="4179089"/>
                  <a:pt x="4102798" y="4161086"/>
                  <a:pt x="4160235" y="4161086"/>
                </a:cubicBezTo>
                <a:close/>
                <a:moveTo>
                  <a:pt x="1690622" y="3905928"/>
                </a:moveTo>
                <a:cubicBezTo>
                  <a:pt x="1643577" y="3910087"/>
                  <a:pt x="1597165" y="3927808"/>
                  <a:pt x="1557624" y="3959633"/>
                </a:cubicBezTo>
                <a:cubicBezTo>
                  <a:pt x="1452182" y="4044502"/>
                  <a:pt x="1436751" y="4198807"/>
                  <a:pt x="1521619" y="4304248"/>
                </a:cubicBezTo>
                <a:cubicBezTo>
                  <a:pt x="1606488" y="4409690"/>
                  <a:pt x="1760793" y="4425121"/>
                  <a:pt x="1866235" y="4340253"/>
                </a:cubicBezTo>
                <a:cubicBezTo>
                  <a:pt x="1970819" y="4255385"/>
                  <a:pt x="1987107" y="4101080"/>
                  <a:pt x="1902239" y="3995637"/>
                </a:cubicBezTo>
                <a:cubicBezTo>
                  <a:pt x="1849197" y="3929737"/>
                  <a:pt x="1769030" y="3898996"/>
                  <a:pt x="1690622" y="3905928"/>
                </a:cubicBezTo>
                <a:close/>
                <a:moveTo>
                  <a:pt x="1684921" y="3849926"/>
                </a:moveTo>
                <a:cubicBezTo>
                  <a:pt x="1781219" y="3841547"/>
                  <a:pt x="1879736" y="3879587"/>
                  <a:pt x="1945102" y="3960490"/>
                </a:cubicBezTo>
                <a:cubicBezTo>
                  <a:pt x="2037364" y="4073005"/>
                  <a:pt x="2033801" y="4232775"/>
                  <a:pt x="1944751" y="4341023"/>
                </a:cubicBezTo>
                <a:lnTo>
                  <a:pt x="1930222" y="4355411"/>
                </a:lnTo>
                <a:lnTo>
                  <a:pt x="1980119" y="4416919"/>
                </a:lnTo>
                <a:lnTo>
                  <a:pt x="1986891" y="4416333"/>
                </a:lnTo>
                <a:cubicBezTo>
                  <a:pt x="2003394" y="4418048"/>
                  <a:pt x="2019253" y="4425977"/>
                  <a:pt x="2030826" y="4439693"/>
                </a:cubicBezTo>
                <a:lnTo>
                  <a:pt x="2204848" y="4654864"/>
                </a:lnTo>
                <a:cubicBezTo>
                  <a:pt x="2227136" y="4683153"/>
                  <a:pt x="2222850" y="4723444"/>
                  <a:pt x="2195418" y="4746590"/>
                </a:cubicBezTo>
                <a:cubicBezTo>
                  <a:pt x="2167129" y="4768878"/>
                  <a:pt x="2126838" y="4764592"/>
                  <a:pt x="2103692" y="4737160"/>
                </a:cubicBezTo>
                <a:lnTo>
                  <a:pt x="1929670" y="4521990"/>
                </a:lnTo>
                <a:cubicBezTo>
                  <a:pt x="1918526" y="4507845"/>
                  <a:pt x="1914026" y="4490700"/>
                  <a:pt x="1915740" y="4474198"/>
                </a:cubicBezTo>
                <a:lnTo>
                  <a:pt x="1917360" y="4468826"/>
                </a:lnTo>
                <a:lnTo>
                  <a:pt x="1866912" y="4406639"/>
                </a:lnTo>
                <a:lnTo>
                  <a:pt x="1850557" y="4417393"/>
                </a:lnTo>
                <a:cubicBezTo>
                  <a:pt x="1726557" y="4481914"/>
                  <a:pt x="1569412" y="4452660"/>
                  <a:pt x="1477899" y="4339396"/>
                </a:cubicBezTo>
                <a:cubicBezTo>
                  <a:pt x="1372458" y="4210808"/>
                  <a:pt x="1392174" y="4020499"/>
                  <a:pt x="1521619" y="3915913"/>
                </a:cubicBezTo>
                <a:cubicBezTo>
                  <a:pt x="1570161" y="3876694"/>
                  <a:pt x="1627142" y="3854954"/>
                  <a:pt x="1684921" y="3849926"/>
                </a:cubicBezTo>
                <a:close/>
                <a:moveTo>
                  <a:pt x="812246" y="3781539"/>
                </a:moveTo>
                <a:cubicBezTo>
                  <a:pt x="816103" y="3781325"/>
                  <a:pt x="819961" y="3782611"/>
                  <a:pt x="822961" y="3785611"/>
                </a:cubicBezTo>
                <a:cubicBezTo>
                  <a:pt x="828962" y="3791612"/>
                  <a:pt x="829819" y="3801042"/>
                  <a:pt x="823818" y="3807042"/>
                </a:cubicBezTo>
                <a:lnTo>
                  <a:pt x="792194" y="3842032"/>
                </a:lnTo>
                <a:lnTo>
                  <a:pt x="798502" y="3850722"/>
                </a:lnTo>
                <a:cubicBezTo>
                  <a:pt x="811923" y="3880016"/>
                  <a:pt x="807744" y="3915699"/>
                  <a:pt x="785241" y="3940773"/>
                </a:cubicBezTo>
                <a:cubicBezTo>
                  <a:pt x="769810" y="3957489"/>
                  <a:pt x="749022" y="3966490"/>
                  <a:pt x="727912" y="3967562"/>
                </a:cubicBezTo>
                <a:lnTo>
                  <a:pt x="709923" y="3965051"/>
                </a:lnTo>
                <a:lnTo>
                  <a:pt x="701209" y="3986914"/>
                </a:lnTo>
                <a:cubicBezTo>
                  <a:pt x="648195" y="4119828"/>
                  <a:pt x="506367" y="4473875"/>
                  <a:pt x="501492" y="4469697"/>
                </a:cubicBezTo>
                <a:cubicBezTo>
                  <a:pt x="496348" y="4464553"/>
                  <a:pt x="493776" y="4360826"/>
                  <a:pt x="493776" y="4360826"/>
                </a:cubicBezTo>
                <a:cubicBezTo>
                  <a:pt x="493776" y="4360826"/>
                  <a:pt x="591181" y="4108151"/>
                  <a:pt x="640969" y="3980729"/>
                </a:cubicBezTo>
                <a:lnTo>
                  <a:pt x="644840" y="3970847"/>
                </a:lnTo>
                <a:lnTo>
                  <a:pt x="257175" y="4134512"/>
                </a:lnTo>
                <a:lnTo>
                  <a:pt x="152590" y="4139655"/>
                </a:lnTo>
                <a:lnTo>
                  <a:pt x="236601" y="4079647"/>
                </a:lnTo>
                <a:lnTo>
                  <a:pt x="644257" y="3901600"/>
                </a:lnTo>
                <a:lnTo>
                  <a:pt x="641223" y="3889445"/>
                </a:lnTo>
                <a:cubicBezTo>
                  <a:pt x="640151" y="3868336"/>
                  <a:pt x="647223" y="3846904"/>
                  <a:pt x="662654" y="3830188"/>
                </a:cubicBezTo>
                <a:cubicBezTo>
                  <a:pt x="678084" y="3813043"/>
                  <a:pt x="698873" y="3803828"/>
                  <a:pt x="719983" y="3802756"/>
                </a:cubicBezTo>
                <a:cubicBezTo>
                  <a:pt x="730538" y="3802220"/>
                  <a:pt x="741174" y="3803720"/>
                  <a:pt x="751260" y="3807283"/>
                </a:cubicBezTo>
                <a:lnTo>
                  <a:pt x="771606" y="3819575"/>
                </a:lnTo>
                <a:lnTo>
                  <a:pt x="801530" y="3786468"/>
                </a:lnTo>
                <a:cubicBezTo>
                  <a:pt x="804530" y="3783468"/>
                  <a:pt x="808388" y="3781754"/>
                  <a:pt x="812246" y="3781539"/>
                </a:cubicBezTo>
                <a:close/>
                <a:moveTo>
                  <a:pt x="5496913" y="3702672"/>
                </a:moveTo>
                <a:lnTo>
                  <a:pt x="5456397" y="3737606"/>
                </a:lnTo>
                <a:cubicBezTo>
                  <a:pt x="5456397" y="3737606"/>
                  <a:pt x="5471399" y="3722175"/>
                  <a:pt x="5490901" y="3706745"/>
                </a:cubicBezTo>
                <a:close/>
                <a:moveTo>
                  <a:pt x="5797583" y="3639879"/>
                </a:moveTo>
                <a:cubicBezTo>
                  <a:pt x="5797583" y="3639879"/>
                  <a:pt x="5800289" y="3640884"/>
                  <a:pt x="5805112" y="3642965"/>
                </a:cubicBezTo>
                <a:lnTo>
                  <a:pt x="5820840" y="3650383"/>
                </a:lnTo>
                <a:close/>
                <a:moveTo>
                  <a:pt x="5699857" y="3627877"/>
                </a:moveTo>
                <a:lnTo>
                  <a:pt x="5704143" y="3631306"/>
                </a:lnTo>
                <a:cubicBezTo>
                  <a:pt x="5704143" y="3631306"/>
                  <a:pt x="5701571" y="3635593"/>
                  <a:pt x="5699857" y="3638164"/>
                </a:cubicBezTo>
                <a:cubicBezTo>
                  <a:pt x="5698999" y="3640736"/>
                  <a:pt x="5703285" y="3639022"/>
                  <a:pt x="5703285" y="3639022"/>
                </a:cubicBezTo>
                <a:cubicBezTo>
                  <a:pt x="5703285" y="3639022"/>
                  <a:pt x="5717002" y="3645880"/>
                  <a:pt x="5717002" y="3648451"/>
                </a:cubicBezTo>
                <a:cubicBezTo>
                  <a:pt x="5717002" y="3651023"/>
                  <a:pt x="5711001" y="3653595"/>
                  <a:pt x="5698999" y="3652738"/>
                </a:cubicBezTo>
                <a:cubicBezTo>
                  <a:pt x="5686997" y="3651881"/>
                  <a:pt x="5692998" y="3654452"/>
                  <a:pt x="5677567" y="3646737"/>
                </a:cubicBezTo>
                <a:cubicBezTo>
                  <a:pt x="5661279" y="3639022"/>
                  <a:pt x="5662994" y="3659596"/>
                  <a:pt x="5656993" y="3664739"/>
                </a:cubicBezTo>
                <a:cubicBezTo>
                  <a:pt x="5650135" y="3669883"/>
                  <a:pt x="5650135" y="3671597"/>
                  <a:pt x="5645849" y="3681027"/>
                </a:cubicBezTo>
                <a:cubicBezTo>
                  <a:pt x="5642420" y="3690457"/>
                  <a:pt x="5645849" y="3681027"/>
                  <a:pt x="5656136" y="3687028"/>
                </a:cubicBezTo>
                <a:cubicBezTo>
                  <a:pt x="5666423" y="3693028"/>
                  <a:pt x="5660422" y="3688742"/>
                  <a:pt x="5665566" y="3687885"/>
                </a:cubicBezTo>
                <a:cubicBezTo>
                  <a:pt x="5670709" y="3687885"/>
                  <a:pt x="5685282" y="3684456"/>
                  <a:pt x="5689569" y="3683599"/>
                </a:cubicBezTo>
                <a:cubicBezTo>
                  <a:pt x="5693855" y="3682741"/>
                  <a:pt x="5696427" y="3683599"/>
                  <a:pt x="5695569" y="3698172"/>
                </a:cubicBezTo>
                <a:cubicBezTo>
                  <a:pt x="5694713" y="3713602"/>
                  <a:pt x="5695569" y="3698172"/>
                  <a:pt x="5717859" y="3709316"/>
                </a:cubicBezTo>
                <a:cubicBezTo>
                  <a:pt x="5740148" y="3719603"/>
                  <a:pt x="5713573" y="3719603"/>
                  <a:pt x="5730718" y="3723889"/>
                </a:cubicBezTo>
                <a:cubicBezTo>
                  <a:pt x="5747863" y="3728176"/>
                  <a:pt x="5728146" y="3729033"/>
                  <a:pt x="5715287" y="3734176"/>
                </a:cubicBezTo>
                <a:cubicBezTo>
                  <a:pt x="5702427" y="3740177"/>
                  <a:pt x="5708429" y="3733319"/>
                  <a:pt x="5699857" y="3744463"/>
                </a:cubicBezTo>
                <a:cubicBezTo>
                  <a:pt x="5691283" y="3755608"/>
                  <a:pt x="5701571" y="3752179"/>
                  <a:pt x="5705857" y="3753893"/>
                </a:cubicBezTo>
                <a:cubicBezTo>
                  <a:pt x="5710143" y="3755608"/>
                  <a:pt x="5717859" y="3753893"/>
                  <a:pt x="5722145" y="3750464"/>
                </a:cubicBezTo>
                <a:cubicBezTo>
                  <a:pt x="5725574" y="3747035"/>
                  <a:pt x="5729003" y="3748750"/>
                  <a:pt x="5729003" y="3748750"/>
                </a:cubicBezTo>
                <a:cubicBezTo>
                  <a:pt x="5729003" y="3748750"/>
                  <a:pt x="5738433" y="3740177"/>
                  <a:pt x="5747863" y="3745321"/>
                </a:cubicBezTo>
                <a:cubicBezTo>
                  <a:pt x="5757293" y="3750464"/>
                  <a:pt x="5747863" y="3745321"/>
                  <a:pt x="5750435" y="3742749"/>
                </a:cubicBezTo>
                <a:cubicBezTo>
                  <a:pt x="5753006" y="3741034"/>
                  <a:pt x="5757293" y="3741892"/>
                  <a:pt x="5760722" y="3738463"/>
                </a:cubicBezTo>
                <a:cubicBezTo>
                  <a:pt x="5764150" y="3735891"/>
                  <a:pt x="5771866" y="3733319"/>
                  <a:pt x="5794154" y="3741892"/>
                </a:cubicBezTo>
                <a:cubicBezTo>
                  <a:pt x="5817300" y="3750464"/>
                  <a:pt x="5795869" y="3748750"/>
                  <a:pt x="5806156" y="3753036"/>
                </a:cubicBezTo>
                <a:cubicBezTo>
                  <a:pt x="5815585" y="3757322"/>
                  <a:pt x="5809585" y="3755608"/>
                  <a:pt x="5810442" y="3749607"/>
                </a:cubicBezTo>
                <a:cubicBezTo>
                  <a:pt x="5811299" y="3743606"/>
                  <a:pt x="5811299" y="3735034"/>
                  <a:pt x="5814728" y="3733319"/>
                </a:cubicBezTo>
                <a:cubicBezTo>
                  <a:pt x="5818157" y="3732462"/>
                  <a:pt x="5820729" y="3734176"/>
                  <a:pt x="5825015" y="3737606"/>
                </a:cubicBezTo>
                <a:cubicBezTo>
                  <a:pt x="5829302" y="3741034"/>
                  <a:pt x="5838731" y="3718746"/>
                  <a:pt x="5849018" y="3723032"/>
                </a:cubicBezTo>
                <a:cubicBezTo>
                  <a:pt x="5858448" y="3727318"/>
                  <a:pt x="5851590" y="3724747"/>
                  <a:pt x="5861877" y="3731605"/>
                </a:cubicBezTo>
                <a:cubicBezTo>
                  <a:pt x="5872164" y="3738463"/>
                  <a:pt x="5861877" y="3741892"/>
                  <a:pt x="5856733" y="3746178"/>
                </a:cubicBezTo>
                <a:cubicBezTo>
                  <a:pt x="5850733" y="3751321"/>
                  <a:pt x="5853305" y="3743606"/>
                  <a:pt x="5844732" y="3741034"/>
                </a:cubicBezTo>
                <a:cubicBezTo>
                  <a:pt x="5836160" y="3738463"/>
                  <a:pt x="5841303" y="3742749"/>
                  <a:pt x="5828444" y="3754751"/>
                </a:cubicBezTo>
                <a:cubicBezTo>
                  <a:pt x="5815585" y="3765895"/>
                  <a:pt x="5828444" y="3754751"/>
                  <a:pt x="5831016" y="3761608"/>
                </a:cubicBezTo>
                <a:cubicBezTo>
                  <a:pt x="5833588" y="3768466"/>
                  <a:pt x="5840446" y="3759037"/>
                  <a:pt x="5847304" y="3761608"/>
                </a:cubicBezTo>
                <a:cubicBezTo>
                  <a:pt x="5854162" y="3764180"/>
                  <a:pt x="5852447" y="3764180"/>
                  <a:pt x="5861877" y="3765895"/>
                </a:cubicBezTo>
                <a:cubicBezTo>
                  <a:pt x="5871307" y="3767609"/>
                  <a:pt x="5861877" y="3765895"/>
                  <a:pt x="5863592" y="3771896"/>
                </a:cubicBezTo>
                <a:cubicBezTo>
                  <a:pt x="5864449" y="3777896"/>
                  <a:pt x="5867878" y="3772753"/>
                  <a:pt x="5877308" y="3777039"/>
                </a:cubicBezTo>
                <a:cubicBezTo>
                  <a:pt x="5886737" y="3782182"/>
                  <a:pt x="5880737" y="3779611"/>
                  <a:pt x="5877308" y="3786469"/>
                </a:cubicBezTo>
                <a:cubicBezTo>
                  <a:pt x="5874736" y="3793327"/>
                  <a:pt x="5874736" y="3786469"/>
                  <a:pt x="5871307" y="3784754"/>
                </a:cubicBezTo>
                <a:cubicBezTo>
                  <a:pt x="5867878" y="3783040"/>
                  <a:pt x="5867020" y="3783040"/>
                  <a:pt x="5859305" y="3787326"/>
                </a:cubicBezTo>
                <a:cubicBezTo>
                  <a:pt x="5851590" y="3791612"/>
                  <a:pt x="5850733" y="3788183"/>
                  <a:pt x="5847304" y="3789898"/>
                </a:cubicBezTo>
                <a:cubicBezTo>
                  <a:pt x="5843875" y="3791612"/>
                  <a:pt x="5842160" y="3788183"/>
                  <a:pt x="5824158" y="3786469"/>
                </a:cubicBezTo>
                <a:cubicBezTo>
                  <a:pt x="5806156" y="3784754"/>
                  <a:pt x="5824158" y="3786469"/>
                  <a:pt x="5813871" y="3796756"/>
                </a:cubicBezTo>
                <a:cubicBezTo>
                  <a:pt x="5803584" y="3807043"/>
                  <a:pt x="5813871" y="3796756"/>
                  <a:pt x="5807013" y="3796756"/>
                </a:cubicBezTo>
                <a:cubicBezTo>
                  <a:pt x="5800155" y="3796756"/>
                  <a:pt x="5797583" y="3794184"/>
                  <a:pt x="5793297" y="3791612"/>
                </a:cubicBezTo>
                <a:cubicBezTo>
                  <a:pt x="5788153" y="3789041"/>
                  <a:pt x="5790725" y="3787326"/>
                  <a:pt x="5781295" y="3787326"/>
                </a:cubicBezTo>
                <a:cubicBezTo>
                  <a:pt x="5771866" y="3787326"/>
                  <a:pt x="5781295" y="3787326"/>
                  <a:pt x="5771866" y="3786469"/>
                </a:cubicBezTo>
                <a:cubicBezTo>
                  <a:pt x="5763293" y="3785611"/>
                  <a:pt x="5768437" y="3780468"/>
                  <a:pt x="5767580" y="3768466"/>
                </a:cubicBezTo>
                <a:cubicBezTo>
                  <a:pt x="5766722" y="3756465"/>
                  <a:pt x="5767580" y="3768466"/>
                  <a:pt x="5762436" y="3767609"/>
                </a:cubicBezTo>
                <a:cubicBezTo>
                  <a:pt x="5757293" y="3766752"/>
                  <a:pt x="5759007" y="3765895"/>
                  <a:pt x="5755578" y="3765895"/>
                </a:cubicBezTo>
                <a:cubicBezTo>
                  <a:pt x="5753006" y="3765895"/>
                  <a:pt x="5755578" y="3765895"/>
                  <a:pt x="5742719" y="3768466"/>
                </a:cubicBezTo>
                <a:cubicBezTo>
                  <a:pt x="5729860" y="3771038"/>
                  <a:pt x="5738433" y="3769324"/>
                  <a:pt x="5734147" y="3769324"/>
                </a:cubicBezTo>
                <a:cubicBezTo>
                  <a:pt x="5729860" y="3769324"/>
                  <a:pt x="5728146" y="3770181"/>
                  <a:pt x="5721288" y="3771896"/>
                </a:cubicBezTo>
                <a:cubicBezTo>
                  <a:pt x="5714430" y="3773610"/>
                  <a:pt x="5716145" y="3771896"/>
                  <a:pt x="5712715" y="3772753"/>
                </a:cubicBezTo>
                <a:cubicBezTo>
                  <a:pt x="5710143" y="3772753"/>
                  <a:pt x="5703285" y="3780468"/>
                  <a:pt x="5698999" y="3784754"/>
                </a:cubicBezTo>
                <a:cubicBezTo>
                  <a:pt x="5693855" y="3789041"/>
                  <a:pt x="5686140" y="3792469"/>
                  <a:pt x="5679282" y="3791612"/>
                </a:cubicBezTo>
                <a:cubicBezTo>
                  <a:pt x="5672424" y="3791612"/>
                  <a:pt x="5674996" y="3793327"/>
                  <a:pt x="5671567" y="3795898"/>
                </a:cubicBezTo>
                <a:cubicBezTo>
                  <a:pt x="5668137" y="3797613"/>
                  <a:pt x="5665566" y="3805328"/>
                  <a:pt x="5663851" y="3808757"/>
                </a:cubicBezTo>
                <a:cubicBezTo>
                  <a:pt x="5662137" y="3811329"/>
                  <a:pt x="5651850" y="3816472"/>
                  <a:pt x="5644134" y="3830188"/>
                </a:cubicBezTo>
                <a:cubicBezTo>
                  <a:pt x="5636419" y="3843904"/>
                  <a:pt x="5638134" y="3839618"/>
                  <a:pt x="5646706" y="3858478"/>
                </a:cubicBezTo>
                <a:cubicBezTo>
                  <a:pt x="5655279" y="3877337"/>
                  <a:pt x="5641563" y="3863621"/>
                  <a:pt x="5641563" y="3873051"/>
                </a:cubicBezTo>
                <a:cubicBezTo>
                  <a:pt x="5641563" y="3881623"/>
                  <a:pt x="5639848" y="3877337"/>
                  <a:pt x="5636419" y="3885052"/>
                </a:cubicBezTo>
                <a:cubicBezTo>
                  <a:pt x="5632990" y="3892768"/>
                  <a:pt x="5636419" y="3885052"/>
                  <a:pt x="5644992" y="3894482"/>
                </a:cubicBezTo>
                <a:cubicBezTo>
                  <a:pt x="5653564" y="3903912"/>
                  <a:pt x="5644992" y="3894482"/>
                  <a:pt x="5650135" y="3900483"/>
                </a:cubicBezTo>
                <a:cubicBezTo>
                  <a:pt x="5656136" y="3907341"/>
                  <a:pt x="5651850" y="3905626"/>
                  <a:pt x="5652707" y="3912484"/>
                </a:cubicBezTo>
                <a:cubicBezTo>
                  <a:pt x="5653564" y="3919342"/>
                  <a:pt x="5655279" y="3915913"/>
                  <a:pt x="5662137" y="3920200"/>
                </a:cubicBezTo>
                <a:cubicBezTo>
                  <a:pt x="5668995" y="3924486"/>
                  <a:pt x="5665566" y="3923629"/>
                  <a:pt x="5668995" y="3931344"/>
                </a:cubicBezTo>
                <a:cubicBezTo>
                  <a:pt x="5672424" y="3939059"/>
                  <a:pt x="5673281" y="3933058"/>
                  <a:pt x="5680139" y="3937345"/>
                </a:cubicBezTo>
                <a:cubicBezTo>
                  <a:pt x="5687854" y="3941631"/>
                  <a:pt x="5698141" y="3938202"/>
                  <a:pt x="5707571" y="3938202"/>
                </a:cubicBezTo>
                <a:cubicBezTo>
                  <a:pt x="5717002" y="3938202"/>
                  <a:pt x="5719573" y="3939059"/>
                  <a:pt x="5726432" y="3935630"/>
                </a:cubicBezTo>
                <a:cubicBezTo>
                  <a:pt x="5734147" y="3933058"/>
                  <a:pt x="5741862" y="3933058"/>
                  <a:pt x="5746148" y="3929629"/>
                </a:cubicBezTo>
                <a:cubicBezTo>
                  <a:pt x="5750435" y="3926201"/>
                  <a:pt x="5754721" y="3927058"/>
                  <a:pt x="5757293" y="3928772"/>
                </a:cubicBezTo>
                <a:cubicBezTo>
                  <a:pt x="5759864" y="3930487"/>
                  <a:pt x="5758150" y="3934773"/>
                  <a:pt x="5765008" y="3939916"/>
                </a:cubicBezTo>
                <a:cubicBezTo>
                  <a:pt x="5771866" y="3945060"/>
                  <a:pt x="5771866" y="3938202"/>
                  <a:pt x="5776152" y="3937345"/>
                </a:cubicBezTo>
                <a:cubicBezTo>
                  <a:pt x="5780438" y="3936487"/>
                  <a:pt x="5792440" y="3944203"/>
                  <a:pt x="5792440" y="3944203"/>
                </a:cubicBezTo>
                <a:cubicBezTo>
                  <a:pt x="5792440" y="3944203"/>
                  <a:pt x="5791583" y="3950203"/>
                  <a:pt x="5789011" y="3960491"/>
                </a:cubicBezTo>
                <a:cubicBezTo>
                  <a:pt x="5786439" y="3970777"/>
                  <a:pt x="5789011" y="3960491"/>
                  <a:pt x="5789011" y="3966491"/>
                </a:cubicBezTo>
                <a:cubicBezTo>
                  <a:pt x="5789011" y="3972492"/>
                  <a:pt x="5790725" y="3988780"/>
                  <a:pt x="5790725" y="3988780"/>
                </a:cubicBezTo>
                <a:cubicBezTo>
                  <a:pt x="5790725" y="3988780"/>
                  <a:pt x="5794154" y="3993066"/>
                  <a:pt x="5798440" y="3999924"/>
                </a:cubicBezTo>
                <a:cubicBezTo>
                  <a:pt x="5802727" y="4006782"/>
                  <a:pt x="5802727" y="4005067"/>
                  <a:pt x="5803584" y="4007639"/>
                </a:cubicBezTo>
                <a:cubicBezTo>
                  <a:pt x="5804441" y="4010211"/>
                  <a:pt x="5810442" y="4016212"/>
                  <a:pt x="5812157" y="4020498"/>
                </a:cubicBezTo>
                <a:cubicBezTo>
                  <a:pt x="5813871" y="4023927"/>
                  <a:pt x="5813871" y="4026499"/>
                  <a:pt x="5814728" y="4032499"/>
                </a:cubicBezTo>
                <a:cubicBezTo>
                  <a:pt x="5815585" y="4039358"/>
                  <a:pt x="5809585" y="4040215"/>
                  <a:pt x="5803584" y="4044501"/>
                </a:cubicBezTo>
                <a:cubicBezTo>
                  <a:pt x="5797583" y="4048787"/>
                  <a:pt x="5801012" y="4050502"/>
                  <a:pt x="5798440" y="4060789"/>
                </a:cubicBezTo>
                <a:cubicBezTo>
                  <a:pt x="5795869" y="4071075"/>
                  <a:pt x="5798440" y="4060789"/>
                  <a:pt x="5794154" y="4071075"/>
                </a:cubicBezTo>
                <a:cubicBezTo>
                  <a:pt x="5789868" y="4081363"/>
                  <a:pt x="5795012" y="4075362"/>
                  <a:pt x="5801012" y="4081363"/>
                </a:cubicBezTo>
                <a:cubicBezTo>
                  <a:pt x="5807870" y="4087363"/>
                  <a:pt x="5807013" y="4083934"/>
                  <a:pt x="5811299" y="4094221"/>
                </a:cubicBezTo>
                <a:cubicBezTo>
                  <a:pt x="5816443" y="4103651"/>
                  <a:pt x="5813014" y="4097651"/>
                  <a:pt x="5813871" y="4106223"/>
                </a:cubicBezTo>
                <a:cubicBezTo>
                  <a:pt x="5814728" y="4114796"/>
                  <a:pt x="5813871" y="4106223"/>
                  <a:pt x="5813871" y="4115653"/>
                </a:cubicBezTo>
                <a:cubicBezTo>
                  <a:pt x="5813871" y="4124225"/>
                  <a:pt x="5813871" y="4115653"/>
                  <a:pt x="5819015" y="4127654"/>
                </a:cubicBezTo>
                <a:cubicBezTo>
                  <a:pt x="5824158" y="4139655"/>
                  <a:pt x="5819872" y="4132798"/>
                  <a:pt x="5825873" y="4143942"/>
                </a:cubicBezTo>
                <a:cubicBezTo>
                  <a:pt x="5832730" y="4155086"/>
                  <a:pt x="5825873" y="4143942"/>
                  <a:pt x="5830159" y="4143942"/>
                </a:cubicBezTo>
                <a:cubicBezTo>
                  <a:pt x="5834445" y="4143942"/>
                  <a:pt x="5845589" y="4138798"/>
                  <a:pt x="5848161" y="4136227"/>
                </a:cubicBezTo>
                <a:cubicBezTo>
                  <a:pt x="5850733" y="4133655"/>
                  <a:pt x="5866163" y="4127654"/>
                  <a:pt x="5870450" y="4126797"/>
                </a:cubicBezTo>
                <a:cubicBezTo>
                  <a:pt x="5875593" y="4125940"/>
                  <a:pt x="5873878" y="4117367"/>
                  <a:pt x="5873878" y="4117367"/>
                </a:cubicBezTo>
                <a:lnTo>
                  <a:pt x="5888452" y="4105365"/>
                </a:lnTo>
                <a:lnTo>
                  <a:pt x="5900453" y="4087363"/>
                </a:lnTo>
                <a:cubicBezTo>
                  <a:pt x="5900453" y="4087363"/>
                  <a:pt x="5900453" y="4077934"/>
                  <a:pt x="5900453" y="4075362"/>
                </a:cubicBezTo>
                <a:cubicBezTo>
                  <a:pt x="5900453" y="4073648"/>
                  <a:pt x="5907311" y="4072790"/>
                  <a:pt x="5911598" y="4071933"/>
                </a:cubicBezTo>
                <a:cubicBezTo>
                  <a:pt x="5915027" y="4071075"/>
                  <a:pt x="5914169" y="4066789"/>
                  <a:pt x="5915884" y="4064218"/>
                </a:cubicBezTo>
                <a:cubicBezTo>
                  <a:pt x="5917598" y="4062503"/>
                  <a:pt x="5923599" y="4053073"/>
                  <a:pt x="5929600" y="4051359"/>
                </a:cubicBezTo>
                <a:cubicBezTo>
                  <a:pt x="5936458" y="4050502"/>
                  <a:pt x="5924456" y="4039358"/>
                  <a:pt x="5924456" y="4039358"/>
                </a:cubicBezTo>
                <a:cubicBezTo>
                  <a:pt x="5924456" y="4039358"/>
                  <a:pt x="5933029" y="4033357"/>
                  <a:pt x="5934743" y="4027356"/>
                </a:cubicBezTo>
                <a:cubicBezTo>
                  <a:pt x="5936458" y="4021355"/>
                  <a:pt x="5934743" y="4009354"/>
                  <a:pt x="5933886" y="4005925"/>
                </a:cubicBezTo>
                <a:cubicBezTo>
                  <a:pt x="5933029" y="4003353"/>
                  <a:pt x="5933886" y="3991351"/>
                  <a:pt x="5933886" y="3991351"/>
                </a:cubicBezTo>
                <a:lnTo>
                  <a:pt x="5940744" y="3982779"/>
                </a:lnTo>
                <a:cubicBezTo>
                  <a:pt x="5940744" y="3982779"/>
                  <a:pt x="5941601" y="3967348"/>
                  <a:pt x="5944173" y="3965634"/>
                </a:cubicBezTo>
                <a:cubicBezTo>
                  <a:pt x="5946745" y="3963919"/>
                  <a:pt x="5951031" y="3953632"/>
                  <a:pt x="5955317" y="3953632"/>
                </a:cubicBezTo>
                <a:cubicBezTo>
                  <a:pt x="5959603" y="3953632"/>
                  <a:pt x="5958746" y="3930487"/>
                  <a:pt x="5958746" y="3930487"/>
                </a:cubicBezTo>
                <a:lnTo>
                  <a:pt x="5965604" y="3917628"/>
                </a:lnTo>
                <a:cubicBezTo>
                  <a:pt x="5965604" y="3917628"/>
                  <a:pt x="5968176" y="3904769"/>
                  <a:pt x="5968176" y="3902197"/>
                </a:cubicBezTo>
                <a:cubicBezTo>
                  <a:pt x="5968176" y="3899626"/>
                  <a:pt x="5961318" y="3894482"/>
                  <a:pt x="5961318" y="3894482"/>
                </a:cubicBezTo>
                <a:cubicBezTo>
                  <a:pt x="5961318" y="3894482"/>
                  <a:pt x="5954460" y="3894482"/>
                  <a:pt x="5949317" y="3897054"/>
                </a:cubicBezTo>
                <a:cubicBezTo>
                  <a:pt x="5944173" y="3899626"/>
                  <a:pt x="5945888" y="3897911"/>
                  <a:pt x="5942458" y="3898768"/>
                </a:cubicBezTo>
                <a:cubicBezTo>
                  <a:pt x="5939030" y="3899626"/>
                  <a:pt x="5938172" y="3897054"/>
                  <a:pt x="5933029" y="3895339"/>
                </a:cubicBezTo>
                <a:cubicBezTo>
                  <a:pt x="5927885" y="3893625"/>
                  <a:pt x="5932172" y="3888481"/>
                  <a:pt x="5933029" y="3884195"/>
                </a:cubicBezTo>
                <a:cubicBezTo>
                  <a:pt x="5933886" y="3879909"/>
                  <a:pt x="5925313" y="3880766"/>
                  <a:pt x="5921885" y="3879909"/>
                </a:cubicBezTo>
                <a:cubicBezTo>
                  <a:pt x="5919313" y="3879052"/>
                  <a:pt x="5918455" y="3869622"/>
                  <a:pt x="5915884" y="3867050"/>
                </a:cubicBezTo>
                <a:cubicBezTo>
                  <a:pt x="5914169" y="3865336"/>
                  <a:pt x="5913312" y="3861907"/>
                  <a:pt x="5909883" y="3855049"/>
                </a:cubicBezTo>
                <a:cubicBezTo>
                  <a:pt x="5906454" y="3848191"/>
                  <a:pt x="5904740" y="3851620"/>
                  <a:pt x="5900453" y="3850762"/>
                </a:cubicBezTo>
                <a:cubicBezTo>
                  <a:pt x="5896167" y="3849905"/>
                  <a:pt x="5901310" y="3841333"/>
                  <a:pt x="5897024" y="3833617"/>
                </a:cubicBezTo>
                <a:cubicBezTo>
                  <a:pt x="5892738" y="3825902"/>
                  <a:pt x="5906454" y="3830188"/>
                  <a:pt x="5906454" y="3830188"/>
                </a:cubicBezTo>
                <a:cubicBezTo>
                  <a:pt x="5906454" y="3830188"/>
                  <a:pt x="5906454" y="3830188"/>
                  <a:pt x="5912455" y="3835332"/>
                </a:cubicBezTo>
                <a:cubicBezTo>
                  <a:pt x="5918455" y="3841333"/>
                  <a:pt x="5914169" y="3839618"/>
                  <a:pt x="5918455" y="3845619"/>
                </a:cubicBezTo>
                <a:cubicBezTo>
                  <a:pt x="5923599" y="3851620"/>
                  <a:pt x="5919313" y="3855906"/>
                  <a:pt x="5921027" y="3858478"/>
                </a:cubicBezTo>
                <a:cubicBezTo>
                  <a:pt x="5922742" y="3861049"/>
                  <a:pt x="5932172" y="3862764"/>
                  <a:pt x="5935600" y="3867907"/>
                </a:cubicBezTo>
                <a:cubicBezTo>
                  <a:pt x="5939030" y="3873051"/>
                  <a:pt x="5944173" y="3879052"/>
                  <a:pt x="5944173" y="3879052"/>
                </a:cubicBezTo>
                <a:cubicBezTo>
                  <a:pt x="5944173" y="3879052"/>
                  <a:pt x="5961318" y="3876480"/>
                  <a:pt x="5964747" y="3874766"/>
                </a:cubicBezTo>
                <a:cubicBezTo>
                  <a:pt x="5967319" y="3873051"/>
                  <a:pt x="5969033" y="3863621"/>
                  <a:pt x="5969033" y="3863621"/>
                </a:cubicBezTo>
                <a:cubicBezTo>
                  <a:pt x="5969033" y="3863621"/>
                  <a:pt x="5972462" y="3855049"/>
                  <a:pt x="5972462" y="3851620"/>
                </a:cubicBezTo>
                <a:cubicBezTo>
                  <a:pt x="5972462" y="3849048"/>
                  <a:pt x="5968176" y="3837046"/>
                  <a:pt x="5968176" y="3837046"/>
                </a:cubicBezTo>
                <a:lnTo>
                  <a:pt x="5968176" y="3825045"/>
                </a:lnTo>
                <a:cubicBezTo>
                  <a:pt x="5968176" y="3825045"/>
                  <a:pt x="5962175" y="3819044"/>
                  <a:pt x="5963890" y="3814758"/>
                </a:cubicBezTo>
                <a:cubicBezTo>
                  <a:pt x="5965604" y="3811329"/>
                  <a:pt x="5963890" y="3814758"/>
                  <a:pt x="5967319" y="3815615"/>
                </a:cubicBezTo>
                <a:cubicBezTo>
                  <a:pt x="5969890" y="3816472"/>
                  <a:pt x="5976748" y="3816472"/>
                  <a:pt x="5979320" y="3819901"/>
                </a:cubicBezTo>
                <a:cubicBezTo>
                  <a:pt x="5981892" y="3823331"/>
                  <a:pt x="5984464" y="3832760"/>
                  <a:pt x="5987893" y="3836189"/>
                </a:cubicBezTo>
                <a:cubicBezTo>
                  <a:pt x="5991322" y="3839618"/>
                  <a:pt x="5991322" y="3838761"/>
                  <a:pt x="5995608" y="3843904"/>
                </a:cubicBezTo>
                <a:cubicBezTo>
                  <a:pt x="5999037" y="3849048"/>
                  <a:pt x="5998180" y="3845619"/>
                  <a:pt x="6001609" y="3850762"/>
                </a:cubicBezTo>
                <a:cubicBezTo>
                  <a:pt x="6005038" y="3856763"/>
                  <a:pt x="6001609" y="3855049"/>
                  <a:pt x="6005895" y="3862764"/>
                </a:cubicBezTo>
                <a:cubicBezTo>
                  <a:pt x="6010181" y="3870479"/>
                  <a:pt x="6010181" y="3868765"/>
                  <a:pt x="6014468" y="3873051"/>
                </a:cubicBezTo>
                <a:lnTo>
                  <a:pt x="6016182" y="3869622"/>
                </a:lnTo>
                <a:cubicBezTo>
                  <a:pt x="5982107" y="3745535"/>
                  <a:pt x="5876182" y="3678348"/>
                  <a:pt x="5825350" y="3652510"/>
                </a:cubicBezTo>
                <a:lnTo>
                  <a:pt x="5820840" y="3650383"/>
                </a:lnTo>
                <a:lnTo>
                  <a:pt x="5876805" y="3675659"/>
                </a:lnTo>
                <a:cubicBezTo>
                  <a:pt x="6043936" y="3773476"/>
                  <a:pt x="6086691" y="3965313"/>
                  <a:pt x="5998180" y="4119082"/>
                </a:cubicBezTo>
                <a:cubicBezTo>
                  <a:pt x="5897024" y="4294818"/>
                  <a:pt x="5717002" y="4286246"/>
                  <a:pt x="5717002" y="4286246"/>
                </a:cubicBezTo>
                <a:cubicBezTo>
                  <a:pt x="5797583" y="4285388"/>
                  <a:pt x="5835302" y="4250241"/>
                  <a:pt x="5835302" y="4250241"/>
                </a:cubicBezTo>
                <a:cubicBezTo>
                  <a:pt x="5835302" y="4250241"/>
                  <a:pt x="5821586" y="4249384"/>
                  <a:pt x="5819015" y="4251098"/>
                </a:cubicBezTo>
                <a:cubicBezTo>
                  <a:pt x="5816443" y="4252813"/>
                  <a:pt x="5805298" y="4244240"/>
                  <a:pt x="5802727" y="4244240"/>
                </a:cubicBezTo>
                <a:cubicBezTo>
                  <a:pt x="5800155" y="4244240"/>
                  <a:pt x="5795869" y="4243383"/>
                  <a:pt x="5793297" y="4242525"/>
                </a:cubicBezTo>
                <a:cubicBezTo>
                  <a:pt x="5790725" y="4241668"/>
                  <a:pt x="5783010" y="4244240"/>
                  <a:pt x="5777867" y="4245098"/>
                </a:cubicBezTo>
                <a:cubicBezTo>
                  <a:pt x="5771866" y="4245955"/>
                  <a:pt x="5771008" y="4245955"/>
                  <a:pt x="5765865" y="4251098"/>
                </a:cubicBezTo>
                <a:cubicBezTo>
                  <a:pt x="5759864" y="4256242"/>
                  <a:pt x="5759864" y="4250241"/>
                  <a:pt x="5755578" y="4250241"/>
                </a:cubicBezTo>
                <a:cubicBezTo>
                  <a:pt x="5752149" y="4250241"/>
                  <a:pt x="5742719" y="4251098"/>
                  <a:pt x="5742719" y="4251098"/>
                </a:cubicBezTo>
                <a:lnTo>
                  <a:pt x="5747005" y="4240811"/>
                </a:lnTo>
                <a:cubicBezTo>
                  <a:pt x="5747005" y="4240811"/>
                  <a:pt x="5741005" y="4239097"/>
                  <a:pt x="5735861" y="4239097"/>
                </a:cubicBezTo>
                <a:cubicBezTo>
                  <a:pt x="5730718" y="4239097"/>
                  <a:pt x="5731575" y="4243383"/>
                  <a:pt x="5729003" y="4247669"/>
                </a:cubicBezTo>
                <a:cubicBezTo>
                  <a:pt x="5726432" y="4251956"/>
                  <a:pt x="5726432" y="4252813"/>
                  <a:pt x="5723003" y="4258813"/>
                </a:cubicBezTo>
                <a:cubicBezTo>
                  <a:pt x="5720431" y="4265671"/>
                  <a:pt x="5706715" y="4255384"/>
                  <a:pt x="5701571" y="4254527"/>
                </a:cubicBezTo>
                <a:cubicBezTo>
                  <a:pt x="5696427" y="4253670"/>
                  <a:pt x="5693855" y="4254527"/>
                  <a:pt x="5689569" y="4251956"/>
                </a:cubicBezTo>
                <a:cubicBezTo>
                  <a:pt x="5685282" y="4249384"/>
                  <a:pt x="5690426" y="4247669"/>
                  <a:pt x="5690426" y="4247669"/>
                </a:cubicBezTo>
                <a:lnTo>
                  <a:pt x="5702427" y="4239097"/>
                </a:lnTo>
                <a:lnTo>
                  <a:pt x="5714430" y="4232239"/>
                </a:lnTo>
                <a:cubicBezTo>
                  <a:pt x="5714430" y="4232239"/>
                  <a:pt x="5712715" y="4226238"/>
                  <a:pt x="5708429" y="4225380"/>
                </a:cubicBezTo>
                <a:cubicBezTo>
                  <a:pt x="5704999" y="4224523"/>
                  <a:pt x="5704999" y="4227953"/>
                  <a:pt x="5702427" y="4230524"/>
                </a:cubicBezTo>
                <a:cubicBezTo>
                  <a:pt x="5699857" y="4233096"/>
                  <a:pt x="5677567" y="4231381"/>
                  <a:pt x="5677567" y="4231381"/>
                </a:cubicBezTo>
                <a:cubicBezTo>
                  <a:pt x="5677567" y="4231381"/>
                  <a:pt x="5663851" y="4236525"/>
                  <a:pt x="5656993" y="4233096"/>
                </a:cubicBezTo>
                <a:cubicBezTo>
                  <a:pt x="5649278" y="4229667"/>
                  <a:pt x="5656993" y="4233096"/>
                  <a:pt x="5653564" y="4226238"/>
                </a:cubicBezTo>
                <a:cubicBezTo>
                  <a:pt x="5650992" y="4219380"/>
                  <a:pt x="5644134" y="4230524"/>
                  <a:pt x="5638991" y="4233096"/>
                </a:cubicBezTo>
                <a:cubicBezTo>
                  <a:pt x="5632990" y="4235668"/>
                  <a:pt x="5632990" y="4233953"/>
                  <a:pt x="5618417" y="4236525"/>
                </a:cubicBezTo>
                <a:cubicBezTo>
                  <a:pt x="5603844" y="4239097"/>
                  <a:pt x="5608130" y="4238239"/>
                  <a:pt x="5608130" y="4238239"/>
                </a:cubicBezTo>
                <a:lnTo>
                  <a:pt x="5607273" y="4232239"/>
                </a:lnTo>
                <a:cubicBezTo>
                  <a:pt x="5607273" y="4232239"/>
                  <a:pt x="5601272" y="4236525"/>
                  <a:pt x="5596986" y="4240811"/>
                </a:cubicBezTo>
                <a:cubicBezTo>
                  <a:pt x="5592699" y="4245098"/>
                  <a:pt x="5588413" y="4242525"/>
                  <a:pt x="5584984" y="4242525"/>
                </a:cubicBezTo>
                <a:cubicBezTo>
                  <a:pt x="5581555" y="4242525"/>
                  <a:pt x="5583270" y="4256242"/>
                  <a:pt x="5583270" y="4256242"/>
                </a:cubicBezTo>
                <a:cubicBezTo>
                  <a:pt x="5589271" y="4270815"/>
                  <a:pt x="5664709" y="4287103"/>
                  <a:pt x="5664709" y="4287103"/>
                </a:cubicBezTo>
                <a:cubicBezTo>
                  <a:pt x="5338954" y="4239097"/>
                  <a:pt x="5372386" y="3912484"/>
                  <a:pt x="5372386" y="3912484"/>
                </a:cubicBezTo>
                <a:lnTo>
                  <a:pt x="5375815" y="3909913"/>
                </a:lnTo>
                <a:cubicBezTo>
                  <a:pt x="5375815" y="3909913"/>
                  <a:pt x="5377530" y="3917628"/>
                  <a:pt x="5378387" y="3921057"/>
                </a:cubicBezTo>
                <a:cubicBezTo>
                  <a:pt x="5380101" y="3924486"/>
                  <a:pt x="5380101" y="3923629"/>
                  <a:pt x="5384388" y="3929629"/>
                </a:cubicBezTo>
                <a:cubicBezTo>
                  <a:pt x="5387817" y="3935630"/>
                  <a:pt x="5389531" y="3934773"/>
                  <a:pt x="5391246" y="3939059"/>
                </a:cubicBezTo>
                <a:cubicBezTo>
                  <a:pt x="5392960" y="3944203"/>
                  <a:pt x="5391246" y="3939059"/>
                  <a:pt x="5386959" y="3953632"/>
                </a:cubicBezTo>
                <a:cubicBezTo>
                  <a:pt x="5383531" y="3968206"/>
                  <a:pt x="5395532" y="3977636"/>
                  <a:pt x="5395532" y="3977636"/>
                </a:cubicBezTo>
                <a:cubicBezTo>
                  <a:pt x="5395532" y="3977636"/>
                  <a:pt x="5395532" y="3981922"/>
                  <a:pt x="5394675" y="4006782"/>
                </a:cubicBezTo>
                <a:cubicBezTo>
                  <a:pt x="5393817" y="4030785"/>
                  <a:pt x="5404962" y="4036785"/>
                  <a:pt x="5413534" y="4051359"/>
                </a:cubicBezTo>
                <a:cubicBezTo>
                  <a:pt x="5421249" y="4065075"/>
                  <a:pt x="5416963" y="4059931"/>
                  <a:pt x="5420392" y="4065932"/>
                </a:cubicBezTo>
                <a:cubicBezTo>
                  <a:pt x="5423821" y="4071075"/>
                  <a:pt x="5422964" y="4066789"/>
                  <a:pt x="5432394" y="4075362"/>
                </a:cubicBezTo>
                <a:cubicBezTo>
                  <a:pt x="5441824" y="4083934"/>
                  <a:pt x="5434108" y="4083934"/>
                  <a:pt x="5438394" y="4101079"/>
                </a:cubicBezTo>
                <a:cubicBezTo>
                  <a:pt x="5442681" y="4118224"/>
                  <a:pt x="5442681" y="4108795"/>
                  <a:pt x="5446110" y="4123368"/>
                </a:cubicBezTo>
                <a:cubicBezTo>
                  <a:pt x="5448681" y="4138798"/>
                  <a:pt x="5449539" y="4126797"/>
                  <a:pt x="5455539" y="4135369"/>
                </a:cubicBezTo>
                <a:cubicBezTo>
                  <a:pt x="5461540" y="4143942"/>
                  <a:pt x="5455539" y="4135369"/>
                  <a:pt x="5462397" y="4148228"/>
                </a:cubicBezTo>
                <a:cubicBezTo>
                  <a:pt x="5469256" y="4161087"/>
                  <a:pt x="5467541" y="4154229"/>
                  <a:pt x="5470113" y="4160230"/>
                </a:cubicBezTo>
                <a:cubicBezTo>
                  <a:pt x="5472684" y="4165373"/>
                  <a:pt x="5475256" y="4162801"/>
                  <a:pt x="5484686" y="4188519"/>
                </a:cubicBezTo>
                <a:cubicBezTo>
                  <a:pt x="5494116" y="4214236"/>
                  <a:pt x="5486401" y="4192805"/>
                  <a:pt x="5491544" y="4198806"/>
                </a:cubicBezTo>
                <a:cubicBezTo>
                  <a:pt x="5496687" y="4204807"/>
                  <a:pt x="5499259" y="4201378"/>
                  <a:pt x="5511261" y="4210808"/>
                </a:cubicBezTo>
                <a:cubicBezTo>
                  <a:pt x="5523262" y="4220237"/>
                  <a:pt x="5514690" y="4215094"/>
                  <a:pt x="5524119" y="4221094"/>
                </a:cubicBezTo>
                <a:cubicBezTo>
                  <a:pt x="5533549" y="4227095"/>
                  <a:pt x="5525834" y="4218523"/>
                  <a:pt x="5525834" y="4215094"/>
                </a:cubicBezTo>
                <a:cubicBezTo>
                  <a:pt x="5525834" y="4211665"/>
                  <a:pt x="5521548" y="4209950"/>
                  <a:pt x="5518119" y="4206521"/>
                </a:cubicBezTo>
                <a:cubicBezTo>
                  <a:pt x="5513832" y="4203949"/>
                  <a:pt x="5512975" y="4199663"/>
                  <a:pt x="5509546" y="4195377"/>
                </a:cubicBezTo>
                <a:cubicBezTo>
                  <a:pt x="5506974" y="4191948"/>
                  <a:pt x="5506974" y="4190233"/>
                  <a:pt x="5505260" y="4185947"/>
                </a:cubicBezTo>
                <a:cubicBezTo>
                  <a:pt x="5502688" y="4181661"/>
                  <a:pt x="5500117" y="4179946"/>
                  <a:pt x="5495830" y="4173088"/>
                </a:cubicBezTo>
                <a:cubicBezTo>
                  <a:pt x="5491544" y="4166231"/>
                  <a:pt x="5499259" y="4167945"/>
                  <a:pt x="5500117" y="4165373"/>
                </a:cubicBezTo>
                <a:cubicBezTo>
                  <a:pt x="5500974" y="4162801"/>
                  <a:pt x="5502688" y="4163659"/>
                  <a:pt x="5503546" y="4160230"/>
                </a:cubicBezTo>
                <a:cubicBezTo>
                  <a:pt x="5504403" y="4156800"/>
                  <a:pt x="5504403" y="4151657"/>
                  <a:pt x="5500117" y="4147371"/>
                </a:cubicBezTo>
                <a:cubicBezTo>
                  <a:pt x="5496687" y="4142228"/>
                  <a:pt x="5507832" y="4121653"/>
                  <a:pt x="5508689" y="4119082"/>
                </a:cubicBezTo>
                <a:cubicBezTo>
                  <a:pt x="5509546" y="4116510"/>
                  <a:pt x="5508689" y="4103651"/>
                  <a:pt x="5508689" y="4103651"/>
                </a:cubicBezTo>
                <a:cubicBezTo>
                  <a:pt x="5508689" y="4103651"/>
                  <a:pt x="5514690" y="4097651"/>
                  <a:pt x="5518119" y="4096793"/>
                </a:cubicBezTo>
                <a:cubicBezTo>
                  <a:pt x="5521548" y="4095936"/>
                  <a:pt x="5527549" y="4091650"/>
                  <a:pt x="5531835" y="4087363"/>
                </a:cubicBezTo>
                <a:cubicBezTo>
                  <a:pt x="5536121" y="4083077"/>
                  <a:pt x="5530120" y="4078791"/>
                  <a:pt x="5530120" y="4078791"/>
                </a:cubicBezTo>
                <a:cubicBezTo>
                  <a:pt x="5530120" y="4078791"/>
                  <a:pt x="5532692" y="4073648"/>
                  <a:pt x="5534407" y="4070218"/>
                </a:cubicBezTo>
                <a:cubicBezTo>
                  <a:pt x="5536121" y="4066789"/>
                  <a:pt x="5535264" y="4059074"/>
                  <a:pt x="5535264" y="4056503"/>
                </a:cubicBezTo>
                <a:cubicBezTo>
                  <a:pt x="5535264" y="4053930"/>
                  <a:pt x="5532692" y="4049644"/>
                  <a:pt x="5530977" y="4045358"/>
                </a:cubicBezTo>
                <a:cubicBezTo>
                  <a:pt x="5528406" y="4041072"/>
                  <a:pt x="5530977" y="4036785"/>
                  <a:pt x="5532692" y="4034214"/>
                </a:cubicBezTo>
                <a:cubicBezTo>
                  <a:pt x="5535264" y="4031642"/>
                  <a:pt x="5538693" y="4023070"/>
                  <a:pt x="5542122" y="4020498"/>
                </a:cubicBezTo>
                <a:cubicBezTo>
                  <a:pt x="5545551" y="4017926"/>
                  <a:pt x="5546408" y="4013640"/>
                  <a:pt x="5547265" y="4007639"/>
                </a:cubicBezTo>
                <a:cubicBezTo>
                  <a:pt x="5548122" y="4001638"/>
                  <a:pt x="5543836" y="4001638"/>
                  <a:pt x="5542122" y="4000781"/>
                </a:cubicBezTo>
                <a:cubicBezTo>
                  <a:pt x="5540407" y="3999924"/>
                  <a:pt x="5537836" y="3998209"/>
                  <a:pt x="5529263" y="3993923"/>
                </a:cubicBezTo>
                <a:cubicBezTo>
                  <a:pt x="5521548" y="3988780"/>
                  <a:pt x="5524119" y="3985351"/>
                  <a:pt x="5520691" y="3982779"/>
                </a:cubicBezTo>
                <a:cubicBezTo>
                  <a:pt x="5517262" y="3980207"/>
                  <a:pt x="5511261" y="3981064"/>
                  <a:pt x="5504403" y="3981922"/>
                </a:cubicBezTo>
                <a:cubicBezTo>
                  <a:pt x="5497545" y="3982779"/>
                  <a:pt x="5502688" y="3977636"/>
                  <a:pt x="5500974" y="3976778"/>
                </a:cubicBezTo>
                <a:cubicBezTo>
                  <a:pt x="5499259" y="3975921"/>
                  <a:pt x="5494116" y="3973349"/>
                  <a:pt x="5488115" y="3971635"/>
                </a:cubicBezTo>
                <a:cubicBezTo>
                  <a:pt x="5482971" y="3969920"/>
                  <a:pt x="5486401" y="3964777"/>
                  <a:pt x="5486401" y="3964777"/>
                </a:cubicBezTo>
                <a:cubicBezTo>
                  <a:pt x="5486401" y="3964777"/>
                  <a:pt x="5479542" y="3963919"/>
                  <a:pt x="5476971" y="3963062"/>
                </a:cubicBezTo>
                <a:cubicBezTo>
                  <a:pt x="5474399" y="3963062"/>
                  <a:pt x="5474399" y="3958776"/>
                  <a:pt x="5475256" y="3957061"/>
                </a:cubicBezTo>
                <a:cubicBezTo>
                  <a:pt x="5476114" y="3954490"/>
                  <a:pt x="5474399" y="3947632"/>
                  <a:pt x="5474399" y="3947632"/>
                </a:cubicBezTo>
                <a:cubicBezTo>
                  <a:pt x="5474399" y="3947632"/>
                  <a:pt x="5473542" y="3939059"/>
                  <a:pt x="5469256" y="3938202"/>
                </a:cubicBezTo>
                <a:cubicBezTo>
                  <a:pt x="5464969" y="3936487"/>
                  <a:pt x="5466684" y="3933058"/>
                  <a:pt x="5464969" y="3932201"/>
                </a:cubicBezTo>
                <a:cubicBezTo>
                  <a:pt x="5462397" y="3931344"/>
                  <a:pt x="5455539" y="3930487"/>
                  <a:pt x="5453825" y="3930487"/>
                </a:cubicBezTo>
                <a:cubicBezTo>
                  <a:pt x="5452968" y="3930487"/>
                  <a:pt x="5445252" y="3928772"/>
                  <a:pt x="5444395" y="3925343"/>
                </a:cubicBezTo>
                <a:cubicBezTo>
                  <a:pt x="5443538" y="3922771"/>
                  <a:pt x="5443538" y="3917628"/>
                  <a:pt x="5441824" y="3916771"/>
                </a:cubicBezTo>
                <a:cubicBezTo>
                  <a:pt x="5440109" y="3915913"/>
                  <a:pt x="5438394" y="3910770"/>
                  <a:pt x="5437537" y="3907341"/>
                </a:cubicBezTo>
                <a:cubicBezTo>
                  <a:pt x="5435823" y="3903912"/>
                  <a:pt x="5433251" y="3903912"/>
                  <a:pt x="5431536" y="3903055"/>
                </a:cubicBezTo>
                <a:cubicBezTo>
                  <a:pt x="5429822" y="3902197"/>
                  <a:pt x="5422107" y="3906484"/>
                  <a:pt x="5419535" y="3905626"/>
                </a:cubicBezTo>
                <a:cubicBezTo>
                  <a:pt x="5416963" y="3904769"/>
                  <a:pt x="5420392" y="3899626"/>
                  <a:pt x="5418678" y="3897911"/>
                </a:cubicBezTo>
                <a:cubicBezTo>
                  <a:pt x="5417821" y="3896197"/>
                  <a:pt x="5416963" y="3897054"/>
                  <a:pt x="5411820" y="3896197"/>
                </a:cubicBezTo>
                <a:cubicBezTo>
                  <a:pt x="5406676" y="3895339"/>
                  <a:pt x="5406676" y="3899626"/>
                  <a:pt x="5406676" y="3899626"/>
                </a:cubicBezTo>
                <a:lnTo>
                  <a:pt x="5404104" y="3903055"/>
                </a:lnTo>
                <a:cubicBezTo>
                  <a:pt x="5404104" y="3903055"/>
                  <a:pt x="5402390" y="3905626"/>
                  <a:pt x="5398104" y="3911627"/>
                </a:cubicBezTo>
                <a:cubicBezTo>
                  <a:pt x="5393817" y="3917628"/>
                  <a:pt x="5398104" y="3911627"/>
                  <a:pt x="5396389" y="3909913"/>
                </a:cubicBezTo>
                <a:cubicBezTo>
                  <a:pt x="5394675" y="3908198"/>
                  <a:pt x="5394675" y="3908198"/>
                  <a:pt x="5393817" y="3906484"/>
                </a:cubicBezTo>
                <a:cubicBezTo>
                  <a:pt x="5392103" y="3904769"/>
                  <a:pt x="5389531" y="3897054"/>
                  <a:pt x="5390389" y="3893625"/>
                </a:cubicBezTo>
                <a:cubicBezTo>
                  <a:pt x="5391246" y="3890196"/>
                  <a:pt x="5392960" y="3886767"/>
                  <a:pt x="5393817" y="3884195"/>
                </a:cubicBezTo>
                <a:cubicBezTo>
                  <a:pt x="5394675" y="3881623"/>
                  <a:pt x="5392960" y="3879909"/>
                  <a:pt x="5392960" y="3871336"/>
                </a:cubicBezTo>
                <a:cubicBezTo>
                  <a:pt x="5392960" y="3862764"/>
                  <a:pt x="5392960" y="3863621"/>
                  <a:pt x="5393817" y="3861049"/>
                </a:cubicBezTo>
                <a:cubicBezTo>
                  <a:pt x="5393817" y="3858478"/>
                  <a:pt x="5392960" y="3855906"/>
                  <a:pt x="5392960" y="3853334"/>
                </a:cubicBezTo>
                <a:cubicBezTo>
                  <a:pt x="5392960" y="3850762"/>
                  <a:pt x="5388674" y="3851620"/>
                  <a:pt x="5388674" y="3851620"/>
                </a:cubicBezTo>
                <a:cubicBezTo>
                  <a:pt x="5392103" y="3836189"/>
                  <a:pt x="5402390" y="3815615"/>
                  <a:pt x="5402390" y="3815615"/>
                </a:cubicBezTo>
                <a:cubicBezTo>
                  <a:pt x="5402390" y="3815615"/>
                  <a:pt x="5400676" y="3825045"/>
                  <a:pt x="5400676" y="3826759"/>
                </a:cubicBezTo>
                <a:cubicBezTo>
                  <a:pt x="5400676" y="3828474"/>
                  <a:pt x="5399818" y="3831903"/>
                  <a:pt x="5399818" y="3833617"/>
                </a:cubicBezTo>
                <a:cubicBezTo>
                  <a:pt x="5399818" y="3835332"/>
                  <a:pt x="5398961" y="3839618"/>
                  <a:pt x="5398961" y="3841333"/>
                </a:cubicBezTo>
                <a:cubicBezTo>
                  <a:pt x="5398961" y="3843047"/>
                  <a:pt x="5400676" y="3842190"/>
                  <a:pt x="5401533" y="3842190"/>
                </a:cubicBezTo>
                <a:cubicBezTo>
                  <a:pt x="5403247" y="3841333"/>
                  <a:pt x="5404104" y="3842190"/>
                  <a:pt x="5406676" y="3845619"/>
                </a:cubicBezTo>
                <a:cubicBezTo>
                  <a:pt x="5409248" y="3849048"/>
                  <a:pt x="5406676" y="3845619"/>
                  <a:pt x="5408391" y="3845619"/>
                </a:cubicBezTo>
                <a:cubicBezTo>
                  <a:pt x="5409248" y="3845619"/>
                  <a:pt x="5411820" y="3849048"/>
                  <a:pt x="5412677" y="3850762"/>
                </a:cubicBezTo>
                <a:cubicBezTo>
                  <a:pt x="5413534" y="3852477"/>
                  <a:pt x="5411820" y="3854191"/>
                  <a:pt x="5411820" y="3857621"/>
                </a:cubicBezTo>
                <a:cubicBezTo>
                  <a:pt x="5410962" y="3861049"/>
                  <a:pt x="5411820" y="3857621"/>
                  <a:pt x="5413534" y="3859335"/>
                </a:cubicBezTo>
                <a:cubicBezTo>
                  <a:pt x="5415249" y="3861049"/>
                  <a:pt x="5417821" y="3861049"/>
                  <a:pt x="5418678" y="3861907"/>
                </a:cubicBezTo>
                <a:cubicBezTo>
                  <a:pt x="5420392" y="3862764"/>
                  <a:pt x="5422964" y="3860192"/>
                  <a:pt x="5425536" y="3861049"/>
                </a:cubicBezTo>
                <a:cubicBezTo>
                  <a:pt x="5428107" y="3861049"/>
                  <a:pt x="5428107" y="3862764"/>
                  <a:pt x="5428965" y="3865336"/>
                </a:cubicBezTo>
                <a:cubicBezTo>
                  <a:pt x="5429822" y="3868765"/>
                  <a:pt x="5429822" y="3868765"/>
                  <a:pt x="5430679" y="3868765"/>
                </a:cubicBezTo>
                <a:cubicBezTo>
                  <a:pt x="5431536" y="3868765"/>
                  <a:pt x="5433251" y="3866193"/>
                  <a:pt x="5434108" y="3865336"/>
                </a:cubicBezTo>
                <a:cubicBezTo>
                  <a:pt x="5434966" y="3864478"/>
                  <a:pt x="5435823" y="3861049"/>
                  <a:pt x="5435823" y="3861049"/>
                </a:cubicBezTo>
                <a:lnTo>
                  <a:pt x="5432394" y="3858478"/>
                </a:lnTo>
                <a:lnTo>
                  <a:pt x="5427250" y="3855049"/>
                </a:lnTo>
                <a:lnTo>
                  <a:pt x="5421249" y="3853334"/>
                </a:lnTo>
                <a:cubicBezTo>
                  <a:pt x="5421249" y="3853334"/>
                  <a:pt x="5417821" y="3852477"/>
                  <a:pt x="5415249" y="3852477"/>
                </a:cubicBezTo>
                <a:cubicBezTo>
                  <a:pt x="5412677" y="3852477"/>
                  <a:pt x="5415249" y="3846476"/>
                  <a:pt x="5415249" y="3845619"/>
                </a:cubicBezTo>
                <a:cubicBezTo>
                  <a:pt x="5415249" y="3843904"/>
                  <a:pt x="5415249" y="3837904"/>
                  <a:pt x="5415249" y="3837904"/>
                </a:cubicBezTo>
                <a:cubicBezTo>
                  <a:pt x="5415249" y="3837904"/>
                  <a:pt x="5411820" y="3837046"/>
                  <a:pt x="5410962" y="3837046"/>
                </a:cubicBezTo>
                <a:cubicBezTo>
                  <a:pt x="5410105" y="3837046"/>
                  <a:pt x="5406676" y="3834475"/>
                  <a:pt x="5406676" y="3833617"/>
                </a:cubicBezTo>
                <a:cubicBezTo>
                  <a:pt x="5406676" y="3831903"/>
                  <a:pt x="5407534" y="3828474"/>
                  <a:pt x="5410105" y="3826759"/>
                </a:cubicBezTo>
                <a:cubicBezTo>
                  <a:pt x="5411820" y="3825045"/>
                  <a:pt x="5419535" y="3822473"/>
                  <a:pt x="5420392" y="3822473"/>
                </a:cubicBezTo>
                <a:cubicBezTo>
                  <a:pt x="5421249" y="3821616"/>
                  <a:pt x="5423821" y="3819044"/>
                  <a:pt x="5425536" y="3818187"/>
                </a:cubicBezTo>
                <a:cubicBezTo>
                  <a:pt x="5426393" y="3817330"/>
                  <a:pt x="5428965" y="3813901"/>
                  <a:pt x="5428965" y="3810472"/>
                </a:cubicBezTo>
                <a:cubicBezTo>
                  <a:pt x="5429822" y="3807900"/>
                  <a:pt x="5431536" y="3803614"/>
                  <a:pt x="5432394" y="3801899"/>
                </a:cubicBezTo>
                <a:cubicBezTo>
                  <a:pt x="5433251" y="3800185"/>
                  <a:pt x="5433251" y="3795898"/>
                  <a:pt x="5434108" y="3792469"/>
                </a:cubicBezTo>
                <a:cubicBezTo>
                  <a:pt x="5434966" y="3789898"/>
                  <a:pt x="5438394" y="3785611"/>
                  <a:pt x="5439252" y="3785611"/>
                </a:cubicBezTo>
                <a:cubicBezTo>
                  <a:pt x="5440109" y="3785611"/>
                  <a:pt x="5448681" y="3779611"/>
                  <a:pt x="5451253" y="3776182"/>
                </a:cubicBezTo>
                <a:cubicBezTo>
                  <a:pt x="5453825" y="3772753"/>
                  <a:pt x="5458111" y="3770181"/>
                  <a:pt x="5458111" y="3770181"/>
                </a:cubicBezTo>
                <a:lnTo>
                  <a:pt x="5460683" y="3764180"/>
                </a:lnTo>
                <a:cubicBezTo>
                  <a:pt x="5460683" y="3764180"/>
                  <a:pt x="5461540" y="3762466"/>
                  <a:pt x="5466684" y="3761608"/>
                </a:cubicBezTo>
                <a:cubicBezTo>
                  <a:pt x="5471827" y="3759894"/>
                  <a:pt x="5474399" y="3757322"/>
                  <a:pt x="5474399" y="3757322"/>
                </a:cubicBezTo>
                <a:cubicBezTo>
                  <a:pt x="5474399" y="3757322"/>
                  <a:pt x="5476971" y="3751321"/>
                  <a:pt x="5476971" y="3749607"/>
                </a:cubicBezTo>
                <a:cubicBezTo>
                  <a:pt x="5476971" y="3747892"/>
                  <a:pt x="5479542" y="3747035"/>
                  <a:pt x="5479542" y="3747035"/>
                </a:cubicBezTo>
                <a:cubicBezTo>
                  <a:pt x="5479542" y="3747035"/>
                  <a:pt x="5488115" y="3741892"/>
                  <a:pt x="5488115" y="3741034"/>
                </a:cubicBezTo>
                <a:cubicBezTo>
                  <a:pt x="5488115" y="3740177"/>
                  <a:pt x="5488972" y="3739320"/>
                  <a:pt x="5491544" y="3738463"/>
                </a:cubicBezTo>
                <a:cubicBezTo>
                  <a:pt x="5494116" y="3737606"/>
                  <a:pt x="5495830" y="3738463"/>
                  <a:pt x="5498402" y="3739320"/>
                </a:cubicBezTo>
                <a:cubicBezTo>
                  <a:pt x="5500117" y="3740177"/>
                  <a:pt x="5503546" y="3741034"/>
                  <a:pt x="5507832" y="3741892"/>
                </a:cubicBezTo>
                <a:cubicBezTo>
                  <a:pt x="5512118" y="3742749"/>
                  <a:pt x="5512975" y="3741034"/>
                  <a:pt x="5512975" y="3741034"/>
                </a:cubicBezTo>
                <a:cubicBezTo>
                  <a:pt x="5512975" y="3741034"/>
                  <a:pt x="5514690" y="3736748"/>
                  <a:pt x="5514690" y="3735034"/>
                </a:cubicBezTo>
                <a:cubicBezTo>
                  <a:pt x="5514690" y="3733319"/>
                  <a:pt x="5513832" y="3731605"/>
                  <a:pt x="5513832" y="3731605"/>
                </a:cubicBezTo>
                <a:cubicBezTo>
                  <a:pt x="5513832" y="3731605"/>
                  <a:pt x="5510404" y="3729890"/>
                  <a:pt x="5509546" y="3729890"/>
                </a:cubicBezTo>
                <a:cubicBezTo>
                  <a:pt x="5508689" y="3729890"/>
                  <a:pt x="5511261" y="3723032"/>
                  <a:pt x="5511261" y="3723032"/>
                </a:cubicBezTo>
                <a:lnTo>
                  <a:pt x="5517262" y="3718746"/>
                </a:lnTo>
                <a:cubicBezTo>
                  <a:pt x="5517262" y="3718746"/>
                  <a:pt x="5522405" y="3714460"/>
                  <a:pt x="5525834" y="3713602"/>
                </a:cubicBezTo>
                <a:cubicBezTo>
                  <a:pt x="5529263" y="3712745"/>
                  <a:pt x="5529263" y="3717031"/>
                  <a:pt x="5530977" y="3717889"/>
                </a:cubicBezTo>
                <a:cubicBezTo>
                  <a:pt x="5532692" y="3719603"/>
                  <a:pt x="5531835" y="3720461"/>
                  <a:pt x="5531835" y="3720461"/>
                </a:cubicBezTo>
                <a:lnTo>
                  <a:pt x="5524977" y="3724747"/>
                </a:lnTo>
                <a:cubicBezTo>
                  <a:pt x="5524977" y="3724747"/>
                  <a:pt x="5525834" y="3729890"/>
                  <a:pt x="5528406" y="3730747"/>
                </a:cubicBezTo>
                <a:cubicBezTo>
                  <a:pt x="5530977" y="3731605"/>
                  <a:pt x="5536978" y="3730747"/>
                  <a:pt x="5536978" y="3730747"/>
                </a:cubicBezTo>
                <a:lnTo>
                  <a:pt x="5542122" y="3727318"/>
                </a:lnTo>
                <a:lnTo>
                  <a:pt x="5543836" y="3723032"/>
                </a:lnTo>
                <a:lnTo>
                  <a:pt x="5543836" y="3716174"/>
                </a:lnTo>
                <a:cubicBezTo>
                  <a:pt x="5543836" y="3716174"/>
                  <a:pt x="5542979" y="3712745"/>
                  <a:pt x="5542979" y="3710173"/>
                </a:cubicBezTo>
                <a:cubicBezTo>
                  <a:pt x="5542979" y="3707602"/>
                  <a:pt x="5544694" y="3706744"/>
                  <a:pt x="5545551" y="3705887"/>
                </a:cubicBezTo>
                <a:cubicBezTo>
                  <a:pt x="5546408" y="3704173"/>
                  <a:pt x="5548980" y="3703316"/>
                  <a:pt x="5548980" y="3703316"/>
                </a:cubicBezTo>
                <a:lnTo>
                  <a:pt x="5551552" y="3699029"/>
                </a:lnTo>
                <a:cubicBezTo>
                  <a:pt x="5551552" y="3699029"/>
                  <a:pt x="5551552" y="3693886"/>
                  <a:pt x="5551552" y="3692171"/>
                </a:cubicBezTo>
                <a:cubicBezTo>
                  <a:pt x="5551552" y="3691314"/>
                  <a:pt x="5556695" y="3684456"/>
                  <a:pt x="5557552" y="3683599"/>
                </a:cubicBezTo>
                <a:cubicBezTo>
                  <a:pt x="5559267" y="3682741"/>
                  <a:pt x="5560124" y="3679312"/>
                  <a:pt x="5560124" y="3679312"/>
                </a:cubicBezTo>
                <a:lnTo>
                  <a:pt x="5552409" y="3675883"/>
                </a:lnTo>
                <a:cubicBezTo>
                  <a:pt x="5543408" y="3675883"/>
                  <a:pt x="5532906" y="3679741"/>
                  <a:pt x="5522218" y="3685527"/>
                </a:cubicBezTo>
                <a:lnTo>
                  <a:pt x="5496913" y="3702672"/>
                </a:lnTo>
                <a:lnTo>
                  <a:pt x="5518815" y="3683786"/>
                </a:lnTo>
                <a:cubicBezTo>
                  <a:pt x="5583431" y="3642075"/>
                  <a:pt x="5647564" y="3633878"/>
                  <a:pt x="5647564" y="3633878"/>
                </a:cubicBezTo>
                <a:cubicBezTo>
                  <a:pt x="5658708" y="3631306"/>
                  <a:pt x="5702427" y="3631306"/>
                  <a:pt x="5699857" y="3627877"/>
                </a:cubicBezTo>
                <a:close/>
                <a:moveTo>
                  <a:pt x="4861612" y="3580313"/>
                </a:moveTo>
                <a:cubicBezTo>
                  <a:pt x="4765935" y="3577782"/>
                  <a:pt x="4673513" y="3631306"/>
                  <a:pt x="4631722" y="3723889"/>
                </a:cubicBezTo>
                <a:cubicBezTo>
                  <a:pt x="4576000" y="3847334"/>
                  <a:pt x="4630007" y="3993066"/>
                  <a:pt x="4753451" y="4048788"/>
                </a:cubicBezTo>
                <a:cubicBezTo>
                  <a:pt x="4876896" y="4105366"/>
                  <a:pt x="5021771" y="4050502"/>
                  <a:pt x="5078350" y="3927058"/>
                </a:cubicBezTo>
                <a:cubicBezTo>
                  <a:pt x="5134071" y="3803614"/>
                  <a:pt x="5080064" y="3657881"/>
                  <a:pt x="4956620" y="3602159"/>
                </a:cubicBezTo>
                <a:cubicBezTo>
                  <a:pt x="4925759" y="3588229"/>
                  <a:pt x="4893505" y="3581157"/>
                  <a:pt x="4861612" y="3580313"/>
                </a:cubicBezTo>
                <a:close/>
                <a:moveTo>
                  <a:pt x="4863113" y="3524739"/>
                </a:moveTo>
                <a:cubicBezTo>
                  <a:pt x="4902238" y="3525757"/>
                  <a:pt x="4941832" y="3534437"/>
                  <a:pt x="4979766" y="3551582"/>
                </a:cubicBezTo>
                <a:cubicBezTo>
                  <a:pt x="5131499" y="3621019"/>
                  <a:pt x="5198365" y="3799328"/>
                  <a:pt x="5128928" y="3950204"/>
                </a:cubicBezTo>
                <a:cubicBezTo>
                  <a:pt x="5068921" y="4082221"/>
                  <a:pt x="4924902" y="4149917"/>
                  <a:pt x="4788185" y="4118835"/>
                </a:cubicBezTo>
                <a:lnTo>
                  <a:pt x="4769854" y="4112669"/>
                </a:lnTo>
                <a:lnTo>
                  <a:pt x="4736576" y="4185841"/>
                </a:lnTo>
                <a:lnTo>
                  <a:pt x="4739414" y="4190448"/>
                </a:lnTo>
                <a:cubicBezTo>
                  <a:pt x="4745307" y="4206093"/>
                  <a:pt x="4745307" y="4224095"/>
                  <a:pt x="4738021" y="4240811"/>
                </a:cubicBezTo>
                <a:lnTo>
                  <a:pt x="4623149" y="4492842"/>
                </a:lnTo>
                <a:cubicBezTo>
                  <a:pt x="4608576" y="4525418"/>
                  <a:pt x="4570000" y="4539991"/>
                  <a:pt x="4536567" y="4525418"/>
                </a:cubicBezTo>
                <a:cubicBezTo>
                  <a:pt x="4503991" y="4510845"/>
                  <a:pt x="4489418" y="4472268"/>
                  <a:pt x="4503991" y="4438835"/>
                </a:cubicBezTo>
                <a:lnTo>
                  <a:pt x="4618863" y="4186804"/>
                </a:lnTo>
                <a:cubicBezTo>
                  <a:pt x="4624328" y="4174588"/>
                  <a:pt x="4633169" y="4164904"/>
                  <a:pt x="4643847" y="4158339"/>
                </a:cubicBezTo>
                <a:lnTo>
                  <a:pt x="4661831" y="4153470"/>
                </a:lnTo>
                <a:lnTo>
                  <a:pt x="4695622" y="4079170"/>
                </a:lnTo>
                <a:lnTo>
                  <a:pt x="4677765" y="4068771"/>
                </a:lnTo>
                <a:cubicBezTo>
                  <a:pt x="4564829" y="3986624"/>
                  <a:pt x="4521137" y="3833511"/>
                  <a:pt x="4581144" y="3700743"/>
                </a:cubicBezTo>
                <a:cubicBezTo>
                  <a:pt x="4632579" y="3587586"/>
                  <a:pt x="4745736" y="3521685"/>
                  <a:pt x="4863113" y="3524739"/>
                </a:cubicBezTo>
                <a:close/>
                <a:moveTo>
                  <a:pt x="1544765" y="3428138"/>
                </a:moveTo>
                <a:cubicBezTo>
                  <a:pt x="1544765" y="3428138"/>
                  <a:pt x="1624490" y="3511291"/>
                  <a:pt x="1620204" y="3555010"/>
                </a:cubicBezTo>
                <a:cubicBezTo>
                  <a:pt x="1615918" y="3598730"/>
                  <a:pt x="1532764" y="3615018"/>
                  <a:pt x="1532764" y="3615018"/>
                </a:cubicBezTo>
                <a:cubicBezTo>
                  <a:pt x="1532764" y="3615018"/>
                  <a:pt x="1645922" y="3615018"/>
                  <a:pt x="1646779" y="3561011"/>
                </a:cubicBezTo>
                <a:cubicBezTo>
                  <a:pt x="1647636" y="3507004"/>
                  <a:pt x="1544765" y="3428138"/>
                  <a:pt x="1544765" y="3428138"/>
                </a:cubicBezTo>
                <a:close/>
                <a:moveTo>
                  <a:pt x="408910" y="3284263"/>
                </a:moveTo>
                <a:lnTo>
                  <a:pt x="393653" y="3296390"/>
                </a:lnTo>
                <a:cubicBezTo>
                  <a:pt x="373702" y="3310964"/>
                  <a:pt x="354008" y="3324077"/>
                  <a:pt x="334836" y="3335610"/>
                </a:cubicBezTo>
                <a:lnTo>
                  <a:pt x="325136" y="3340789"/>
                </a:lnTo>
                <a:lnTo>
                  <a:pt x="330318" y="3354497"/>
                </a:lnTo>
                <a:cubicBezTo>
                  <a:pt x="351753" y="3400123"/>
                  <a:pt x="378758" y="3427281"/>
                  <a:pt x="408051" y="3427281"/>
                </a:cubicBezTo>
                <a:cubicBezTo>
                  <a:pt x="434090" y="3427281"/>
                  <a:pt x="458321" y="3405823"/>
                  <a:pt x="478438" y="3369010"/>
                </a:cubicBezTo>
                <a:lnTo>
                  <a:pt x="491268" y="3340334"/>
                </a:lnTo>
                <a:lnTo>
                  <a:pt x="481268" y="3334978"/>
                </a:lnTo>
                <a:close/>
                <a:moveTo>
                  <a:pt x="385103" y="3234417"/>
                </a:moveTo>
                <a:lnTo>
                  <a:pt x="394907" y="3243179"/>
                </a:lnTo>
                <a:lnTo>
                  <a:pt x="407331" y="3251843"/>
                </a:lnTo>
                <a:lnTo>
                  <a:pt x="427247" y="3234680"/>
                </a:lnTo>
                <a:lnTo>
                  <a:pt x="408051" y="3236114"/>
                </a:lnTo>
                <a:close/>
                <a:moveTo>
                  <a:pt x="293992" y="3227681"/>
                </a:moveTo>
                <a:lnTo>
                  <a:pt x="310863" y="3303036"/>
                </a:lnTo>
                <a:lnTo>
                  <a:pt x="314200" y="3311864"/>
                </a:lnTo>
                <a:lnTo>
                  <a:pt x="346623" y="3294552"/>
                </a:lnTo>
                <a:lnTo>
                  <a:pt x="386844" y="3267724"/>
                </a:lnTo>
                <a:lnTo>
                  <a:pt x="346453" y="3231560"/>
                </a:lnTo>
                <a:close/>
                <a:moveTo>
                  <a:pt x="521204" y="3227662"/>
                </a:moveTo>
                <a:lnTo>
                  <a:pt x="472442" y="3231304"/>
                </a:lnTo>
                <a:lnTo>
                  <a:pt x="454017" y="3248411"/>
                </a:lnTo>
                <a:lnTo>
                  <a:pt x="429899" y="3267581"/>
                </a:lnTo>
                <a:lnTo>
                  <a:pt x="469481" y="3295183"/>
                </a:lnTo>
                <a:lnTo>
                  <a:pt x="501667" y="3312302"/>
                </a:lnTo>
                <a:lnTo>
                  <a:pt x="512504" y="3276718"/>
                </a:lnTo>
                <a:close/>
                <a:moveTo>
                  <a:pt x="645944" y="3207392"/>
                </a:moveTo>
                <a:lnTo>
                  <a:pt x="636239" y="3210346"/>
                </a:lnTo>
                <a:cubicBezTo>
                  <a:pt x="614532" y="3215761"/>
                  <a:pt x="591336" y="3220429"/>
                  <a:pt x="566924" y="3224247"/>
                </a:cubicBezTo>
                <a:lnTo>
                  <a:pt x="548148" y="3225649"/>
                </a:lnTo>
                <a:lnTo>
                  <a:pt x="532529" y="3314283"/>
                </a:lnTo>
                <a:lnTo>
                  <a:pt x="529280" y="3325012"/>
                </a:lnTo>
                <a:lnTo>
                  <a:pt x="558887" y="3336294"/>
                </a:lnTo>
                <a:cubicBezTo>
                  <a:pt x="599166" y="3348093"/>
                  <a:pt x="631474" y="3346164"/>
                  <a:pt x="649797" y="3327840"/>
                </a:cubicBezTo>
                <a:cubicBezTo>
                  <a:pt x="668121" y="3309195"/>
                  <a:pt x="670050" y="3276807"/>
                  <a:pt x="658251" y="3236553"/>
                </a:cubicBezTo>
                <a:close/>
                <a:moveTo>
                  <a:pt x="169104" y="3206549"/>
                </a:moveTo>
                <a:lnTo>
                  <a:pt x="157854" y="3236073"/>
                </a:lnTo>
                <a:cubicBezTo>
                  <a:pt x="146055" y="3276352"/>
                  <a:pt x="147984" y="3308660"/>
                  <a:pt x="166307" y="3326984"/>
                </a:cubicBezTo>
                <a:cubicBezTo>
                  <a:pt x="184631" y="3345629"/>
                  <a:pt x="216939" y="3347638"/>
                  <a:pt x="257218" y="3335814"/>
                </a:cubicBezTo>
                <a:lnTo>
                  <a:pt x="287649" y="3324179"/>
                </a:lnTo>
                <a:lnTo>
                  <a:pt x="269900" y="3244968"/>
                </a:lnTo>
                <a:lnTo>
                  <a:pt x="268468" y="3225793"/>
                </a:lnTo>
                <a:lnTo>
                  <a:pt x="249179" y="3224367"/>
                </a:lnTo>
                <a:close/>
                <a:moveTo>
                  <a:pt x="288917" y="3177713"/>
                </a:moveTo>
                <a:lnTo>
                  <a:pt x="290802" y="3203043"/>
                </a:lnTo>
                <a:lnTo>
                  <a:pt x="316853" y="3205057"/>
                </a:lnTo>
                <a:lnTo>
                  <a:pt x="301752" y="3191537"/>
                </a:lnTo>
                <a:close/>
                <a:moveTo>
                  <a:pt x="528974" y="3176635"/>
                </a:moveTo>
                <a:lnTo>
                  <a:pt x="514351" y="3192395"/>
                </a:lnTo>
                <a:lnTo>
                  <a:pt x="500527" y="3205229"/>
                </a:lnTo>
                <a:lnTo>
                  <a:pt x="525512" y="3203370"/>
                </a:lnTo>
                <a:lnTo>
                  <a:pt x="528388" y="3187154"/>
                </a:lnTo>
                <a:close/>
                <a:moveTo>
                  <a:pt x="1459898" y="3111812"/>
                </a:moveTo>
                <a:cubicBezTo>
                  <a:pt x="1502760" y="3111812"/>
                  <a:pt x="1537907" y="3125528"/>
                  <a:pt x="1537907" y="3141816"/>
                </a:cubicBezTo>
                <a:cubicBezTo>
                  <a:pt x="1537907" y="3141816"/>
                  <a:pt x="1537907" y="3142673"/>
                  <a:pt x="1537907" y="3143530"/>
                </a:cubicBezTo>
                <a:lnTo>
                  <a:pt x="1540479" y="3143530"/>
                </a:lnTo>
                <a:lnTo>
                  <a:pt x="1540479" y="3199252"/>
                </a:lnTo>
                <a:lnTo>
                  <a:pt x="1537907" y="3199252"/>
                </a:lnTo>
                <a:cubicBezTo>
                  <a:pt x="1537050" y="3206110"/>
                  <a:pt x="1532764" y="3212110"/>
                  <a:pt x="1525048" y="3216397"/>
                </a:cubicBezTo>
                <a:cubicBezTo>
                  <a:pt x="1525048" y="3242972"/>
                  <a:pt x="1525048" y="3323553"/>
                  <a:pt x="1525048" y="3344127"/>
                </a:cubicBezTo>
                <a:cubicBezTo>
                  <a:pt x="1525048" y="3368987"/>
                  <a:pt x="1537050" y="3375845"/>
                  <a:pt x="1537050" y="3375845"/>
                </a:cubicBezTo>
                <a:cubicBezTo>
                  <a:pt x="1566197" y="3392990"/>
                  <a:pt x="1731647" y="3561869"/>
                  <a:pt x="1658780" y="3612446"/>
                </a:cubicBezTo>
                <a:cubicBezTo>
                  <a:pt x="1593629" y="3657880"/>
                  <a:pt x="1483900" y="3656166"/>
                  <a:pt x="1461612" y="3655309"/>
                </a:cubicBezTo>
                <a:cubicBezTo>
                  <a:pt x="1439323" y="3656166"/>
                  <a:pt x="1328738" y="3657880"/>
                  <a:pt x="1263587" y="3612446"/>
                </a:cubicBezTo>
                <a:cubicBezTo>
                  <a:pt x="1190721" y="3561011"/>
                  <a:pt x="1358742" y="3392133"/>
                  <a:pt x="1387888" y="3374988"/>
                </a:cubicBezTo>
                <a:cubicBezTo>
                  <a:pt x="1387888" y="3374988"/>
                  <a:pt x="1405033" y="3368130"/>
                  <a:pt x="1405033" y="3343270"/>
                </a:cubicBezTo>
                <a:cubicBezTo>
                  <a:pt x="1405033" y="3322696"/>
                  <a:pt x="1405033" y="3243829"/>
                  <a:pt x="1405033" y="3216397"/>
                </a:cubicBezTo>
                <a:cubicBezTo>
                  <a:pt x="1389603" y="3212110"/>
                  <a:pt x="1383602" y="3206110"/>
                  <a:pt x="1382745" y="3199252"/>
                </a:cubicBezTo>
                <a:lnTo>
                  <a:pt x="1381030" y="3199252"/>
                </a:lnTo>
                <a:lnTo>
                  <a:pt x="1381030" y="3143530"/>
                </a:lnTo>
                <a:lnTo>
                  <a:pt x="1381888" y="3143530"/>
                </a:lnTo>
                <a:cubicBezTo>
                  <a:pt x="1381888" y="3143530"/>
                  <a:pt x="1381888" y="3142673"/>
                  <a:pt x="1381888" y="3141816"/>
                </a:cubicBezTo>
                <a:cubicBezTo>
                  <a:pt x="1381888" y="3125528"/>
                  <a:pt x="1417035" y="3111812"/>
                  <a:pt x="1459898" y="3111812"/>
                </a:cubicBezTo>
                <a:close/>
                <a:moveTo>
                  <a:pt x="590102" y="3107161"/>
                </a:moveTo>
                <a:lnTo>
                  <a:pt x="570367" y="3132026"/>
                </a:lnTo>
                <a:lnTo>
                  <a:pt x="554587" y="3149033"/>
                </a:lnTo>
                <a:lnTo>
                  <a:pt x="551759" y="3200115"/>
                </a:lnTo>
                <a:lnTo>
                  <a:pt x="599532" y="3190547"/>
                </a:lnTo>
                <a:lnTo>
                  <a:pt x="634360" y="3179941"/>
                </a:lnTo>
                <a:lnTo>
                  <a:pt x="630590" y="3171008"/>
                </a:lnTo>
                <a:close/>
                <a:moveTo>
                  <a:pt x="226426" y="3105365"/>
                </a:moveTo>
                <a:lnTo>
                  <a:pt x="198965" y="3146668"/>
                </a:lnTo>
                <a:lnTo>
                  <a:pt x="181775" y="3178985"/>
                </a:lnTo>
                <a:lnTo>
                  <a:pt x="216948" y="3190170"/>
                </a:lnTo>
                <a:lnTo>
                  <a:pt x="266550" y="3200120"/>
                </a:lnTo>
                <a:lnTo>
                  <a:pt x="262773" y="3149552"/>
                </a:lnTo>
                <a:lnTo>
                  <a:pt x="245737" y="3131203"/>
                </a:lnTo>
                <a:close/>
                <a:moveTo>
                  <a:pt x="556573" y="3065846"/>
                </a:moveTo>
                <a:lnTo>
                  <a:pt x="558070" y="3086095"/>
                </a:lnTo>
                <a:lnTo>
                  <a:pt x="557031" y="3104875"/>
                </a:lnTo>
                <a:lnTo>
                  <a:pt x="573606" y="3085614"/>
                </a:lnTo>
                <a:close/>
                <a:moveTo>
                  <a:pt x="259173" y="3065486"/>
                </a:moveTo>
                <a:lnTo>
                  <a:pt x="241966" y="3085481"/>
                </a:lnTo>
                <a:lnTo>
                  <a:pt x="259516" y="3105960"/>
                </a:lnTo>
                <a:lnTo>
                  <a:pt x="258032" y="3086095"/>
                </a:lnTo>
                <a:close/>
                <a:moveTo>
                  <a:pt x="408909" y="3023515"/>
                </a:moveTo>
                <a:cubicBezTo>
                  <a:pt x="443199" y="3023515"/>
                  <a:pt x="471488" y="3050947"/>
                  <a:pt x="471488" y="3086095"/>
                </a:cubicBezTo>
                <a:cubicBezTo>
                  <a:pt x="471488" y="3120385"/>
                  <a:pt x="443199" y="3148674"/>
                  <a:pt x="408909" y="3148674"/>
                </a:cubicBezTo>
                <a:cubicBezTo>
                  <a:pt x="374619" y="3148674"/>
                  <a:pt x="346329" y="3121242"/>
                  <a:pt x="346329" y="3086095"/>
                </a:cubicBezTo>
                <a:cubicBezTo>
                  <a:pt x="346329" y="3051805"/>
                  <a:pt x="373761" y="3023515"/>
                  <a:pt x="408909" y="3023515"/>
                </a:cubicBezTo>
                <a:close/>
                <a:moveTo>
                  <a:pt x="153678" y="3002555"/>
                </a:moveTo>
                <a:lnTo>
                  <a:pt x="124280" y="3015709"/>
                </a:lnTo>
                <a:cubicBezTo>
                  <a:pt x="87467" y="3035826"/>
                  <a:pt x="66009" y="3060056"/>
                  <a:pt x="66009" y="3086095"/>
                </a:cubicBezTo>
                <a:cubicBezTo>
                  <a:pt x="66009" y="3107794"/>
                  <a:pt x="80994" y="3128154"/>
                  <a:pt x="107354" y="3145918"/>
                </a:cubicBezTo>
                <a:lnTo>
                  <a:pt x="153101" y="3169496"/>
                </a:lnTo>
                <a:lnTo>
                  <a:pt x="158538" y="3159312"/>
                </a:lnTo>
                <a:cubicBezTo>
                  <a:pt x="170071" y="3140140"/>
                  <a:pt x="183184" y="3120446"/>
                  <a:pt x="197758" y="3100495"/>
                </a:cubicBezTo>
                <a:lnTo>
                  <a:pt x="210657" y="3084265"/>
                </a:lnTo>
                <a:lnTo>
                  <a:pt x="167482" y="3026495"/>
                </a:lnTo>
                <a:close/>
                <a:moveTo>
                  <a:pt x="663026" y="3002411"/>
                </a:moveTo>
                <a:lnTo>
                  <a:pt x="657566" y="3012654"/>
                </a:lnTo>
                <a:cubicBezTo>
                  <a:pt x="646033" y="3031861"/>
                  <a:pt x="632920" y="3051592"/>
                  <a:pt x="618347" y="3071576"/>
                </a:cubicBezTo>
                <a:lnTo>
                  <a:pt x="606027" y="3087098"/>
                </a:lnTo>
                <a:lnTo>
                  <a:pt x="648622" y="3144181"/>
                </a:lnTo>
                <a:lnTo>
                  <a:pt x="663100" y="3169333"/>
                </a:lnTo>
                <a:lnTo>
                  <a:pt x="691823" y="3156482"/>
                </a:lnTo>
                <a:cubicBezTo>
                  <a:pt x="728636" y="3136365"/>
                  <a:pt x="750094" y="3112134"/>
                  <a:pt x="750094" y="3086095"/>
                </a:cubicBezTo>
                <a:cubicBezTo>
                  <a:pt x="750094" y="3064396"/>
                  <a:pt x="735109" y="3043953"/>
                  <a:pt x="708749" y="3026099"/>
                </a:cubicBezTo>
                <a:close/>
                <a:moveTo>
                  <a:pt x="264344" y="2972075"/>
                </a:moveTo>
                <a:lnTo>
                  <a:pt x="216572" y="2981643"/>
                </a:lnTo>
                <a:lnTo>
                  <a:pt x="182153" y="2992125"/>
                </a:lnTo>
                <a:lnTo>
                  <a:pt x="185871" y="3000908"/>
                </a:lnTo>
                <a:lnTo>
                  <a:pt x="226227" y="3064676"/>
                </a:lnTo>
                <a:lnTo>
                  <a:pt x="245737" y="3040131"/>
                </a:lnTo>
                <a:lnTo>
                  <a:pt x="261518" y="3023133"/>
                </a:lnTo>
                <a:close/>
                <a:moveTo>
                  <a:pt x="549613" y="2971718"/>
                </a:moveTo>
                <a:lnTo>
                  <a:pt x="553247" y="3020858"/>
                </a:lnTo>
                <a:lnTo>
                  <a:pt x="570367" y="3039308"/>
                </a:lnTo>
                <a:lnTo>
                  <a:pt x="589651" y="3065152"/>
                </a:lnTo>
                <a:lnTo>
                  <a:pt x="617139" y="3023810"/>
                </a:lnTo>
                <a:lnTo>
                  <a:pt x="633701" y="2992672"/>
                </a:lnTo>
                <a:lnTo>
                  <a:pt x="599155" y="2981643"/>
                </a:lnTo>
                <a:close/>
                <a:moveTo>
                  <a:pt x="501023" y="2967017"/>
                </a:moveTo>
                <a:lnTo>
                  <a:pt x="514350" y="2978939"/>
                </a:lnTo>
                <a:lnTo>
                  <a:pt x="527186" y="2992772"/>
                </a:lnTo>
                <a:lnTo>
                  <a:pt x="525405" y="2968836"/>
                </a:lnTo>
                <a:close/>
                <a:moveTo>
                  <a:pt x="315586" y="2966960"/>
                </a:moveTo>
                <a:lnTo>
                  <a:pt x="290341" y="2968839"/>
                </a:lnTo>
                <a:lnTo>
                  <a:pt x="287715" y="2983640"/>
                </a:lnTo>
                <a:lnTo>
                  <a:pt x="287044" y="2995639"/>
                </a:lnTo>
                <a:lnTo>
                  <a:pt x="301753" y="2979796"/>
                </a:lnTo>
                <a:close/>
                <a:moveTo>
                  <a:pt x="408051" y="2960079"/>
                </a:moveTo>
                <a:lnTo>
                  <a:pt x="356209" y="2963937"/>
                </a:lnTo>
                <a:lnTo>
                  <a:pt x="318898" y="2996084"/>
                </a:lnTo>
                <a:lnTo>
                  <a:pt x="284805" y="3035702"/>
                </a:lnTo>
                <a:lnTo>
                  <a:pt x="282035" y="3085238"/>
                </a:lnTo>
                <a:lnTo>
                  <a:pt x="285866" y="3136706"/>
                </a:lnTo>
                <a:lnTo>
                  <a:pt x="318897" y="3175250"/>
                </a:lnTo>
                <a:lnTo>
                  <a:pt x="355604" y="3208055"/>
                </a:lnTo>
                <a:lnTo>
                  <a:pt x="408051" y="3212111"/>
                </a:lnTo>
                <a:lnTo>
                  <a:pt x="457727" y="3208414"/>
                </a:lnTo>
                <a:lnTo>
                  <a:pt x="497206" y="3174393"/>
                </a:lnTo>
                <a:lnTo>
                  <a:pt x="531308" y="3134766"/>
                </a:lnTo>
                <a:lnTo>
                  <a:pt x="534067" y="3085238"/>
                </a:lnTo>
                <a:lnTo>
                  <a:pt x="530360" y="3035422"/>
                </a:lnTo>
                <a:lnTo>
                  <a:pt x="497205" y="2996941"/>
                </a:lnTo>
                <a:lnTo>
                  <a:pt x="460323" y="2963980"/>
                </a:lnTo>
                <a:close/>
                <a:moveTo>
                  <a:pt x="407682" y="2919589"/>
                </a:moveTo>
                <a:lnTo>
                  <a:pt x="386715" y="2937654"/>
                </a:lnTo>
                <a:lnTo>
                  <a:pt x="408051" y="2936076"/>
                </a:lnTo>
                <a:lnTo>
                  <a:pt x="430998" y="2937773"/>
                </a:lnTo>
                <a:lnTo>
                  <a:pt x="421196" y="2929013"/>
                </a:lnTo>
                <a:close/>
                <a:moveTo>
                  <a:pt x="313772" y="2860695"/>
                </a:moveTo>
                <a:lnTo>
                  <a:pt x="303599" y="2894135"/>
                </a:lnTo>
                <a:lnTo>
                  <a:pt x="294668" y="2944460"/>
                </a:lnTo>
                <a:lnTo>
                  <a:pt x="343747" y="2940831"/>
                </a:lnTo>
                <a:lnTo>
                  <a:pt x="362122" y="2923781"/>
                </a:lnTo>
                <a:lnTo>
                  <a:pt x="386241" y="2904637"/>
                </a:lnTo>
                <a:lnTo>
                  <a:pt x="346622" y="2877008"/>
                </a:lnTo>
                <a:close/>
                <a:moveTo>
                  <a:pt x="501946" y="2858728"/>
                </a:moveTo>
                <a:lnTo>
                  <a:pt x="469255" y="2876151"/>
                </a:lnTo>
                <a:lnTo>
                  <a:pt x="429247" y="2902810"/>
                </a:lnTo>
                <a:lnTo>
                  <a:pt x="471695" y="2940782"/>
                </a:lnTo>
                <a:lnTo>
                  <a:pt x="522501" y="2944539"/>
                </a:lnTo>
                <a:lnTo>
                  <a:pt x="505240" y="2867440"/>
                </a:lnTo>
                <a:close/>
                <a:moveTo>
                  <a:pt x="219818" y="2828773"/>
                </a:moveTo>
                <a:cubicBezTo>
                  <a:pt x="196953" y="2827205"/>
                  <a:pt x="178523" y="2832135"/>
                  <a:pt x="166307" y="2844350"/>
                </a:cubicBezTo>
                <a:cubicBezTo>
                  <a:pt x="147984" y="2862675"/>
                  <a:pt x="146176" y="2894983"/>
                  <a:pt x="158080" y="2935262"/>
                </a:cubicBezTo>
                <a:lnTo>
                  <a:pt x="170445" y="2964470"/>
                </a:lnTo>
                <a:lnTo>
                  <a:pt x="179864" y="2961618"/>
                </a:lnTo>
                <a:cubicBezTo>
                  <a:pt x="201572" y="2956238"/>
                  <a:pt x="224768" y="2951607"/>
                  <a:pt x="249179" y="2947823"/>
                </a:cubicBezTo>
                <a:lnTo>
                  <a:pt x="267973" y="2946434"/>
                </a:lnTo>
                <a:lnTo>
                  <a:pt x="283574" y="2857908"/>
                </a:lnTo>
                <a:lnTo>
                  <a:pt x="286788" y="2847295"/>
                </a:lnTo>
                <a:lnTo>
                  <a:pt x="277993" y="2842929"/>
                </a:lnTo>
                <a:cubicBezTo>
                  <a:pt x="256609" y="2834778"/>
                  <a:pt x="236967" y="2829948"/>
                  <a:pt x="219818" y="2828773"/>
                </a:cubicBezTo>
                <a:close/>
                <a:moveTo>
                  <a:pt x="595924" y="2827916"/>
                </a:moveTo>
                <a:cubicBezTo>
                  <a:pt x="584472" y="2828700"/>
                  <a:pt x="571928" y="2831107"/>
                  <a:pt x="558510" y="2835040"/>
                </a:cubicBezTo>
                <a:lnTo>
                  <a:pt x="528370" y="2846540"/>
                </a:lnTo>
                <a:lnTo>
                  <a:pt x="546323" y="2927223"/>
                </a:lnTo>
                <a:lnTo>
                  <a:pt x="547742" y="2946405"/>
                </a:lnTo>
                <a:lnTo>
                  <a:pt x="566924" y="2947823"/>
                </a:lnTo>
                <a:lnTo>
                  <a:pt x="646399" y="2965508"/>
                </a:lnTo>
                <a:lnTo>
                  <a:pt x="658251" y="2934405"/>
                </a:lnTo>
                <a:cubicBezTo>
                  <a:pt x="670050" y="2894126"/>
                  <a:pt x="668121" y="2861818"/>
                  <a:pt x="649797" y="2843494"/>
                </a:cubicBezTo>
                <a:cubicBezTo>
                  <a:pt x="637367" y="2831278"/>
                  <a:pt x="618829" y="2826349"/>
                  <a:pt x="595924" y="2827916"/>
                </a:cubicBezTo>
                <a:close/>
                <a:moveTo>
                  <a:pt x="408051" y="2743195"/>
                </a:moveTo>
                <a:cubicBezTo>
                  <a:pt x="382012" y="2743195"/>
                  <a:pt x="357782" y="2764774"/>
                  <a:pt x="337665" y="2801693"/>
                </a:cubicBezTo>
                <a:lnTo>
                  <a:pt x="324723" y="2830683"/>
                </a:lnTo>
                <a:lnTo>
                  <a:pt x="334835" y="2835724"/>
                </a:lnTo>
                <a:lnTo>
                  <a:pt x="408327" y="2887107"/>
                </a:lnTo>
                <a:lnTo>
                  <a:pt x="422572" y="2875801"/>
                </a:lnTo>
                <a:cubicBezTo>
                  <a:pt x="442557" y="2861228"/>
                  <a:pt x="462287" y="2848115"/>
                  <a:pt x="481495" y="2836582"/>
                </a:cubicBezTo>
                <a:lnTo>
                  <a:pt x="491548" y="2831224"/>
                </a:lnTo>
                <a:lnTo>
                  <a:pt x="485785" y="2815980"/>
                </a:lnTo>
                <a:cubicBezTo>
                  <a:pt x="464351" y="2770353"/>
                  <a:pt x="437345" y="2743195"/>
                  <a:pt x="408051" y="2743195"/>
                </a:cubicBezTo>
                <a:close/>
                <a:moveTo>
                  <a:pt x="6236067" y="2687689"/>
                </a:moveTo>
                <a:cubicBezTo>
                  <a:pt x="6239925" y="2687475"/>
                  <a:pt x="6243782" y="2688760"/>
                  <a:pt x="6246782" y="2691760"/>
                </a:cubicBezTo>
                <a:cubicBezTo>
                  <a:pt x="6252783" y="2697761"/>
                  <a:pt x="6253640" y="2707192"/>
                  <a:pt x="6247640" y="2713192"/>
                </a:cubicBezTo>
                <a:lnTo>
                  <a:pt x="6216014" y="2748180"/>
                </a:lnTo>
                <a:lnTo>
                  <a:pt x="6222322" y="2756871"/>
                </a:lnTo>
                <a:cubicBezTo>
                  <a:pt x="6235744" y="2786165"/>
                  <a:pt x="6231565" y="2821847"/>
                  <a:pt x="6209062" y="2846922"/>
                </a:cubicBezTo>
                <a:cubicBezTo>
                  <a:pt x="6193632" y="2863639"/>
                  <a:pt x="6172843" y="2872640"/>
                  <a:pt x="6151734" y="2873711"/>
                </a:cubicBezTo>
                <a:lnTo>
                  <a:pt x="6133744" y="2871200"/>
                </a:lnTo>
                <a:lnTo>
                  <a:pt x="6125031" y="2893063"/>
                </a:lnTo>
                <a:cubicBezTo>
                  <a:pt x="6072016" y="3025978"/>
                  <a:pt x="5930188" y="3380025"/>
                  <a:pt x="5925312" y="3375846"/>
                </a:cubicBezTo>
                <a:cubicBezTo>
                  <a:pt x="5920169" y="3370702"/>
                  <a:pt x="5917597" y="3266975"/>
                  <a:pt x="5917597" y="3266975"/>
                </a:cubicBezTo>
                <a:cubicBezTo>
                  <a:pt x="5917597" y="3266975"/>
                  <a:pt x="6005120" y="3039936"/>
                  <a:pt x="6056644" y="2907754"/>
                </a:cubicBezTo>
                <a:lnTo>
                  <a:pt x="6068648" y="2877062"/>
                </a:lnTo>
                <a:lnTo>
                  <a:pt x="5680138" y="3041518"/>
                </a:lnTo>
                <a:lnTo>
                  <a:pt x="5576411" y="3046661"/>
                </a:lnTo>
                <a:lnTo>
                  <a:pt x="5660422" y="2986654"/>
                </a:lnTo>
                <a:lnTo>
                  <a:pt x="6069879" y="2807820"/>
                </a:lnTo>
                <a:lnTo>
                  <a:pt x="6065771" y="2780383"/>
                </a:lnTo>
                <a:cubicBezTo>
                  <a:pt x="6068031" y="2764586"/>
                  <a:pt x="6074903" y="2749196"/>
                  <a:pt x="6086476" y="2736337"/>
                </a:cubicBezTo>
                <a:cubicBezTo>
                  <a:pt x="6101906" y="2719192"/>
                  <a:pt x="6122694" y="2710191"/>
                  <a:pt x="6143804" y="2709228"/>
                </a:cubicBezTo>
                <a:cubicBezTo>
                  <a:pt x="6154359" y="2708745"/>
                  <a:pt x="6164994" y="2710271"/>
                  <a:pt x="6175080" y="2713794"/>
                </a:cubicBezTo>
                <a:lnTo>
                  <a:pt x="6195368" y="2725788"/>
                </a:lnTo>
                <a:lnTo>
                  <a:pt x="6225351" y="2692617"/>
                </a:lnTo>
                <a:cubicBezTo>
                  <a:pt x="6228352" y="2689618"/>
                  <a:pt x="6232209" y="2687903"/>
                  <a:pt x="6236067" y="2687689"/>
                </a:cubicBezTo>
                <a:close/>
                <a:moveTo>
                  <a:pt x="408051" y="2678044"/>
                </a:moveTo>
                <a:cubicBezTo>
                  <a:pt x="439234" y="2678044"/>
                  <a:pt x="468126" y="2703722"/>
                  <a:pt x="492060" y="2747708"/>
                </a:cubicBezTo>
                <a:lnTo>
                  <a:pt x="519745" y="2816195"/>
                </a:lnTo>
                <a:lnTo>
                  <a:pt x="537283" y="2806846"/>
                </a:lnTo>
                <a:cubicBezTo>
                  <a:pt x="608864" y="2773842"/>
                  <a:pt x="667800" y="2768056"/>
                  <a:pt x="696946" y="2797202"/>
                </a:cubicBezTo>
                <a:cubicBezTo>
                  <a:pt x="726093" y="2826349"/>
                  <a:pt x="720306" y="2885285"/>
                  <a:pt x="687302" y="2956865"/>
                </a:cubicBezTo>
                <a:lnTo>
                  <a:pt x="677955" y="2974402"/>
                </a:lnTo>
                <a:lnTo>
                  <a:pt x="746440" y="3002086"/>
                </a:lnTo>
                <a:cubicBezTo>
                  <a:pt x="790426" y="3026021"/>
                  <a:pt x="816103" y="3054913"/>
                  <a:pt x="816103" y="3086095"/>
                </a:cubicBezTo>
                <a:cubicBezTo>
                  <a:pt x="816103" y="3127243"/>
                  <a:pt x="770455" y="3164748"/>
                  <a:pt x="696624" y="3191966"/>
                </a:cubicBezTo>
                <a:lnTo>
                  <a:pt x="678828" y="3197383"/>
                </a:lnTo>
                <a:lnTo>
                  <a:pt x="698388" y="3240686"/>
                </a:lnTo>
                <a:cubicBezTo>
                  <a:pt x="721207" y="3300318"/>
                  <a:pt x="722450" y="3348629"/>
                  <a:pt x="696946" y="3374132"/>
                </a:cubicBezTo>
                <a:cubicBezTo>
                  <a:pt x="667371" y="3403707"/>
                  <a:pt x="608435" y="3397921"/>
                  <a:pt x="536961" y="3364809"/>
                </a:cubicBezTo>
                <a:lnTo>
                  <a:pt x="519982" y="3355715"/>
                </a:lnTo>
                <a:lnTo>
                  <a:pt x="514243" y="3374667"/>
                </a:lnTo>
                <a:cubicBezTo>
                  <a:pt x="487133" y="3448498"/>
                  <a:pt x="449628" y="3494146"/>
                  <a:pt x="408051" y="3494146"/>
                </a:cubicBezTo>
                <a:cubicBezTo>
                  <a:pt x="377190" y="3494146"/>
                  <a:pt x="348379" y="3468469"/>
                  <a:pt x="324419" y="3424483"/>
                </a:cubicBezTo>
                <a:lnTo>
                  <a:pt x="296648" y="3355999"/>
                </a:lnTo>
                <a:lnTo>
                  <a:pt x="279143" y="3365346"/>
                </a:lnTo>
                <a:cubicBezTo>
                  <a:pt x="207669" y="3398350"/>
                  <a:pt x="148733" y="3404137"/>
                  <a:pt x="119158" y="3374990"/>
                </a:cubicBezTo>
                <a:cubicBezTo>
                  <a:pt x="90011" y="3345415"/>
                  <a:pt x="95798" y="3286479"/>
                  <a:pt x="128803" y="3215005"/>
                </a:cubicBezTo>
                <a:lnTo>
                  <a:pt x="138022" y="3197737"/>
                </a:lnTo>
                <a:lnTo>
                  <a:pt x="69663" y="3170104"/>
                </a:lnTo>
                <a:cubicBezTo>
                  <a:pt x="25677" y="3146169"/>
                  <a:pt x="0" y="3117277"/>
                  <a:pt x="0" y="3086095"/>
                </a:cubicBezTo>
                <a:cubicBezTo>
                  <a:pt x="0" y="3044519"/>
                  <a:pt x="45649" y="3007014"/>
                  <a:pt x="119480" y="2979903"/>
                </a:cubicBezTo>
                <a:lnTo>
                  <a:pt x="137725" y="2974378"/>
                </a:lnTo>
                <a:lnTo>
                  <a:pt x="117717" y="2930147"/>
                </a:lnTo>
                <a:cubicBezTo>
                  <a:pt x="94897" y="2870580"/>
                  <a:pt x="93655" y="2822222"/>
                  <a:pt x="119158" y="2796344"/>
                </a:cubicBezTo>
                <a:cubicBezTo>
                  <a:pt x="133945" y="2781771"/>
                  <a:pt x="156073" y="2775931"/>
                  <a:pt x="183438" y="2777860"/>
                </a:cubicBezTo>
                <a:cubicBezTo>
                  <a:pt x="203962" y="2779308"/>
                  <a:pt x="227432" y="2785123"/>
                  <a:pt x="252960" y="2794903"/>
                </a:cubicBezTo>
                <a:lnTo>
                  <a:pt x="296135" y="2816430"/>
                </a:lnTo>
                <a:lnTo>
                  <a:pt x="301859" y="2797524"/>
                </a:lnTo>
                <a:cubicBezTo>
                  <a:pt x="328970" y="2723693"/>
                  <a:pt x="366475" y="2678044"/>
                  <a:pt x="408051" y="2678044"/>
                </a:cubicBezTo>
                <a:close/>
                <a:moveTo>
                  <a:pt x="5013199" y="2674617"/>
                </a:moveTo>
                <a:lnTo>
                  <a:pt x="5013199" y="3173535"/>
                </a:lnTo>
                <a:lnTo>
                  <a:pt x="5299521" y="3173535"/>
                </a:lnTo>
                <a:close/>
                <a:moveTo>
                  <a:pt x="1456470" y="2362577"/>
                </a:moveTo>
                <a:lnTo>
                  <a:pt x="1669068" y="2628325"/>
                </a:lnTo>
                <a:lnTo>
                  <a:pt x="1485616" y="2776629"/>
                </a:lnTo>
                <a:cubicBezTo>
                  <a:pt x="1485616" y="2776629"/>
                  <a:pt x="1373317" y="2763771"/>
                  <a:pt x="1306451" y="2916361"/>
                </a:cubicBezTo>
                <a:lnTo>
                  <a:pt x="1094710" y="2652328"/>
                </a:lnTo>
                <a:cubicBezTo>
                  <a:pt x="1094710" y="2652328"/>
                  <a:pt x="1159004" y="2492022"/>
                  <a:pt x="1275590" y="2507453"/>
                </a:cubicBezTo>
                <a:close/>
                <a:moveTo>
                  <a:pt x="4655725" y="2293138"/>
                </a:moveTo>
                <a:lnTo>
                  <a:pt x="4792886" y="2293138"/>
                </a:lnTo>
                <a:lnTo>
                  <a:pt x="4792886" y="3310694"/>
                </a:lnTo>
                <a:lnTo>
                  <a:pt x="4655725" y="3310694"/>
                </a:lnTo>
                <a:close/>
                <a:moveTo>
                  <a:pt x="409649" y="2273959"/>
                </a:moveTo>
                <a:lnTo>
                  <a:pt x="459486" y="2287996"/>
                </a:lnTo>
                <a:cubicBezTo>
                  <a:pt x="459486" y="2287996"/>
                  <a:pt x="440627" y="2283924"/>
                  <a:pt x="421017" y="2278031"/>
                </a:cubicBezTo>
                <a:close/>
                <a:moveTo>
                  <a:pt x="4930045" y="2273422"/>
                </a:moveTo>
                <a:lnTo>
                  <a:pt x="5477829" y="3311552"/>
                </a:lnTo>
                <a:lnTo>
                  <a:pt x="4930045" y="3311552"/>
                </a:lnTo>
                <a:close/>
                <a:moveTo>
                  <a:pt x="5782627" y="2202717"/>
                </a:moveTo>
                <a:lnTo>
                  <a:pt x="5767752" y="2214541"/>
                </a:lnTo>
                <a:cubicBezTo>
                  <a:pt x="5747801" y="2229115"/>
                  <a:pt x="5728108" y="2242228"/>
                  <a:pt x="5708935" y="2253760"/>
                </a:cubicBezTo>
                <a:lnTo>
                  <a:pt x="5698749" y="2259199"/>
                </a:lnTo>
                <a:lnTo>
                  <a:pt x="5722156" y="2304260"/>
                </a:lnTo>
                <a:cubicBezTo>
                  <a:pt x="5740009" y="2330529"/>
                  <a:pt x="5760453" y="2345431"/>
                  <a:pt x="5782152" y="2345431"/>
                </a:cubicBezTo>
                <a:cubicBezTo>
                  <a:pt x="5803851" y="2345431"/>
                  <a:pt x="5824294" y="2330530"/>
                  <a:pt x="5842148" y="2304260"/>
                </a:cubicBezTo>
                <a:lnTo>
                  <a:pt x="5865804" y="2258720"/>
                </a:lnTo>
                <a:lnTo>
                  <a:pt x="5855368" y="2253129"/>
                </a:lnTo>
                <a:cubicBezTo>
                  <a:pt x="5836195" y="2241561"/>
                  <a:pt x="5816502" y="2228411"/>
                  <a:pt x="5796551" y="2213804"/>
                </a:cubicBezTo>
                <a:close/>
                <a:moveTo>
                  <a:pt x="5760901" y="2151836"/>
                </a:moveTo>
                <a:lnTo>
                  <a:pt x="5781715" y="2169748"/>
                </a:lnTo>
                <a:lnTo>
                  <a:pt x="5802358" y="2151959"/>
                </a:lnTo>
                <a:lnTo>
                  <a:pt x="5782152" y="2153407"/>
                </a:lnTo>
                <a:close/>
                <a:moveTo>
                  <a:pt x="5896549" y="2145209"/>
                </a:moveTo>
                <a:lnTo>
                  <a:pt x="5847314" y="2148737"/>
                </a:lnTo>
                <a:lnTo>
                  <a:pt x="5828117" y="2166561"/>
                </a:lnTo>
                <a:lnTo>
                  <a:pt x="5803118" y="2186431"/>
                </a:lnTo>
                <a:lnTo>
                  <a:pt x="5843581" y="2213334"/>
                </a:lnTo>
                <a:lnTo>
                  <a:pt x="5875307" y="2230209"/>
                </a:lnTo>
                <a:lnTo>
                  <a:pt x="5886604" y="2194868"/>
                </a:lnTo>
                <a:close/>
                <a:moveTo>
                  <a:pt x="5667701" y="2144945"/>
                </a:moveTo>
                <a:lnTo>
                  <a:pt x="5677700" y="2194868"/>
                </a:lnTo>
                <a:lnTo>
                  <a:pt x="5688842" y="2229724"/>
                </a:lnTo>
                <a:lnTo>
                  <a:pt x="5720722" y="2212702"/>
                </a:lnTo>
                <a:lnTo>
                  <a:pt x="5761232" y="2185681"/>
                </a:lnTo>
                <a:lnTo>
                  <a:pt x="5736186" y="2165739"/>
                </a:lnTo>
                <a:lnTo>
                  <a:pt x="5717789" y="2148648"/>
                </a:lnTo>
                <a:close/>
                <a:moveTo>
                  <a:pt x="6020742" y="2124279"/>
                </a:moveTo>
                <a:lnTo>
                  <a:pt x="5941024" y="2142022"/>
                </a:lnTo>
                <a:lnTo>
                  <a:pt x="5921776" y="2143401"/>
                </a:lnTo>
                <a:lnTo>
                  <a:pt x="5920303" y="2163118"/>
                </a:lnTo>
                <a:lnTo>
                  <a:pt x="5902447" y="2242808"/>
                </a:lnTo>
                <a:lnTo>
                  <a:pt x="5932987" y="2254446"/>
                </a:lnTo>
                <a:cubicBezTo>
                  <a:pt x="5973266" y="2266244"/>
                  <a:pt x="6005573" y="2264317"/>
                  <a:pt x="6023897" y="2245992"/>
                </a:cubicBezTo>
                <a:cubicBezTo>
                  <a:pt x="6042221" y="2227346"/>
                  <a:pt x="6044149" y="2194959"/>
                  <a:pt x="6032350" y="2154704"/>
                </a:cubicBezTo>
                <a:close/>
                <a:moveTo>
                  <a:pt x="5543504" y="2123909"/>
                </a:moveTo>
                <a:lnTo>
                  <a:pt x="5531953" y="2154223"/>
                </a:lnTo>
                <a:cubicBezTo>
                  <a:pt x="5520155" y="2194502"/>
                  <a:pt x="5522083" y="2226811"/>
                  <a:pt x="5540407" y="2245135"/>
                </a:cubicBezTo>
                <a:cubicBezTo>
                  <a:pt x="5558731" y="2263781"/>
                  <a:pt x="5591038" y="2265788"/>
                  <a:pt x="5631317" y="2253964"/>
                </a:cubicBezTo>
                <a:lnTo>
                  <a:pt x="5661749" y="2242328"/>
                </a:lnTo>
                <a:lnTo>
                  <a:pt x="5644001" y="2163118"/>
                </a:lnTo>
                <a:lnTo>
                  <a:pt x="5642504" y="2143082"/>
                </a:lnTo>
                <a:lnTo>
                  <a:pt x="5623279" y="2141660"/>
                </a:lnTo>
                <a:close/>
                <a:moveTo>
                  <a:pt x="5901217" y="2096788"/>
                </a:moveTo>
                <a:lnTo>
                  <a:pt x="5888451" y="2110545"/>
                </a:lnTo>
                <a:lnTo>
                  <a:pt x="5875630" y="2122448"/>
                </a:lnTo>
                <a:lnTo>
                  <a:pt x="5899439" y="2120676"/>
                </a:lnTo>
                <a:close/>
                <a:moveTo>
                  <a:pt x="5663018" y="2095865"/>
                </a:moveTo>
                <a:lnTo>
                  <a:pt x="5664871" y="2120759"/>
                </a:lnTo>
                <a:lnTo>
                  <a:pt x="5689742" y="2122592"/>
                </a:lnTo>
                <a:lnTo>
                  <a:pt x="5675852" y="2109688"/>
                </a:lnTo>
                <a:close/>
                <a:moveTo>
                  <a:pt x="5964361" y="2025112"/>
                </a:moveTo>
                <a:lnTo>
                  <a:pt x="5944467" y="2050176"/>
                </a:lnTo>
                <a:lnTo>
                  <a:pt x="5927363" y="2068609"/>
                </a:lnTo>
                <a:lnTo>
                  <a:pt x="5923685" y="2117844"/>
                </a:lnTo>
                <a:lnTo>
                  <a:pt x="5973632" y="2107841"/>
                </a:lnTo>
                <a:lnTo>
                  <a:pt x="6007981" y="2096861"/>
                </a:lnTo>
                <a:lnTo>
                  <a:pt x="5991239" y="2065450"/>
                </a:lnTo>
                <a:close/>
                <a:moveTo>
                  <a:pt x="5599967" y="2024356"/>
                </a:moveTo>
                <a:lnTo>
                  <a:pt x="5573064" y="2064817"/>
                </a:lnTo>
                <a:lnTo>
                  <a:pt x="5555981" y="2096936"/>
                </a:lnTo>
                <a:lnTo>
                  <a:pt x="5591049" y="2108067"/>
                </a:lnTo>
                <a:lnTo>
                  <a:pt x="5640623" y="2117908"/>
                </a:lnTo>
                <a:lnTo>
                  <a:pt x="5636873" y="2067704"/>
                </a:lnTo>
                <a:lnTo>
                  <a:pt x="5619836" y="2049354"/>
                </a:lnTo>
                <a:close/>
                <a:moveTo>
                  <a:pt x="5930674" y="1983998"/>
                </a:moveTo>
                <a:lnTo>
                  <a:pt x="5932171" y="2004246"/>
                </a:lnTo>
                <a:lnTo>
                  <a:pt x="5930734" y="2023487"/>
                </a:lnTo>
                <a:lnTo>
                  <a:pt x="5947705" y="2003765"/>
                </a:lnTo>
                <a:close/>
                <a:moveTo>
                  <a:pt x="5633693" y="1983147"/>
                </a:moveTo>
                <a:lnTo>
                  <a:pt x="5615905" y="2003818"/>
                </a:lnTo>
                <a:lnTo>
                  <a:pt x="5633640" y="2024428"/>
                </a:lnTo>
                <a:lnTo>
                  <a:pt x="5632133" y="2004246"/>
                </a:lnTo>
                <a:close/>
                <a:moveTo>
                  <a:pt x="5783009" y="1940810"/>
                </a:moveTo>
                <a:cubicBezTo>
                  <a:pt x="5817299" y="1940810"/>
                  <a:pt x="5845588" y="1968242"/>
                  <a:pt x="5845588" y="2003389"/>
                </a:cubicBezTo>
                <a:cubicBezTo>
                  <a:pt x="5845588" y="2038537"/>
                  <a:pt x="5817299" y="2066825"/>
                  <a:pt x="5783009" y="2065968"/>
                </a:cubicBezTo>
                <a:cubicBezTo>
                  <a:pt x="5748719" y="2065968"/>
                  <a:pt x="5720429" y="2038537"/>
                  <a:pt x="5720429" y="2003389"/>
                </a:cubicBezTo>
                <a:cubicBezTo>
                  <a:pt x="5720429" y="1969099"/>
                  <a:pt x="5747861" y="1940810"/>
                  <a:pt x="5783009" y="1940810"/>
                </a:cubicBezTo>
                <a:close/>
                <a:moveTo>
                  <a:pt x="6037483" y="1919889"/>
                </a:moveTo>
                <a:lnTo>
                  <a:pt x="6031666" y="1930805"/>
                </a:lnTo>
                <a:cubicBezTo>
                  <a:pt x="6020133" y="1950011"/>
                  <a:pt x="6007020" y="1969741"/>
                  <a:pt x="5992446" y="1989726"/>
                </a:cubicBezTo>
                <a:lnTo>
                  <a:pt x="5981262" y="2003818"/>
                </a:lnTo>
                <a:lnTo>
                  <a:pt x="5992446" y="2017909"/>
                </a:lnTo>
                <a:cubicBezTo>
                  <a:pt x="6007020" y="2037893"/>
                  <a:pt x="6020133" y="2057623"/>
                  <a:pt x="6031666" y="2076831"/>
                </a:cubicBezTo>
                <a:lnTo>
                  <a:pt x="6037189" y="2087193"/>
                </a:lnTo>
                <a:lnTo>
                  <a:pt x="6083022" y="2063384"/>
                </a:lnTo>
                <a:cubicBezTo>
                  <a:pt x="6109293" y="2045531"/>
                  <a:pt x="6124194" y="2025087"/>
                  <a:pt x="6124194" y="2003388"/>
                </a:cubicBezTo>
                <a:cubicBezTo>
                  <a:pt x="6124194" y="1981689"/>
                  <a:pt x="6109209" y="1961247"/>
                  <a:pt x="6082849" y="1943392"/>
                </a:cubicBezTo>
                <a:close/>
                <a:moveTo>
                  <a:pt x="5527012" y="1919637"/>
                </a:moveTo>
                <a:lnTo>
                  <a:pt x="5481281" y="1943393"/>
                </a:lnTo>
                <a:cubicBezTo>
                  <a:pt x="5455010" y="1961247"/>
                  <a:pt x="5440109" y="1981689"/>
                  <a:pt x="5440109" y="2003388"/>
                </a:cubicBezTo>
                <a:cubicBezTo>
                  <a:pt x="5440109" y="2025355"/>
                  <a:pt x="5455094" y="2045899"/>
                  <a:pt x="5481454" y="2063765"/>
                </a:cubicBezTo>
                <a:lnTo>
                  <a:pt x="5527292" y="2087474"/>
                </a:lnTo>
                <a:lnTo>
                  <a:pt x="5532638" y="2077462"/>
                </a:lnTo>
                <a:cubicBezTo>
                  <a:pt x="5544171" y="2058290"/>
                  <a:pt x="5557284" y="2038597"/>
                  <a:pt x="5571857" y="2018645"/>
                </a:cubicBezTo>
                <a:lnTo>
                  <a:pt x="5583642" y="2003818"/>
                </a:lnTo>
                <a:lnTo>
                  <a:pt x="5571857" y="1988990"/>
                </a:lnTo>
                <a:cubicBezTo>
                  <a:pt x="5557284" y="1969039"/>
                  <a:pt x="5544171" y="1949345"/>
                  <a:pt x="5532638" y="1930175"/>
                </a:cubicBezTo>
                <a:close/>
                <a:moveTo>
                  <a:pt x="5923650" y="1888999"/>
                </a:moveTo>
                <a:lnTo>
                  <a:pt x="5927348" y="1939009"/>
                </a:lnTo>
                <a:lnTo>
                  <a:pt x="5944467" y="1957460"/>
                </a:lnTo>
                <a:lnTo>
                  <a:pt x="5964311" y="1982460"/>
                </a:lnTo>
                <a:lnTo>
                  <a:pt x="5991239" y="1941959"/>
                </a:lnTo>
                <a:lnTo>
                  <a:pt x="6008190" y="1910091"/>
                </a:lnTo>
                <a:lnTo>
                  <a:pt x="5973255" y="1898937"/>
                </a:lnTo>
                <a:close/>
                <a:moveTo>
                  <a:pt x="5640660" y="1888926"/>
                </a:moveTo>
                <a:lnTo>
                  <a:pt x="5590672" y="1898937"/>
                </a:lnTo>
                <a:lnTo>
                  <a:pt x="5555674" y="1910123"/>
                </a:lnTo>
                <a:lnTo>
                  <a:pt x="5573064" y="1942817"/>
                </a:lnTo>
                <a:lnTo>
                  <a:pt x="5599967" y="1983279"/>
                </a:lnTo>
                <a:lnTo>
                  <a:pt x="5619836" y="1958282"/>
                </a:lnTo>
                <a:lnTo>
                  <a:pt x="5636890" y="1939913"/>
                </a:lnTo>
                <a:close/>
                <a:moveTo>
                  <a:pt x="5874649" y="1884276"/>
                </a:moveTo>
                <a:lnTo>
                  <a:pt x="5888451" y="1897089"/>
                </a:lnTo>
                <a:lnTo>
                  <a:pt x="5901285" y="1910921"/>
                </a:lnTo>
                <a:lnTo>
                  <a:pt x="5899440" y="1886125"/>
                </a:lnTo>
                <a:close/>
                <a:moveTo>
                  <a:pt x="5691290" y="1884137"/>
                </a:moveTo>
                <a:lnTo>
                  <a:pt x="5664888" y="1886102"/>
                </a:lnTo>
                <a:lnTo>
                  <a:pt x="5662969" y="1911824"/>
                </a:lnTo>
                <a:lnTo>
                  <a:pt x="5675852" y="1897947"/>
                </a:lnTo>
                <a:close/>
                <a:moveTo>
                  <a:pt x="5782152" y="1877374"/>
                </a:moveTo>
                <a:lnTo>
                  <a:pt x="5729852" y="1881266"/>
                </a:lnTo>
                <a:lnTo>
                  <a:pt x="5692997" y="1914234"/>
                </a:lnTo>
                <a:lnTo>
                  <a:pt x="5659921" y="1952671"/>
                </a:lnTo>
                <a:lnTo>
                  <a:pt x="5656136" y="2003388"/>
                </a:lnTo>
                <a:lnTo>
                  <a:pt x="5659980" y="2055033"/>
                </a:lnTo>
                <a:lnTo>
                  <a:pt x="5692997" y="2093401"/>
                </a:lnTo>
                <a:lnTo>
                  <a:pt x="5730401" y="2125589"/>
                </a:lnTo>
                <a:lnTo>
                  <a:pt x="5782152" y="2129404"/>
                </a:lnTo>
                <a:lnTo>
                  <a:pt x="5832915" y="2125626"/>
                </a:lnTo>
                <a:lnTo>
                  <a:pt x="5871306" y="2092543"/>
                </a:lnTo>
                <a:lnTo>
                  <a:pt x="5904394" y="2054095"/>
                </a:lnTo>
                <a:lnTo>
                  <a:pt x="5908167" y="2003388"/>
                </a:lnTo>
                <a:lnTo>
                  <a:pt x="5904460" y="1953572"/>
                </a:lnTo>
                <a:lnTo>
                  <a:pt x="5871306" y="1915093"/>
                </a:lnTo>
                <a:lnTo>
                  <a:pt x="5831778" y="1881078"/>
                </a:lnTo>
                <a:close/>
                <a:moveTo>
                  <a:pt x="5781317" y="1837652"/>
                </a:moveTo>
                <a:lnTo>
                  <a:pt x="5768933" y="1846306"/>
                </a:lnTo>
                <a:lnTo>
                  <a:pt x="5759134" y="1855072"/>
                </a:lnTo>
                <a:lnTo>
                  <a:pt x="5782152" y="1853370"/>
                </a:lnTo>
                <a:lnTo>
                  <a:pt x="5801220" y="1854779"/>
                </a:lnTo>
                <a:close/>
                <a:moveTo>
                  <a:pt x="5875814" y="1778152"/>
                </a:moveTo>
                <a:lnTo>
                  <a:pt x="5843355" y="1794301"/>
                </a:lnTo>
                <a:lnTo>
                  <a:pt x="5803931" y="1821851"/>
                </a:lnTo>
                <a:lnTo>
                  <a:pt x="5828117" y="1841074"/>
                </a:lnTo>
                <a:lnTo>
                  <a:pt x="5846484" y="1858127"/>
                </a:lnTo>
                <a:lnTo>
                  <a:pt x="5896602" y="1861833"/>
                </a:lnTo>
                <a:lnTo>
                  <a:pt x="5886604" y="1811909"/>
                </a:lnTo>
                <a:close/>
                <a:moveTo>
                  <a:pt x="5688619" y="1778083"/>
                </a:moveTo>
                <a:lnTo>
                  <a:pt x="5677700" y="1812285"/>
                </a:lnTo>
                <a:lnTo>
                  <a:pt x="5667775" y="1861826"/>
                </a:lnTo>
                <a:lnTo>
                  <a:pt x="5720592" y="1857921"/>
                </a:lnTo>
                <a:lnTo>
                  <a:pt x="5760892" y="1821868"/>
                </a:lnTo>
                <a:lnTo>
                  <a:pt x="5720722" y="1795160"/>
                </a:lnTo>
                <a:close/>
                <a:moveTo>
                  <a:pt x="1448754" y="1765931"/>
                </a:moveTo>
                <a:cubicBezTo>
                  <a:pt x="1448754" y="1767646"/>
                  <a:pt x="1631349" y="1852515"/>
                  <a:pt x="1666496" y="1868802"/>
                </a:cubicBezTo>
                <a:cubicBezTo>
                  <a:pt x="1701643" y="1852515"/>
                  <a:pt x="1884238" y="1767646"/>
                  <a:pt x="1884238" y="1765931"/>
                </a:cubicBezTo>
                <a:lnTo>
                  <a:pt x="1884238" y="2016249"/>
                </a:lnTo>
                <a:cubicBezTo>
                  <a:pt x="1825087" y="2077971"/>
                  <a:pt x="1709358" y="2088258"/>
                  <a:pt x="1672497" y="2089973"/>
                </a:cubicBezTo>
                <a:cubicBezTo>
                  <a:pt x="1672497" y="2089973"/>
                  <a:pt x="1669925" y="2089973"/>
                  <a:pt x="1666496" y="2089973"/>
                </a:cubicBezTo>
                <a:cubicBezTo>
                  <a:pt x="1662210" y="2089973"/>
                  <a:pt x="1660495" y="2089973"/>
                  <a:pt x="1660495" y="2089973"/>
                </a:cubicBezTo>
                <a:cubicBezTo>
                  <a:pt x="1623633" y="2089116"/>
                  <a:pt x="1507905" y="2078829"/>
                  <a:pt x="1448754" y="2016249"/>
                </a:cubicBezTo>
                <a:close/>
                <a:moveTo>
                  <a:pt x="5593918" y="1746924"/>
                </a:moveTo>
                <a:cubicBezTo>
                  <a:pt x="5571054" y="1745356"/>
                  <a:pt x="5552623" y="1750285"/>
                  <a:pt x="5540407" y="1762502"/>
                </a:cubicBezTo>
                <a:cubicBezTo>
                  <a:pt x="5522083" y="1780825"/>
                  <a:pt x="5520155" y="1813133"/>
                  <a:pt x="5531953" y="1853413"/>
                </a:cubicBezTo>
                <a:lnTo>
                  <a:pt x="5543203" y="1882935"/>
                </a:lnTo>
                <a:lnTo>
                  <a:pt x="5623279" y="1865117"/>
                </a:lnTo>
                <a:lnTo>
                  <a:pt x="5642525" y="1863694"/>
                </a:lnTo>
                <a:lnTo>
                  <a:pt x="5643880" y="1845375"/>
                </a:lnTo>
                <a:lnTo>
                  <a:pt x="5661631" y="1765599"/>
                </a:lnTo>
                <a:lnTo>
                  <a:pt x="5631317" y="1754048"/>
                </a:lnTo>
                <a:cubicBezTo>
                  <a:pt x="5617891" y="1750115"/>
                  <a:pt x="5605350" y="1747708"/>
                  <a:pt x="5593918" y="1746924"/>
                </a:cubicBezTo>
                <a:close/>
                <a:moveTo>
                  <a:pt x="5970024" y="1746066"/>
                </a:moveTo>
                <a:cubicBezTo>
                  <a:pt x="5952845" y="1747241"/>
                  <a:pt x="5933211" y="1752072"/>
                  <a:pt x="5911854" y="1760221"/>
                </a:cubicBezTo>
                <a:lnTo>
                  <a:pt x="5902511" y="1764870"/>
                </a:lnTo>
                <a:lnTo>
                  <a:pt x="5920424" y="1845375"/>
                </a:lnTo>
                <a:lnTo>
                  <a:pt x="5921779" y="1863694"/>
                </a:lnTo>
                <a:lnTo>
                  <a:pt x="5941024" y="1865117"/>
                </a:lnTo>
                <a:lnTo>
                  <a:pt x="6020799" y="1882868"/>
                </a:lnTo>
                <a:lnTo>
                  <a:pt x="6032350" y="1852555"/>
                </a:lnTo>
                <a:cubicBezTo>
                  <a:pt x="6044149" y="1812276"/>
                  <a:pt x="6042221" y="1779968"/>
                  <a:pt x="6023897" y="1761646"/>
                </a:cubicBezTo>
                <a:cubicBezTo>
                  <a:pt x="6011467" y="1749428"/>
                  <a:pt x="5992929" y="1744499"/>
                  <a:pt x="5970024" y="1746066"/>
                </a:cubicBezTo>
                <a:close/>
                <a:moveTo>
                  <a:pt x="289975" y="1703570"/>
                </a:moveTo>
                <a:lnTo>
                  <a:pt x="249460" y="1738503"/>
                </a:lnTo>
                <a:cubicBezTo>
                  <a:pt x="249460" y="1738503"/>
                  <a:pt x="264462" y="1723072"/>
                  <a:pt x="283964" y="1707642"/>
                </a:cubicBezTo>
                <a:close/>
                <a:moveTo>
                  <a:pt x="4368605" y="1696916"/>
                </a:moveTo>
                <a:cubicBezTo>
                  <a:pt x="4407031" y="1694430"/>
                  <a:pt x="4447416" y="1702386"/>
                  <a:pt x="4478277" y="1734211"/>
                </a:cubicBezTo>
                <a:lnTo>
                  <a:pt x="4710592" y="1734211"/>
                </a:lnTo>
                <a:lnTo>
                  <a:pt x="4710592" y="2074541"/>
                </a:lnTo>
                <a:lnTo>
                  <a:pt x="4473133" y="2076255"/>
                </a:lnTo>
                <a:cubicBezTo>
                  <a:pt x="4473133" y="2076255"/>
                  <a:pt x="4393408" y="1995674"/>
                  <a:pt x="4245961" y="2072826"/>
                </a:cubicBezTo>
                <a:lnTo>
                  <a:pt x="4245961" y="1734211"/>
                </a:lnTo>
                <a:cubicBezTo>
                  <a:pt x="4245961" y="1734211"/>
                  <a:pt x="4304562" y="1701060"/>
                  <a:pt x="4368605" y="1696916"/>
                </a:cubicBezTo>
                <a:close/>
                <a:moveTo>
                  <a:pt x="5782152" y="1661348"/>
                </a:moveTo>
                <a:cubicBezTo>
                  <a:pt x="5760453" y="1661348"/>
                  <a:pt x="5740010" y="1676333"/>
                  <a:pt x="5722156" y="1702693"/>
                </a:cubicBezTo>
                <a:lnTo>
                  <a:pt x="5698519" y="1748314"/>
                </a:lnTo>
                <a:lnTo>
                  <a:pt x="5708935" y="1753875"/>
                </a:lnTo>
                <a:cubicBezTo>
                  <a:pt x="5728108" y="1765408"/>
                  <a:pt x="5747801" y="1778522"/>
                  <a:pt x="5767753" y="1793094"/>
                </a:cubicBezTo>
                <a:lnTo>
                  <a:pt x="5783057" y="1805259"/>
                </a:lnTo>
                <a:lnTo>
                  <a:pt x="5855594" y="1754507"/>
                </a:lnTo>
                <a:lnTo>
                  <a:pt x="5866361" y="1749129"/>
                </a:lnTo>
                <a:lnTo>
                  <a:pt x="5842148" y="1702521"/>
                </a:lnTo>
                <a:cubicBezTo>
                  <a:pt x="5824294" y="1676250"/>
                  <a:pt x="5803851" y="1661348"/>
                  <a:pt x="5782152" y="1661348"/>
                </a:cubicBezTo>
                <a:close/>
                <a:moveTo>
                  <a:pt x="592360" y="1640776"/>
                </a:moveTo>
                <a:cubicBezTo>
                  <a:pt x="592360" y="1640776"/>
                  <a:pt x="595066" y="1641779"/>
                  <a:pt x="599890" y="1643860"/>
                </a:cubicBezTo>
                <a:lnTo>
                  <a:pt x="615617" y="1651278"/>
                </a:lnTo>
                <a:close/>
                <a:moveTo>
                  <a:pt x="493776" y="1630488"/>
                </a:moveTo>
                <a:lnTo>
                  <a:pt x="498063" y="1633917"/>
                </a:lnTo>
                <a:cubicBezTo>
                  <a:pt x="498063" y="1633917"/>
                  <a:pt x="495491" y="1638204"/>
                  <a:pt x="493776" y="1640776"/>
                </a:cubicBezTo>
                <a:cubicBezTo>
                  <a:pt x="492919" y="1643348"/>
                  <a:pt x="497205" y="1641634"/>
                  <a:pt x="497205" y="1641634"/>
                </a:cubicBezTo>
                <a:cubicBezTo>
                  <a:pt x="497205" y="1641634"/>
                  <a:pt x="510921" y="1648491"/>
                  <a:pt x="510921" y="1651062"/>
                </a:cubicBezTo>
                <a:cubicBezTo>
                  <a:pt x="510921" y="1653635"/>
                  <a:pt x="504921" y="1656207"/>
                  <a:pt x="492919" y="1655350"/>
                </a:cubicBezTo>
                <a:cubicBezTo>
                  <a:pt x="480918" y="1654492"/>
                  <a:pt x="486918" y="1657064"/>
                  <a:pt x="471488" y="1649348"/>
                </a:cubicBezTo>
                <a:cubicBezTo>
                  <a:pt x="456057" y="1641634"/>
                  <a:pt x="457772" y="1662207"/>
                  <a:pt x="451771" y="1667351"/>
                </a:cubicBezTo>
                <a:cubicBezTo>
                  <a:pt x="444913" y="1672494"/>
                  <a:pt x="444913" y="1674208"/>
                  <a:pt x="440627" y="1683638"/>
                </a:cubicBezTo>
                <a:cubicBezTo>
                  <a:pt x="437198" y="1693069"/>
                  <a:pt x="440627" y="1683638"/>
                  <a:pt x="450914" y="1689640"/>
                </a:cubicBezTo>
                <a:cubicBezTo>
                  <a:pt x="461201" y="1695639"/>
                  <a:pt x="455200" y="1691355"/>
                  <a:pt x="460344" y="1690497"/>
                </a:cubicBezTo>
                <a:cubicBezTo>
                  <a:pt x="465487" y="1690497"/>
                  <a:pt x="480060" y="1687067"/>
                  <a:pt x="484347" y="1686210"/>
                </a:cubicBezTo>
                <a:cubicBezTo>
                  <a:pt x="488633" y="1685352"/>
                  <a:pt x="491205" y="1686210"/>
                  <a:pt x="490347" y="1700784"/>
                </a:cubicBezTo>
                <a:cubicBezTo>
                  <a:pt x="489490" y="1716214"/>
                  <a:pt x="490347" y="1700784"/>
                  <a:pt x="512636" y="1711927"/>
                </a:cubicBezTo>
                <a:cubicBezTo>
                  <a:pt x="534924" y="1723071"/>
                  <a:pt x="508350" y="1723071"/>
                  <a:pt x="525495" y="1726501"/>
                </a:cubicBezTo>
                <a:cubicBezTo>
                  <a:pt x="542640" y="1730788"/>
                  <a:pt x="522923" y="1731644"/>
                  <a:pt x="510064" y="1736787"/>
                </a:cubicBezTo>
                <a:cubicBezTo>
                  <a:pt x="497205" y="1742789"/>
                  <a:pt x="503206" y="1735930"/>
                  <a:pt x="494634" y="1747070"/>
                </a:cubicBezTo>
                <a:cubicBezTo>
                  <a:pt x="486061" y="1758215"/>
                  <a:pt x="496348" y="1754786"/>
                  <a:pt x="500634" y="1756500"/>
                </a:cubicBezTo>
                <a:cubicBezTo>
                  <a:pt x="504921" y="1758215"/>
                  <a:pt x="512636" y="1756500"/>
                  <a:pt x="516922" y="1753071"/>
                </a:cubicBezTo>
                <a:cubicBezTo>
                  <a:pt x="520351" y="1749645"/>
                  <a:pt x="523780" y="1751357"/>
                  <a:pt x="523780" y="1751357"/>
                </a:cubicBezTo>
                <a:cubicBezTo>
                  <a:pt x="523780" y="1751357"/>
                  <a:pt x="533210" y="1742789"/>
                  <a:pt x="542640" y="1747928"/>
                </a:cubicBezTo>
                <a:cubicBezTo>
                  <a:pt x="552069" y="1753071"/>
                  <a:pt x="542640" y="1747928"/>
                  <a:pt x="545211" y="1745356"/>
                </a:cubicBezTo>
                <a:cubicBezTo>
                  <a:pt x="547783" y="1743646"/>
                  <a:pt x="552069" y="1744499"/>
                  <a:pt x="555498" y="1741075"/>
                </a:cubicBezTo>
                <a:cubicBezTo>
                  <a:pt x="558927" y="1738503"/>
                  <a:pt x="566643" y="1735930"/>
                  <a:pt x="588931" y="1744499"/>
                </a:cubicBezTo>
                <a:cubicBezTo>
                  <a:pt x="612077" y="1753071"/>
                  <a:pt x="590646" y="1751357"/>
                  <a:pt x="600933" y="1755643"/>
                </a:cubicBezTo>
                <a:cubicBezTo>
                  <a:pt x="610362" y="1759929"/>
                  <a:pt x="604362" y="1758215"/>
                  <a:pt x="605219" y="1752214"/>
                </a:cubicBezTo>
                <a:cubicBezTo>
                  <a:pt x="606076" y="1746213"/>
                  <a:pt x="606076" y="1737646"/>
                  <a:pt x="609505" y="1735930"/>
                </a:cubicBezTo>
                <a:cubicBezTo>
                  <a:pt x="612934" y="1734216"/>
                  <a:pt x="615506" y="1735930"/>
                  <a:pt x="619792" y="1739360"/>
                </a:cubicBezTo>
                <a:cubicBezTo>
                  <a:pt x="624078" y="1742789"/>
                  <a:pt x="633508" y="1720500"/>
                  <a:pt x="643795" y="1724786"/>
                </a:cubicBezTo>
                <a:cubicBezTo>
                  <a:pt x="653225" y="1729073"/>
                  <a:pt x="646367" y="1726501"/>
                  <a:pt x="656654" y="1733358"/>
                </a:cubicBezTo>
                <a:cubicBezTo>
                  <a:pt x="666942" y="1740217"/>
                  <a:pt x="656654" y="1743646"/>
                  <a:pt x="651510" y="1747928"/>
                </a:cubicBezTo>
                <a:cubicBezTo>
                  <a:pt x="645510" y="1753071"/>
                  <a:pt x="648081" y="1745356"/>
                  <a:pt x="639509" y="1742789"/>
                </a:cubicBezTo>
                <a:cubicBezTo>
                  <a:pt x="630936" y="1740217"/>
                  <a:pt x="636080" y="1744499"/>
                  <a:pt x="623221" y="1756500"/>
                </a:cubicBezTo>
                <a:cubicBezTo>
                  <a:pt x="610362" y="1767644"/>
                  <a:pt x="623221" y="1756500"/>
                  <a:pt x="625793" y="1763359"/>
                </a:cubicBezTo>
                <a:cubicBezTo>
                  <a:pt x="628365" y="1770216"/>
                  <a:pt x="635223" y="1760786"/>
                  <a:pt x="642081" y="1763359"/>
                </a:cubicBezTo>
                <a:cubicBezTo>
                  <a:pt x="648939" y="1765931"/>
                  <a:pt x="647224" y="1765931"/>
                  <a:pt x="656654" y="1767644"/>
                </a:cubicBezTo>
                <a:cubicBezTo>
                  <a:pt x="666085" y="1769359"/>
                  <a:pt x="656654" y="1767644"/>
                  <a:pt x="658369" y="1773647"/>
                </a:cubicBezTo>
                <a:cubicBezTo>
                  <a:pt x="660084" y="1779648"/>
                  <a:pt x="662656" y="1774503"/>
                  <a:pt x="672085" y="1778790"/>
                </a:cubicBezTo>
                <a:cubicBezTo>
                  <a:pt x="681515" y="1783932"/>
                  <a:pt x="675514" y="1781362"/>
                  <a:pt x="672085" y="1788218"/>
                </a:cubicBezTo>
                <a:cubicBezTo>
                  <a:pt x="669514" y="1795076"/>
                  <a:pt x="669514" y="1788218"/>
                  <a:pt x="666085" y="1786504"/>
                </a:cubicBezTo>
                <a:cubicBezTo>
                  <a:pt x="662656" y="1785647"/>
                  <a:pt x="661798" y="1785647"/>
                  <a:pt x="654082" y="1789076"/>
                </a:cubicBezTo>
                <a:cubicBezTo>
                  <a:pt x="646367" y="1793363"/>
                  <a:pt x="645510" y="1789933"/>
                  <a:pt x="642081" y="1791647"/>
                </a:cubicBezTo>
                <a:cubicBezTo>
                  <a:pt x="639509" y="1793363"/>
                  <a:pt x="636937" y="1789933"/>
                  <a:pt x="618935" y="1788218"/>
                </a:cubicBezTo>
                <a:cubicBezTo>
                  <a:pt x="600933" y="1786504"/>
                  <a:pt x="618935" y="1788218"/>
                  <a:pt x="608648" y="1798505"/>
                </a:cubicBezTo>
                <a:cubicBezTo>
                  <a:pt x="598361" y="1808794"/>
                  <a:pt x="608648" y="1798505"/>
                  <a:pt x="601790" y="1798505"/>
                </a:cubicBezTo>
                <a:cubicBezTo>
                  <a:pt x="594932" y="1798505"/>
                  <a:pt x="592360" y="1795935"/>
                  <a:pt x="588074" y="1793363"/>
                </a:cubicBezTo>
                <a:cubicBezTo>
                  <a:pt x="582930" y="1790790"/>
                  <a:pt x="585502" y="1789076"/>
                  <a:pt x="576072" y="1789076"/>
                </a:cubicBezTo>
                <a:cubicBezTo>
                  <a:pt x="566643" y="1789076"/>
                  <a:pt x="576072" y="1789076"/>
                  <a:pt x="566643" y="1788218"/>
                </a:cubicBezTo>
                <a:cubicBezTo>
                  <a:pt x="558070" y="1787361"/>
                  <a:pt x="563214" y="1782218"/>
                  <a:pt x="562356" y="1770216"/>
                </a:cubicBezTo>
                <a:cubicBezTo>
                  <a:pt x="561499" y="1758215"/>
                  <a:pt x="562356" y="1770216"/>
                  <a:pt x="557213" y="1769359"/>
                </a:cubicBezTo>
                <a:cubicBezTo>
                  <a:pt x="552069" y="1768504"/>
                  <a:pt x="553784" y="1767644"/>
                  <a:pt x="550355" y="1767644"/>
                </a:cubicBezTo>
                <a:cubicBezTo>
                  <a:pt x="547783" y="1767644"/>
                  <a:pt x="550355" y="1767644"/>
                  <a:pt x="537496" y="1770216"/>
                </a:cubicBezTo>
                <a:cubicBezTo>
                  <a:pt x="524637" y="1772790"/>
                  <a:pt x="533210" y="1771073"/>
                  <a:pt x="528924" y="1771073"/>
                </a:cubicBezTo>
                <a:cubicBezTo>
                  <a:pt x="524637" y="1771073"/>
                  <a:pt x="522923" y="1771933"/>
                  <a:pt x="516065" y="1773647"/>
                </a:cubicBezTo>
                <a:cubicBezTo>
                  <a:pt x="509207" y="1775362"/>
                  <a:pt x="510921" y="1773647"/>
                  <a:pt x="507492" y="1774503"/>
                </a:cubicBezTo>
                <a:cubicBezTo>
                  <a:pt x="504921" y="1775362"/>
                  <a:pt x="498063" y="1782218"/>
                  <a:pt x="493776" y="1786504"/>
                </a:cubicBezTo>
                <a:cubicBezTo>
                  <a:pt x="488633" y="1790790"/>
                  <a:pt x="480918" y="1794219"/>
                  <a:pt x="474060" y="1793363"/>
                </a:cubicBezTo>
                <a:cubicBezTo>
                  <a:pt x="467202" y="1793363"/>
                  <a:pt x="469773" y="1795076"/>
                  <a:pt x="466344" y="1797648"/>
                </a:cubicBezTo>
                <a:cubicBezTo>
                  <a:pt x="462915" y="1799363"/>
                  <a:pt x="460344" y="1807080"/>
                  <a:pt x="458629" y="1810508"/>
                </a:cubicBezTo>
                <a:cubicBezTo>
                  <a:pt x="456915" y="1813080"/>
                  <a:pt x="446628" y="1818224"/>
                  <a:pt x="438912" y="1831938"/>
                </a:cubicBezTo>
                <a:cubicBezTo>
                  <a:pt x="431197" y="1845654"/>
                  <a:pt x="432912" y="1841369"/>
                  <a:pt x="441484" y="1860230"/>
                </a:cubicBezTo>
                <a:cubicBezTo>
                  <a:pt x="450057" y="1879088"/>
                  <a:pt x="436341" y="1865373"/>
                  <a:pt x="436341" y="1874802"/>
                </a:cubicBezTo>
                <a:cubicBezTo>
                  <a:pt x="436341" y="1883375"/>
                  <a:pt x="434626" y="1879088"/>
                  <a:pt x="431197" y="1886803"/>
                </a:cubicBezTo>
                <a:cubicBezTo>
                  <a:pt x="427768" y="1894520"/>
                  <a:pt x="431197" y="1886803"/>
                  <a:pt x="439770" y="1896233"/>
                </a:cubicBezTo>
                <a:cubicBezTo>
                  <a:pt x="448342" y="1905663"/>
                  <a:pt x="439770" y="1896233"/>
                  <a:pt x="444913" y="1902233"/>
                </a:cubicBezTo>
                <a:cubicBezTo>
                  <a:pt x="450914" y="1909093"/>
                  <a:pt x="446628" y="1907378"/>
                  <a:pt x="447485" y="1914235"/>
                </a:cubicBezTo>
                <a:cubicBezTo>
                  <a:pt x="448342" y="1921094"/>
                  <a:pt x="450057" y="1917664"/>
                  <a:pt x="456915" y="1921951"/>
                </a:cubicBezTo>
                <a:cubicBezTo>
                  <a:pt x="463773" y="1926236"/>
                  <a:pt x="460344" y="1925378"/>
                  <a:pt x="463773" y="1933095"/>
                </a:cubicBezTo>
                <a:cubicBezTo>
                  <a:pt x="467202" y="1940810"/>
                  <a:pt x="468059" y="1934810"/>
                  <a:pt x="474917" y="1939095"/>
                </a:cubicBezTo>
                <a:cubicBezTo>
                  <a:pt x="481775" y="1943381"/>
                  <a:pt x="492919" y="1939953"/>
                  <a:pt x="502349" y="1939953"/>
                </a:cubicBezTo>
                <a:cubicBezTo>
                  <a:pt x="511779" y="1939953"/>
                  <a:pt x="514350" y="1940810"/>
                  <a:pt x="521208" y="1937380"/>
                </a:cubicBezTo>
                <a:cubicBezTo>
                  <a:pt x="528924" y="1934810"/>
                  <a:pt x="536639" y="1934810"/>
                  <a:pt x="540925" y="1931380"/>
                </a:cubicBezTo>
                <a:cubicBezTo>
                  <a:pt x="545211" y="1927951"/>
                  <a:pt x="549498" y="1928810"/>
                  <a:pt x="552069" y="1930522"/>
                </a:cubicBezTo>
                <a:cubicBezTo>
                  <a:pt x="554641" y="1932237"/>
                  <a:pt x="552927" y="1936523"/>
                  <a:pt x="559785" y="1941666"/>
                </a:cubicBezTo>
                <a:cubicBezTo>
                  <a:pt x="566643" y="1946811"/>
                  <a:pt x="566643" y="1939953"/>
                  <a:pt x="570929" y="1939095"/>
                </a:cubicBezTo>
                <a:cubicBezTo>
                  <a:pt x="575215" y="1938237"/>
                  <a:pt x="587217" y="1945953"/>
                  <a:pt x="587217" y="1945953"/>
                </a:cubicBezTo>
                <a:cubicBezTo>
                  <a:pt x="587217" y="1945953"/>
                  <a:pt x="586359" y="1951954"/>
                  <a:pt x="583788" y="1962240"/>
                </a:cubicBezTo>
                <a:cubicBezTo>
                  <a:pt x="581216" y="1971670"/>
                  <a:pt x="583788" y="1962240"/>
                  <a:pt x="583788" y="1968242"/>
                </a:cubicBezTo>
                <a:cubicBezTo>
                  <a:pt x="583788" y="1974242"/>
                  <a:pt x="585502" y="1990529"/>
                  <a:pt x="585502" y="1990529"/>
                </a:cubicBezTo>
                <a:cubicBezTo>
                  <a:pt x="585502" y="1990529"/>
                  <a:pt x="588931" y="1994816"/>
                  <a:pt x="593217" y="2001674"/>
                </a:cubicBezTo>
                <a:cubicBezTo>
                  <a:pt x="597504" y="2008532"/>
                  <a:pt x="597504" y="2006817"/>
                  <a:pt x="598361" y="2009389"/>
                </a:cubicBezTo>
                <a:cubicBezTo>
                  <a:pt x="599218" y="2011104"/>
                  <a:pt x="605219" y="2017105"/>
                  <a:pt x="606933" y="2021391"/>
                </a:cubicBezTo>
                <a:cubicBezTo>
                  <a:pt x="608648" y="2024819"/>
                  <a:pt x="608648" y="2027392"/>
                  <a:pt x="609505" y="2033392"/>
                </a:cubicBezTo>
                <a:cubicBezTo>
                  <a:pt x="610362" y="2040250"/>
                  <a:pt x="604362" y="2041107"/>
                  <a:pt x="598361" y="2045393"/>
                </a:cubicBezTo>
                <a:cubicBezTo>
                  <a:pt x="592360" y="2049680"/>
                  <a:pt x="595789" y="2051396"/>
                  <a:pt x="593217" y="2061682"/>
                </a:cubicBezTo>
                <a:cubicBezTo>
                  <a:pt x="590646" y="2071968"/>
                  <a:pt x="593217" y="2061682"/>
                  <a:pt x="588931" y="2071968"/>
                </a:cubicBezTo>
                <a:cubicBezTo>
                  <a:pt x="584645" y="2082255"/>
                  <a:pt x="589788" y="2076254"/>
                  <a:pt x="595789" y="2082255"/>
                </a:cubicBezTo>
                <a:cubicBezTo>
                  <a:pt x="601790" y="2088256"/>
                  <a:pt x="601790" y="2084827"/>
                  <a:pt x="606076" y="2095114"/>
                </a:cubicBezTo>
                <a:cubicBezTo>
                  <a:pt x="611220" y="2104544"/>
                  <a:pt x="607791" y="2098543"/>
                  <a:pt x="608648" y="2107115"/>
                </a:cubicBezTo>
                <a:cubicBezTo>
                  <a:pt x="609505" y="2115689"/>
                  <a:pt x="608648" y="2107115"/>
                  <a:pt x="608648" y="2116545"/>
                </a:cubicBezTo>
                <a:cubicBezTo>
                  <a:pt x="608648" y="2125118"/>
                  <a:pt x="608648" y="2116545"/>
                  <a:pt x="613791" y="2128547"/>
                </a:cubicBezTo>
                <a:cubicBezTo>
                  <a:pt x="618935" y="2140548"/>
                  <a:pt x="614649" y="2133690"/>
                  <a:pt x="620649" y="2144834"/>
                </a:cubicBezTo>
                <a:cubicBezTo>
                  <a:pt x="627507" y="2155979"/>
                  <a:pt x="620649" y="2144834"/>
                  <a:pt x="624936" y="2144834"/>
                </a:cubicBezTo>
                <a:cubicBezTo>
                  <a:pt x="629222" y="2144834"/>
                  <a:pt x="640366" y="2139691"/>
                  <a:pt x="642938" y="2137119"/>
                </a:cubicBezTo>
                <a:cubicBezTo>
                  <a:pt x="645510" y="2134548"/>
                  <a:pt x="660941" y="2128547"/>
                  <a:pt x="665227" y="2127690"/>
                </a:cubicBezTo>
                <a:cubicBezTo>
                  <a:pt x="670371" y="2126832"/>
                  <a:pt x="668656" y="2118260"/>
                  <a:pt x="668656" y="2118260"/>
                </a:cubicBezTo>
                <a:lnTo>
                  <a:pt x="683230" y="2106258"/>
                </a:lnTo>
                <a:lnTo>
                  <a:pt x="695231" y="2088256"/>
                </a:lnTo>
                <a:cubicBezTo>
                  <a:pt x="695231" y="2088256"/>
                  <a:pt x="695231" y="2078826"/>
                  <a:pt x="695231" y="2076254"/>
                </a:cubicBezTo>
                <a:cubicBezTo>
                  <a:pt x="695231" y="2074540"/>
                  <a:pt x="702089" y="2073683"/>
                  <a:pt x="706375" y="2072825"/>
                </a:cubicBezTo>
                <a:cubicBezTo>
                  <a:pt x="709804" y="2071968"/>
                  <a:pt x="708947" y="2067682"/>
                  <a:pt x="710662" y="2065110"/>
                </a:cubicBezTo>
                <a:cubicBezTo>
                  <a:pt x="712376" y="2063397"/>
                  <a:pt x="718377" y="2053966"/>
                  <a:pt x="724378" y="2052252"/>
                </a:cubicBezTo>
                <a:cubicBezTo>
                  <a:pt x="731236" y="2051396"/>
                  <a:pt x="719234" y="2040250"/>
                  <a:pt x="719234" y="2040250"/>
                </a:cubicBezTo>
                <a:cubicBezTo>
                  <a:pt x="719234" y="2040250"/>
                  <a:pt x="727807" y="2034249"/>
                  <a:pt x="729521" y="2028248"/>
                </a:cubicBezTo>
                <a:cubicBezTo>
                  <a:pt x="731236" y="2022248"/>
                  <a:pt x="729521" y="2010247"/>
                  <a:pt x="728664" y="2006817"/>
                </a:cubicBezTo>
                <a:cubicBezTo>
                  <a:pt x="727807" y="2004246"/>
                  <a:pt x="728664" y="1992244"/>
                  <a:pt x="728664" y="1992244"/>
                </a:cubicBezTo>
                <a:lnTo>
                  <a:pt x="735522" y="1983671"/>
                </a:lnTo>
                <a:cubicBezTo>
                  <a:pt x="735522" y="1983671"/>
                  <a:pt x="736379" y="1968242"/>
                  <a:pt x="738951" y="1966526"/>
                </a:cubicBezTo>
                <a:cubicBezTo>
                  <a:pt x="741523" y="1964813"/>
                  <a:pt x="745809" y="1954526"/>
                  <a:pt x="750095" y="1954526"/>
                </a:cubicBezTo>
                <a:cubicBezTo>
                  <a:pt x="754381" y="1954526"/>
                  <a:pt x="753524" y="1931380"/>
                  <a:pt x="753524" y="1931380"/>
                </a:cubicBezTo>
                <a:lnTo>
                  <a:pt x="760382" y="1918520"/>
                </a:lnTo>
                <a:cubicBezTo>
                  <a:pt x="760382" y="1918520"/>
                  <a:pt x="762954" y="1905663"/>
                  <a:pt x="762954" y="1903090"/>
                </a:cubicBezTo>
                <a:cubicBezTo>
                  <a:pt x="762954" y="1900518"/>
                  <a:pt x="756096" y="1895375"/>
                  <a:pt x="756096" y="1895375"/>
                </a:cubicBezTo>
                <a:cubicBezTo>
                  <a:pt x="756096" y="1895375"/>
                  <a:pt x="749238" y="1895375"/>
                  <a:pt x="744094" y="1897947"/>
                </a:cubicBezTo>
                <a:cubicBezTo>
                  <a:pt x="738951" y="1900518"/>
                  <a:pt x="740665" y="1898805"/>
                  <a:pt x="737236" y="1899662"/>
                </a:cubicBezTo>
                <a:cubicBezTo>
                  <a:pt x="733807" y="1900518"/>
                  <a:pt x="732950" y="1897947"/>
                  <a:pt x="727807" y="1896233"/>
                </a:cubicBezTo>
                <a:cubicBezTo>
                  <a:pt x="722663" y="1894520"/>
                  <a:pt x="726949" y="1889375"/>
                  <a:pt x="727807" y="1885088"/>
                </a:cubicBezTo>
                <a:cubicBezTo>
                  <a:pt x="728664" y="1880803"/>
                  <a:pt x="720091" y="1881660"/>
                  <a:pt x="716662" y="1880803"/>
                </a:cubicBezTo>
                <a:cubicBezTo>
                  <a:pt x="714091" y="1879945"/>
                  <a:pt x="713233" y="1870514"/>
                  <a:pt x="710662" y="1867944"/>
                </a:cubicBezTo>
                <a:cubicBezTo>
                  <a:pt x="708947" y="1866229"/>
                  <a:pt x="708090" y="1862801"/>
                  <a:pt x="704661" y="1855941"/>
                </a:cubicBezTo>
                <a:cubicBezTo>
                  <a:pt x="701232" y="1849083"/>
                  <a:pt x="699517" y="1852513"/>
                  <a:pt x="695231" y="1851655"/>
                </a:cubicBezTo>
                <a:cubicBezTo>
                  <a:pt x="690945" y="1850798"/>
                  <a:pt x="696088" y="1842226"/>
                  <a:pt x="691802" y="1834510"/>
                </a:cubicBezTo>
                <a:cubicBezTo>
                  <a:pt x="687516" y="1826796"/>
                  <a:pt x="701232" y="1831082"/>
                  <a:pt x="701232" y="1831082"/>
                </a:cubicBezTo>
                <a:cubicBezTo>
                  <a:pt x="701232" y="1831082"/>
                  <a:pt x="701232" y="1831082"/>
                  <a:pt x="707233" y="1836225"/>
                </a:cubicBezTo>
                <a:cubicBezTo>
                  <a:pt x="713233" y="1842226"/>
                  <a:pt x="708947" y="1840511"/>
                  <a:pt x="713233" y="1846511"/>
                </a:cubicBezTo>
                <a:cubicBezTo>
                  <a:pt x="718377" y="1852513"/>
                  <a:pt x="714091" y="1856798"/>
                  <a:pt x="715805" y="1859371"/>
                </a:cubicBezTo>
                <a:cubicBezTo>
                  <a:pt x="717520" y="1861944"/>
                  <a:pt x="726949" y="1863658"/>
                  <a:pt x="730378" y="1868802"/>
                </a:cubicBezTo>
                <a:cubicBezTo>
                  <a:pt x="733807" y="1873945"/>
                  <a:pt x="738951" y="1879945"/>
                  <a:pt x="738951" y="1879945"/>
                </a:cubicBezTo>
                <a:cubicBezTo>
                  <a:pt x="738951" y="1879945"/>
                  <a:pt x="756096" y="1877374"/>
                  <a:pt x="759525" y="1875660"/>
                </a:cubicBezTo>
                <a:cubicBezTo>
                  <a:pt x="762097" y="1873945"/>
                  <a:pt x="763811" y="1864514"/>
                  <a:pt x="763811" y="1864514"/>
                </a:cubicBezTo>
                <a:cubicBezTo>
                  <a:pt x="763811" y="1864514"/>
                  <a:pt x="767240" y="1855941"/>
                  <a:pt x="767240" y="1852513"/>
                </a:cubicBezTo>
                <a:cubicBezTo>
                  <a:pt x="767240" y="1849940"/>
                  <a:pt x="762954" y="1837940"/>
                  <a:pt x="762954" y="1837940"/>
                </a:cubicBezTo>
                <a:lnTo>
                  <a:pt x="762954" y="1825938"/>
                </a:lnTo>
                <a:cubicBezTo>
                  <a:pt x="762954" y="1825938"/>
                  <a:pt x="756953" y="1819938"/>
                  <a:pt x="758668" y="1815651"/>
                </a:cubicBezTo>
                <a:cubicBezTo>
                  <a:pt x="760382" y="1812222"/>
                  <a:pt x="758668" y="1815651"/>
                  <a:pt x="762097" y="1816508"/>
                </a:cubicBezTo>
                <a:cubicBezTo>
                  <a:pt x="764668" y="1817366"/>
                  <a:pt x="771526" y="1817366"/>
                  <a:pt x="774098" y="1820794"/>
                </a:cubicBezTo>
                <a:cubicBezTo>
                  <a:pt x="776670" y="1824223"/>
                  <a:pt x="779242" y="1833653"/>
                  <a:pt x="782671" y="1837084"/>
                </a:cubicBezTo>
                <a:cubicBezTo>
                  <a:pt x="786100" y="1840511"/>
                  <a:pt x="786100" y="1839654"/>
                  <a:pt x="790386" y="1844797"/>
                </a:cubicBezTo>
                <a:cubicBezTo>
                  <a:pt x="793815" y="1849940"/>
                  <a:pt x="792958" y="1846511"/>
                  <a:pt x="796387" y="1851655"/>
                </a:cubicBezTo>
                <a:cubicBezTo>
                  <a:pt x="799816" y="1857656"/>
                  <a:pt x="796387" y="1855941"/>
                  <a:pt x="800673" y="1863658"/>
                </a:cubicBezTo>
                <a:cubicBezTo>
                  <a:pt x="804959" y="1871372"/>
                  <a:pt x="804959" y="1869657"/>
                  <a:pt x="809245" y="1873945"/>
                </a:cubicBezTo>
                <a:lnTo>
                  <a:pt x="810960" y="1870514"/>
                </a:lnTo>
                <a:cubicBezTo>
                  <a:pt x="776884" y="1746428"/>
                  <a:pt x="670960" y="1679244"/>
                  <a:pt x="620127" y="1653407"/>
                </a:cubicBezTo>
                <a:lnTo>
                  <a:pt x="615617" y="1651278"/>
                </a:lnTo>
                <a:lnTo>
                  <a:pt x="671583" y="1676556"/>
                </a:lnTo>
                <a:cubicBezTo>
                  <a:pt x="838713" y="1774368"/>
                  <a:pt x="881468" y="1966205"/>
                  <a:pt x="792958" y="2119974"/>
                </a:cubicBezTo>
                <a:cubicBezTo>
                  <a:pt x="691802" y="2295710"/>
                  <a:pt x="511779" y="2287139"/>
                  <a:pt x="511779" y="2287139"/>
                </a:cubicBezTo>
                <a:cubicBezTo>
                  <a:pt x="592360" y="2286282"/>
                  <a:pt x="630079" y="2251133"/>
                  <a:pt x="630079" y="2251133"/>
                </a:cubicBezTo>
                <a:cubicBezTo>
                  <a:pt x="630079" y="2251133"/>
                  <a:pt x="616363" y="2250276"/>
                  <a:pt x="613791" y="2251993"/>
                </a:cubicBezTo>
                <a:cubicBezTo>
                  <a:pt x="611220" y="2253706"/>
                  <a:pt x="600075" y="2245133"/>
                  <a:pt x="597504" y="2245133"/>
                </a:cubicBezTo>
                <a:cubicBezTo>
                  <a:pt x="594932" y="2245133"/>
                  <a:pt x="590646" y="2244276"/>
                  <a:pt x="588074" y="2243418"/>
                </a:cubicBezTo>
                <a:cubicBezTo>
                  <a:pt x="585502" y="2242562"/>
                  <a:pt x="577787" y="2245133"/>
                  <a:pt x="572643" y="2245990"/>
                </a:cubicBezTo>
                <a:cubicBezTo>
                  <a:pt x="566643" y="2246848"/>
                  <a:pt x="565785" y="2246848"/>
                  <a:pt x="560642" y="2251993"/>
                </a:cubicBezTo>
                <a:cubicBezTo>
                  <a:pt x="554641" y="2257136"/>
                  <a:pt x="553784" y="2251133"/>
                  <a:pt x="550355" y="2251133"/>
                </a:cubicBezTo>
                <a:cubicBezTo>
                  <a:pt x="546926" y="2251133"/>
                  <a:pt x="537496" y="2251993"/>
                  <a:pt x="537496" y="2251993"/>
                </a:cubicBezTo>
                <a:lnTo>
                  <a:pt x="541782" y="2241705"/>
                </a:lnTo>
                <a:cubicBezTo>
                  <a:pt x="541782" y="2241705"/>
                  <a:pt x="535782" y="2239989"/>
                  <a:pt x="530638" y="2239989"/>
                </a:cubicBezTo>
                <a:cubicBezTo>
                  <a:pt x="525495" y="2239989"/>
                  <a:pt x="526352" y="2244276"/>
                  <a:pt x="523780" y="2248563"/>
                </a:cubicBezTo>
                <a:cubicBezTo>
                  <a:pt x="521208" y="2252849"/>
                  <a:pt x="521208" y="2253706"/>
                  <a:pt x="517779" y="2259708"/>
                </a:cubicBezTo>
                <a:cubicBezTo>
                  <a:pt x="515208" y="2266564"/>
                  <a:pt x="501492" y="2256279"/>
                  <a:pt x="496348" y="2255421"/>
                </a:cubicBezTo>
                <a:cubicBezTo>
                  <a:pt x="491205" y="2254563"/>
                  <a:pt x="488633" y="2255421"/>
                  <a:pt x="484347" y="2252849"/>
                </a:cubicBezTo>
                <a:cubicBezTo>
                  <a:pt x="480060" y="2250276"/>
                  <a:pt x="485204" y="2248563"/>
                  <a:pt x="485204" y="2248563"/>
                </a:cubicBezTo>
                <a:lnTo>
                  <a:pt x="497205" y="2239989"/>
                </a:lnTo>
                <a:lnTo>
                  <a:pt x="509207" y="2233132"/>
                </a:lnTo>
                <a:cubicBezTo>
                  <a:pt x="509207" y="2233132"/>
                  <a:pt x="507492" y="2227131"/>
                  <a:pt x="503206" y="2226275"/>
                </a:cubicBezTo>
                <a:cubicBezTo>
                  <a:pt x="499777" y="2225418"/>
                  <a:pt x="499777" y="2228846"/>
                  <a:pt x="497205" y="2231417"/>
                </a:cubicBezTo>
                <a:cubicBezTo>
                  <a:pt x="494634" y="2233989"/>
                  <a:pt x="472345" y="2232275"/>
                  <a:pt x="472345" y="2232275"/>
                </a:cubicBezTo>
                <a:cubicBezTo>
                  <a:pt x="472345" y="2232275"/>
                  <a:pt x="458629" y="2237419"/>
                  <a:pt x="451771" y="2233989"/>
                </a:cubicBezTo>
                <a:cubicBezTo>
                  <a:pt x="444056" y="2230561"/>
                  <a:pt x="451771" y="2233989"/>
                  <a:pt x="448342" y="2227131"/>
                </a:cubicBezTo>
                <a:cubicBezTo>
                  <a:pt x="445770" y="2220274"/>
                  <a:pt x="438912" y="2231417"/>
                  <a:pt x="433769" y="2233989"/>
                </a:cubicBezTo>
                <a:cubicBezTo>
                  <a:pt x="427768" y="2236562"/>
                  <a:pt x="427768" y="2234846"/>
                  <a:pt x="413195" y="2237419"/>
                </a:cubicBezTo>
                <a:cubicBezTo>
                  <a:pt x="398622" y="2239989"/>
                  <a:pt x="402908" y="2239132"/>
                  <a:pt x="402908" y="2239132"/>
                </a:cubicBezTo>
                <a:lnTo>
                  <a:pt x="402051" y="2233132"/>
                </a:lnTo>
                <a:cubicBezTo>
                  <a:pt x="402051" y="2233132"/>
                  <a:pt x="396050" y="2237419"/>
                  <a:pt x="391764" y="2241705"/>
                </a:cubicBezTo>
                <a:cubicBezTo>
                  <a:pt x="387477" y="2245990"/>
                  <a:pt x="383191" y="2243418"/>
                  <a:pt x="379762" y="2243418"/>
                </a:cubicBezTo>
                <a:cubicBezTo>
                  <a:pt x="376333" y="2243418"/>
                  <a:pt x="378048" y="2257136"/>
                  <a:pt x="378048" y="2257136"/>
                </a:cubicBezTo>
                <a:cubicBezTo>
                  <a:pt x="379548" y="2260779"/>
                  <a:pt x="385388" y="2264528"/>
                  <a:pt x="393304" y="2268105"/>
                </a:cubicBezTo>
                <a:lnTo>
                  <a:pt x="409649" y="2273959"/>
                </a:lnTo>
                <a:lnTo>
                  <a:pt x="353398" y="2258117"/>
                </a:lnTo>
                <a:cubicBezTo>
                  <a:pt x="141567" y="2163439"/>
                  <a:pt x="167164" y="1913378"/>
                  <a:pt x="167164" y="1913378"/>
                </a:cubicBezTo>
                <a:lnTo>
                  <a:pt x="170593" y="1910806"/>
                </a:lnTo>
                <a:cubicBezTo>
                  <a:pt x="170593" y="1910806"/>
                  <a:pt x="172308" y="1918520"/>
                  <a:pt x="173165" y="1921951"/>
                </a:cubicBezTo>
                <a:cubicBezTo>
                  <a:pt x="174879" y="1925378"/>
                  <a:pt x="174879" y="1924521"/>
                  <a:pt x="179166" y="1930522"/>
                </a:cubicBezTo>
                <a:cubicBezTo>
                  <a:pt x="182595" y="1936523"/>
                  <a:pt x="184309" y="1935665"/>
                  <a:pt x="186024" y="1939953"/>
                </a:cubicBezTo>
                <a:cubicBezTo>
                  <a:pt x="187738" y="1945095"/>
                  <a:pt x="186024" y="1939953"/>
                  <a:pt x="181737" y="1954526"/>
                </a:cubicBezTo>
                <a:cubicBezTo>
                  <a:pt x="178308" y="1969098"/>
                  <a:pt x="190310" y="1978528"/>
                  <a:pt x="190310" y="1978528"/>
                </a:cubicBezTo>
                <a:cubicBezTo>
                  <a:pt x="190310" y="1978528"/>
                  <a:pt x="190310" y="1982814"/>
                  <a:pt x="189453" y="2007674"/>
                </a:cubicBezTo>
                <a:cubicBezTo>
                  <a:pt x="188595" y="2031678"/>
                  <a:pt x="199740" y="2037678"/>
                  <a:pt x="208312" y="2052252"/>
                </a:cubicBezTo>
                <a:cubicBezTo>
                  <a:pt x="216027" y="2065968"/>
                  <a:pt x="211741" y="2060824"/>
                  <a:pt x="215170" y="2066825"/>
                </a:cubicBezTo>
                <a:cubicBezTo>
                  <a:pt x="218599" y="2071968"/>
                  <a:pt x="217742" y="2067682"/>
                  <a:pt x="227172" y="2076254"/>
                </a:cubicBezTo>
                <a:cubicBezTo>
                  <a:pt x="236601" y="2084827"/>
                  <a:pt x="228886" y="2084827"/>
                  <a:pt x="233172" y="2101972"/>
                </a:cubicBezTo>
                <a:cubicBezTo>
                  <a:pt x="237459" y="2119117"/>
                  <a:pt x="237459" y="2109687"/>
                  <a:pt x="240888" y="2124260"/>
                </a:cubicBezTo>
                <a:cubicBezTo>
                  <a:pt x="243459" y="2139691"/>
                  <a:pt x="244317" y="2127690"/>
                  <a:pt x="250317" y="2136262"/>
                </a:cubicBezTo>
                <a:cubicBezTo>
                  <a:pt x="256318" y="2144834"/>
                  <a:pt x="250317" y="2136262"/>
                  <a:pt x="257175" y="2149122"/>
                </a:cubicBezTo>
                <a:cubicBezTo>
                  <a:pt x="264033" y="2161979"/>
                  <a:pt x="262319" y="2155122"/>
                  <a:pt x="264891" y="2161123"/>
                </a:cubicBezTo>
                <a:cubicBezTo>
                  <a:pt x="267462" y="2166267"/>
                  <a:pt x="270034" y="2163694"/>
                  <a:pt x="279464" y="2189412"/>
                </a:cubicBezTo>
                <a:cubicBezTo>
                  <a:pt x="288894" y="2215130"/>
                  <a:pt x="281178" y="2193698"/>
                  <a:pt x="286322" y="2199699"/>
                </a:cubicBezTo>
                <a:cubicBezTo>
                  <a:pt x="291465" y="2205701"/>
                  <a:pt x="294037" y="2202272"/>
                  <a:pt x="306039" y="2211701"/>
                </a:cubicBezTo>
                <a:cubicBezTo>
                  <a:pt x="318040" y="2221130"/>
                  <a:pt x="309468" y="2215986"/>
                  <a:pt x="318897" y="2221987"/>
                </a:cubicBezTo>
                <a:cubicBezTo>
                  <a:pt x="328327" y="2227988"/>
                  <a:pt x="320612" y="2219415"/>
                  <a:pt x="320612" y="2215986"/>
                </a:cubicBezTo>
                <a:cubicBezTo>
                  <a:pt x="320612" y="2212557"/>
                  <a:pt x="316326" y="2210843"/>
                  <a:pt x="312897" y="2207414"/>
                </a:cubicBezTo>
                <a:cubicBezTo>
                  <a:pt x="308610" y="2204842"/>
                  <a:pt x="307753" y="2200556"/>
                  <a:pt x="304324" y="2196269"/>
                </a:cubicBezTo>
                <a:cubicBezTo>
                  <a:pt x="301752" y="2192841"/>
                  <a:pt x="301752" y="2191127"/>
                  <a:pt x="300038" y="2186840"/>
                </a:cubicBezTo>
                <a:cubicBezTo>
                  <a:pt x="297466" y="2182553"/>
                  <a:pt x="294894" y="2180840"/>
                  <a:pt x="290608" y="2173981"/>
                </a:cubicBezTo>
                <a:cubicBezTo>
                  <a:pt x="286322" y="2167124"/>
                  <a:pt x="294037" y="2168839"/>
                  <a:pt x="294894" y="2166267"/>
                </a:cubicBezTo>
                <a:cubicBezTo>
                  <a:pt x="295752" y="2163694"/>
                  <a:pt x="297466" y="2164551"/>
                  <a:pt x="298323" y="2161123"/>
                </a:cubicBezTo>
                <a:cubicBezTo>
                  <a:pt x="299181" y="2157693"/>
                  <a:pt x="299181" y="2152550"/>
                  <a:pt x="294894" y="2148263"/>
                </a:cubicBezTo>
                <a:cubicBezTo>
                  <a:pt x="291465" y="2143120"/>
                  <a:pt x="302610" y="2122546"/>
                  <a:pt x="303467" y="2119974"/>
                </a:cubicBezTo>
                <a:cubicBezTo>
                  <a:pt x="304324" y="2117403"/>
                  <a:pt x="303467" y="2104544"/>
                  <a:pt x="303467" y="2104544"/>
                </a:cubicBezTo>
                <a:cubicBezTo>
                  <a:pt x="303467" y="2104544"/>
                  <a:pt x="309468" y="2098543"/>
                  <a:pt x="312897" y="2097686"/>
                </a:cubicBezTo>
                <a:cubicBezTo>
                  <a:pt x="316326" y="2096828"/>
                  <a:pt x="322326" y="2092543"/>
                  <a:pt x="326613" y="2088256"/>
                </a:cubicBezTo>
                <a:cubicBezTo>
                  <a:pt x="330899" y="2083970"/>
                  <a:pt x="324898" y="2079683"/>
                  <a:pt x="324898" y="2079683"/>
                </a:cubicBezTo>
                <a:cubicBezTo>
                  <a:pt x="324898" y="2079683"/>
                  <a:pt x="327470" y="2074540"/>
                  <a:pt x="329184" y="2071111"/>
                </a:cubicBezTo>
                <a:cubicBezTo>
                  <a:pt x="330899" y="2067682"/>
                  <a:pt x="330042" y="2059967"/>
                  <a:pt x="330042" y="2057396"/>
                </a:cubicBezTo>
                <a:cubicBezTo>
                  <a:pt x="330042" y="2054823"/>
                  <a:pt x="327470" y="2050539"/>
                  <a:pt x="325755" y="2046251"/>
                </a:cubicBezTo>
                <a:cubicBezTo>
                  <a:pt x="323184" y="2041964"/>
                  <a:pt x="325755" y="2037678"/>
                  <a:pt x="327470" y="2035106"/>
                </a:cubicBezTo>
                <a:cubicBezTo>
                  <a:pt x="330042" y="2032536"/>
                  <a:pt x="333471" y="2023962"/>
                  <a:pt x="336900" y="2021391"/>
                </a:cubicBezTo>
                <a:cubicBezTo>
                  <a:pt x="340329" y="2018820"/>
                  <a:pt x="341186" y="2014533"/>
                  <a:pt x="342043" y="2008532"/>
                </a:cubicBezTo>
                <a:cubicBezTo>
                  <a:pt x="342900" y="2002531"/>
                  <a:pt x="338614" y="2002531"/>
                  <a:pt x="336900" y="2001674"/>
                </a:cubicBezTo>
                <a:cubicBezTo>
                  <a:pt x="335185" y="2000816"/>
                  <a:pt x="332613" y="1999102"/>
                  <a:pt x="324041" y="1994816"/>
                </a:cubicBezTo>
                <a:cubicBezTo>
                  <a:pt x="316326" y="1989672"/>
                  <a:pt x="318897" y="1986243"/>
                  <a:pt x="315468" y="1983671"/>
                </a:cubicBezTo>
                <a:cubicBezTo>
                  <a:pt x="312039" y="1981100"/>
                  <a:pt x="306039" y="1981957"/>
                  <a:pt x="299181" y="1982814"/>
                </a:cubicBezTo>
                <a:cubicBezTo>
                  <a:pt x="292323" y="1983671"/>
                  <a:pt x="297466" y="1978528"/>
                  <a:pt x="295752" y="1977671"/>
                </a:cubicBezTo>
                <a:cubicBezTo>
                  <a:pt x="294037" y="1976813"/>
                  <a:pt x="288894" y="1974242"/>
                  <a:pt x="282893" y="1972528"/>
                </a:cubicBezTo>
                <a:cubicBezTo>
                  <a:pt x="277749" y="1970814"/>
                  <a:pt x="281178" y="1965669"/>
                  <a:pt x="281178" y="1965669"/>
                </a:cubicBezTo>
                <a:cubicBezTo>
                  <a:pt x="281178" y="1965669"/>
                  <a:pt x="274320" y="1964813"/>
                  <a:pt x="271749" y="1963955"/>
                </a:cubicBezTo>
                <a:cubicBezTo>
                  <a:pt x="269177" y="1963955"/>
                  <a:pt x="269177" y="1959668"/>
                  <a:pt x="270034" y="1957954"/>
                </a:cubicBezTo>
                <a:cubicBezTo>
                  <a:pt x="270891" y="1955382"/>
                  <a:pt x="269177" y="1948525"/>
                  <a:pt x="269177" y="1948525"/>
                </a:cubicBezTo>
                <a:cubicBezTo>
                  <a:pt x="269177" y="1948525"/>
                  <a:pt x="268320" y="1939953"/>
                  <a:pt x="264033" y="1939095"/>
                </a:cubicBezTo>
                <a:cubicBezTo>
                  <a:pt x="259747" y="1937380"/>
                  <a:pt x="261462" y="1933952"/>
                  <a:pt x="259747" y="1933095"/>
                </a:cubicBezTo>
                <a:cubicBezTo>
                  <a:pt x="257175" y="1932237"/>
                  <a:pt x="250317" y="1931380"/>
                  <a:pt x="248603" y="1931380"/>
                </a:cubicBezTo>
                <a:cubicBezTo>
                  <a:pt x="247746" y="1931380"/>
                  <a:pt x="240030" y="1929666"/>
                  <a:pt x="239173" y="1926236"/>
                </a:cubicBezTo>
                <a:cubicBezTo>
                  <a:pt x="238316" y="1923666"/>
                  <a:pt x="238316" y="1918520"/>
                  <a:pt x="236601" y="1917664"/>
                </a:cubicBezTo>
                <a:cubicBezTo>
                  <a:pt x="234887" y="1916808"/>
                  <a:pt x="233172" y="1911663"/>
                  <a:pt x="232315" y="1908233"/>
                </a:cubicBezTo>
                <a:cubicBezTo>
                  <a:pt x="230601" y="1904805"/>
                  <a:pt x="228029" y="1904805"/>
                  <a:pt x="226314" y="1903948"/>
                </a:cubicBezTo>
                <a:cubicBezTo>
                  <a:pt x="224600" y="1903090"/>
                  <a:pt x="216885" y="1907378"/>
                  <a:pt x="214313" y="1906521"/>
                </a:cubicBezTo>
                <a:cubicBezTo>
                  <a:pt x="211741" y="1905663"/>
                  <a:pt x="215170" y="1900518"/>
                  <a:pt x="213456" y="1898805"/>
                </a:cubicBezTo>
                <a:cubicBezTo>
                  <a:pt x="212598" y="1897090"/>
                  <a:pt x="211741" y="1897947"/>
                  <a:pt x="206598" y="1897090"/>
                </a:cubicBezTo>
                <a:cubicBezTo>
                  <a:pt x="201454" y="1896233"/>
                  <a:pt x="201454" y="1900518"/>
                  <a:pt x="201454" y="1900518"/>
                </a:cubicBezTo>
                <a:lnTo>
                  <a:pt x="198882" y="1903948"/>
                </a:lnTo>
                <a:cubicBezTo>
                  <a:pt x="198882" y="1903948"/>
                  <a:pt x="197168" y="1906521"/>
                  <a:pt x="192882" y="1912520"/>
                </a:cubicBezTo>
                <a:cubicBezTo>
                  <a:pt x="188595" y="1918520"/>
                  <a:pt x="192882" y="1912520"/>
                  <a:pt x="191167" y="1910806"/>
                </a:cubicBezTo>
                <a:cubicBezTo>
                  <a:pt x="189453" y="1909093"/>
                  <a:pt x="189453" y="1909093"/>
                  <a:pt x="188595" y="1907378"/>
                </a:cubicBezTo>
                <a:cubicBezTo>
                  <a:pt x="186881" y="1906521"/>
                  <a:pt x="184309" y="1898805"/>
                  <a:pt x="185166" y="1895375"/>
                </a:cubicBezTo>
                <a:cubicBezTo>
                  <a:pt x="186024" y="1891947"/>
                  <a:pt x="187738" y="1888518"/>
                  <a:pt x="188595" y="1885946"/>
                </a:cubicBezTo>
                <a:cubicBezTo>
                  <a:pt x="189453" y="1883375"/>
                  <a:pt x="187738" y="1881660"/>
                  <a:pt x="187738" y="1873087"/>
                </a:cubicBezTo>
                <a:cubicBezTo>
                  <a:pt x="187738" y="1864514"/>
                  <a:pt x="187738" y="1865373"/>
                  <a:pt x="188595" y="1862801"/>
                </a:cubicBezTo>
                <a:cubicBezTo>
                  <a:pt x="188595" y="1860230"/>
                  <a:pt x="187738" y="1857656"/>
                  <a:pt x="187738" y="1855084"/>
                </a:cubicBezTo>
                <a:cubicBezTo>
                  <a:pt x="187738" y="1852513"/>
                  <a:pt x="183452" y="1853370"/>
                  <a:pt x="183452" y="1853370"/>
                </a:cubicBezTo>
                <a:cubicBezTo>
                  <a:pt x="186881" y="1837940"/>
                  <a:pt x="197168" y="1817366"/>
                  <a:pt x="197168" y="1817366"/>
                </a:cubicBezTo>
                <a:cubicBezTo>
                  <a:pt x="197168" y="1817366"/>
                  <a:pt x="195453" y="1826796"/>
                  <a:pt x="195453" y="1828509"/>
                </a:cubicBezTo>
                <a:cubicBezTo>
                  <a:pt x="195453" y="1830225"/>
                  <a:pt x="194596" y="1833653"/>
                  <a:pt x="194596" y="1835368"/>
                </a:cubicBezTo>
                <a:cubicBezTo>
                  <a:pt x="194596" y="1837084"/>
                  <a:pt x="193739" y="1841369"/>
                  <a:pt x="193739" y="1843085"/>
                </a:cubicBezTo>
                <a:cubicBezTo>
                  <a:pt x="193739" y="1844797"/>
                  <a:pt x="195453" y="1843941"/>
                  <a:pt x="196311" y="1843941"/>
                </a:cubicBezTo>
                <a:cubicBezTo>
                  <a:pt x="197168" y="1843085"/>
                  <a:pt x="198882" y="1843941"/>
                  <a:pt x="201454" y="1847369"/>
                </a:cubicBezTo>
                <a:cubicBezTo>
                  <a:pt x="204026" y="1850798"/>
                  <a:pt x="202311" y="1847369"/>
                  <a:pt x="203169" y="1847369"/>
                </a:cubicBezTo>
                <a:cubicBezTo>
                  <a:pt x="204026" y="1847369"/>
                  <a:pt x="206598" y="1850798"/>
                  <a:pt x="207455" y="1852513"/>
                </a:cubicBezTo>
                <a:cubicBezTo>
                  <a:pt x="208312" y="1854227"/>
                  <a:pt x="206598" y="1855941"/>
                  <a:pt x="206598" y="1859371"/>
                </a:cubicBezTo>
                <a:cubicBezTo>
                  <a:pt x="205740" y="1862801"/>
                  <a:pt x="206598" y="1859371"/>
                  <a:pt x="208312" y="1861087"/>
                </a:cubicBezTo>
                <a:cubicBezTo>
                  <a:pt x="210027" y="1862801"/>
                  <a:pt x="212598" y="1862801"/>
                  <a:pt x="213456" y="1863658"/>
                </a:cubicBezTo>
                <a:cubicBezTo>
                  <a:pt x="215170" y="1864514"/>
                  <a:pt x="217742" y="1861944"/>
                  <a:pt x="220314" y="1862801"/>
                </a:cubicBezTo>
                <a:cubicBezTo>
                  <a:pt x="222885" y="1862801"/>
                  <a:pt x="222885" y="1864514"/>
                  <a:pt x="223743" y="1867085"/>
                </a:cubicBezTo>
                <a:cubicBezTo>
                  <a:pt x="224600" y="1870514"/>
                  <a:pt x="224600" y="1870514"/>
                  <a:pt x="225457" y="1870514"/>
                </a:cubicBezTo>
                <a:cubicBezTo>
                  <a:pt x="226314" y="1871372"/>
                  <a:pt x="228029" y="1867944"/>
                  <a:pt x="228886" y="1867085"/>
                </a:cubicBezTo>
                <a:cubicBezTo>
                  <a:pt x="229743" y="1866229"/>
                  <a:pt x="230601" y="1862801"/>
                  <a:pt x="230601" y="1862801"/>
                </a:cubicBezTo>
                <a:lnTo>
                  <a:pt x="227172" y="1860230"/>
                </a:lnTo>
                <a:lnTo>
                  <a:pt x="222028" y="1856798"/>
                </a:lnTo>
                <a:lnTo>
                  <a:pt x="216027" y="1855084"/>
                </a:lnTo>
                <a:cubicBezTo>
                  <a:pt x="216027" y="1855084"/>
                  <a:pt x="212598" y="1854227"/>
                  <a:pt x="210027" y="1854227"/>
                </a:cubicBezTo>
                <a:cubicBezTo>
                  <a:pt x="207455" y="1854227"/>
                  <a:pt x="210027" y="1848226"/>
                  <a:pt x="210027" y="1847369"/>
                </a:cubicBezTo>
                <a:cubicBezTo>
                  <a:pt x="210027" y="1845654"/>
                  <a:pt x="210027" y="1839654"/>
                  <a:pt x="210027" y="1839654"/>
                </a:cubicBezTo>
                <a:cubicBezTo>
                  <a:pt x="210027" y="1839654"/>
                  <a:pt x="206598" y="1838796"/>
                  <a:pt x="205740" y="1838796"/>
                </a:cubicBezTo>
                <a:cubicBezTo>
                  <a:pt x="204883" y="1838796"/>
                  <a:pt x="201454" y="1835368"/>
                  <a:pt x="201454" y="1834510"/>
                </a:cubicBezTo>
                <a:cubicBezTo>
                  <a:pt x="201454" y="1832795"/>
                  <a:pt x="202311" y="1829367"/>
                  <a:pt x="204883" y="1827653"/>
                </a:cubicBezTo>
                <a:cubicBezTo>
                  <a:pt x="206598" y="1825938"/>
                  <a:pt x="214313" y="1823367"/>
                  <a:pt x="215170" y="1823367"/>
                </a:cubicBezTo>
                <a:cubicBezTo>
                  <a:pt x="216027" y="1822508"/>
                  <a:pt x="218599" y="1819938"/>
                  <a:pt x="220314" y="1819081"/>
                </a:cubicBezTo>
                <a:cubicBezTo>
                  <a:pt x="221171" y="1818224"/>
                  <a:pt x="223743" y="1814795"/>
                  <a:pt x="223743" y="1811365"/>
                </a:cubicBezTo>
                <a:cubicBezTo>
                  <a:pt x="224600" y="1808794"/>
                  <a:pt x="226314" y="1804507"/>
                  <a:pt x="227172" y="1802793"/>
                </a:cubicBezTo>
                <a:cubicBezTo>
                  <a:pt x="228029" y="1801078"/>
                  <a:pt x="228029" y="1796791"/>
                  <a:pt x="228886" y="1793363"/>
                </a:cubicBezTo>
                <a:cubicBezTo>
                  <a:pt x="229743" y="1789933"/>
                  <a:pt x="233172" y="1786504"/>
                  <a:pt x="234030" y="1786504"/>
                </a:cubicBezTo>
                <a:cubicBezTo>
                  <a:pt x="234887" y="1786504"/>
                  <a:pt x="243459" y="1780505"/>
                  <a:pt x="246031" y="1777076"/>
                </a:cubicBezTo>
                <a:cubicBezTo>
                  <a:pt x="249460" y="1773647"/>
                  <a:pt x="252889" y="1771073"/>
                  <a:pt x="252889" y="1771073"/>
                </a:cubicBezTo>
                <a:lnTo>
                  <a:pt x="255461" y="1765075"/>
                </a:lnTo>
                <a:cubicBezTo>
                  <a:pt x="255461" y="1765075"/>
                  <a:pt x="256318" y="1763359"/>
                  <a:pt x="261462" y="1762502"/>
                </a:cubicBezTo>
                <a:cubicBezTo>
                  <a:pt x="266605" y="1760786"/>
                  <a:pt x="269177" y="1758215"/>
                  <a:pt x="269177" y="1758215"/>
                </a:cubicBezTo>
                <a:cubicBezTo>
                  <a:pt x="269177" y="1758215"/>
                  <a:pt x="271749" y="1752214"/>
                  <a:pt x="271749" y="1750501"/>
                </a:cubicBezTo>
                <a:cubicBezTo>
                  <a:pt x="271749" y="1748785"/>
                  <a:pt x="274320" y="1747928"/>
                  <a:pt x="274320" y="1747928"/>
                </a:cubicBezTo>
                <a:cubicBezTo>
                  <a:pt x="274320" y="1747928"/>
                  <a:pt x="282893" y="1742789"/>
                  <a:pt x="282893" y="1741932"/>
                </a:cubicBezTo>
                <a:cubicBezTo>
                  <a:pt x="282893" y="1741075"/>
                  <a:pt x="283750" y="1740217"/>
                  <a:pt x="286322" y="1739360"/>
                </a:cubicBezTo>
                <a:cubicBezTo>
                  <a:pt x="288894" y="1738503"/>
                  <a:pt x="290608" y="1739360"/>
                  <a:pt x="293180" y="1740217"/>
                </a:cubicBezTo>
                <a:cubicBezTo>
                  <a:pt x="294894" y="1741075"/>
                  <a:pt x="298323" y="1741932"/>
                  <a:pt x="302610" y="1742789"/>
                </a:cubicBezTo>
                <a:cubicBezTo>
                  <a:pt x="306896" y="1743646"/>
                  <a:pt x="307753" y="1741932"/>
                  <a:pt x="307753" y="1741932"/>
                </a:cubicBezTo>
                <a:cubicBezTo>
                  <a:pt x="307753" y="1741932"/>
                  <a:pt x="309468" y="1737646"/>
                  <a:pt x="309468" y="1735930"/>
                </a:cubicBezTo>
                <a:cubicBezTo>
                  <a:pt x="309468" y="1734216"/>
                  <a:pt x="308610" y="1732501"/>
                  <a:pt x="308610" y="1732501"/>
                </a:cubicBezTo>
                <a:cubicBezTo>
                  <a:pt x="308610" y="1732501"/>
                  <a:pt x="305181" y="1730788"/>
                  <a:pt x="304324" y="1730788"/>
                </a:cubicBezTo>
                <a:cubicBezTo>
                  <a:pt x="303467" y="1730788"/>
                  <a:pt x="306039" y="1723929"/>
                  <a:pt x="306039" y="1723929"/>
                </a:cubicBezTo>
                <a:lnTo>
                  <a:pt x="312039" y="1719643"/>
                </a:lnTo>
                <a:cubicBezTo>
                  <a:pt x="312039" y="1719643"/>
                  <a:pt x="317183" y="1715357"/>
                  <a:pt x="320612" y="1714500"/>
                </a:cubicBezTo>
                <a:cubicBezTo>
                  <a:pt x="324041" y="1713642"/>
                  <a:pt x="324041" y="1717928"/>
                  <a:pt x="325755" y="1718786"/>
                </a:cubicBezTo>
                <a:cubicBezTo>
                  <a:pt x="327470" y="1720500"/>
                  <a:pt x="326613" y="1721357"/>
                  <a:pt x="326613" y="1721357"/>
                </a:cubicBezTo>
                <a:lnTo>
                  <a:pt x="319755" y="1725643"/>
                </a:lnTo>
                <a:cubicBezTo>
                  <a:pt x="319755" y="1725643"/>
                  <a:pt x="320612" y="1730788"/>
                  <a:pt x="323184" y="1731644"/>
                </a:cubicBezTo>
                <a:cubicBezTo>
                  <a:pt x="324898" y="1732501"/>
                  <a:pt x="330899" y="1731644"/>
                  <a:pt x="330899" y="1731644"/>
                </a:cubicBezTo>
                <a:lnTo>
                  <a:pt x="336042" y="1728216"/>
                </a:lnTo>
                <a:lnTo>
                  <a:pt x="337757" y="1723929"/>
                </a:lnTo>
                <a:lnTo>
                  <a:pt x="337757" y="1717072"/>
                </a:lnTo>
                <a:cubicBezTo>
                  <a:pt x="337757" y="1717072"/>
                  <a:pt x="336900" y="1713642"/>
                  <a:pt x="336900" y="1711070"/>
                </a:cubicBezTo>
                <a:cubicBezTo>
                  <a:pt x="336900" y="1708499"/>
                  <a:pt x="338614" y="1707642"/>
                  <a:pt x="339471" y="1706785"/>
                </a:cubicBezTo>
                <a:cubicBezTo>
                  <a:pt x="340329" y="1705069"/>
                  <a:pt x="342900" y="1704213"/>
                  <a:pt x="342900" y="1704213"/>
                </a:cubicBezTo>
                <a:lnTo>
                  <a:pt x="345472" y="1699927"/>
                </a:lnTo>
                <a:cubicBezTo>
                  <a:pt x="345472" y="1699927"/>
                  <a:pt x="345472" y="1694782"/>
                  <a:pt x="345472" y="1693069"/>
                </a:cubicBezTo>
                <a:cubicBezTo>
                  <a:pt x="345472" y="1692212"/>
                  <a:pt x="350616" y="1685352"/>
                  <a:pt x="351473" y="1684495"/>
                </a:cubicBezTo>
                <a:cubicBezTo>
                  <a:pt x="353187" y="1683638"/>
                  <a:pt x="354045" y="1680211"/>
                  <a:pt x="354045" y="1680211"/>
                </a:cubicBezTo>
                <a:lnTo>
                  <a:pt x="345472" y="1676780"/>
                </a:lnTo>
                <a:cubicBezTo>
                  <a:pt x="336471" y="1676780"/>
                  <a:pt x="325970" y="1680637"/>
                  <a:pt x="315281" y="1686424"/>
                </a:cubicBezTo>
                <a:lnTo>
                  <a:pt x="289975" y="1703570"/>
                </a:lnTo>
                <a:lnTo>
                  <a:pt x="311879" y="1684683"/>
                </a:lnTo>
                <a:cubicBezTo>
                  <a:pt x="376494" y="1642972"/>
                  <a:pt x="440627" y="1634775"/>
                  <a:pt x="440627" y="1634775"/>
                </a:cubicBezTo>
                <a:cubicBezTo>
                  <a:pt x="451771" y="1632204"/>
                  <a:pt x="494634" y="1632204"/>
                  <a:pt x="493776" y="1630488"/>
                </a:cubicBezTo>
                <a:close/>
                <a:moveTo>
                  <a:pt x="5782152" y="1596198"/>
                </a:moveTo>
                <a:cubicBezTo>
                  <a:pt x="5813334" y="1596198"/>
                  <a:pt x="5842226" y="1621875"/>
                  <a:pt x="5866161" y="1665861"/>
                </a:cubicBezTo>
                <a:lnTo>
                  <a:pt x="5894202" y="1735228"/>
                </a:lnTo>
                <a:lnTo>
                  <a:pt x="5937599" y="1713557"/>
                </a:lnTo>
                <a:cubicBezTo>
                  <a:pt x="5963155" y="1703749"/>
                  <a:pt x="5986632" y="1697925"/>
                  <a:pt x="6007126" y="1696509"/>
                </a:cubicBezTo>
                <a:cubicBezTo>
                  <a:pt x="6034451" y="1694620"/>
                  <a:pt x="6056472" y="1700567"/>
                  <a:pt x="6071045" y="1715354"/>
                </a:cubicBezTo>
                <a:cubicBezTo>
                  <a:pt x="6100192" y="1744499"/>
                  <a:pt x="6094406" y="1803436"/>
                  <a:pt x="6061402" y="1875016"/>
                </a:cubicBezTo>
                <a:lnTo>
                  <a:pt x="6052430" y="1891847"/>
                </a:lnTo>
                <a:lnTo>
                  <a:pt x="6120539" y="1919379"/>
                </a:lnTo>
                <a:cubicBezTo>
                  <a:pt x="6164526" y="1943315"/>
                  <a:pt x="6190203" y="1972206"/>
                  <a:pt x="6190203" y="2003388"/>
                </a:cubicBezTo>
                <a:cubicBezTo>
                  <a:pt x="6190203" y="2034571"/>
                  <a:pt x="6164526" y="2063583"/>
                  <a:pt x="6120539" y="2087623"/>
                </a:cubicBezTo>
                <a:lnTo>
                  <a:pt x="6052202" y="2115361"/>
                </a:lnTo>
                <a:lnTo>
                  <a:pt x="6061402" y="2132621"/>
                </a:lnTo>
                <a:cubicBezTo>
                  <a:pt x="6094406" y="2204202"/>
                  <a:pt x="6100192" y="2263137"/>
                  <a:pt x="6071045" y="2292283"/>
                </a:cubicBezTo>
                <a:cubicBezTo>
                  <a:pt x="6041470" y="2321858"/>
                  <a:pt x="5982534" y="2316072"/>
                  <a:pt x="5911061" y="2282960"/>
                </a:cubicBezTo>
                <a:lnTo>
                  <a:pt x="5893744" y="2273685"/>
                </a:lnTo>
                <a:lnTo>
                  <a:pt x="5865784" y="2342634"/>
                </a:lnTo>
                <a:cubicBezTo>
                  <a:pt x="5841825" y="2386620"/>
                  <a:pt x="5813013" y="2412297"/>
                  <a:pt x="5782152" y="2412297"/>
                </a:cubicBezTo>
                <a:cubicBezTo>
                  <a:pt x="5751291" y="2412297"/>
                  <a:pt x="5722479" y="2386620"/>
                  <a:pt x="5698520" y="2342634"/>
                </a:cubicBezTo>
                <a:lnTo>
                  <a:pt x="5670749" y="2274150"/>
                </a:lnTo>
                <a:lnTo>
                  <a:pt x="5653242" y="2283496"/>
                </a:lnTo>
                <a:cubicBezTo>
                  <a:pt x="5581769" y="2316501"/>
                  <a:pt x="5522833" y="2322286"/>
                  <a:pt x="5493258" y="2293141"/>
                </a:cubicBezTo>
                <a:cubicBezTo>
                  <a:pt x="5464112" y="2263565"/>
                  <a:pt x="5469898" y="2204628"/>
                  <a:pt x="5502902" y="2133155"/>
                </a:cubicBezTo>
                <a:lnTo>
                  <a:pt x="5512498" y="2115182"/>
                </a:lnTo>
                <a:lnTo>
                  <a:pt x="5443764" y="2087397"/>
                </a:lnTo>
                <a:cubicBezTo>
                  <a:pt x="5399777" y="2063462"/>
                  <a:pt x="5374100" y="2034570"/>
                  <a:pt x="5374100" y="2003388"/>
                </a:cubicBezTo>
                <a:cubicBezTo>
                  <a:pt x="5374100" y="1972207"/>
                  <a:pt x="5399777" y="1943315"/>
                  <a:pt x="5443764" y="1919379"/>
                </a:cubicBezTo>
                <a:lnTo>
                  <a:pt x="5512121" y="1891747"/>
                </a:lnTo>
                <a:lnTo>
                  <a:pt x="5502902" y="1874480"/>
                </a:lnTo>
                <a:cubicBezTo>
                  <a:pt x="5469898" y="1803007"/>
                  <a:pt x="5464112" y="1744073"/>
                  <a:pt x="5493258" y="1714497"/>
                </a:cubicBezTo>
                <a:cubicBezTo>
                  <a:pt x="5522833" y="1685351"/>
                  <a:pt x="5581769" y="1691138"/>
                  <a:pt x="5653242" y="1724143"/>
                </a:cubicBezTo>
                <a:lnTo>
                  <a:pt x="5670795" y="1733514"/>
                </a:lnTo>
                <a:lnTo>
                  <a:pt x="5698143" y="1665860"/>
                </a:lnTo>
                <a:cubicBezTo>
                  <a:pt x="5722077" y="1621875"/>
                  <a:pt x="5750969" y="1596198"/>
                  <a:pt x="5782152" y="1596198"/>
                </a:cubicBezTo>
                <a:close/>
                <a:moveTo>
                  <a:pt x="3595306" y="1531906"/>
                </a:moveTo>
                <a:cubicBezTo>
                  <a:pt x="3530155" y="1531906"/>
                  <a:pt x="3477006" y="1585913"/>
                  <a:pt x="3477006" y="1651922"/>
                </a:cubicBezTo>
                <a:cubicBezTo>
                  <a:pt x="3477006" y="1717929"/>
                  <a:pt x="3530155" y="1771933"/>
                  <a:pt x="3595306" y="1771933"/>
                </a:cubicBezTo>
                <a:cubicBezTo>
                  <a:pt x="3661315" y="1771933"/>
                  <a:pt x="3714464" y="1717929"/>
                  <a:pt x="3713607" y="1651922"/>
                </a:cubicBezTo>
                <a:cubicBezTo>
                  <a:pt x="3713607" y="1585913"/>
                  <a:pt x="3660458" y="1531906"/>
                  <a:pt x="3595306" y="1531906"/>
                </a:cubicBezTo>
                <a:close/>
                <a:moveTo>
                  <a:pt x="1682785" y="1496755"/>
                </a:moveTo>
                <a:lnTo>
                  <a:pt x="2037137" y="1655346"/>
                </a:lnTo>
                <a:lnTo>
                  <a:pt x="2042829" y="1655346"/>
                </a:lnTo>
                <a:lnTo>
                  <a:pt x="2042829" y="1657894"/>
                </a:lnTo>
                <a:lnTo>
                  <a:pt x="2050545" y="1661347"/>
                </a:lnTo>
                <a:lnTo>
                  <a:pt x="2042829" y="1664864"/>
                </a:lnTo>
                <a:lnTo>
                  <a:pt x="2042829" y="1878511"/>
                </a:lnTo>
                <a:lnTo>
                  <a:pt x="2057832" y="1884660"/>
                </a:lnTo>
                <a:cubicBezTo>
                  <a:pt x="2064475" y="1891304"/>
                  <a:pt x="2068547" y="1900519"/>
                  <a:pt x="2068547" y="1910806"/>
                </a:cubicBezTo>
                <a:cubicBezTo>
                  <a:pt x="2068547" y="1921093"/>
                  <a:pt x="2064475" y="1930523"/>
                  <a:pt x="2057832" y="1937274"/>
                </a:cubicBezTo>
                <a:lnTo>
                  <a:pt x="2057578" y="1937375"/>
                </a:lnTo>
                <a:lnTo>
                  <a:pt x="2065332" y="1965456"/>
                </a:lnTo>
                <a:cubicBezTo>
                  <a:pt x="2071119" y="1992674"/>
                  <a:pt x="2075405" y="2031679"/>
                  <a:pt x="2069404" y="2078827"/>
                </a:cubicBezTo>
                <a:lnTo>
                  <a:pt x="2038543" y="2078827"/>
                </a:lnTo>
                <a:lnTo>
                  <a:pt x="2027398" y="2078827"/>
                </a:lnTo>
                <a:lnTo>
                  <a:pt x="1996538" y="2078827"/>
                </a:lnTo>
                <a:cubicBezTo>
                  <a:pt x="1990966" y="2031679"/>
                  <a:pt x="1995467" y="1992674"/>
                  <a:pt x="2001360" y="1965456"/>
                </a:cubicBezTo>
                <a:lnTo>
                  <a:pt x="2008928" y="1938341"/>
                </a:lnTo>
                <a:lnTo>
                  <a:pt x="2005539" y="1936952"/>
                </a:lnTo>
                <a:cubicBezTo>
                  <a:pt x="1998895" y="1930309"/>
                  <a:pt x="1994823" y="1921093"/>
                  <a:pt x="1994823" y="1910806"/>
                </a:cubicBezTo>
                <a:cubicBezTo>
                  <a:pt x="1994823" y="1900519"/>
                  <a:pt x="1998895" y="1891304"/>
                  <a:pt x="2005539" y="1884660"/>
                </a:cubicBezTo>
                <a:lnTo>
                  <a:pt x="2019683" y="1878863"/>
                </a:lnTo>
                <a:lnTo>
                  <a:pt x="2019683" y="1675413"/>
                </a:lnTo>
                <a:lnTo>
                  <a:pt x="1672498" y="1833654"/>
                </a:lnTo>
                <a:lnTo>
                  <a:pt x="1300450" y="1665634"/>
                </a:lnTo>
                <a:close/>
                <a:moveTo>
                  <a:pt x="5080921" y="1438462"/>
                </a:moveTo>
                <a:lnTo>
                  <a:pt x="5143500" y="1438462"/>
                </a:lnTo>
                <a:cubicBezTo>
                  <a:pt x="5151215" y="1438462"/>
                  <a:pt x="5158931" y="1447035"/>
                  <a:pt x="5158931" y="1457322"/>
                </a:cubicBezTo>
                <a:cubicBezTo>
                  <a:pt x="5158931" y="1467609"/>
                  <a:pt x="5152073" y="1476181"/>
                  <a:pt x="5143500" y="1476181"/>
                </a:cubicBezTo>
                <a:lnTo>
                  <a:pt x="5080921" y="1476181"/>
                </a:lnTo>
                <a:cubicBezTo>
                  <a:pt x="5072348" y="1476181"/>
                  <a:pt x="5065490" y="1467609"/>
                  <a:pt x="5065490" y="1457322"/>
                </a:cubicBezTo>
                <a:cubicBezTo>
                  <a:pt x="5065490" y="1447035"/>
                  <a:pt x="5072348" y="1438462"/>
                  <a:pt x="5080921" y="1438462"/>
                </a:cubicBezTo>
                <a:close/>
                <a:moveTo>
                  <a:pt x="2660050" y="1421316"/>
                </a:moveTo>
                <a:cubicBezTo>
                  <a:pt x="2660050" y="1421316"/>
                  <a:pt x="2765491" y="1532758"/>
                  <a:pt x="2760348" y="1591909"/>
                </a:cubicBezTo>
                <a:cubicBezTo>
                  <a:pt x="2755204" y="1651059"/>
                  <a:pt x="2643762" y="1672490"/>
                  <a:pt x="2643762" y="1672490"/>
                </a:cubicBezTo>
                <a:cubicBezTo>
                  <a:pt x="2643762" y="1672490"/>
                  <a:pt x="2795495" y="1672490"/>
                  <a:pt x="2797210" y="1599624"/>
                </a:cubicBezTo>
                <a:cubicBezTo>
                  <a:pt x="2798067" y="1527615"/>
                  <a:pt x="2660050" y="1421316"/>
                  <a:pt x="2660050" y="1421316"/>
                </a:cubicBezTo>
                <a:close/>
                <a:moveTo>
                  <a:pt x="5060347" y="1398171"/>
                </a:moveTo>
                <a:lnTo>
                  <a:pt x="5164075" y="1398171"/>
                </a:lnTo>
                <a:cubicBezTo>
                  <a:pt x="5177791" y="1398171"/>
                  <a:pt x="5189792" y="1406744"/>
                  <a:pt x="5189792" y="1417031"/>
                </a:cubicBezTo>
                <a:cubicBezTo>
                  <a:pt x="5189792" y="1427318"/>
                  <a:pt x="5177791" y="1435890"/>
                  <a:pt x="5164075" y="1435890"/>
                </a:cubicBezTo>
                <a:lnTo>
                  <a:pt x="5060347" y="1435890"/>
                </a:lnTo>
                <a:cubicBezTo>
                  <a:pt x="5045774" y="1435890"/>
                  <a:pt x="5034629" y="1427318"/>
                  <a:pt x="5034629" y="1417031"/>
                </a:cubicBezTo>
                <a:cubicBezTo>
                  <a:pt x="5034629" y="1406744"/>
                  <a:pt x="5046631" y="1398171"/>
                  <a:pt x="5060347" y="1398171"/>
                </a:cubicBezTo>
                <a:close/>
                <a:moveTo>
                  <a:pt x="3397282" y="1360456"/>
                </a:moveTo>
                <a:cubicBezTo>
                  <a:pt x="3336417" y="1360456"/>
                  <a:pt x="3287554" y="1410176"/>
                  <a:pt x="3287554" y="1471897"/>
                </a:cubicBezTo>
                <a:cubicBezTo>
                  <a:pt x="3287554" y="1532763"/>
                  <a:pt x="3336417" y="1582484"/>
                  <a:pt x="3397282" y="1582484"/>
                </a:cubicBezTo>
                <a:cubicBezTo>
                  <a:pt x="3458146" y="1582484"/>
                  <a:pt x="3507010" y="1532763"/>
                  <a:pt x="3507010" y="1471897"/>
                </a:cubicBezTo>
                <a:cubicBezTo>
                  <a:pt x="3507010" y="1410176"/>
                  <a:pt x="3458146" y="1360456"/>
                  <a:pt x="3397282" y="1360456"/>
                </a:cubicBezTo>
                <a:close/>
                <a:moveTo>
                  <a:pt x="5060347" y="1358738"/>
                </a:moveTo>
                <a:lnTo>
                  <a:pt x="5164075" y="1358738"/>
                </a:lnTo>
                <a:cubicBezTo>
                  <a:pt x="5177791" y="1358738"/>
                  <a:pt x="5189792" y="1367311"/>
                  <a:pt x="5189792" y="1377598"/>
                </a:cubicBezTo>
                <a:cubicBezTo>
                  <a:pt x="5189792" y="1387886"/>
                  <a:pt x="5177791" y="1396458"/>
                  <a:pt x="5164075" y="1396458"/>
                </a:cubicBezTo>
                <a:lnTo>
                  <a:pt x="5060347" y="1396458"/>
                </a:lnTo>
                <a:cubicBezTo>
                  <a:pt x="5045774" y="1396458"/>
                  <a:pt x="5034629" y="1387886"/>
                  <a:pt x="5034629" y="1377598"/>
                </a:cubicBezTo>
                <a:cubicBezTo>
                  <a:pt x="5034629" y="1367311"/>
                  <a:pt x="5046631" y="1358738"/>
                  <a:pt x="5060347" y="1358738"/>
                </a:cubicBezTo>
                <a:close/>
                <a:moveTo>
                  <a:pt x="3329559" y="1134999"/>
                </a:moveTo>
                <a:cubicBezTo>
                  <a:pt x="3276409" y="1134999"/>
                  <a:pt x="3233547" y="1178718"/>
                  <a:pt x="3233547" y="1232725"/>
                </a:cubicBezTo>
                <a:cubicBezTo>
                  <a:pt x="3233547" y="1286732"/>
                  <a:pt x="3277267" y="1330451"/>
                  <a:pt x="3329559" y="1330451"/>
                </a:cubicBezTo>
                <a:cubicBezTo>
                  <a:pt x="3382708" y="1330451"/>
                  <a:pt x="3425571" y="1286732"/>
                  <a:pt x="3425571" y="1232725"/>
                </a:cubicBezTo>
                <a:cubicBezTo>
                  <a:pt x="3425571" y="1178718"/>
                  <a:pt x="3382708" y="1134999"/>
                  <a:pt x="3329559" y="1134999"/>
                </a:cubicBezTo>
                <a:close/>
                <a:moveTo>
                  <a:pt x="2545178" y="997834"/>
                </a:moveTo>
                <a:cubicBezTo>
                  <a:pt x="2602614" y="997834"/>
                  <a:pt x="2649763" y="1015837"/>
                  <a:pt x="2649763" y="1038125"/>
                </a:cubicBezTo>
                <a:cubicBezTo>
                  <a:pt x="2649763" y="1038982"/>
                  <a:pt x="2649763" y="1039840"/>
                  <a:pt x="2649763" y="1040697"/>
                </a:cubicBezTo>
                <a:lnTo>
                  <a:pt x="2654049" y="1040697"/>
                </a:lnTo>
                <a:lnTo>
                  <a:pt x="2654049" y="1116135"/>
                </a:lnTo>
                <a:lnTo>
                  <a:pt x="2649763" y="1116135"/>
                </a:lnTo>
                <a:cubicBezTo>
                  <a:pt x="2648905" y="1124707"/>
                  <a:pt x="2643762" y="1132423"/>
                  <a:pt x="2632618" y="1138423"/>
                </a:cubicBezTo>
                <a:cubicBezTo>
                  <a:pt x="2632618" y="1174428"/>
                  <a:pt x="2632618" y="1282441"/>
                  <a:pt x="2632618" y="1309873"/>
                </a:cubicBezTo>
                <a:cubicBezTo>
                  <a:pt x="2632618" y="1343306"/>
                  <a:pt x="2648905" y="1351879"/>
                  <a:pt x="2648905" y="1351879"/>
                </a:cubicBezTo>
                <a:cubicBezTo>
                  <a:pt x="2688339" y="1374167"/>
                  <a:pt x="2910367" y="1601338"/>
                  <a:pt x="2810926" y="1669918"/>
                </a:cubicBezTo>
                <a:cubicBezTo>
                  <a:pt x="2722629" y="1731640"/>
                  <a:pt x="2575182" y="1729069"/>
                  <a:pt x="2546035" y="1728211"/>
                </a:cubicBezTo>
                <a:cubicBezTo>
                  <a:pt x="2516889" y="1729069"/>
                  <a:pt x="2368584" y="1731640"/>
                  <a:pt x="2281144" y="1669918"/>
                </a:cubicBezTo>
                <a:cubicBezTo>
                  <a:pt x="2183418" y="1601338"/>
                  <a:pt x="2408875" y="1375024"/>
                  <a:pt x="2447452" y="1351879"/>
                </a:cubicBezTo>
                <a:cubicBezTo>
                  <a:pt x="2447452" y="1351879"/>
                  <a:pt x="2470597" y="1343306"/>
                  <a:pt x="2470597" y="1309873"/>
                </a:cubicBezTo>
                <a:cubicBezTo>
                  <a:pt x="2470597" y="1282441"/>
                  <a:pt x="2470597" y="1176142"/>
                  <a:pt x="2470597" y="1139281"/>
                </a:cubicBezTo>
                <a:cubicBezTo>
                  <a:pt x="2449166" y="1133280"/>
                  <a:pt x="2442308" y="1124707"/>
                  <a:pt x="2440594" y="1116135"/>
                </a:cubicBezTo>
                <a:lnTo>
                  <a:pt x="2438022" y="1116135"/>
                </a:lnTo>
                <a:lnTo>
                  <a:pt x="2438022" y="1040697"/>
                </a:lnTo>
                <a:lnTo>
                  <a:pt x="2440594" y="1040697"/>
                </a:lnTo>
                <a:cubicBezTo>
                  <a:pt x="2440594" y="1039840"/>
                  <a:pt x="2440594" y="1038982"/>
                  <a:pt x="2440594" y="1038125"/>
                </a:cubicBezTo>
                <a:cubicBezTo>
                  <a:pt x="2440594" y="1015837"/>
                  <a:pt x="2487742" y="997834"/>
                  <a:pt x="2545178" y="997834"/>
                </a:cubicBezTo>
                <a:close/>
                <a:moveTo>
                  <a:pt x="1963962" y="956688"/>
                </a:moveTo>
                <a:lnTo>
                  <a:pt x="2026541" y="956688"/>
                </a:lnTo>
                <a:cubicBezTo>
                  <a:pt x="2035113" y="956688"/>
                  <a:pt x="2042829" y="964404"/>
                  <a:pt x="2042829" y="975549"/>
                </a:cubicBezTo>
                <a:cubicBezTo>
                  <a:pt x="2042829" y="985836"/>
                  <a:pt x="2035971" y="994408"/>
                  <a:pt x="2027398" y="994408"/>
                </a:cubicBezTo>
                <a:lnTo>
                  <a:pt x="1963962" y="994408"/>
                </a:lnTo>
                <a:cubicBezTo>
                  <a:pt x="1955389" y="994408"/>
                  <a:pt x="1948531" y="985836"/>
                  <a:pt x="1948531" y="975549"/>
                </a:cubicBezTo>
                <a:cubicBezTo>
                  <a:pt x="1948531" y="965262"/>
                  <a:pt x="1955389" y="956688"/>
                  <a:pt x="1963962" y="956688"/>
                </a:cubicBezTo>
                <a:close/>
                <a:moveTo>
                  <a:pt x="3402425" y="943831"/>
                </a:moveTo>
                <a:cubicBezTo>
                  <a:pt x="3362134" y="943831"/>
                  <a:pt x="3329559" y="976409"/>
                  <a:pt x="3330416" y="1016699"/>
                </a:cubicBezTo>
                <a:cubicBezTo>
                  <a:pt x="3330416" y="1056989"/>
                  <a:pt x="3362134" y="1089565"/>
                  <a:pt x="3402425" y="1089565"/>
                </a:cubicBezTo>
                <a:cubicBezTo>
                  <a:pt x="3441859" y="1089565"/>
                  <a:pt x="3474434" y="1056989"/>
                  <a:pt x="3474434" y="1016699"/>
                </a:cubicBezTo>
                <a:cubicBezTo>
                  <a:pt x="3474434" y="976409"/>
                  <a:pt x="3442716" y="943831"/>
                  <a:pt x="3402425" y="943831"/>
                </a:cubicBezTo>
                <a:close/>
                <a:moveTo>
                  <a:pt x="4083082" y="928402"/>
                </a:moveTo>
                <a:cubicBezTo>
                  <a:pt x="4003358" y="928402"/>
                  <a:pt x="3939064" y="992696"/>
                  <a:pt x="3939064" y="1072419"/>
                </a:cubicBezTo>
                <a:cubicBezTo>
                  <a:pt x="3939064" y="1152143"/>
                  <a:pt x="4003358" y="1216437"/>
                  <a:pt x="4083082" y="1216437"/>
                </a:cubicBezTo>
                <a:cubicBezTo>
                  <a:pt x="4162806" y="1216437"/>
                  <a:pt x="4227100" y="1152143"/>
                  <a:pt x="4227100" y="1072419"/>
                </a:cubicBezTo>
                <a:cubicBezTo>
                  <a:pt x="4227100" y="992696"/>
                  <a:pt x="4162806" y="928402"/>
                  <a:pt x="4083082" y="928402"/>
                </a:cubicBezTo>
                <a:close/>
                <a:moveTo>
                  <a:pt x="1944245" y="916397"/>
                </a:moveTo>
                <a:lnTo>
                  <a:pt x="2047973" y="916397"/>
                </a:lnTo>
                <a:cubicBezTo>
                  <a:pt x="2061689" y="916397"/>
                  <a:pt x="2073690" y="924971"/>
                  <a:pt x="2073690" y="935258"/>
                </a:cubicBezTo>
                <a:cubicBezTo>
                  <a:pt x="2073690" y="945545"/>
                  <a:pt x="2061689" y="954117"/>
                  <a:pt x="2047973" y="954117"/>
                </a:cubicBezTo>
                <a:lnTo>
                  <a:pt x="1944245" y="954117"/>
                </a:lnTo>
                <a:cubicBezTo>
                  <a:pt x="1929672" y="954117"/>
                  <a:pt x="1918527" y="945545"/>
                  <a:pt x="1918527" y="935258"/>
                </a:cubicBezTo>
                <a:cubicBezTo>
                  <a:pt x="1918527" y="924971"/>
                  <a:pt x="1930529" y="916397"/>
                  <a:pt x="1944245" y="916397"/>
                </a:cubicBezTo>
                <a:close/>
                <a:moveTo>
                  <a:pt x="1944245" y="876106"/>
                </a:moveTo>
                <a:lnTo>
                  <a:pt x="2047973" y="876106"/>
                </a:lnTo>
                <a:cubicBezTo>
                  <a:pt x="2061689" y="876106"/>
                  <a:pt x="2073690" y="884680"/>
                  <a:pt x="2073690" y="894967"/>
                </a:cubicBezTo>
                <a:cubicBezTo>
                  <a:pt x="2073690" y="905254"/>
                  <a:pt x="2061689" y="913826"/>
                  <a:pt x="2047973" y="913826"/>
                </a:cubicBezTo>
                <a:lnTo>
                  <a:pt x="1944245" y="913826"/>
                </a:lnTo>
                <a:cubicBezTo>
                  <a:pt x="1929672" y="913826"/>
                  <a:pt x="1918527" y="905254"/>
                  <a:pt x="1918527" y="894967"/>
                </a:cubicBezTo>
                <a:cubicBezTo>
                  <a:pt x="1918527" y="884680"/>
                  <a:pt x="1930529" y="876106"/>
                  <a:pt x="1944245" y="876106"/>
                </a:cubicBezTo>
                <a:close/>
                <a:moveTo>
                  <a:pt x="5177790" y="825530"/>
                </a:moveTo>
                <a:cubicBezTo>
                  <a:pt x="5177790" y="825530"/>
                  <a:pt x="5326951" y="909539"/>
                  <a:pt x="5272088" y="1060415"/>
                </a:cubicBezTo>
                <a:cubicBezTo>
                  <a:pt x="5272088" y="1060415"/>
                  <a:pt x="5399818" y="860676"/>
                  <a:pt x="5177790" y="825530"/>
                </a:cubicBezTo>
                <a:close/>
                <a:moveTo>
                  <a:pt x="5101495" y="760378"/>
                </a:moveTo>
                <a:cubicBezTo>
                  <a:pt x="5104710" y="760378"/>
                  <a:pt x="5106531" y="760378"/>
                  <a:pt x="5107496" y="760378"/>
                </a:cubicBezTo>
                <a:lnTo>
                  <a:pt x="5108353" y="760378"/>
                </a:lnTo>
                <a:lnTo>
                  <a:pt x="5114354" y="760378"/>
                </a:lnTo>
                <a:cubicBezTo>
                  <a:pt x="5439252" y="768951"/>
                  <a:pt x="5363813" y="1091277"/>
                  <a:pt x="5275516" y="1171000"/>
                </a:cubicBezTo>
                <a:cubicBezTo>
                  <a:pt x="5185505" y="1250725"/>
                  <a:pt x="5192363" y="1351880"/>
                  <a:pt x="5192363" y="1351880"/>
                </a:cubicBezTo>
                <a:lnTo>
                  <a:pt x="5120354" y="1351880"/>
                </a:lnTo>
                <a:lnTo>
                  <a:pt x="5107496" y="1351880"/>
                </a:lnTo>
                <a:lnTo>
                  <a:pt x="5029486" y="1351880"/>
                </a:lnTo>
                <a:cubicBezTo>
                  <a:pt x="5029486" y="1351880"/>
                  <a:pt x="5032915" y="1251583"/>
                  <a:pt x="4943761" y="1171000"/>
                </a:cubicBezTo>
                <a:cubicBezTo>
                  <a:pt x="4855464" y="1091277"/>
                  <a:pt x="4776597" y="768951"/>
                  <a:pt x="5101495" y="760378"/>
                </a:cubicBezTo>
                <a:close/>
                <a:moveTo>
                  <a:pt x="3975068" y="748379"/>
                </a:moveTo>
                <a:cubicBezTo>
                  <a:pt x="3975068" y="748379"/>
                  <a:pt x="4251103" y="775810"/>
                  <a:pt x="4329113" y="991837"/>
                </a:cubicBezTo>
                <a:cubicBezTo>
                  <a:pt x="4407122" y="1207864"/>
                  <a:pt x="4227100" y="1303876"/>
                  <a:pt x="4023074" y="1384458"/>
                </a:cubicBezTo>
                <a:cubicBezTo>
                  <a:pt x="3818191" y="1465899"/>
                  <a:pt x="3867055" y="1849944"/>
                  <a:pt x="3545586" y="1825939"/>
                </a:cubicBezTo>
                <a:cubicBezTo>
                  <a:pt x="3224974" y="1801937"/>
                  <a:pt x="2732913" y="766380"/>
                  <a:pt x="3975068" y="748379"/>
                </a:cubicBezTo>
                <a:close/>
                <a:moveTo>
                  <a:pt x="912543" y="703049"/>
                </a:moveTo>
                <a:cubicBezTo>
                  <a:pt x="916186" y="704227"/>
                  <a:pt x="919401" y="706799"/>
                  <a:pt x="921544" y="710657"/>
                </a:cubicBezTo>
                <a:lnTo>
                  <a:pt x="942953" y="752806"/>
                </a:lnTo>
                <a:lnTo>
                  <a:pt x="953423" y="749943"/>
                </a:lnTo>
                <a:cubicBezTo>
                  <a:pt x="985731" y="747733"/>
                  <a:pt x="1017557" y="764449"/>
                  <a:pt x="1032987" y="794666"/>
                </a:cubicBezTo>
                <a:cubicBezTo>
                  <a:pt x="1040703" y="810097"/>
                  <a:pt x="1043234" y="826733"/>
                  <a:pt x="1041260" y="842585"/>
                </a:cubicBezTo>
                <a:lnTo>
                  <a:pt x="1028104" y="872891"/>
                </a:lnTo>
                <a:lnTo>
                  <a:pt x="1072875" y="914092"/>
                </a:lnTo>
                <a:cubicBezTo>
                  <a:pt x="1192382" y="1024195"/>
                  <a:pt x="1430752" y="1244724"/>
                  <a:pt x="1425608" y="1247295"/>
                </a:cubicBezTo>
                <a:cubicBezTo>
                  <a:pt x="1418750" y="1250724"/>
                  <a:pt x="1321023" y="1216434"/>
                  <a:pt x="1321023" y="1216434"/>
                </a:cubicBezTo>
                <a:cubicBezTo>
                  <a:pt x="1321023" y="1216434"/>
                  <a:pt x="1119944" y="1035608"/>
                  <a:pt x="1018681" y="943748"/>
                </a:cubicBezTo>
                <a:lnTo>
                  <a:pt x="1011064" y="936811"/>
                </a:lnTo>
                <a:lnTo>
                  <a:pt x="1026129" y="1357885"/>
                </a:lnTo>
                <a:lnTo>
                  <a:pt x="993553" y="1456468"/>
                </a:lnTo>
                <a:lnTo>
                  <a:pt x="966978" y="1357028"/>
                </a:lnTo>
                <a:lnTo>
                  <a:pt x="946039" y="912474"/>
                </a:lnTo>
                <a:lnTo>
                  <a:pt x="933546" y="910931"/>
                </a:lnTo>
                <a:cubicBezTo>
                  <a:pt x="913401" y="904395"/>
                  <a:pt x="895827" y="890250"/>
                  <a:pt x="885540" y="870104"/>
                </a:cubicBezTo>
                <a:cubicBezTo>
                  <a:pt x="870110" y="839243"/>
                  <a:pt x="875414" y="803561"/>
                  <a:pt x="896028" y="778968"/>
                </a:cubicBezTo>
                <a:lnTo>
                  <a:pt x="914412" y="764338"/>
                </a:lnTo>
                <a:lnTo>
                  <a:pt x="894112" y="724373"/>
                </a:lnTo>
                <a:cubicBezTo>
                  <a:pt x="890683" y="716657"/>
                  <a:pt x="893254" y="708085"/>
                  <a:pt x="900970" y="703799"/>
                </a:cubicBezTo>
                <a:cubicBezTo>
                  <a:pt x="904828" y="702085"/>
                  <a:pt x="908900" y="701870"/>
                  <a:pt x="912543" y="703049"/>
                </a:cubicBezTo>
                <a:close/>
                <a:moveTo>
                  <a:pt x="2061687" y="342898"/>
                </a:moveTo>
                <a:cubicBezTo>
                  <a:pt x="2061687" y="342898"/>
                  <a:pt x="2210848" y="426910"/>
                  <a:pt x="2155984" y="577785"/>
                </a:cubicBezTo>
                <a:cubicBezTo>
                  <a:pt x="2155984" y="577785"/>
                  <a:pt x="2283715" y="378904"/>
                  <a:pt x="2061687" y="342898"/>
                </a:cubicBezTo>
                <a:close/>
                <a:moveTo>
                  <a:pt x="1985392" y="278605"/>
                </a:moveTo>
                <a:lnTo>
                  <a:pt x="1991393" y="278605"/>
                </a:lnTo>
                <a:lnTo>
                  <a:pt x="1992250" y="278605"/>
                </a:lnTo>
                <a:lnTo>
                  <a:pt x="1998250" y="278605"/>
                </a:lnTo>
                <a:cubicBezTo>
                  <a:pt x="2323148" y="287178"/>
                  <a:pt x="2247710" y="609504"/>
                  <a:pt x="2159413" y="689228"/>
                </a:cubicBezTo>
                <a:cubicBezTo>
                  <a:pt x="2069402" y="768953"/>
                  <a:pt x="2076260" y="870108"/>
                  <a:pt x="2076260" y="870108"/>
                </a:cubicBezTo>
                <a:lnTo>
                  <a:pt x="2004251" y="870108"/>
                </a:lnTo>
                <a:lnTo>
                  <a:pt x="1991393" y="870108"/>
                </a:lnTo>
                <a:lnTo>
                  <a:pt x="1913383" y="870108"/>
                </a:lnTo>
                <a:cubicBezTo>
                  <a:pt x="1913383" y="870108"/>
                  <a:pt x="1916812" y="769810"/>
                  <a:pt x="1827658" y="689228"/>
                </a:cubicBezTo>
                <a:cubicBezTo>
                  <a:pt x="1739361" y="609504"/>
                  <a:pt x="1660494" y="287178"/>
                  <a:pt x="1985392" y="278605"/>
                </a:cubicBezTo>
                <a:close/>
                <a:moveTo>
                  <a:pt x="2776633" y="269173"/>
                </a:moveTo>
                <a:cubicBezTo>
                  <a:pt x="2776633" y="270888"/>
                  <a:pt x="2959228" y="355756"/>
                  <a:pt x="2994375" y="372043"/>
                </a:cubicBezTo>
                <a:cubicBezTo>
                  <a:pt x="3029522" y="355756"/>
                  <a:pt x="3212117" y="270888"/>
                  <a:pt x="3212117" y="269173"/>
                </a:cubicBezTo>
                <a:lnTo>
                  <a:pt x="3212117" y="519491"/>
                </a:lnTo>
                <a:cubicBezTo>
                  <a:pt x="3152966" y="581213"/>
                  <a:pt x="3037238" y="591500"/>
                  <a:pt x="3000376" y="593215"/>
                </a:cubicBezTo>
                <a:cubicBezTo>
                  <a:pt x="3000376" y="593215"/>
                  <a:pt x="2997804" y="593215"/>
                  <a:pt x="2994375" y="593215"/>
                </a:cubicBezTo>
                <a:cubicBezTo>
                  <a:pt x="2990089" y="593215"/>
                  <a:pt x="2988374" y="593215"/>
                  <a:pt x="2988374" y="593215"/>
                </a:cubicBezTo>
                <a:cubicBezTo>
                  <a:pt x="2951513" y="592358"/>
                  <a:pt x="2835784" y="582071"/>
                  <a:pt x="2776633" y="519491"/>
                </a:cubicBezTo>
                <a:close/>
                <a:moveTo>
                  <a:pt x="4064357" y="122787"/>
                </a:moveTo>
                <a:cubicBezTo>
                  <a:pt x="4089994" y="126765"/>
                  <a:pt x="4114801" y="137373"/>
                  <a:pt x="4135375" y="158590"/>
                </a:cubicBezTo>
                <a:lnTo>
                  <a:pt x="4367690" y="158590"/>
                </a:lnTo>
                <a:lnTo>
                  <a:pt x="4367690" y="498920"/>
                </a:lnTo>
                <a:lnTo>
                  <a:pt x="4130231" y="500634"/>
                </a:lnTo>
                <a:cubicBezTo>
                  <a:pt x="4130231" y="500634"/>
                  <a:pt x="4050506" y="420052"/>
                  <a:pt x="3903059" y="497205"/>
                </a:cubicBezTo>
                <a:lnTo>
                  <a:pt x="3903059" y="158590"/>
                </a:lnTo>
                <a:cubicBezTo>
                  <a:pt x="3903059" y="158590"/>
                  <a:pt x="3987445" y="110852"/>
                  <a:pt x="4064357" y="122787"/>
                </a:cubicBezTo>
                <a:close/>
                <a:moveTo>
                  <a:pt x="3009805" y="0"/>
                </a:moveTo>
                <a:lnTo>
                  <a:pt x="3364979" y="158588"/>
                </a:lnTo>
                <a:lnTo>
                  <a:pt x="3370707" y="158588"/>
                </a:lnTo>
                <a:lnTo>
                  <a:pt x="3370707" y="161146"/>
                </a:lnTo>
                <a:lnTo>
                  <a:pt x="3378423" y="164591"/>
                </a:lnTo>
                <a:lnTo>
                  <a:pt x="3370707" y="168108"/>
                </a:lnTo>
                <a:lnTo>
                  <a:pt x="3370707" y="381755"/>
                </a:lnTo>
                <a:lnTo>
                  <a:pt x="3385709" y="387903"/>
                </a:lnTo>
                <a:cubicBezTo>
                  <a:pt x="3392353" y="394547"/>
                  <a:pt x="3396425" y="403762"/>
                  <a:pt x="3396425" y="414049"/>
                </a:cubicBezTo>
                <a:cubicBezTo>
                  <a:pt x="3396425" y="424336"/>
                  <a:pt x="3392139" y="433766"/>
                  <a:pt x="3385388" y="440517"/>
                </a:cubicBezTo>
                <a:lnTo>
                  <a:pt x="3384653" y="440813"/>
                </a:lnTo>
                <a:lnTo>
                  <a:pt x="3392352" y="468698"/>
                </a:lnTo>
                <a:cubicBezTo>
                  <a:pt x="3398139" y="495916"/>
                  <a:pt x="3402425" y="534921"/>
                  <a:pt x="3396424" y="582069"/>
                </a:cubicBezTo>
                <a:lnTo>
                  <a:pt x="3366421" y="582069"/>
                </a:lnTo>
                <a:lnTo>
                  <a:pt x="3324416" y="582069"/>
                </a:lnTo>
                <a:cubicBezTo>
                  <a:pt x="3318844" y="534921"/>
                  <a:pt x="3323345" y="495916"/>
                  <a:pt x="3329238" y="468698"/>
                </a:cubicBezTo>
                <a:lnTo>
                  <a:pt x="3336806" y="441584"/>
                </a:lnTo>
                <a:lnTo>
                  <a:pt x="3333417" y="440196"/>
                </a:lnTo>
                <a:cubicBezTo>
                  <a:pt x="3326773" y="433552"/>
                  <a:pt x="3322701" y="424336"/>
                  <a:pt x="3322701" y="414049"/>
                </a:cubicBezTo>
                <a:cubicBezTo>
                  <a:pt x="3322701" y="403762"/>
                  <a:pt x="3326773" y="394547"/>
                  <a:pt x="3333417" y="387903"/>
                </a:cubicBezTo>
                <a:lnTo>
                  <a:pt x="3347562" y="382106"/>
                </a:lnTo>
                <a:lnTo>
                  <a:pt x="3347562" y="178657"/>
                </a:lnTo>
                <a:lnTo>
                  <a:pt x="3000375" y="336899"/>
                </a:lnTo>
                <a:lnTo>
                  <a:pt x="2628328" y="168878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E1ADE4-2DF4-A39F-9848-7D69EA9D3C4D}"/>
              </a:ext>
            </a:extLst>
          </p:cNvPr>
          <p:cNvSpPr/>
          <p:nvPr userDrawn="1"/>
        </p:nvSpPr>
        <p:spPr>
          <a:xfrm>
            <a:off x="415572" y="295119"/>
            <a:ext cx="3095329" cy="439839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rgbClr val="1A495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0E6452C-B528-AF49-CB09-53560928AD03}"/>
              </a:ext>
            </a:extLst>
          </p:cNvPr>
          <p:cNvGrpSpPr/>
          <p:nvPr userDrawn="1"/>
        </p:nvGrpSpPr>
        <p:grpSpPr>
          <a:xfrm>
            <a:off x="3657132" y="160566"/>
            <a:ext cx="2900381" cy="538609"/>
            <a:chOff x="3657132" y="444690"/>
            <a:chExt cx="2900381" cy="538609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9338AD9-8077-CC09-9700-87C7C6A89EBB}"/>
                </a:ext>
              </a:extLst>
            </p:cNvPr>
            <p:cNvSpPr txBox="1"/>
            <p:nvPr/>
          </p:nvSpPr>
          <p:spPr>
            <a:xfrm>
              <a:off x="4832198" y="487734"/>
              <a:ext cx="17253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>
                  <a:solidFill>
                    <a:srgbClr val="D3F1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法贝实验室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5126342-EBBA-1DD7-BA9C-CEB128C733AD}"/>
                </a:ext>
              </a:extLst>
            </p:cNvPr>
            <p:cNvSpPr txBox="1"/>
            <p:nvPr/>
          </p:nvSpPr>
          <p:spPr>
            <a:xfrm>
              <a:off x="3657132" y="444690"/>
              <a:ext cx="133722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900" b="1" dirty="0">
                  <a:solidFill>
                    <a:srgbClr val="D3F1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Light SemiCondensed" panose="020B0502040204020203" pitchFamily="34" charset="0"/>
                </a:rPr>
                <a:t>FABLAB</a:t>
              </a:r>
              <a:endParaRPr lang="zh-CN" altLang="en-US" sz="2900" b="1" dirty="0">
                <a:solidFill>
                  <a:srgbClr val="D3F1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F3318228-EB02-6D88-F443-3D2DBFEB6C31}"/>
              </a:ext>
            </a:extLst>
          </p:cNvPr>
          <p:cNvSpPr txBox="1"/>
          <p:nvPr userDrawn="1"/>
        </p:nvSpPr>
        <p:spPr>
          <a:xfrm>
            <a:off x="3778946" y="580460"/>
            <a:ext cx="2779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A6E3E2"/>
                </a:solidFill>
              </a:rPr>
              <a:t>致力于培养 未来科技工程 领军人才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4E2A3B-C36D-E22B-92C7-966520ABA56A}"/>
              </a:ext>
            </a:extLst>
          </p:cNvPr>
          <p:cNvSpPr txBox="1"/>
          <p:nvPr userDrawn="1"/>
        </p:nvSpPr>
        <p:spPr>
          <a:xfrm>
            <a:off x="313970" y="212200"/>
            <a:ext cx="2300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D3F1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程序展示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BBB02-64A0-DE10-D32F-B6FD78B701B3}"/>
              </a:ext>
            </a:extLst>
          </p:cNvPr>
          <p:cNvSpPr/>
          <p:nvPr userDrawn="1"/>
        </p:nvSpPr>
        <p:spPr>
          <a:xfrm>
            <a:off x="433800" y="1342996"/>
            <a:ext cx="5990400" cy="7379625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5A1D53-67F5-947E-8D17-533165E3D788}"/>
              </a:ext>
            </a:extLst>
          </p:cNvPr>
          <p:cNvSpPr txBox="1"/>
          <p:nvPr userDrawn="1"/>
        </p:nvSpPr>
        <p:spPr>
          <a:xfrm>
            <a:off x="309188" y="9113077"/>
            <a:ext cx="52387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A6E3E2"/>
                </a:solidFill>
              </a:rPr>
              <a:t>如果您对课程或授课教师有任何投诉意见，请随时联系</a:t>
            </a:r>
            <a:r>
              <a:rPr lang="en-US" altLang="zh-CN" sz="1100" dirty="0">
                <a:solidFill>
                  <a:srgbClr val="A6E3E2"/>
                </a:solidFill>
              </a:rPr>
              <a:t>FABLAB</a:t>
            </a:r>
            <a:r>
              <a:rPr lang="zh-CN" altLang="en-US" sz="1100" dirty="0">
                <a:solidFill>
                  <a:srgbClr val="A6E3E2"/>
                </a:solidFill>
              </a:rPr>
              <a:t>法贝实验室负责人于老师，手机拨打 </a:t>
            </a:r>
            <a:r>
              <a:rPr lang="en-US" altLang="zh-CN" sz="1100" dirty="0">
                <a:solidFill>
                  <a:srgbClr val="A6E3E2"/>
                </a:solidFill>
              </a:rPr>
              <a:t>18768118065 </a:t>
            </a:r>
            <a:r>
              <a:rPr lang="zh-CN" altLang="en-US" sz="1100" dirty="0">
                <a:solidFill>
                  <a:srgbClr val="A6E3E2"/>
                </a:solidFill>
              </a:rPr>
              <a:t>或扫描右侧二维码添加微信进行反馈。我们将尽一切努力为您提供满意的解决方案。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2B7B85F-F0FF-FD3E-BE1D-0E71A2A0D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124" y="9032144"/>
            <a:ext cx="769390" cy="76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>
          <a:gsLst>
            <a:gs pos="0">
              <a:srgbClr val="184E5F"/>
            </a:gs>
            <a:gs pos="74000">
              <a:srgbClr val="213745"/>
            </a:gs>
            <a:gs pos="83000">
              <a:srgbClr val="1D2C3C"/>
            </a:gs>
            <a:gs pos="100000">
              <a:srgbClr val="0B202B"/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02158E4-F4BE-22BE-DBA5-34D9E0ABAF06}"/>
              </a:ext>
            </a:extLst>
          </p:cNvPr>
          <p:cNvSpPr/>
          <p:nvPr userDrawn="1"/>
        </p:nvSpPr>
        <p:spPr>
          <a:xfrm>
            <a:off x="303133" y="2048639"/>
            <a:ext cx="6251734" cy="5808721"/>
          </a:xfrm>
          <a:custGeom>
            <a:avLst/>
            <a:gdLst>
              <a:gd name="connsiteX0" fmla="*/ 3807697 w 6251734"/>
              <a:gd name="connsiteY0" fmla="*/ 5598000 h 5808721"/>
              <a:gd name="connsiteX1" fmla="*/ 3792649 w 6251734"/>
              <a:gd name="connsiteY1" fmla="*/ 5610966 h 5808721"/>
              <a:gd name="connsiteX2" fmla="*/ 3724407 w 6251734"/>
              <a:gd name="connsiteY2" fmla="*/ 5654281 h 5808721"/>
              <a:gd name="connsiteX3" fmla="*/ 3737518 w 6251734"/>
              <a:gd name="connsiteY3" fmla="*/ 5683584 h 5808721"/>
              <a:gd name="connsiteX4" fmla="*/ 3807904 w 6251734"/>
              <a:gd name="connsiteY4" fmla="*/ 5741855 h 5808721"/>
              <a:gd name="connsiteX5" fmla="*/ 3878291 w 6251734"/>
              <a:gd name="connsiteY5" fmla="*/ 5683584 h 5808721"/>
              <a:gd name="connsiteX6" fmla="*/ 3891370 w 6251734"/>
              <a:gd name="connsiteY6" fmla="*/ 5654352 h 5808721"/>
              <a:gd name="connsiteX7" fmla="*/ 3821929 w 6251734"/>
              <a:gd name="connsiteY7" fmla="*/ 5610228 h 5808721"/>
              <a:gd name="connsiteX8" fmla="*/ 3827101 w 6251734"/>
              <a:gd name="connsiteY8" fmla="*/ 5549255 h 5808721"/>
              <a:gd name="connsiteX9" fmla="*/ 3807904 w 6251734"/>
              <a:gd name="connsiteY9" fmla="*/ 5550689 h 5808721"/>
              <a:gd name="connsiteX10" fmla="*/ 3788212 w 6251734"/>
              <a:gd name="connsiteY10" fmla="*/ 5549599 h 5808721"/>
              <a:gd name="connsiteX11" fmla="*/ 3807470 w 6251734"/>
              <a:gd name="connsiteY11" fmla="*/ 5566172 h 5808721"/>
              <a:gd name="connsiteX12" fmla="*/ 3694058 w 6251734"/>
              <a:gd name="connsiteY12" fmla="*/ 5544387 h 5808721"/>
              <a:gd name="connsiteX13" fmla="*/ 3703452 w 6251734"/>
              <a:gd name="connsiteY13" fmla="*/ 5591293 h 5808721"/>
              <a:gd name="connsiteX14" fmla="*/ 3714172 w 6251734"/>
              <a:gd name="connsiteY14" fmla="*/ 5626491 h 5808721"/>
              <a:gd name="connsiteX15" fmla="*/ 3722717 w 6251734"/>
              <a:gd name="connsiteY15" fmla="*/ 5622628 h 5808721"/>
              <a:gd name="connsiteX16" fmla="*/ 3788068 w 6251734"/>
              <a:gd name="connsiteY16" fmla="*/ 5581136 h 5808721"/>
              <a:gd name="connsiteX17" fmla="*/ 3748826 w 6251734"/>
              <a:gd name="connsiteY17" fmla="*/ 5547419 h 5808721"/>
              <a:gd name="connsiteX18" fmla="*/ 3922198 w 6251734"/>
              <a:gd name="connsiteY18" fmla="*/ 5542152 h 5808721"/>
              <a:gd name="connsiteX19" fmla="*/ 3867799 w 6251734"/>
              <a:gd name="connsiteY19" fmla="*/ 5546215 h 5808721"/>
              <a:gd name="connsiteX20" fmla="*/ 3827145 w 6251734"/>
              <a:gd name="connsiteY20" fmla="*/ 5581244 h 5808721"/>
              <a:gd name="connsiteX21" fmla="*/ 3901775 w 6251734"/>
              <a:gd name="connsiteY21" fmla="*/ 5626039 h 5808721"/>
              <a:gd name="connsiteX22" fmla="*/ 3912357 w 6251734"/>
              <a:gd name="connsiteY22" fmla="*/ 5591293 h 5808721"/>
              <a:gd name="connsiteX23" fmla="*/ 3568695 w 6251734"/>
              <a:gd name="connsiteY23" fmla="*/ 5521810 h 5808721"/>
              <a:gd name="connsiteX24" fmla="*/ 3557706 w 6251734"/>
              <a:gd name="connsiteY24" fmla="*/ 5550648 h 5808721"/>
              <a:gd name="connsiteX25" fmla="*/ 3566160 w 6251734"/>
              <a:gd name="connsiteY25" fmla="*/ 5641559 h 5808721"/>
              <a:gd name="connsiteX26" fmla="*/ 3672538 w 6251734"/>
              <a:gd name="connsiteY26" fmla="*/ 5645312 h 5808721"/>
              <a:gd name="connsiteX27" fmla="*/ 3686711 w 6251734"/>
              <a:gd name="connsiteY27" fmla="*/ 5638905 h 5808721"/>
              <a:gd name="connsiteX28" fmla="*/ 3683653 w 6251734"/>
              <a:gd name="connsiteY28" fmla="*/ 5628857 h 5808721"/>
              <a:gd name="connsiteX29" fmla="*/ 3669753 w 6251734"/>
              <a:gd name="connsiteY29" fmla="*/ 5559542 h 5808721"/>
              <a:gd name="connsiteX30" fmla="*/ 3668350 w 6251734"/>
              <a:gd name="connsiteY30" fmla="*/ 5540767 h 5808721"/>
              <a:gd name="connsiteX31" fmla="*/ 3579717 w 6251734"/>
              <a:gd name="connsiteY31" fmla="*/ 5525147 h 5808721"/>
              <a:gd name="connsiteX32" fmla="*/ 4046585 w 6251734"/>
              <a:gd name="connsiteY32" fmla="*/ 5520939 h 5808721"/>
              <a:gd name="connsiteX33" fmla="*/ 3966777 w 6251734"/>
              <a:gd name="connsiteY33" fmla="*/ 5538822 h 5808721"/>
              <a:gd name="connsiteX34" fmla="*/ 3947602 w 6251734"/>
              <a:gd name="connsiteY34" fmla="*/ 5540254 h 5808721"/>
              <a:gd name="connsiteX35" fmla="*/ 3946176 w 6251734"/>
              <a:gd name="connsiteY35" fmla="*/ 5559542 h 5808721"/>
              <a:gd name="connsiteX36" fmla="*/ 3932381 w 6251734"/>
              <a:gd name="connsiteY36" fmla="*/ 5628857 h 5808721"/>
              <a:gd name="connsiteX37" fmla="*/ 3929132 w 6251734"/>
              <a:gd name="connsiteY37" fmla="*/ 5639587 h 5808721"/>
              <a:gd name="connsiteX38" fmla="*/ 3958740 w 6251734"/>
              <a:gd name="connsiteY38" fmla="*/ 5650869 h 5808721"/>
              <a:gd name="connsiteX39" fmla="*/ 4049650 w 6251734"/>
              <a:gd name="connsiteY39" fmla="*/ 5642415 h 5808721"/>
              <a:gd name="connsiteX40" fmla="*/ 4058104 w 6251734"/>
              <a:gd name="connsiteY40" fmla="*/ 5551128 h 5808721"/>
              <a:gd name="connsiteX41" fmla="*/ 3688846 w 6251734"/>
              <a:gd name="connsiteY41" fmla="*/ 5493292 h 5808721"/>
              <a:gd name="connsiteX42" fmla="*/ 3690677 w 6251734"/>
              <a:gd name="connsiteY42" fmla="*/ 5517905 h 5808721"/>
              <a:gd name="connsiteX43" fmla="*/ 3706306 w 6251734"/>
              <a:gd name="connsiteY43" fmla="*/ 5520689 h 5808721"/>
              <a:gd name="connsiteX44" fmla="*/ 3718556 w 6251734"/>
              <a:gd name="connsiteY44" fmla="*/ 5521412 h 5808721"/>
              <a:gd name="connsiteX45" fmla="*/ 3700748 w 6251734"/>
              <a:gd name="connsiteY45" fmla="*/ 5506112 h 5808721"/>
              <a:gd name="connsiteX46" fmla="*/ 3927084 w 6251734"/>
              <a:gd name="connsiteY46" fmla="*/ 5491676 h 5808721"/>
              <a:gd name="connsiteX47" fmla="*/ 3913348 w 6251734"/>
              <a:gd name="connsiteY47" fmla="*/ 5506970 h 5808721"/>
              <a:gd name="connsiteX48" fmla="*/ 3898270 w 6251734"/>
              <a:gd name="connsiteY48" fmla="*/ 5519961 h 5808721"/>
              <a:gd name="connsiteX49" fmla="*/ 3925127 w 6251734"/>
              <a:gd name="connsiteY49" fmla="*/ 5517962 h 5808721"/>
              <a:gd name="connsiteX50" fmla="*/ 2666906 w 6251734"/>
              <a:gd name="connsiteY50" fmla="*/ 5428104 h 5808721"/>
              <a:gd name="connsiteX51" fmla="*/ 2906936 w 6251734"/>
              <a:gd name="connsiteY51" fmla="*/ 5566121 h 5808721"/>
              <a:gd name="connsiteX52" fmla="*/ 2986661 w 6251734"/>
              <a:gd name="connsiteY52" fmla="*/ 5428961 h 5808721"/>
              <a:gd name="connsiteX53" fmla="*/ 2421698 w 6251734"/>
              <a:gd name="connsiteY53" fmla="*/ 5427947 h 5808721"/>
              <a:gd name="connsiteX54" fmla="*/ 2911499 w 6251734"/>
              <a:gd name="connsiteY54" fmla="*/ 5711122 h 5808721"/>
              <a:gd name="connsiteX55" fmla="*/ 2873313 w 6251734"/>
              <a:gd name="connsiteY55" fmla="*/ 5777171 h 5808721"/>
              <a:gd name="connsiteX56" fmla="*/ 2383512 w 6251734"/>
              <a:gd name="connsiteY56" fmla="*/ 5493996 h 5808721"/>
              <a:gd name="connsiteX57" fmla="*/ 3626020 w 6251734"/>
              <a:gd name="connsiteY57" fmla="*/ 5422235 h 5808721"/>
              <a:gd name="connsiteX58" fmla="*/ 3598818 w 6251734"/>
              <a:gd name="connsiteY58" fmla="*/ 5461243 h 5808721"/>
              <a:gd name="connsiteX59" fmla="*/ 3581388 w 6251734"/>
              <a:gd name="connsiteY59" fmla="*/ 5494011 h 5808721"/>
              <a:gd name="connsiteX60" fmla="*/ 3616801 w 6251734"/>
              <a:gd name="connsiteY60" fmla="*/ 5504746 h 5808721"/>
              <a:gd name="connsiteX61" fmla="*/ 3666318 w 6251734"/>
              <a:gd name="connsiteY61" fmla="*/ 5513566 h 5808721"/>
              <a:gd name="connsiteX62" fmla="*/ 3662700 w 6251734"/>
              <a:gd name="connsiteY62" fmla="*/ 5465131 h 5808721"/>
              <a:gd name="connsiteX63" fmla="*/ 3644732 w 6251734"/>
              <a:gd name="connsiteY63" fmla="*/ 5445778 h 5808721"/>
              <a:gd name="connsiteX64" fmla="*/ 3990100 w 6251734"/>
              <a:gd name="connsiteY64" fmla="*/ 5421513 h 5808721"/>
              <a:gd name="connsiteX65" fmla="*/ 3953357 w 6251734"/>
              <a:gd name="connsiteY65" fmla="*/ 5462423 h 5808721"/>
              <a:gd name="connsiteX66" fmla="*/ 3949475 w 6251734"/>
              <a:gd name="connsiteY66" fmla="*/ 5514925 h 5808721"/>
              <a:gd name="connsiteX67" fmla="*/ 4025703 w 6251734"/>
              <a:gd name="connsiteY67" fmla="*/ 5497859 h 5808721"/>
              <a:gd name="connsiteX68" fmla="*/ 4034309 w 6251734"/>
              <a:gd name="connsiteY68" fmla="*/ 5494362 h 5808721"/>
              <a:gd name="connsiteX69" fmla="*/ 4016993 w 6251734"/>
              <a:gd name="connsiteY69" fmla="*/ 5461874 h 5808721"/>
              <a:gd name="connsiteX70" fmla="*/ 3956426 w 6251734"/>
              <a:gd name="connsiteY70" fmla="*/ 5380419 h 5808721"/>
              <a:gd name="connsiteX71" fmla="*/ 3957923 w 6251734"/>
              <a:gd name="connsiteY71" fmla="*/ 5400670 h 5808721"/>
              <a:gd name="connsiteX72" fmla="*/ 3956295 w 6251734"/>
              <a:gd name="connsiteY72" fmla="*/ 5422687 h 5808721"/>
              <a:gd name="connsiteX73" fmla="*/ 3964989 w 6251734"/>
              <a:gd name="connsiteY73" fmla="*/ 5412959 h 5808721"/>
              <a:gd name="connsiteX74" fmla="*/ 3973699 w 6251734"/>
              <a:gd name="connsiteY74" fmla="*/ 5400468 h 5808721"/>
              <a:gd name="connsiteX75" fmla="*/ 3659650 w 6251734"/>
              <a:gd name="connsiteY75" fmla="*/ 5376790 h 5808721"/>
              <a:gd name="connsiteX76" fmla="*/ 3650822 w 6251734"/>
              <a:gd name="connsiteY76" fmla="*/ 5386669 h 5808721"/>
              <a:gd name="connsiteX77" fmla="*/ 3641492 w 6251734"/>
              <a:gd name="connsiteY77" fmla="*/ 5400048 h 5808721"/>
              <a:gd name="connsiteX78" fmla="*/ 3659392 w 6251734"/>
              <a:gd name="connsiteY78" fmla="*/ 5420848 h 5808721"/>
              <a:gd name="connsiteX79" fmla="*/ 3657885 w 6251734"/>
              <a:gd name="connsiteY79" fmla="*/ 5400670 h 5808721"/>
              <a:gd name="connsiteX80" fmla="*/ 2450878 w 6251734"/>
              <a:gd name="connsiteY80" fmla="*/ 5356093 h 5808721"/>
              <a:gd name="connsiteX81" fmla="*/ 3103247 w 6251734"/>
              <a:gd name="connsiteY81" fmla="*/ 5381811 h 5808721"/>
              <a:gd name="connsiteX82" fmla="*/ 2950656 w 6251734"/>
              <a:gd name="connsiteY82" fmla="*/ 5644988 h 5808721"/>
              <a:gd name="connsiteX83" fmla="*/ 3808763 w 6251734"/>
              <a:gd name="connsiteY83" fmla="*/ 5338091 h 5808721"/>
              <a:gd name="connsiteX84" fmla="*/ 3871342 w 6251734"/>
              <a:gd name="connsiteY84" fmla="*/ 5400671 h 5808721"/>
              <a:gd name="connsiteX85" fmla="*/ 3808763 w 6251734"/>
              <a:gd name="connsiteY85" fmla="*/ 5463250 h 5808721"/>
              <a:gd name="connsiteX86" fmla="*/ 3746183 w 6251734"/>
              <a:gd name="connsiteY86" fmla="*/ 5400671 h 5808721"/>
              <a:gd name="connsiteX87" fmla="*/ 3808763 w 6251734"/>
              <a:gd name="connsiteY87" fmla="*/ 5338091 h 5808721"/>
              <a:gd name="connsiteX88" fmla="*/ 3553198 w 6251734"/>
              <a:gd name="connsiteY88" fmla="*/ 5318476 h 5808721"/>
              <a:gd name="connsiteX89" fmla="*/ 3524133 w 6251734"/>
              <a:gd name="connsiteY89" fmla="*/ 5330284 h 5808721"/>
              <a:gd name="connsiteX90" fmla="*/ 3465862 w 6251734"/>
              <a:gd name="connsiteY90" fmla="*/ 5400670 h 5808721"/>
              <a:gd name="connsiteX91" fmla="*/ 3524359 w 6251734"/>
              <a:gd name="connsiteY91" fmla="*/ 5470831 h 5808721"/>
              <a:gd name="connsiteX92" fmla="*/ 3552494 w 6251734"/>
              <a:gd name="connsiteY92" fmla="*/ 5483326 h 5808721"/>
              <a:gd name="connsiteX93" fmla="*/ 3557534 w 6251734"/>
              <a:gd name="connsiteY93" fmla="*/ 5473887 h 5808721"/>
              <a:gd name="connsiteX94" fmla="*/ 3608797 w 6251734"/>
              <a:gd name="connsiteY94" fmla="*/ 5400567 h 5808721"/>
              <a:gd name="connsiteX95" fmla="*/ 3596753 w 6251734"/>
              <a:gd name="connsiteY95" fmla="*/ 5385414 h 5808721"/>
              <a:gd name="connsiteX96" fmla="*/ 3557534 w 6251734"/>
              <a:gd name="connsiteY96" fmla="*/ 5326597 h 5808721"/>
              <a:gd name="connsiteX97" fmla="*/ 4062445 w 6251734"/>
              <a:gd name="connsiteY97" fmla="*/ 5317336 h 5808721"/>
              <a:gd name="connsiteX98" fmla="*/ 4057165 w 6251734"/>
              <a:gd name="connsiteY98" fmla="*/ 5327229 h 5808721"/>
              <a:gd name="connsiteX99" fmla="*/ 4006091 w 6251734"/>
              <a:gd name="connsiteY99" fmla="*/ 5400156 h 5808721"/>
              <a:gd name="connsiteX100" fmla="*/ 4017343 w 6251734"/>
              <a:gd name="connsiteY100" fmla="*/ 5414333 h 5808721"/>
              <a:gd name="connsiteX101" fmla="*/ 4056562 w 6251734"/>
              <a:gd name="connsiteY101" fmla="*/ 5473256 h 5808721"/>
              <a:gd name="connsiteX102" fmla="*/ 4061849 w 6251734"/>
              <a:gd name="connsiteY102" fmla="*/ 5483174 h 5808721"/>
              <a:gd name="connsiteX103" fmla="*/ 4091676 w 6251734"/>
              <a:gd name="connsiteY103" fmla="*/ 5471057 h 5808721"/>
              <a:gd name="connsiteX104" fmla="*/ 4149947 w 6251734"/>
              <a:gd name="connsiteY104" fmla="*/ 5400670 h 5808721"/>
              <a:gd name="connsiteX105" fmla="*/ 4091450 w 6251734"/>
              <a:gd name="connsiteY105" fmla="*/ 5330284 h 5808721"/>
              <a:gd name="connsiteX106" fmla="*/ 3949551 w 6251734"/>
              <a:gd name="connsiteY106" fmla="*/ 5287441 h 5808721"/>
              <a:gd name="connsiteX107" fmla="*/ 3953173 w 6251734"/>
              <a:gd name="connsiteY107" fmla="*/ 5336435 h 5808721"/>
              <a:gd name="connsiteX108" fmla="*/ 3969364 w 6251734"/>
              <a:gd name="connsiteY108" fmla="*/ 5353884 h 5808721"/>
              <a:gd name="connsiteX109" fmla="*/ 3988964 w 6251734"/>
              <a:gd name="connsiteY109" fmla="*/ 5378578 h 5808721"/>
              <a:gd name="connsiteX110" fmla="*/ 4016993 w 6251734"/>
              <a:gd name="connsiteY110" fmla="*/ 5338385 h 5808721"/>
              <a:gd name="connsiteX111" fmla="*/ 4033793 w 6251734"/>
              <a:gd name="connsiteY111" fmla="*/ 5306800 h 5808721"/>
              <a:gd name="connsiteX112" fmla="*/ 3999007 w 6251734"/>
              <a:gd name="connsiteY112" fmla="*/ 5296218 h 5808721"/>
              <a:gd name="connsiteX113" fmla="*/ 3666333 w 6251734"/>
              <a:gd name="connsiteY113" fmla="*/ 5286416 h 5808721"/>
              <a:gd name="connsiteX114" fmla="*/ 3590106 w 6251734"/>
              <a:gd name="connsiteY114" fmla="*/ 5303482 h 5808721"/>
              <a:gd name="connsiteX115" fmla="*/ 3581629 w 6251734"/>
              <a:gd name="connsiteY115" fmla="*/ 5306926 h 5808721"/>
              <a:gd name="connsiteX116" fmla="*/ 3598818 w 6251734"/>
              <a:gd name="connsiteY116" fmla="*/ 5339241 h 5808721"/>
              <a:gd name="connsiteX117" fmla="*/ 3625164 w 6251734"/>
              <a:gd name="connsiteY117" fmla="*/ 5378866 h 5808721"/>
              <a:gd name="connsiteX118" fmla="*/ 3662590 w 6251734"/>
              <a:gd name="connsiteY118" fmla="*/ 5337028 h 5808721"/>
              <a:gd name="connsiteX119" fmla="*/ 1925384 w 6251734"/>
              <a:gd name="connsiteY119" fmla="*/ 5284084 h 5808721"/>
              <a:gd name="connsiteX120" fmla="*/ 1867091 w 6251734"/>
              <a:gd name="connsiteY120" fmla="*/ 5343235 h 5808721"/>
              <a:gd name="connsiteX121" fmla="*/ 1925384 w 6251734"/>
              <a:gd name="connsiteY121" fmla="*/ 5402385 h 5808721"/>
              <a:gd name="connsiteX122" fmla="*/ 1983677 w 6251734"/>
              <a:gd name="connsiteY122" fmla="*/ 5343235 h 5808721"/>
              <a:gd name="connsiteX123" fmla="*/ 1925384 w 6251734"/>
              <a:gd name="connsiteY123" fmla="*/ 5284084 h 5808721"/>
              <a:gd name="connsiteX124" fmla="*/ 3715682 w 6251734"/>
              <a:gd name="connsiteY124" fmla="*/ 5281518 h 5808721"/>
              <a:gd name="connsiteX125" fmla="*/ 3690553 w 6251734"/>
              <a:gd name="connsiteY125" fmla="*/ 5283388 h 5808721"/>
              <a:gd name="connsiteX126" fmla="*/ 3688737 w 6251734"/>
              <a:gd name="connsiteY126" fmla="*/ 5307799 h 5808721"/>
              <a:gd name="connsiteX127" fmla="*/ 3700748 w 6251734"/>
              <a:gd name="connsiteY127" fmla="*/ 5294372 h 5808721"/>
              <a:gd name="connsiteX128" fmla="*/ 3897255 w 6251734"/>
              <a:gd name="connsiteY128" fmla="*/ 5279649 h 5808721"/>
              <a:gd name="connsiteX129" fmla="*/ 3913348 w 6251734"/>
              <a:gd name="connsiteY129" fmla="*/ 5293515 h 5808721"/>
              <a:gd name="connsiteX130" fmla="*/ 3927113 w 6251734"/>
              <a:gd name="connsiteY130" fmla="*/ 5308350 h 5808721"/>
              <a:gd name="connsiteX131" fmla="*/ 3925236 w 6251734"/>
              <a:gd name="connsiteY131" fmla="*/ 5283126 h 5808721"/>
              <a:gd name="connsiteX132" fmla="*/ 3909502 w 6251734"/>
              <a:gd name="connsiteY132" fmla="*/ 5280333 h 5808721"/>
              <a:gd name="connsiteX133" fmla="*/ 3807904 w 6251734"/>
              <a:gd name="connsiteY133" fmla="*/ 5274654 h 5808721"/>
              <a:gd name="connsiteX134" fmla="*/ 3756063 w 6251734"/>
              <a:gd name="connsiteY134" fmla="*/ 5278512 h 5808721"/>
              <a:gd name="connsiteX135" fmla="*/ 3718751 w 6251734"/>
              <a:gd name="connsiteY135" fmla="*/ 5310660 h 5808721"/>
              <a:gd name="connsiteX136" fmla="*/ 3685778 w 6251734"/>
              <a:gd name="connsiteY136" fmla="*/ 5347555 h 5808721"/>
              <a:gd name="connsiteX137" fmla="*/ 3681889 w 6251734"/>
              <a:gd name="connsiteY137" fmla="*/ 5399812 h 5808721"/>
              <a:gd name="connsiteX138" fmla="*/ 3685732 w 6251734"/>
              <a:gd name="connsiteY138" fmla="*/ 5451455 h 5808721"/>
              <a:gd name="connsiteX139" fmla="*/ 3718751 w 6251734"/>
              <a:gd name="connsiteY139" fmla="*/ 5489824 h 5808721"/>
              <a:gd name="connsiteX140" fmla="*/ 3758175 w 6251734"/>
              <a:gd name="connsiteY140" fmla="*/ 5523751 h 5808721"/>
              <a:gd name="connsiteX141" fmla="*/ 3807904 w 6251734"/>
              <a:gd name="connsiteY141" fmla="*/ 5526686 h 5808721"/>
              <a:gd name="connsiteX142" fmla="*/ 3857581 w 6251734"/>
              <a:gd name="connsiteY142" fmla="*/ 5522989 h 5808721"/>
              <a:gd name="connsiteX143" fmla="*/ 3897060 w 6251734"/>
              <a:gd name="connsiteY143" fmla="*/ 5488968 h 5808721"/>
              <a:gd name="connsiteX144" fmla="*/ 3930031 w 6251734"/>
              <a:gd name="connsiteY144" fmla="*/ 5452075 h 5808721"/>
              <a:gd name="connsiteX145" fmla="*/ 3933920 w 6251734"/>
              <a:gd name="connsiteY145" fmla="*/ 5399812 h 5808721"/>
              <a:gd name="connsiteX146" fmla="*/ 3930213 w 6251734"/>
              <a:gd name="connsiteY146" fmla="*/ 5349995 h 5808721"/>
              <a:gd name="connsiteX147" fmla="*/ 3897060 w 6251734"/>
              <a:gd name="connsiteY147" fmla="*/ 5311517 h 5808721"/>
              <a:gd name="connsiteX148" fmla="*/ 3857442 w 6251734"/>
              <a:gd name="connsiteY148" fmla="*/ 5277423 h 5808721"/>
              <a:gd name="connsiteX149" fmla="*/ 3807355 w 6251734"/>
              <a:gd name="connsiteY149" fmla="*/ 5234320 h 5808721"/>
              <a:gd name="connsiteX150" fmla="*/ 3786569 w 6251734"/>
              <a:gd name="connsiteY150" fmla="*/ 5252229 h 5808721"/>
              <a:gd name="connsiteX151" fmla="*/ 3807904 w 6251734"/>
              <a:gd name="connsiteY151" fmla="*/ 5250651 h 5808721"/>
              <a:gd name="connsiteX152" fmla="*/ 3827599 w 6251734"/>
              <a:gd name="connsiteY152" fmla="*/ 5251741 h 5808721"/>
              <a:gd name="connsiteX153" fmla="*/ 1827657 w 6251734"/>
              <a:gd name="connsiteY153" fmla="*/ 5200074 h 5808721"/>
              <a:gd name="connsiteX154" fmla="*/ 1773650 w 6251734"/>
              <a:gd name="connsiteY154" fmla="*/ 5254938 h 5808721"/>
              <a:gd name="connsiteX155" fmla="*/ 1827657 w 6251734"/>
              <a:gd name="connsiteY155" fmla="*/ 5309802 h 5808721"/>
              <a:gd name="connsiteX156" fmla="*/ 1881664 w 6251734"/>
              <a:gd name="connsiteY156" fmla="*/ 5254938 h 5808721"/>
              <a:gd name="connsiteX157" fmla="*/ 1827657 w 6251734"/>
              <a:gd name="connsiteY157" fmla="*/ 5200074 h 5808721"/>
              <a:gd name="connsiteX158" fmla="*/ 3713592 w 6251734"/>
              <a:gd name="connsiteY158" fmla="*/ 5175036 h 5808721"/>
              <a:gd name="connsiteX159" fmla="*/ 3703452 w 6251734"/>
              <a:gd name="connsiteY159" fmla="*/ 5208333 h 5808721"/>
              <a:gd name="connsiteX160" fmla="*/ 3693280 w 6251734"/>
              <a:gd name="connsiteY160" fmla="*/ 5259127 h 5808721"/>
              <a:gd name="connsiteX161" fmla="*/ 3746245 w 6251734"/>
              <a:gd name="connsiteY161" fmla="*/ 5255210 h 5808721"/>
              <a:gd name="connsiteX162" fmla="*/ 3787708 w 6251734"/>
              <a:gd name="connsiteY162" fmla="*/ 5219522 h 5808721"/>
              <a:gd name="connsiteX163" fmla="*/ 3901951 w 6251734"/>
              <a:gd name="connsiteY163" fmla="*/ 5174164 h 5808721"/>
              <a:gd name="connsiteX164" fmla="*/ 3827088 w 6251734"/>
              <a:gd name="connsiteY164" fmla="*/ 5219192 h 5808721"/>
              <a:gd name="connsiteX165" fmla="*/ 3867424 w 6251734"/>
              <a:gd name="connsiteY165" fmla="*/ 5253946 h 5808721"/>
              <a:gd name="connsiteX166" fmla="*/ 3922098 w 6251734"/>
              <a:gd name="connsiteY166" fmla="*/ 5256973 h 5808721"/>
              <a:gd name="connsiteX167" fmla="*/ 3912357 w 6251734"/>
              <a:gd name="connsiteY167" fmla="*/ 5208333 h 5808721"/>
              <a:gd name="connsiteX168" fmla="*/ 4932831 w 6251734"/>
              <a:gd name="connsiteY168" fmla="*/ 5171785 h 5808721"/>
              <a:gd name="connsiteX169" fmla="*/ 4857179 w 6251734"/>
              <a:gd name="connsiteY169" fmla="*/ 5190645 h 5808721"/>
              <a:gd name="connsiteX170" fmla="*/ 4836605 w 6251734"/>
              <a:gd name="connsiteY170" fmla="*/ 5332091 h 5808721"/>
              <a:gd name="connsiteX171" fmla="*/ 4978051 w 6251734"/>
              <a:gd name="connsiteY171" fmla="*/ 5353523 h 5808721"/>
              <a:gd name="connsiteX172" fmla="*/ 4999483 w 6251734"/>
              <a:gd name="connsiteY172" fmla="*/ 5212076 h 5808721"/>
              <a:gd name="connsiteX173" fmla="*/ 4932831 w 6251734"/>
              <a:gd name="connsiteY173" fmla="*/ 5171785 h 5808721"/>
              <a:gd name="connsiteX174" fmla="*/ 3619671 w 6251734"/>
              <a:gd name="connsiteY174" fmla="*/ 5143348 h 5808721"/>
              <a:gd name="connsiteX175" fmla="*/ 3566160 w 6251734"/>
              <a:gd name="connsiteY175" fmla="*/ 5158925 h 5808721"/>
              <a:gd name="connsiteX176" fmla="*/ 3557706 w 6251734"/>
              <a:gd name="connsiteY176" fmla="*/ 5249836 h 5808721"/>
              <a:gd name="connsiteX177" fmla="*/ 3569257 w 6251734"/>
              <a:gd name="connsiteY177" fmla="*/ 5280149 h 5808721"/>
              <a:gd name="connsiteX178" fmla="*/ 3649032 w 6251734"/>
              <a:gd name="connsiteY178" fmla="*/ 5262398 h 5808721"/>
              <a:gd name="connsiteX179" fmla="*/ 3668214 w 6251734"/>
              <a:gd name="connsiteY179" fmla="*/ 5260980 h 5808721"/>
              <a:gd name="connsiteX180" fmla="*/ 3669632 w 6251734"/>
              <a:gd name="connsiteY180" fmla="*/ 5241797 h 5808721"/>
              <a:gd name="connsiteX181" fmla="*/ 3683427 w 6251734"/>
              <a:gd name="connsiteY181" fmla="*/ 5172482 h 5808721"/>
              <a:gd name="connsiteX182" fmla="*/ 3686676 w 6251734"/>
              <a:gd name="connsiteY182" fmla="*/ 5161753 h 5808721"/>
              <a:gd name="connsiteX183" fmla="*/ 3657070 w 6251734"/>
              <a:gd name="connsiteY183" fmla="*/ 5150472 h 5808721"/>
              <a:gd name="connsiteX184" fmla="*/ 3619671 w 6251734"/>
              <a:gd name="connsiteY184" fmla="*/ 5143348 h 5808721"/>
              <a:gd name="connsiteX185" fmla="*/ 3995778 w 6251734"/>
              <a:gd name="connsiteY185" fmla="*/ 5142491 h 5808721"/>
              <a:gd name="connsiteX186" fmla="*/ 3958364 w 6251734"/>
              <a:gd name="connsiteY186" fmla="*/ 5149615 h 5808721"/>
              <a:gd name="connsiteX187" fmla="*/ 3928865 w 6251734"/>
              <a:gd name="connsiteY187" fmla="*/ 5160870 h 5808721"/>
              <a:gd name="connsiteX188" fmla="*/ 3932381 w 6251734"/>
              <a:gd name="connsiteY188" fmla="*/ 5172482 h 5808721"/>
              <a:gd name="connsiteX189" fmla="*/ 3946176 w 6251734"/>
              <a:gd name="connsiteY189" fmla="*/ 5241797 h 5808721"/>
              <a:gd name="connsiteX190" fmla="*/ 3947566 w 6251734"/>
              <a:gd name="connsiteY190" fmla="*/ 5260592 h 5808721"/>
              <a:gd name="connsiteX191" fmla="*/ 4036092 w 6251734"/>
              <a:gd name="connsiteY191" fmla="*/ 5276193 h 5808721"/>
              <a:gd name="connsiteX192" fmla="*/ 4046530 w 6251734"/>
              <a:gd name="connsiteY192" fmla="*/ 5279354 h 5808721"/>
              <a:gd name="connsiteX193" fmla="*/ 4058104 w 6251734"/>
              <a:gd name="connsiteY193" fmla="*/ 5248980 h 5808721"/>
              <a:gd name="connsiteX194" fmla="*/ 4049650 w 6251734"/>
              <a:gd name="connsiteY194" fmla="*/ 5158069 h 5808721"/>
              <a:gd name="connsiteX195" fmla="*/ 3995778 w 6251734"/>
              <a:gd name="connsiteY195" fmla="*/ 5142491 h 5808721"/>
              <a:gd name="connsiteX196" fmla="*/ 1795082 w 6251734"/>
              <a:gd name="connsiteY196" fmla="*/ 5089489 h 5808721"/>
              <a:gd name="connsiteX197" fmla="*/ 1747933 w 6251734"/>
              <a:gd name="connsiteY197" fmla="*/ 5137495 h 5808721"/>
              <a:gd name="connsiteX198" fmla="*/ 1795082 w 6251734"/>
              <a:gd name="connsiteY198" fmla="*/ 5185501 h 5808721"/>
              <a:gd name="connsiteX199" fmla="*/ 1813298 w 6251734"/>
              <a:gd name="connsiteY199" fmla="*/ 5181737 h 5808721"/>
              <a:gd name="connsiteX200" fmla="*/ 1824372 w 6251734"/>
              <a:gd name="connsiteY200" fmla="*/ 5174153 h 5808721"/>
              <a:gd name="connsiteX201" fmla="*/ 1839840 w 6251734"/>
              <a:gd name="connsiteY201" fmla="*/ 5131531 h 5808721"/>
              <a:gd name="connsiteX202" fmla="*/ 1828621 w 6251734"/>
              <a:gd name="connsiteY202" fmla="*/ 5103526 h 5808721"/>
              <a:gd name="connsiteX203" fmla="*/ 1795082 w 6251734"/>
              <a:gd name="connsiteY203" fmla="*/ 5089489 h 5808721"/>
              <a:gd name="connsiteX204" fmla="*/ 3807904 w 6251734"/>
              <a:gd name="connsiteY204" fmla="*/ 5057770 h 5808721"/>
              <a:gd name="connsiteX205" fmla="*/ 3737518 w 6251734"/>
              <a:gd name="connsiteY205" fmla="*/ 5116041 h 5808721"/>
              <a:gd name="connsiteX206" fmla="*/ 3724435 w 6251734"/>
              <a:gd name="connsiteY206" fmla="*/ 5145282 h 5808721"/>
              <a:gd name="connsiteX207" fmla="*/ 3733832 w 6251734"/>
              <a:gd name="connsiteY207" fmla="*/ 5150300 h 5808721"/>
              <a:gd name="connsiteX208" fmla="*/ 3792649 w 6251734"/>
              <a:gd name="connsiteY208" fmla="*/ 5189519 h 5808721"/>
              <a:gd name="connsiteX209" fmla="*/ 3807599 w 6251734"/>
              <a:gd name="connsiteY209" fmla="*/ 5202400 h 5808721"/>
              <a:gd name="connsiteX210" fmla="*/ 3821568 w 6251734"/>
              <a:gd name="connsiteY210" fmla="*/ 5190377 h 5808721"/>
              <a:gd name="connsiteX211" fmla="*/ 3880491 w 6251734"/>
              <a:gd name="connsiteY211" fmla="*/ 5151158 h 5808721"/>
              <a:gd name="connsiteX212" fmla="*/ 3891401 w 6251734"/>
              <a:gd name="connsiteY212" fmla="*/ 5145342 h 5808721"/>
              <a:gd name="connsiteX213" fmla="*/ 3878291 w 6251734"/>
              <a:gd name="connsiteY213" fmla="*/ 5116041 h 5808721"/>
              <a:gd name="connsiteX214" fmla="*/ 3807904 w 6251734"/>
              <a:gd name="connsiteY214" fmla="*/ 5057770 h 5808721"/>
              <a:gd name="connsiteX215" fmla="*/ 1830229 w 6251734"/>
              <a:gd name="connsiteY215" fmla="*/ 4995190 h 5808721"/>
              <a:gd name="connsiteX216" fmla="*/ 1795082 w 6251734"/>
              <a:gd name="connsiteY216" fmla="*/ 5031195 h 5808721"/>
              <a:gd name="connsiteX217" fmla="*/ 1830229 w 6251734"/>
              <a:gd name="connsiteY217" fmla="*/ 5067200 h 5808721"/>
              <a:gd name="connsiteX218" fmla="*/ 1865376 w 6251734"/>
              <a:gd name="connsiteY218" fmla="*/ 5031195 h 5808721"/>
              <a:gd name="connsiteX219" fmla="*/ 1830229 w 6251734"/>
              <a:gd name="connsiteY219" fmla="*/ 4995190 h 5808721"/>
              <a:gd name="connsiteX220" fmla="*/ 3807904 w 6251734"/>
              <a:gd name="connsiteY220" fmla="*/ 4992618 h 5808721"/>
              <a:gd name="connsiteX221" fmla="*/ 3914096 w 6251734"/>
              <a:gd name="connsiteY221" fmla="*/ 5112098 h 5808721"/>
              <a:gd name="connsiteX222" fmla="*/ 3919610 w 6251734"/>
              <a:gd name="connsiteY222" fmla="*/ 5130307 h 5808721"/>
              <a:gd name="connsiteX223" fmla="*/ 3936279 w 6251734"/>
              <a:gd name="connsiteY223" fmla="*/ 5121422 h 5808721"/>
              <a:gd name="connsiteX224" fmla="*/ 4032023 w 6251734"/>
              <a:gd name="connsiteY224" fmla="*/ 5093293 h 5808721"/>
              <a:gd name="connsiteX225" fmla="*/ 4095942 w 6251734"/>
              <a:gd name="connsiteY225" fmla="*/ 5111777 h 5808721"/>
              <a:gd name="connsiteX226" fmla="*/ 4086941 w 6251734"/>
              <a:gd name="connsiteY226" fmla="*/ 5271440 h 5808721"/>
              <a:gd name="connsiteX227" fmla="*/ 4077682 w 6251734"/>
              <a:gd name="connsiteY227" fmla="*/ 5288787 h 5808721"/>
              <a:gd name="connsiteX228" fmla="*/ 4096476 w 6251734"/>
              <a:gd name="connsiteY228" fmla="*/ 5294478 h 5808721"/>
              <a:gd name="connsiteX229" fmla="*/ 4215956 w 6251734"/>
              <a:gd name="connsiteY229" fmla="*/ 5400670 h 5808721"/>
              <a:gd name="connsiteX230" fmla="*/ 4146292 w 6251734"/>
              <a:gd name="connsiteY230" fmla="*/ 5484302 h 5808721"/>
              <a:gd name="connsiteX231" fmla="*/ 4077351 w 6251734"/>
              <a:gd name="connsiteY231" fmla="*/ 5512259 h 5808721"/>
              <a:gd name="connsiteX232" fmla="*/ 4086298 w 6251734"/>
              <a:gd name="connsiteY232" fmla="*/ 5529044 h 5808721"/>
              <a:gd name="connsiteX233" fmla="*/ 4095942 w 6251734"/>
              <a:gd name="connsiteY233" fmla="*/ 5688707 h 5808721"/>
              <a:gd name="connsiteX234" fmla="*/ 3987551 w 6251734"/>
              <a:gd name="connsiteY234" fmla="*/ 5698969 h 5808721"/>
              <a:gd name="connsiteX235" fmla="*/ 3919857 w 6251734"/>
              <a:gd name="connsiteY235" fmla="*/ 5670215 h 5808721"/>
              <a:gd name="connsiteX236" fmla="*/ 3914096 w 6251734"/>
              <a:gd name="connsiteY236" fmla="*/ 5689242 h 5808721"/>
              <a:gd name="connsiteX237" fmla="*/ 3807904 w 6251734"/>
              <a:gd name="connsiteY237" fmla="*/ 5808721 h 5808721"/>
              <a:gd name="connsiteX238" fmla="*/ 3702033 w 6251734"/>
              <a:gd name="connsiteY238" fmla="*/ 5689242 h 5808721"/>
              <a:gd name="connsiteX239" fmla="*/ 3696238 w 6251734"/>
              <a:gd name="connsiteY239" fmla="*/ 5670203 h 5808721"/>
              <a:gd name="connsiteX240" fmla="*/ 3627147 w 6251734"/>
              <a:gd name="connsiteY240" fmla="*/ 5699451 h 5808721"/>
              <a:gd name="connsiteX241" fmla="*/ 3518154 w 6251734"/>
              <a:gd name="connsiteY241" fmla="*/ 5689565 h 5808721"/>
              <a:gd name="connsiteX242" fmla="*/ 3527798 w 6251734"/>
              <a:gd name="connsiteY242" fmla="*/ 5529580 h 5808721"/>
              <a:gd name="connsiteX243" fmla="*/ 3537061 w 6251734"/>
              <a:gd name="connsiteY243" fmla="*/ 5512231 h 5808721"/>
              <a:gd name="connsiteX244" fmla="*/ 3519332 w 6251734"/>
              <a:gd name="connsiteY244" fmla="*/ 5506862 h 5808721"/>
              <a:gd name="connsiteX245" fmla="*/ 3399853 w 6251734"/>
              <a:gd name="connsiteY245" fmla="*/ 5400670 h 5808721"/>
              <a:gd name="connsiteX246" fmla="*/ 3469516 w 6251734"/>
              <a:gd name="connsiteY246" fmla="*/ 5316662 h 5808721"/>
              <a:gd name="connsiteX247" fmla="*/ 3537546 w 6251734"/>
              <a:gd name="connsiteY247" fmla="*/ 5289161 h 5808721"/>
              <a:gd name="connsiteX248" fmla="*/ 3527798 w 6251734"/>
              <a:gd name="connsiteY248" fmla="*/ 5270904 h 5808721"/>
              <a:gd name="connsiteX249" fmla="*/ 3518154 w 6251734"/>
              <a:gd name="connsiteY249" fmla="*/ 5110919 h 5808721"/>
              <a:gd name="connsiteX250" fmla="*/ 3582435 w 6251734"/>
              <a:gd name="connsiteY250" fmla="*/ 5092435 h 5808721"/>
              <a:gd name="connsiteX251" fmla="*/ 3678139 w 6251734"/>
              <a:gd name="connsiteY251" fmla="*/ 5120564 h 5808721"/>
              <a:gd name="connsiteX252" fmla="*/ 3696224 w 6251734"/>
              <a:gd name="connsiteY252" fmla="*/ 5130220 h 5808721"/>
              <a:gd name="connsiteX253" fmla="*/ 3701712 w 6251734"/>
              <a:gd name="connsiteY253" fmla="*/ 5112098 h 5808721"/>
              <a:gd name="connsiteX254" fmla="*/ 3807904 w 6251734"/>
              <a:gd name="connsiteY254" fmla="*/ 4992618 h 5808721"/>
              <a:gd name="connsiteX255" fmla="*/ 2165414 w 6251734"/>
              <a:gd name="connsiteY255" fmla="*/ 4987475 h 5808721"/>
              <a:gd name="connsiteX256" fmla="*/ 2099834 w 6251734"/>
              <a:gd name="connsiteY256" fmla="*/ 5030874 h 5808721"/>
              <a:gd name="connsiteX257" fmla="*/ 2095529 w 6251734"/>
              <a:gd name="connsiteY257" fmla="*/ 5052318 h 5808721"/>
              <a:gd name="connsiteX258" fmla="*/ 2115842 w 6251734"/>
              <a:gd name="connsiteY258" fmla="*/ 5109524 h 5808721"/>
              <a:gd name="connsiteX259" fmla="*/ 2137660 w 6251734"/>
              <a:gd name="connsiteY259" fmla="*/ 5124207 h 5808721"/>
              <a:gd name="connsiteX260" fmla="*/ 2165414 w 6251734"/>
              <a:gd name="connsiteY260" fmla="*/ 5129779 h 5808721"/>
              <a:gd name="connsiteX261" fmla="*/ 2236565 w 6251734"/>
              <a:gd name="connsiteY261" fmla="*/ 5058628 h 5808721"/>
              <a:gd name="connsiteX262" fmla="*/ 2165414 w 6251734"/>
              <a:gd name="connsiteY262" fmla="*/ 4987475 h 5808721"/>
              <a:gd name="connsiteX263" fmla="*/ 5334024 w 6251734"/>
              <a:gd name="connsiteY263" fmla="*/ 4966796 h 5808721"/>
              <a:gd name="connsiteX264" fmla="*/ 5296091 w 6251734"/>
              <a:gd name="connsiteY264" fmla="*/ 4976333 h 5808721"/>
              <a:gd name="connsiteX265" fmla="*/ 5285804 w 6251734"/>
              <a:gd name="connsiteY265" fmla="*/ 5048341 h 5808721"/>
              <a:gd name="connsiteX266" fmla="*/ 5356956 w 6251734"/>
              <a:gd name="connsiteY266" fmla="*/ 5059486 h 5808721"/>
              <a:gd name="connsiteX267" fmla="*/ 5368100 w 6251734"/>
              <a:gd name="connsiteY267" fmla="*/ 4987477 h 5808721"/>
              <a:gd name="connsiteX268" fmla="*/ 5334024 w 6251734"/>
              <a:gd name="connsiteY268" fmla="*/ 4966796 h 5808721"/>
              <a:gd name="connsiteX269" fmla="*/ 1939100 w 6251734"/>
              <a:gd name="connsiteY269" fmla="*/ 4858031 h 5808721"/>
              <a:gd name="connsiteX270" fmla="*/ 2026539 w 6251734"/>
              <a:gd name="connsiteY270" fmla="*/ 4858031 h 5808721"/>
              <a:gd name="connsiteX271" fmla="*/ 2042850 w 6251734"/>
              <a:gd name="connsiteY271" fmla="*/ 4903966 h 5808721"/>
              <a:gd name="connsiteX272" fmla="*/ 2112264 w 6251734"/>
              <a:gd name="connsiteY272" fmla="*/ 4899178 h 5808721"/>
              <a:gd name="connsiteX273" fmla="*/ 2286286 w 6251734"/>
              <a:gd name="connsiteY273" fmla="*/ 5018336 h 5808721"/>
              <a:gd name="connsiteX274" fmla="*/ 2136267 w 6251734"/>
              <a:gd name="connsiteY274" fmla="*/ 5212076 h 5808721"/>
              <a:gd name="connsiteX275" fmla="*/ 1901381 w 6251734"/>
              <a:gd name="connsiteY275" fmla="*/ 5428960 h 5808721"/>
              <a:gd name="connsiteX276" fmla="*/ 1852317 w 6251734"/>
              <a:gd name="connsiteY276" fmla="*/ 4950224 h 5808721"/>
              <a:gd name="connsiteX277" fmla="*/ 1914216 w 6251734"/>
              <a:gd name="connsiteY277" fmla="*/ 4926595 h 5808721"/>
              <a:gd name="connsiteX278" fmla="*/ 5285697 w 6251734"/>
              <a:gd name="connsiteY278" fmla="*/ 4798238 h 5808721"/>
              <a:gd name="connsiteX279" fmla="*/ 5235226 w 6251734"/>
              <a:gd name="connsiteY279" fmla="*/ 4810882 h 5808721"/>
              <a:gd name="connsiteX280" fmla="*/ 5221511 w 6251734"/>
              <a:gd name="connsiteY280" fmla="*/ 4906038 h 5808721"/>
              <a:gd name="connsiteX281" fmla="*/ 5316665 w 6251734"/>
              <a:gd name="connsiteY281" fmla="*/ 4920611 h 5808721"/>
              <a:gd name="connsiteX282" fmla="*/ 5330381 w 6251734"/>
              <a:gd name="connsiteY282" fmla="*/ 4825456 h 5808721"/>
              <a:gd name="connsiteX283" fmla="*/ 5285697 w 6251734"/>
              <a:gd name="connsiteY283" fmla="*/ 4798238 h 5808721"/>
              <a:gd name="connsiteX284" fmla="*/ 5149716 w 6251734"/>
              <a:gd name="connsiteY284" fmla="*/ 4681759 h 5808721"/>
              <a:gd name="connsiteX285" fmla="*/ 5092066 w 6251734"/>
              <a:gd name="connsiteY285" fmla="*/ 4696011 h 5808721"/>
              <a:gd name="connsiteX286" fmla="*/ 5076635 w 6251734"/>
              <a:gd name="connsiteY286" fmla="*/ 4804881 h 5808721"/>
              <a:gd name="connsiteX287" fmla="*/ 5185506 w 6251734"/>
              <a:gd name="connsiteY287" fmla="*/ 4822027 h 5808721"/>
              <a:gd name="connsiteX288" fmla="*/ 5200936 w 6251734"/>
              <a:gd name="connsiteY288" fmla="*/ 4713156 h 5808721"/>
              <a:gd name="connsiteX289" fmla="*/ 5149716 w 6251734"/>
              <a:gd name="connsiteY289" fmla="*/ 4681759 h 5808721"/>
              <a:gd name="connsiteX290" fmla="*/ 4961978 w 6251734"/>
              <a:gd name="connsiteY290" fmla="*/ 4656899 h 5808721"/>
              <a:gd name="connsiteX291" fmla="*/ 4900042 w 6251734"/>
              <a:gd name="connsiteY291" fmla="*/ 4672008 h 5808721"/>
              <a:gd name="connsiteX292" fmla="*/ 4882897 w 6251734"/>
              <a:gd name="connsiteY292" fmla="*/ 4789451 h 5808721"/>
              <a:gd name="connsiteX293" fmla="*/ 5000340 w 6251734"/>
              <a:gd name="connsiteY293" fmla="*/ 4807453 h 5808721"/>
              <a:gd name="connsiteX294" fmla="*/ 5017485 w 6251734"/>
              <a:gd name="connsiteY294" fmla="*/ 4690010 h 5808721"/>
              <a:gd name="connsiteX295" fmla="*/ 4961978 w 6251734"/>
              <a:gd name="connsiteY295" fmla="*/ 4656899 h 5808721"/>
              <a:gd name="connsiteX296" fmla="*/ 4998395 w 6251734"/>
              <a:gd name="connsiteY296" fmla="*/ 4598030 h 5808721"/>
              <a:gd name="connsiteX297" fmla="*/ 5114354 w 6251734"/>
              <a:gd name="connsiteY297" fmla="*/ 5410101 h 5808721"/>
              <a:gd name="connsiteX298" fmla="*/ 4811745 w 6251734"/>
              <a:gd name="connsiteY298" fmla="*/ 5421245 h 5808721"/>
              <a:gd name="connsiteX299" fmla="*/ 4821175 w 6251734"/>
              <a:gd name="connsiteY299" fmla="*/ 5069772 h 5808721"/>
              <a:gd name="connsiteX300" fmla="*/ 4906043 w 6251734"/>
              <a:gd name="connsiteY300" fmla="*/ 4620573 h 5808721"/>
              <a:gd name="connsiteX301" fmla="*/ 4998395 w 6251734"/>
              <a:gd name="connsiteY301" fmla="*/ 4598030 h 5808721"/>
              <a:gd name="connsiteX302" fmla="*/ 4274249 w 6251734"/>
              <a:gd name="connsiteY302" fmla="*/ 4584568 h 5808721"/>
              <a:gd name="connsiteX303" fmla="*/ 4374548 w 6251734"/>
              <a:gd name="connsiteY303" fmla="*/ 4755161 h 5808721"/>
              <a:gd name="connsiteX304" fmla="*/ 4257961 w 6251734"/>
              <a:gd name="connsiteY304" fmla="*/ 4835742 h 5808721"/>
              <a:gd name="connsiteX305" fmla="*/ 4411409 w 6251734"/>
              <a:gd name="connsiteY305" fmla="*/ 4762876 h 5808721"/>
              <a:gd name="connsiteX306" fmla="*/ 4274249 w 6251734"/>
              <a:gd name="connsiteY306" fmla="*/ 4584568 h 5808721"/>
              <a:gd name="connsiteX307" fmla="*/ 3351982 w 6251734"/>
              <a:gd name="connsiteY307" fmla="*/ 4540192 h 5808721"/>
              <a:gd name="connsiteX308" fmla="*/ 3423000 w 6251734"/>
              <a:gd name="connsiteY308" fmla="*/ 4575995 h 5808721"/>
              <a:gd name="connsiteX309" fmla="*/ 3655315 w 6251734"/>
              <a:gd name="connsiteY309" fmla="*/ 4575995 h 5808721"/>
              <a:gd name="connsiteX310" fmla="*/ 3655315 w 6251734"/>
              <a:gd name="connsiteY310" fmla="*/ 4916325 h 5808721"/>
              <a:gd name="connsiteX311" fmla="*/ 3417856 w 6251734"/>
              <a:gd name="connsiteY311" fmla="*/ 4918039 h 5808721"/>
              <a:gd name="connsiteX312" fmla="*/ 3190684 w 6251734"/>
              <a:gd name="connsiteY312" fmla="*/ 4914610 h 5808721"/>
              <a:gd name="connsiteX313" fmla="*/ 3190684 w 6251734"/>
              <a:gd name="connsiteY313" fmla="*/ 4575995 h 5808721"/>
              <a:gd name="connsiteX314" fmla="*/ 3351982 w 6251734"/>
              <a:gd name="connsiteY314" fmla="*/ 4540192 h 5808721"/>
              <a:gd name="connsiteX315" fmla="*/ 2448416 w 6251734"/>
              <a:gd name="connsiteY315" fmla="*/ 4421371 h 5808721"/>
              <a:gd name="connsiteX316" fmla="*/ 2457738 w 6251734"/>
              <a:gd name="connsiteY316" fmla="*/ 4427692 h 5808721"/>
              <a:gd name="connsiteX317" fmla="*/ 2484119 w 6251734"/>
              <a:gd name="connsiteY317" fmla="*/ 4467601 h 5808721"/>
              <a:gd name="connsiteX318" fmla="*/ 2494346 w 6251734"/>
              <a:gd name="connsiteY318" fmla="*/ 4463537 h 5808721"/>
              <a:gd name="connsiteX319" fmla="*/ 2578610 w 6251734"/>
              <a:gd name="connsiteY319" fmla="*/ 4499701 h 5808721"/>
              <a:gd name="connsiteX320" fmla="*/ 2590397 w 6251734"/>
              <a:gd name="connsiteY320" fmla="*/ 4561960 h 5808721"/>
              <a:gd name="connsiteX321" fmla="*/ 2583304 w 6251734"/>
              <a:gd name="connsiteY321" fmla="*/ 4578864 h 5808721"/>
              <a:gd name="connsiteX322" fmla="*/ 2600248 w 6251734"/>
              <a:gd name="connsiteY322" fmla="*/ 4591301 h 5808721"/>
              <a:gd name="connsiteX323" fmla="*/ 3017521 w 6251734"/>
              <a:gd name="connsiteY323" fmla="*/ 4906038 h 5808721"/>
              <a:gd name="connsiteX324" fmla="*/ 2910365 w 6251734"/>
              <a:gd name="connsiteY324" fmla="*/ 4886321 h 5808721"/>
              <a:gd name="connsiteX325" fmla="*/ 2580176 w 6251734"/>
              <a:gd name="connsiteY325" fmla="*/ 4648353 h 5808721"/>
              <a:gd name="connsiteX326" fmla="*/ 2571469 w 6251734"/>
              <a:gd name="connsiteY326" fmla="*/ 4642020 h 5808721"/>
              <a:gd name="connsiteX327" fmla="*/ 2632617 w 6251734"/>
              <a:gd name="connsiteY327" fmla="*/ 5059485 h 5808721"/>
              <a:gd name="connsiteX328" fmla="*/ 2611186 w 6251734"/>
              <a:gd name="connsiteY328" fmla="*/ 5161498 h 5808721"/>
              <a:gd name="connsiteX329" fmla="*/ 2574324 w 6251734"/>
              <a:gd name="connsiteY329" fmla="*/ 5065486 h 5808721"/>
              <a:gd name="connsiteX330" fmla="*/ 2504337 w 6251734"/>
              <a:gd name="connsiteY330" fmla="*/ 4626262 h 5808721"/>
              <a:gd name="connsiteX331" fmla="*/ 2492028 w 6251734"/>
              <a:gd name="connsiteY331" fmla="*/ 4626039 h 5808721"/>
              <a:gd name="connsiteX332" fmla="*/ 2439736 w 6251734"/>
              <a:gd name="connsiteY332" fmla="*/ 4590570 h 5808721"/>
              <a:gd name="connsiteX333" fmla="*/ 2440218 w 6251734"/>
              <a:gd name="connsiteY333" fmla="*/ 4499073 h 5808721"/>
              <a:gd name="connsiteX334" fmla="*/ 2457768 w 6251734"/>
              <a:gd name="connsiteY334" fmla="*/ 4481633 h 5808721"/>
              <a:gd name="connsiteX335" fmla="*/ 2432878 w 6251734"/>
              <a:gd name="connsiteY335" fmla="*/ 4443980 h 5808721"/>
              <a:gd name="connsiteX336" fmla="*/ 2437164 w 6251734"/>
              <a:gd name="connsiteY336" fmla="*/ 4423406 h 5808721"/>
              <a:gd name="connsiteX337" fmla="*/ 2448416 w 6251734"/>
              <a:gd name="connsiteY337" fmla="*/ 4421371 h 5808721"/>
              <a:gd name="connsiteX338" fmla="*/ 1177862 w 6251734"/>
              <a:gd name="connsiteY338" fmla="*/ 4374542 h 5808721"/>
              <a:gd name="connsiteX339" fmla="*/ 1272159 w 6251734"/>
              <a:gd name="connsiteY339" fmla="*/ 4609429 h 5808721"/>
              <a:gd name="connsiteX340" fmla="*/ 1177862 w 6251734"/>
              <a:gd name="connsiteY340" fmla="*/ 4374542 h 5808721"/>
              <a:gd name="connsiteX341" fmla="*/ 1102424 w 6251734"/>
              <a:gd name="connsiteY341" fmla="*/ 4309391 h 5808721"/>
              <a:gd name="connsiteX342" fmla="*/ 1108424 w 6251734"/>
              <a:gd name="connsiteY342" fmla="*/ 4309391 h 5808721"/>
              <a:gd name="connsiteX343" fmla="*/ 1109281 w 6251734"/>
              <a:gd name="connsiteY343" fmla="*/ 4309391 h 5808721"/>
              <a:gd name="connsiteX344" fmla="*/ 1115282 w 6251734"/>
              <a:gd name="connsiteY344" fmla="*/ 4309391 h 5808721"/>
              <a:gd name="connsiteX345" fmla="*/ 1276445 w 6251734"/>
              <a:gd name="connsiteY345" fmla="*/ 4720014 h 5808721"/>
              <a:gd name="connsiteX346" fmla="*/ 1193292 w 6251734"/>
              <a:gd name="connsiteY346" fmla="*/ 4900894 h 5808721"/>
              <a:gd name="connsiteX347" fmla="*/ 1121283 w 6251734"/>
              <a:gd name="connsiteY347" fmla="*/ 4900894 h 5808721"/>
              <a:gd name="connsiteX348" fmla="*/ 1108424 w 6251734"/>
              <a:gd name="connsiteY348" fmla="*/ 4900894 h 5808721"/>
              <a:gd name="connsiteX349" fmla="*/ 1030415 w 6251734"/>
              <a:gd name="connsiteY349" fmla="*/ 4900894 h 5808721"/>
              <a:gd name="connsiteX350" fmla="*/ 944690 w 6251734"/>
              <a:gd name="connsiteY350" fmla="*/ 4720014 h 5808721"/>
              <a:gd name="connsiteX351" fmla="*/ 1102424 w 6251734"/>
              <a:gd name="connsiteY351" fmla="*/ 4309391 h 5808721"/>
              <a:gd name="connsiteX352" fmla="*/ 4160235 w 6251734"/>
              <a:gd name="connsiteY352" fmla="*/ 4161086 h 5808721"/>
              <a:gd name="connsiteX353" fmla="*/ 4264820 w 6251734"/>
              <a:gd name="connsiteY353" fmla="*/ 4201377 h 5808721"/>
              <a:gd name="connsiteX354" fmla="*/ 4264820 w 6251734"/>
              <a:gd name="connsiteY354" fmla="*/ 4203949 h 5808721"/>
              <a:gd name="connsiteX355" fmla="*/ 4269106 w 6251734"/>
              <a:gd name="connsiteY355" fmla="*/ 4203949 h 5808721"/>
              <a:gd name="connsiteX356" fmla="*/ 4269106 w 6251734"/>
              <a:gd name="connsiteY356" fmla="*/ 4279387 h 5808721"/>
              <a:gd name="connsiteX357" fmla="*/ 4264820 w 6251734"/>
              <a:gd name="connsiteY357" fmla="*/ 4279387 h 5808721"/>
              <a:gd name="connsiteX358" fmla="*/ 4247675 w 6251734"/>
              <a:gd name="connsiteY358" fmla="*/ 4301676 h 5808721"/>
              <a:gd name="connsiteX359" fmla="*/ 4247675 w 6251734"/>
              <a:gd name="connsiteY359" fmla="*/ 4473126 h 5808721"/>
              <a:gd name="connsiteX360" fmla="*/ 4263962 w 6251734"/>
              <a:gd name="connsiteY360" fmla="*/ 4515131 h 5808721"/>
              <a:gd name="connsiteX361" fmla="*/ 4425983 w 6251734"/>
              <a:gd name="connsiteY361" fmla="*/ 4833171 h 5808721"/>
              <a:gd name="connsiteX362" fmla="*/ 4161091 w 6251734"/>
              <a:gd name="connsiteY362" fmla="*/ 4891464 h 5808721"/>
              <a:gd name="connsiteX363" fmla="*/ 3896201 w 6251734"/>
              <a:gd name="connsiteY363" fmla="*/ 4833171 h 5808721"/>
              <a:gd name="connsiteX364" fmla="*/ 4062507 w 6251734"/>
              <a:gd name="connsiteY364" fmla="*/ 4515131 h 5808721"/>
              <a:gd name="connsiteX365" fmla="*/ 4085653 w 6251734"/>
              <a:gd name="connsiteY365" fmla="*/ 4473126 h 5808721"/>
              <a:gd name="connsiteX366" fmla="*/ 4085653 w 6251734"/>
              <a:gd name="connsiteY366" fmla="*/ 4302533 h 5808721"/>
              <a:gd name="connsiteX367" fmla="*/ 4055650 w 6251734"/>
              <a:gd name="connsiteY367" fmla="*/ 4279387 h 5808721"/>
              <a:gd name="connsiteX368" fmla="*/ 4053935 w 6251734"/>
              <a:gd name="connsiteY368" fmla="*/ 4279387 h 5808721"/>
              <a:gd name="connsiteX369" fmla="*/ 4053935 w 6251734"/>
              <a:gd name="connsiteY369" fmla="*/ 4203949 h 5808721"/>
              <a:gd name="connsiteX370" fmla="*/ 4055650 w 6251734"/>
              <a:gd name="connsiteY370" fmla="*/ 4203949 h 5808721"/>
              <a:gd name="connsiteX371" fmla="*/ 4055650 w 6251734"/>
              <a:gd name="connsiteY371" fmla="*/ 4201377 h 5808721"/>
              <a:gd name="connsiteX372" fmla="*/ 4160235 w 6251734"/>
              <a:gd name="connsiteY372" fmla="*/ 4161086 h 5808721"/>
              <a:gd name="connsiteX373" fmla="*/ 1690622 w 6251734"/>
              <a:gd name="connsiteY373" fmla="*/ 3905928 h 5808721"/>
              <a:gd name="connsiteX374" fmla="*/ 1557624 w 6251734"/>
              <a:gd name="connsiteY374" fmla="*/ 3959633 h 5808721"/>
              <a:gd name="connsiteX375" fmla="*/ 1521619 w 6251734"/>
              <a:gd name="connsiteY375" fmla="*/ 4304248 h 5808721"/>
              <a:gd name="connsiteX376" fmla="*/ 1866235 w 6251734"/>
              <a:gd name="connsiteY376" fmla="*/ 4340253 h 5808721"/>
              <a:gd name="connsiteX377" fmla="*/ 1902239 w 6251734"/>
              <a:gd name="connsiteY377" fmla="*/ 3995637 h 5808721"/>
              <a:gd name="connsiteX378" fmla="*/ 1690622 w 6251734"/>
              <a:gd name="connsiteY378" fmla="*/ 3905928 h 5808721"/>
              <a:gd name="connsiteX379" fmla="*/ 1684921 w 6251734"/>
              <a:gd name="connsiteY379" fmla="*/ 3849926 h 5808721"/>
              <a:gd name="connsiteX380" fmla="*/ 1945102 w 6251734"/>
              <a:gd name="connsiteY380" fmla="*/ 3960490 h 5808721"/>
              <a:gd name="connsiteX381" fmla="*/ 1944751 w 6251734"/>
              <a:gd name="connsiteY381" fmla="*/ 4341023 h 5808721"/>
              <a:gd name="connsiteX382" fmla="*/ 1930222 w 6251734"/>
              <a:gd name="connsiteY382" fmla="*/ 4355411 h 5808721"/>
              <a:gd name="connsiteX383" fmla="*/ 1980119 w 6251734"/>
              <a:gd name="connsiteY383" fmla="*/ 4416919 h 5808721"/>
              <a:gd name="connsiteX384" fmla="*/ 1986891 w 6251734"/>
              <a:gd name="connsiteY384" fmla="*/ 4416333 h 5808721"/>
              <a:gd name="connsiteX385" fmla="*/ 2030826 w 6251734"/>
              <a:gd name="connsiteY385" fmla="*/ 4439693 h 5808721"/>
              <a:gd name="connsiteX386" fmla="*/ 2204848 w 6251734"/>
              <a:gd name="connsiteY386" fmla="*/ 4654864 h 5808721"/>
              <a:gd name="connsiteX387" fmla="*/ 2195418 w 6251734"/>
              <a:gd name="connsiteY387" fmla="*/ 4746590 h 5808721"/>
              <a:gd name="connsiteX388" fmla="*/ 2103692 w 6251734"/>
              <a:gd name="connsiteY388" fmla="*/ 4737160 h 5808721"/>
              <a:gd name="connsiteX389" fmla="*/ 1929670 w 6251734"/>
              <a:gd name="connsiteY389" fmla="*/ 4521990 h 5808721"/>
              <a:gd name="connsiteX390" fmla="*/ 1915740 w 6251734"/>
              <a:gd name="connsiteY390" fmla="*/ 4474198 h 5808721"/>
              <a:gd name="connsiteX391" fmla="*/ 1917360 w 6251734"/>
              <a:gd name="connsiteY391" fmla="*/ 4468826 h 5808721"/>
              <a:gd name="connsiteX392" fmla="*/ 1866912 w 6251734"/>
              <a:gd name="connsiteY392" fmla="*/ 4406639 h 5808721"/>
              <a:gd name="connsiteX393" fmla="*/ 1850557 w 6251734"/>
              <a:gd name="connsiteY393" fmla="*/ 4417393 h 5808721"/>
              <a:gd name="connsiteX394" fmla="*/ 1477899 w 6251734"/>
              <a:gd name="connsiteY394" fmla="*/ 4339396 h 5808721"/>
              <a:gd name="connsiteX395" fmla="*/ 1521619 w 6251734"/>
              <a:gd name="connsiteY395" fmla="*/ 3915913 h 5808721"/>
              <a:gd name="connsiteX396" fmla="*/ 1684921 w 6251734"/>
              <a:gd name="connsiteY396" fmla="*/ 3849926 h 5808721"/>
              <a:gd name="connsiteX397" fmla="*/ 812246 w 6251734"/>
              <a:gd name="connsiteY397" fmla="*/ 3781539 h 5808721"/>
              <a:gd name="connsiteX398" fmla="*/ 822961 w 6251734"/>
              <a:gd name="connsiteY398" fmla="*/ 3785611 h 5808721"/>
              <a:gd name="connsiteX399" fmla="*/ 823818 w 6251734"/>
              <a:gd name="connsiteY399" fmla="*/ 3807042 h 5808721"/>
              <a:gd name="connsiteX400" fmla="*/ 792194 w 6251734"/>
              <a:gd name="connsiteY400" fmla="*/ 3842032 h 5808721"/>
              <a:gd name="connsiteX401" fmla="*/ 798502 w 6251734"/>
              <a:gd name="connsiteY401" fmla="*/ 3850722 h 5808721"/>
              <a:gd name="connsiteX402" fmla="*/ 785241 w 6251734"/>
              <a:gd name="connsiteY402" fmla="*/ 3940773 h 5808721"/>
              <a:gd name="connsiteX403" fmla="*/ 727912 w 6251734"/>
              <a:gd name="connsiteY403" fmla="*/ 3967562 h 5808721"/>
              <a:gd name="connsiteX404" fmla="*/ 709923 w 6251734"/>
              <a:gd name="connsiteY404" fmla="*/ 3965051 h 5808721"/>
              <a:gd name="connsiteX405" fmla="*/ 701209 w 6251734"/>
              <a:gd name="connsiteY405" fmla="*/ 3986914 h 5808721"/>
              <a:gd name="connsiteX406" fmla="*/ 501492 w 6251734"/>
              <a:gd name="connsiteY406" fmla="*/ 4469697 h 5808721"/>
              <a:gd name="connsiteX407" fmla="*/ 493776 w 6251734"/>
              <a:gd name="connsiteY407" fmla="*/ 4360826 h 5808721"/>
              <a:gd name="connsiteX408" fmla="*/ 640969 w 6251734"/>
              <a:gd name="connsiteY408" fmla="*/ 3980729 h 5808721"/>
              <a:gd name="connsiteX409" fmla="*/ 644840 w 6251734"/>
              <a:gd name="connsiteY409" fmla="*/ 3970847 h 5808721"/>
              <a:gd name="connsiteX410" fmla="*/ 257175 w 6251734"/>
              <a:gd name="connsiteY410" fmla="*/ 4134512 h 5808721"/>
              <a:gd name="connsiteX411" fmla="*/ 152590 w 6251734"/>
              <a:gd name="connsiteY411" fmla="*/ 4139655 h 5808721"/>
              <a:gd name="connsiteX412" fmla="*/ 236601 w 6251734"/>
              <a:gd name="connsiteY412" fmla="*/ 4079647 h 5808721"/>
              <a:gd name="connsiteX413" fmla="*/ 644257 w 6251734"/>
              <a:gd name="connsiteY413" fmla="*/ 3901600 h 5808721"/>
              <a:gd name="connsiteX414" fmla="*/ 641223 w 6251734"/>
              <a:gd name="connsiteY414" fmla="*/ 3889445 h 5808721"/>
              <a:gd name="connsiteX415" fmla="*/ 662654 w 6251734"/>
              <a:gd name="connsiteY415" fmla="*/ 3830188 h 5808721"/>
              <a:gd name="connsiteX416" fmla="*/ 719983 w 6251734"/>
              <a:gd name="connsiteY416" fmla="*/ 3802756 h 5808721"/>
              <a:gd name="connsiteX417" fmla="*/ 751260 w 6251734"/>
              <a:gd name="connsiteY417" fmla="*/ 3807283 h 5808721"/>
              <a:gd name="connsiteX418" fmla="*/ 771606 w 6251734"/>
              <a:gd name="connsiteY418" fmla="*/ 3819575 h 5808721"/>
              <a:gd name="connsiteX419" fmla="*/ 801530 w 6251734"/>
              <a:gd name="connsiteY419" fmla="*/ 3786468 h 5808721"/>
              <a:gd name="connsiteX420" fmla="*/ 812246 w 6251734"/>
              <a:gd name="connsiteY420" fmla="*/ 3781539 h 5808721"/>
              <a:gd name="connsiteX421" fmla="*/ 5496913 w 6251734"/>
              <a:gd name="connsiteY421" fmla="*/ 3702672 h 5808721"/>
              <a:gd name="connsiteX422" fmla="*/ 5456397 w 6251734"/>
              <a:gd name="connsiteY422" fmla="*/ 3737606 h 5808721"/>
              <a:gd name="connsiteX423" fmla="*/ 5490901 w 6251734"/>
              <a:gd name="connsiteY423" fmla="*/ 3706745 h 5808721"/>
              <a:gd name="connsiteX424" fmla="*/ 5797583 w 6251734"/>
              <a:gd name="connsiteY424" fmla="*/ 3639879 h 5808721"/>
              <a:gd name="connsiteX425" fmla="*/ 5805112 w 6251734"/>
              <a:gd name="connsiteY425" fmla="*/ 3642965 h 5808721"/>
              <a:gd name="connsiteX426" fmla="*/ 5820840 w 6251734"/>
              <a:gd name="connsiteY426" fmla="*/ 3650383 h 5808721"/>
              <a:gd name="connsiteX427" fmla="*/ 5699857 w 6251734"/>
              <a:gd name="connsiteY427" fmla="*/ 3627877 h 5808721"/>
              <a:gd name="connsiteX428" fmla="*/ 5704143 w 6251734"/>
              <a:gd name="connsiteY428" fmla="*/ 3631306 h 5808721"/>
              <a:gd name="connsiteX429" fmla="*/ 5699857 w 6251734"/>
              <a:gd name="connsiteY429" fmla="*/ 3638164 h 5808721"/>
              <a:gd name="connsiteX430" fmla="*/ 5703285 w 6251734"/>
              <a:gd name="connsiteY430" fmla="*/ 3639022 h 5808721"/>
              <a:gd name="connsiteX431" fmla="*/ 5717002 w 6251734"/>
              <a:gd name="connsiteY431" fmla="*/ 3648451 h 5808721"/>
              <a:gd name="connsiteX432" fmla="*/ 5698999 w 6251734"/>
              <a:gd name="connsiteY432" fmla="*/ 3652738 h 5808721"/>
              <a:gd name="connsiteX433" fmla="*/ 5677567 w 6251734"/>
              <a:gd name="connsiteY433" fmla="*/ 3646737 h 5808721"/>
              <a:gd name="connsiteX434" fmla="*/ 5656993 w 6251734"/>
              <a:gd name="connsiteY434" fmla="*/ 3664739 h 5808721"/>
              <a:gd name="connsiteX435" fmla="*/ 5645849 w 6251734"/>
              <a:gd name="connsiteY435" fmla="*/ 3681027 h 5808721"/>
              <a:gd name="connsiteX436" fmla="*/ 5656136 w 6251734"/>
              <a:gd name="connsiteY436" fmla="*/ 3687028 h 5808721"/>
              <a:gd name="connsiteX437" fmla="*/ 5665566 w 6251734"/>
              <a:gd name="connsiteY437" fmla="*/ 3687885 h 5808721"/>
              <a:gd name="connsiteX438" fmla="*/ 5689569 w 6251734"/>
              <a:gd name="connsiteY438" fmla="*/ 3683599 h 5808721"/>
              <a:gd name="connsiteX439" fmla="*/ 5695569 w 6251734"/>
              <a:gd name="connsiteY439" fmla="*/ 3698172 h 5808721"/>
              <a:gd name="connsiteX440" fmla="*/ 5717859 w 6251734"/>
              <a:gd name="connsiteY440" fmla="*/ 3709316 h 5808721"/>
              <a:gd name="connsiteX441" fmla="*/ 5730718 w 6251734"/>
              <a:gd name="connsiteY441" fmla="*/ 3723889 h 5808721"/>
              <a:gd name="connsiteX442" fmla="*/ 5715287 w 6251734"/>
              <a:gd name="connsiteY442" fmla="*/ 3734176 h 5808721"/>
              <a:gd name="connsiteX443" fmla="*/ 5699857 w 6251734"/>
              <a:gd name="connsiteY443" fmla="*/ 3744463 h 5808721"/>
              <a:gd name="connsiteX444" fmla="*/ 5705857 w 6251734"/>
              <a:gd name="connsiteY444" fmla="*/ 3753893 h 5808721"/>
              <a:gd name="connsiteX445" fmla="*/ 5722145 w 6251734"/>
              <a:gd name="connsiteY445" fmla="*/ 3750464 h 5808721"/>
              <a:gd name="connsiteX446" fmla="*/ 5729003 w 6251734"/>
              <a:gd name="connsiteY446" fmla="*/ 3748750 h 5808721"/>
              <a:gd name="connsiteX447" fmla="*/ 5747863 w 6251734"/>
              <a:gd name="connsiteY447" fmla="*/ 3745321 h 5808721"/>
              <a:gd name="connsiteX448" fmla="*/ 5750435 w 6251734"/>
              <a:gd name="connsiteY448" fmla="*/ 3742749 h 5808721"/>
              <a:gd name="connsiteX449" fmla="*/ 5760722 w 6251734"/>
              <a:gd name="connsiteY449" fmla="*/ 3738463 h 5808721"/>
              <a:gd name="connsiteX450" fmla="*/ 5794154 w 6251734"/>
              <a:gd name="connsiteY450" fmla="*/ 3741892 h 5808721"/>
              <a:gd name="connsiteX451" fmla="*/ 5806156 w 6251734"/>
              <a:gd name="connsiteY451" fmla="*/ 3753036 h 5808721"/>
              <a:gd name="connsiteX452" fmla="*/ 5810442 w 6251734"/>
              <a:gd name="connsiteY452" fmla="*/ 3749607 h 5808721"/>
              <a:gd name="connsiteX453" fmla="*/ 5814728 w 6251734"/>
              <a:gd name="connsiteY453" fmla="*/ 3733319 h 5808721"/>
              <a:gd name="connsiteX454" fmla="*/ 5825015 w 6251734"/>
              <a:gd name="connsiteY454" fmla="*/ 3737606 h 5808721"/>
              <a:gd name="connsiteX455" fmla="*/ 5849018 w 6251734"/>
              <a:gd name="connsiteY455" fmla="*/ 3723032 h 5808721"/>
              <a:gd name="connsiteX456" fmla="*/ 5861877 w 6251734"/>
              <a:gd name="connsiteY456" fmla="*/ 3731605 h 5808721"/>
              <a:gd name="connsiteX457" fmla="*/ 5856733 w 6251734"/>
              <a:gd name="connsiteY457" fmla="*/ 3746178 h 5808721"/>
              <a:gd name="connsiteX458" fmla="*/ 5844732 w 6251734"/>
              <a:gd name="connsiteY458" fmla="*/ 3741034 h 5808721"/>
              <a:gd name="connsiteX459" fmla="*/ 5828444 w 6251734"/>
              <a:gd name="connsiteY459" fmla="*/ 3754751 h 5808721"/>
              <a:gd name="connsiteX460" fmla="*/ 5831016 w 6251734"/>
              <a:gd name="connsiteY460" fmla="*/ 3761608 h 5808721"/>
              <a:gd name="connsiteX461" fmla="*/ 5847304 w 6251734"/>
              <a:gd name="connsiteY461" fmla="*/ 3761608 h 5808721"/>
              <a:gd name="connsiteX462" fmla="*/ 5861877 w 6251734"/>
              <a:gd name="connsiteY462" fmla="*/ 3765895 h 5808721"/>
              <a:gd name="connsiteX463" fmla="*/ 5863592 w 6251734"/>
              <a:gd name="connsiteY463" fmla="*/ 3771896 h 5808721"/>
              <a:gd name="connsiteX464" fmla="*/ 5877308 w 6251734"/>
              <a:gd name="connsiteY464" fmla="*/ 3777039 h 5808721"/>
              <a:gd name="connsiteX465" fmla="*/ 5877308 w 6251734"/>
              <a:gd name="connsiteY465" fmla="*/ 3786469 h 5808721"/>
              <a:gd name="connsiteX466" fmla="*/ 5871307 w 6251734"/>
              <a:gd name="connsiteY466" fmla="*/ 3784754 h 5808721"/>
              <a:gd name="connsiteX467" fmla="*/ 5859305 w 6251734"/>
              <a:gd name="connsiteY467" fmla="*/ 3787326 h 5808721"/>
              <a:gd name="connsiteX468" fmla="*/ 5847304 w 6251734"/>
              <a:gd name="connsiteY468" fmla="*/ 3789898 h 5808721"/>
              <a:gd name="connsiteX469" fmla="*/ 5824158 w 6251734"/>
              <a:gd name="connsiteY469" fmla="*/ 3786469 h 5808721"/>
              <a:gd name="connsiteX470" fmla="*/ 5813871 w 6251734"/>
              <a:gd name="connsiteY470" fmla="*/ 3796756 h 5808721"/>
              <a:gd name="connsiteX471" fmla="*/ 5807013 w 6251734"/>
              <a:gd name="connsiteY471" fmla="*/ 3796756 h 5808721"/>
              <a:gd name="connsiteX472" fmla="*/ 5793297 w 6251734"/>
              <a:gd name="connsiteY472" fmla="*/ 3791612 h 5808721"/>
              <a:gd name="connsiteX473" fmla="*/ 5781295 w 6251734"/>
              <a:gd name="connsiteY473" fmla="*/ 3787326 h 5808721"/>
              <a:gd name="connsiteX474" fmla="*/ 5771866 w 6251734"/>
              <a:gd name="connsiteY474" fmla="*/ 3786469 h 5808721"/>
              <a:gd name="connsiteX475" fmla="*/ 5767580 w 6251734"/>
              <a:gd name="connsiteY475" fmla="*/ 3768466 h 5808721"/>
              <a:gd name="connsiteX476" fmla="*/ 5762436 w 6251734"/>
              <a:gd name="connsiteY476" fmla="*/ 3767609 h 5808721"/>
              <a:gd name="connsiteX477" fmla="*/ 5755578 w 6251734"/>
              <a:gd name="connsiteY477" fmla="*/ 3765895 h 5808721"/>
              <a:gd name="connsiteX478" fmla="*/ 5742719 w 6251734"/>
              <a:gd name="connsiteY478" fmla="*/ 3768466 h 5808721"/>
              <a:gd name="connsiteX479" fmla="*/ 5734147 w 6251734"/>
              <a:gd name="connsiteY479" fmla="*/ 3769324 h 5808721"/>
              <a:gd name="connsiteX480" fmla="*/ 5721288 w 6251734"/>
              <a:gd name="connsiteY480" fmla="*/ 3771896 h 5808721"/>
              <a:gd name="connsiteX481" fmla="*/ 5712715 w 6251734"/>
              <a:gd name="connsiteY481" fmla="*/ 3772753 h 5808721"/>
              <a:gd name="connsiteX482" fmla="*/ 5698999 w 6251734"/>
              <a:gd name="connsiteY482" fmla="*/ 3784754 h 5808721"/>
              <a:gd name="connsiteX483" fmla="*/ 5679282 w 6251734"/>
              <a:gd name="connsiteY483" fmla="*/ 3791612 h 5808721"/>
              <a:gd name="connsiteX484" fmla="*/ 5671567 w 6251734"/>
              <a:gd name="connsiteY484" fmla="*/ 3795898 h 5808721"/>
              <a:gd name="connsiteX485" fmla="*/ 5663851 w 6251734"/>
              <a:gd name="connsiteY485" fmla="*/ 3808757 h 5808721"/>
              <a:gd name="connsiteX486" fmla="*/ 5644134 w 6251734"/>
              <a:gd name="connsiteY486" fmla="*/ 3830188 h 5808721"/>
              <a:gd name="connsiteX487" fmla="*/ 5646706 w 6251734"/>
              <a:gd name="connsiteY487" fmla="*/ 3858478 h 5808721"/>
              <a:gd name="connsiteX488" fmla="*/ 5641563 w 6251734"/>
              <a:gd name="connsiteY488" fmla="*/ 3873051 h 5808721"/>
              <a:gd name="connsiteX489" fmla="*/ 5636419 w 6251734"/>
              <a:gd name="connsiteY489" fmla="*/ 3885052 h 5808721"/>
              <a:gd name="connsiteX490" fmla="*/ 5644992 w 6251734"/>
              <a:gd name="connsiteY490" fmla="*/ 3894482 h 5808721"/>
              <a:gd name="connsiteX491" fmla="*/ 5650135 w 6251734"/>
              <a:gd name="connsiteY491" fmla="*/ 3900483 h 5808721"/>
              <a:gd name="connsiteX492" fmla="*/ 5652707 w 6251734"/>
              <a:gd name="connsiteY492" fmla="*/ 3912484 h 5808721"/>
              <a:gd name="connsiteX493" fmla="*/ 5662137 w 6251734"/>
              <a:gd name="connsiteY493" fmla="*/ 3920200 h 5808721"/>
              <a:gd name="connsiteX494" fmla="*/ 5668995 w 6251734"/>
              <a:gd name="connsiteY494" fmla="*/ 3931344 h 5808721"/>
              <a:gd name="connsiteX495" fmla="*/ 5680139 w 6251734"/>
              <a:gd name="connsiteY495" fmla="*/ 3937345 h 5808721"/>
              <a:gd name="connsiteX496" fmla="*/ 5707571 w 6251734"/>
              <a:gd name="connsiteY496" fmla="*/ 3938202 h 5808721"/>
              <a:gd name="connsiteX497" fmla="*/ 5726432 w 6251734"/>
              <a:gd name="connsiteY497" fmla="*/ 3935630 h 5808721"/>
              <a:gd name="connsiteX498" fmla="*/ 5746148 w 6251734"/>
              <a:gd name="connsiteY498" fmla="*/ 3929629 h 5808721"/>
              <a:gd name="connsiteX499" fmla="*/ 5757293 w 6251734"/>
              <a:gd name="connsiteY499" fmla="*/ 3928772 h 5808721"/>
              <a:gd name="connsiteX500" fmla="*/ 5765008 w 6251734"/>
              <a:gd name="connsiteY500" fmla="*/ 3939916 h 5808721"/>
              <a:gd name="connsiteX501" fmla="*/ 5776152 w 6251734"/>
              <a:gd name="connsiteY501" fmla="*/ 3937345 h 5808721"/>
              <a:gd name="connsiteX502" fmla="*/ 5792440 w 6251734"/>
              <a:gd name="connsiteY502" fmla="*/ 3944203 h 5808721"/>
              <a:gd name="connsiteX503" fmla="*/ 5789011 w 6251734"/>
              <a:gd name="connsiteY503" fmla="*/ 3960491 h 5808721"/>
              <a:gd name="connsiteX504" fmla="*/ 5789011 w 6251734"/>
              <a:gd name="connsiteY504" fmla="*/ 3966491 h 5808721"/>
              <a:gd name="connsiteX505" fmla="*/ 5790725 w 6251734"/>
              <a:gd name="connsiteY505" fmla="*/ 3988780 h 5808721"/>
              <a:gd name="connsiteX506" fmla="*/ 5798440 w 6251734"/>
              <a:gd name="connsiteY506" fmla="*/ 3999924 h 5808721"/>
              <a:gd name="connsiteX507" fmla="*/ 5803584 w 6251734"/>
              <a:gd name="connsiteY507" fmla="*/ 4007639 h 5808721"/>
              <a:gd name="connsiteX508" fmla="*/ 5812157 w 6251734"/>
              <a:gd name="connsiteY508" fmla="*/ 4020498 h 5808721"/>
              <a:gd name="connsiteX509" fmla="*/ 5814728 w 6251734"/>
              <a:gd name="connsiteY509" fmla="*/ 4032499 h 5808721"/>
              <a:gd name="connsiteX510" fmla="*/ 5803584 w 6251734"/>
              <a:gd name="connsiteY510" fmla="*/ 4044501 h 5808721"/>
              <a:gd name="connsiteX511" fmla="*/ 5798440 w 6251734"/>
              <a:gd name="connsiteY511" fmla="*/ 4060789 h 5808721"/>
              <a:gd name="connsiteX512" fmla="*/ 5794154 w 6251734"/>
              <a:gd name="connsiteY512" fmla="*/ 4071075 h 5808721"/>
              <a:gd name="connsiteX513" fmla="*/ 5801012 w 6251734"/>
              <a:gd name="connsiteY513" fmla="*/ 4081363 h 5808721"/>
              <a:gd name="connsiteX514" fmla="*/ 5811299 w 6251734"/>
              <a:gd name="connsiteY514" fmla="*/ 4094221 h 5808721"/>
              <a:gd name="connsiteX515" fmla="*/ 5813871 w 6251734"/>
              <a:gd name="connsiteY515" fmla="*/ 4106223 h 5808721"/>
              <a:gd name="connsiteX516" fmla="*/ 5813871 w 6251734"/>
              <a:gd name="connsiteY516" fmla="*/ 4115653 h 5808721"/>
              <a:gd name="connsiteX517" fmla="*/ 5819015 w 6251734"/>
              <a:gd name="connsiteY517" fmla="*/ 4127654 h 5808721"/>
              <a:gd name="connsiteX518" fmla="*/ 5825873 w 6251734"/>
              <a:gd name="connsiteY518" fmla="*/ 4143942 h 5808721"/>
              <a:gd name="connsiteX519" fmla="*/ 5830159 w 6251734"/>
              <a:gd name="connsiteY519" fmla="*/ 4143942 h 5808721"/>
              <a:gd name="connsiteX520" fmla="*/ 5848161 w 6251734"/>
              <a:gd name="connsiteY520" fmla="*/ 4136227 h 5808721"/>
              <a:gd name="connsiteX521" fmla="*/ 5870450 w 6251734"/>
              <a:gd name="connsiteY521" fmla="*/ 4126797 h 5808721"/>
              <a:gd name="connsiteX522" fmla="*/ 5873878 w 6251734"/>
              <a:gd name="connsiteY522" fmla="*/ 4117367 h 5808721"/>
              <a:gd name="connsiteX523" fmla="*/ 5888452 w 6251734"/>
              <a:gd name="connsiteY523" fmla="*/ 4105365 h 5808721"/>
              <a:gd name="connsiteX524" fmla="*/ 5900453 w 6251734"/>
              <a:gd name="connsiteY524" fmla="*/ 4087363 h 5808721"/>
              <a:gd name="connsiteX525" fmla="*/ 5900453 w 6251734"/>
              <a:gd name="connsiteY525" fmla="*/ 4075362 h 5808721"/>
              <a:gd name="connsiteX526" fmla="*/ 5911598 w 6251734"/>
              <a:gd name="connsiteY526" fmla="*/ 4071933 h 5808721"/>
              <a:gd name="connsiteX527" fmla="*/ 5915884 w 6251734"/>
              <a:gd name="connsiteY527" fmla="*/ 4064218 h 5808721"/>
              <a:gd name="connsiteX528" fmla="*/ 5929600 w 6251734"/>
              <a:gd name="connsiteY528" fmla="*/ 4051359 h 5808721"/>
              <a:gd name="connsiteX529" fmla="*/ 5924456 w 6251734"/>
              <a:gd name="connsiteY529" fmla="*/ 4039358 h 5808721"/>
              <a:gd name="connsiteX530" fmla="*/ 5934743 w 6251734"/>
              <a:gd name="connsiteY530" fmla="*/ 4027356 h 5808721"/>
              <a:gd name="connsiteX531" fmla="*/ 5933886 w 6251734"/>
              <a:gd name="connsiteY531" fmla="*/ 4005925 h 5808721"/>
              <a:gd name="connsiteX532" fmla="*/ 5933886 w 6251734"/>
              <a:gd name="connsiteY532" fmla="*/ 3991351 h 5808721"/>
              <a:gd name="connsiteX533" fmla="*/ 5940744 w 6251734"/>
              <a:gd name="connsiteY533" fmla="*/ 3982779 h 5808721"/>
              <a:gd name="connsiteX534" fmla="*/ 5944173 w 6251734"/>
              <a:gd name="connsiteY534" fmla="*/ 3965634 h 5808721"/>
              <a:gd name="connsiteX535" fmla="*/ 5955317 w 6251734"/>
              <a:gd name="connsiteY535" fmla="*/ 3953632 h 5808721"/>
              <a:gd name="connsiteX536" fmla="*/ 5958746 w 6251734"/>
              <a:gd name="connsiteY536" fmla="*/ 3930487 h 5808721"/>
              <a:gd name="connsiteX537" fmla="*/ 5965604 w 6251734"/>
              <a:gd name="connsiteY537" fmla="*/ 3917628 h 5808721"/>
              <a:gd name="connsiteX538" fmla="*/ 5968176 w 6251734"/>
              <a:gd name="connsiteY538" fmla="*/ 3902197 h 5808721"/>
              <a:gd name="connsiteX539" fmla="*/ 5961318 w 6251734"/>
              <a:gd name="connsiteY539" fmla="*/ 3894482 h 5808721"/>
              <a:gd name="connsiteX540" fmla="*/ 5949317 w 6251734"/>
              <a:gd name="connsiteY540" fmla="*/ 3897054 h 5808721"/>
              <a:gd name="connsiteX541" fmla="*/ 5942458 w 6251734"/>
              <a:gd name="connsiteY541" fmla="*/ 3898768 h 5808721"/>
              <a:gd name="connsiteX542" fmla="*/ 5933029 w 6251734"/>
              <a:gd name="connsiteY542" fmla="*/ 3895339 h 5808721"/>
              <a:gd name="connsiteX543" fmla="*/ 5933029 w 6251734"/>
              <a:gd name="connsiteY543" fmla="*/ 3884195 h 5808721"/>
              <a:gd name="connsiteX544" fmla="*/ 5921885 w 6251734"/>
              <a:gd name="connsiteY544" fmla="*/ 3879909 h 5808721"/>
              <a:gd name="connsiteX545" fmla="*/ 5915884 w 6251734"/>
              <a:gd name="connsiteY545" fmla="*/ 3867050 h 5808721"/>
              <a:gd name="connsiteX546" fmla="*/ 5909883 w 6251734"/>
              <a:gd name="connsiteY546" fmla="*/ 3855049 h 5808721"/>
              <a:gd name="connsiteX547" fmla="*/ 5900453 w 6251734"/>
              <a:gd name="connsiteY547" fmla="*/ 3850762 h 5808721"/>
              <a:gd name="connsiteX548" fmla="*/ 5897024 w 6251734"/>
              <a:gd name="connsiteY548" fmla="*/ 3833617 h 5808721"/>
              <a:gd name="connsiteX549" fmla="*/ 5906454 w 6251734"/>
              <a:gd name="connsiteY549" fmla="*/ 3830188 h 5808721"/>
              <a:gd name="connsiteX550" fmla="*/ 5912455 w 6251734"/>
              <a:gd name="connsiteY550" fmla="*/ 3835332 h 5808721"/>
              <a:gd name="connsiteX551" fmla="*/ 5918455 w 6251734"/>
              <a:gd name="connsiteY551" fmla="*/ 3845619 h 5808721"/>
              <a:gd name="connsiteX552" fmla="*/ 5921027 w 6251734"/>
              <a:gd name="connsiteY552" fmla="*/ 3858478 h 5808721"/>
              <a:gd name="connsiteX553" fmla="*/ 5935600 w 6251734"/>
              <a:gd name="connsiteY553" fmla="*/ 3867907 h 5808721"/>
              <a:gd name="connsiteX554" fmla="*/ 5944173 w 6251734"/>
              <a:gd name="connsiteY554" fmla="*/ 3879052 h 5808721"/>
              <a:gd name="connsiteX555" fmla="*/ 5964747 w 6251734"/>
              <a:gd name="connsiteY555" fmla="*/ 3874766 h 5808721"/>
              <a:gd name="connsiteX556" fmla="*/ 5969033 w 6251734"/>
              <a:gd name="connsiteY556" fmla="*/ 3863621 h 5808721"/>
              <a:gd name="connsiteX557" fmla="*/ 5972462 w 6251734"/>
              <a:gd name="connsiteY557" fmla="*/ 3851620 h 5808721"/>
              <a:gd name="connsiteX558" fmla="*/ 5968176 w 6251734"/>
              <a:gd name="connsiteY558" fmla="*/ 3837046 h 5808721"/>
              <a:gd name="connsiteX559" fmla="*/ 5968176 w 6251734"/>
              <a:gd name="connsiteY559" fmla="*/ 3825045 h 5808721"/>
              <a:gd name="connsiteX560" fmla="*/ 5963890 w 6251734"/>
              <a:gd name="connsiteY560" fmla="*/ 3814758 h 5808721"/>
              <a:gd name="connsiteX561" fmla="*/ 5967319 w 6251734"/>
              <a:gd name="connsiteY561" fmla="*/ 3815615 h 5808721"/>
              <a:gd name="connsiteX562" fmla="*/ 5979320 w 6251734"/>
              <a:gd name="connsiteY562" fmla="*/ 3819901 h 5808721"/>
              <a:gd name="connsiteX563" fmla="*/ 5987893 w 6251734"/>
              <a:gd name="connsiteY563" fmla="*/ 3836189 h 5808721"/>
              <a:gd name="connsiteX564" fmla="*/ 5995608 w 6251734"/>
              <a:gd name="connsiteY564" fmla="*/ 3843904 h 5808721"/>
              <a:gd name="connsiteX565" fmla="*/ 6001609 w 6251734"/>
              <a:gd name="connsiteY565" fmla="*/ 3850762 h 5808721"/>
              <a:gd name="connsiteX566" fmla="*/ 6005895 w 6251734"/>
              <a:gd name="connsiteY566" fmla="*/ 3862764 h 5808721"/>
              <a:gd name="connsiteX567" fmla="*/ 6014468 w 6251734"/>
              <a:gd name="connsiteY567" fmla="*/ 3873051 h 5808721"/>
              <a:gd name="connsiteX568" fmla="*/ 6016182 w 6251734"/>
              <a:gd name="connsiteY568" fmla="*/ 3869622 h 5808721"/>
              <a:gd name="connsiteX569" fmla="*/ 5825350 w 6251734"/>
              <a:gd name="connsiteY569" fmla="*/ 3652510 h 5808721"/>
              <a:gd name="connsiteX570" fmla="*/ 5820840 w 6251734"/>
              <a:gd name="connsiteY570" fmla="*/ 3650383 h 5808721"/>
              <a:gd name="connsiteX571" fmla="*/ 5876805 w 6251734"/>
              <a:gd name="connsiteY571" fmla="*/ 3675659 h 5808721"/>
              <a:gd name="connsiteX572" fmla="*/ 5998180 w 6251734"/>
              <a:gd name="connsiteY572" fmla="*/ 4119082 h 5808721"/>
              <a:gd name="connsiteX573" fmla="*/ 5717002 w 6251734"/>
              <a:gd name="connsiteY573" fmla="*/ 4286246 h 5808721"/>
              <a:gd name="connsiteX574" fmla="*/ 5835302 w 6251734"/>
              <a:gd name="connsiteY574" fmla="*/ 4250241 h 5808721"/>
              <a:gd name="connsiteX575" fmla="*/ 5819015 w 6251734"/>
              <a:gd name="connsiteY575" fmla="*/ 4251098 h 5808721"/>
              <a:gd name="connsiteX576" fmla="*/ 5802727 w 6251734"/>
              <a:gd name="connsiteY576" fmla="*/ 4244240 h 5808721"/>
              <a:gd name="connsiteX577" fmla="*/ 5793297 w 6251734"/>
              <a:gd name="connsiteY577" fmla="*/ 4242525 h 5808721"/>
              <a:gd name="connsiteX578" fmla="*/ 5777867 w 6251734"/>
              <a:gd name="connsiteY578" fmla="*/ 4245098 h 5808721"/>
              <a:gd name="connsiteX579" fmla="*/ 5765865 w 6251734"/>
              <a:gd name="connsiteY579" fmla="*/ 4251098 h 5808721"/>
              <a:gd name="connsiteX580" fmla="*/ 5755578 w 6251734"/>
              <a:gd name="connsiteY580" fmla="*/ 4250241 h 5808721"/>
              <a:gd name="connsiteX581" fmla="*/ 5742719 w 6251734"/>
              <a:gd name="connsiteY581" fmla="*/ 4251098 h 5808721"/>
              <a:gd name="connsiteX582" fmla="*/ 5747005 w 6251734"/>
              <a:gd name="connsiteY582" fmla="*/ 4240811 h 5808721"/>
              <a:gd name="connsiteX583" fmla="*/ 5735861 w 6251734"/>
              <a:gd name="connsiteY583" fmla="*/ 4239097 h 5808721"/>
              <a:gd name="connsiteX584" fmla="*/ 5729003 w 6251734"/>
              <a:gd name="connsiteY584" fmla="*/ 4247669 h 5808721"/>
              <a:gd name="connsiteX585" fmla="*/ 5723003 w 6251734"/>
              <a:gd name="connsiteY585" fmla="*/ 4258813 h 5808721"/>
              <a:gd name="connsiteX586" fmla="*/ 5701571 w 6251734"/>
              <a:gd name="connsiteY586" fmla="*/ 4254527 h 5808721"/>
              <a:gd name="connsiteX587" fmla="*/ 5689569 w 6251734"/>
              <a:gd name="connsiteY587" fmla="*/ 4251956 h 5808721"/>
              <a:gd name="connsiteX588" fmla="*/ 5690426 w 6251734"/>
              <a:gd name="connsiteY588" fmla="*/ 4247669 h 5808721"/>
              <a:gd name="connsiteX589" fmla="*/ 5702427 w 6251734"/>
              <a:gd name="connsiteY589" fmla="*/ 4239097 h 5808721"/>
              <a:gd name="connsiteX590" fmla="*/ 5714430 w 6251734"/>
              <a:gd name="connsiteY590" fmla="*/ 4232239 h 5808721"/>
              <a:gd name="connsiteX591" fmla="*/ 5708429 w 6251734"/>
              <a:gd name="connsiteY591" fmla="*/ 4225380 h 5808721"/>
              <a:gd name="connsiteX592" fmla="*/ 5702427 w 6251734"/>
              <a:gd name="connsiteY592" fmla="*/ 4230524 h 5808721"/>
              <a:gd name="connsiteX593" fmla="*/ 5677567 w 6251734"/>
              <a:gd name="connsiteY593" fmla="*/ 4231381 h 5808721"/>
              <a:gd name="connsiteX594" fmla="*/ 5656993 w 6251734"/>
              <a:gd name="connsiteY594" fmla="*/ 4233096 h 5808721"/>
              <a:gd name="connsiteX595" fmla="*/ 5653564 w 6251734"/>
              <a:gd name="connsiteY595" fmla="*/ 4226238 h 5808721"/>
              <a:gd name="connsiteX596" fmla="*/ 5638991 w 6251734"/>
              <a:gd name="connsiteY596" fmla="*/ 4233096 h 5808721"/>
              <a:gd name="connsiteX597" fmla="*/ 5618417 w 6251734"/>
              <a:gd name="connsiteY597" fmla="*/ 4236525 h 5808721"/>
              <a:gd name="connsiteX598" fmla="*/ 5608130 w 6251734"/>
              <a:gd name="connsiteY598" fmla="*/ 4238239 h 5808721"/>
              <a:gd name="connsiteX599" fmla="*/ 5607273 w 6251734"/>
              <a:gd name="connsiteY599" fmla="*/ 4232239 h 5808721"/>
              <a:gd name="connsiteX600" fmla="*/ 5596986 w 6251734"/>
              <a:gd name="connsiteY600" fmla="*/ 4240811 h 5808721"/>
              <a:gd name="connsiteX601" fmla="*/ 5584984 w 6251734"/>
              <a:gd name="connsiteY601" fmla="*/ 4242525 h 5808721"/>
              <a:gd name="connsiteX602" fmla="*/ 5583270 w 6251734"/>
              <a:gd name="connsiteY602" fmla="*/ 4256242 h 5808721"/>
              <a:gd name="connsiteX603" fmla="*/ 5664709 w 6251734"/>
              <a:gd name="connsiteY603" fmla="*/ 4287103 h 5808721"/>
              <a:gd name="connsiteX604" fmla="*/ 5372386 w 6251734"/>
              <a:gd name="connsiteY604" fmla="*/ 3912484 h 5808721"/>
              <a:gd name="connsiteX605" fmla="*/ 5375815 w 6251734"/>
              <a:gd name="connsiteY605" fmla="*/ 3909913 h 5808721"/>
              <a:gd name="connsiteX606" fmla="*/ 5378387 w 6251734"/>
              <a:gd name="connsiteY606" fmla="*/ 3921057 h 5808721"/>
              <a:gd name="connsiteX607" fmla="*/ 5384388 w 6251734"/>
              <a:gd name="connsiteY607" fmla="*/ 3929629 h 5808721"/>
              <a:gd name="connsiteX608" fmla="*/ 5391246 w 6251734"/>
              <a:gd name="connsiteY608" fmla="*/ 3939059 h 5808721"/>
              <a:gd name="connsiteX609" fmla="*/ 5386959 w 6251734"/>
              <a:gd name="connsiteY609" fmla="*/ 3953632 h 5808721"/>
              <a:gd name="connsiteX610" fmla="*/ 5395532 w 6251734"/>
              <a:gd name="connsiteY610" fmla="*/ 3977636 h 5808721"/>
              <a:gd name="connsiteX611" fmla="*/ 5394675 w 6251734"/>
              <a:gd name="connsiteY611" fmla="*/ 4006782 h 5808721"/>
              <a:gd name="connsiteX612" fmla="*/ 5413534 w 6251734"/>
              <a:gd name="connsiteY612" fmla="*/ 4051359 h 5808721"/>
              <a:gd name="connsiteX613" fmla="*/ 5420392 w 6251734"/>
              <a:gd name="connsiteY613" fmla="*/ 4065932 h 5808721"/>
              <a:gd name="connsiteX614" fmla="*/ 5432394 w 6251734"/>
              <a:gd name="connsiteY614" fmla="*/ 4075362 h 5808721"/>
              <a:gd name="connsiteX615" fmla="*/ 5438394 w 6251734"/>
              <a:gd name="connsiteY615" fmla="*/ 4101079 h 5808721"/>
              <a:gd name="connsiteX616" fmla="*/ 5446110 w 6251734"/>
              <a:gd name="connsiteY616" fmla="*/ 4123368 h 5808721"/>
              <a:gd name="connsiteX617" fmla="*/ 5455539 w 6251734"/>
              <a:gd name="connsiteY617" fmla="*/ 4135369 h 5808721"/>
              <a:gd name="connsiteX618" fmla="*/ 5462397 w 6251734"/>
              <a:gd name="connsiteY618" fmla="*/ 4148228 h 5808721"/>
              <a:gd name="connsiteX619" fmla="*/ 5470113 w 6251734"/>
              <a:gd name="connsiteY619" fmla="*/ 4160230 h 5808721"/>
              <a:gd name="connsiteX620" fmla="*/ 5484686 w 6251734"/>
              <a:gd name="connsiteY620" fmla="*/ 4188519 h 5808721"/>
              <a:gd name="connsiteX621" fmla="*/ 5491544 w 6251734"/>
              <a:gd name="connsiteY621" fmla="*/ 4198806 h 5808721"/>
              <a:gd name="connsiteX622" fmla="*/ 5511261 w 6251734"/>
              <a:gd name="connsiteY622" fmla="*/ 4210808 h 5808721"/>
              <a:gd name="connsiteX623" fmla="*/ 5524119 w 6251734"/>
              <a:gd name="connsiteY623" fmla="*/ 4221094 h 5808721"/>
              <a:gd name="connsiteX624" fmla="*/ 5525834 w 6251734"/>
              <a:gd name="connsiteY624" fmla="*/ 4215094 h 5808721"/>
              <a:gd name="connsiteX625" fmla="*/ 5518119 w 6251734"/>
              <a:gd name="connsiteY625" fmla="*/ 4206521 h 5808721"/>
              <a:gd name="connsiteX626" fmla="*/ 5509546 w 6251734"/>
              <a:gd name="connsiteY626" fmla="*/ 4195377 h 5808721"/>
              <a:gd name="connsiteX627" fmla="*/ 5505260 w 6251734"/>
              <a:gd name="connsiteY627" fmla="*/ 4185947 h 5808721"/>
              <a:gd name="connsiteX628" fmla="*/ 5495830 w 6251734"/>
              <a:gd name="connsiteY628" fmla="*/ 4173088 h 5808721"/>
              <a:gd name="connsiteX629" fmla="*/ 5500117 w 6251734"/>
              <a:gd name="connsiteY629" fmla="*/ 4165373 h 5808721"/>
              <a:gd name="connsiteX630" fmla="*/ 5503546 w 6251734"/>
              <a:gd name="connsiteY630" fmla="*/ 4160230 h 5808721"/>
              <a:gd name="connsiteX631" fmla="*/ 5500117 w 6251734"/>
              <a:gd name="connsiteY631" fmla="*/ 4147371 h 5808721"/>
              <a:gd name="connsiteX632" fmla="*/ 5508689 w 6251734"/>
              <a:gd name="connsiteY632" fmla="*/ 4119082 h 5808721"/>
              <a:gd name="connsiteX633" fmla="*/ 5508689 w 6251734"/>
              <a:gd name="connsiteY633" fmla="*/ 4103651 h 5808721"/>
              <a:gd name="connsiteX634" fmla="*/ 5518119 w 6251734"/>
              <a:gd name="connsiteY634" fmla="*/ 4096793 h 5808721"/>
              <a:gd name="connsiteX635" fmla="*/ 5531835 w 6251734"/>
              <a:gd name="connsiteY635" fmla="*/ 4087363 h 5808721"/>
              <a:gd name="connsiteX636" fmla="*/ 5530120 w 6251734"/>
              <a:gd name="connsiteY636" fmla="*/ 4078791 h 5808721"/>
              <a:gd name="connsiteX637" fmla="*/ 5534407 w 6251734"/>
              <a:gd name="connsiteY637" fmla="*/ 4070218 h 5808721"/>
              <a:gd name="connsiteX638" fmla="*/ 5535264 w 6251734"/>
              <a:gd name="connsiteY638" fmla="*/ 4056503 h 5808721"/>
              <a:gd name="connsiteX639" fmla="*/ 5530977 w 6251734"/>
              <a:gd name="connsiteY639" fmla="*/ 4045358 h 5808721"/>
              <a:gd name="connsiteX640" fmla="*/ 5532692 w 6251734"/>
              <a:gd name="connsiteY640" fmla="*/ 4034214 h 5808721"/>
              <a:gd name="connsiteX641" fmla="*/ 5542122 w 6251734"/>
              <a:gd name="connsiteY641" fmla="*/ 4020498 h 5808721"/>
              <a:gd name="connsiteX642" fmla="*/ 5547265 w 6251734"/>
              <a:gd name="connsiteY642" fmla="*/ 4007639 h 5808721"/>
              <a:gd name="connsiteX643" fmla="*/ 5542122 w 6251734"/>
              <a:gd name="connsiteY643" fmla="*/ 4000781 h 5808721"/>
              <a:gd name="connsiteX644" fmla="*/ 5529263 w 6251734"/>
              <a:gd name="connsiteY644" fmla="*/ 3993923 h 5808721"/>
              <a:gd name="connsiteX645" fmla="*/ 5520691 w 6251734"/>
              <a:gd name="connsiteY645" fmla="*/ 3982779 h 5808721"/>
              <a:gd name="connsiteX646" fmla="*/ 5504403 w 6251734"/>
              <a:gd name="connsiteY646" fmla="*/ 3981922 h 5808721"/>
              <a:gd name="connsiteX647" fmla="*/ 5500974 w 6251734"/>
              <a:gd name="connsiteY647" fmla="*/ 3976778 h 5808721"/>
              <a:gd name="connsiteX648" fmla="*/ 5488115 w 6251734"/>
              <a:gd name="connsiteY648" fmla="*/ 3971635 h 5808721"/>
              <a:gd name="connsiteX649" fmla="*/ 5486401 w 6251734"/>
              <a:gd name="connsiteY649" fmla="*/ 3964777 h 5808721"/>
              <a:gd name="connsiteX650" fmla="*/ 5476971 w 6251734"/>
              <a:gd name="connsiteY650" fmla="*/ 3963062 h 5808721"/>
              <a:gd name="connsiteX651" fmla="*/ 5475256 w 6251734"/>
              <a:gd name="connsiteY651" fmla="*/ 3957061 h 5808721"/>
              <a:gd name="connsiteX652" fmla="*/ 5474399 w 6251734"/>
              <a:gd name="connsiteY652" fmla="*/ 3947632 h 5808721"/>
              <a:gd name="connsiteX653" fmla="*/ 5469256 w 6251734"/>
              <a:gd name="connsiteY653" fmla="*/ 3938202 h 5808721"/>
              <a:gd name="connsiteX654" fmla="*/ 5464969 w 6251734"/>
              <a:gd name="connsiteY654" fmla="*/ 3932201 h 5808721"/>
              <a:gd name="connsiteX655" fmla="*/ 5453825 w 6251734"/>
              <a:gd name="connsiteY655" fmla="*/ 3930487 h 5808721"/>
              <a:gd name="connsiteX656" fmla="*/ 5444395 w 6251734"/>
              <a:gd name="connsiteY656" fmla="*/ 3925343 h 5808721"/>
              <a:gd name="connsiteX657" fmla="*/ 5441824 w 6251734"/>
              <a:gd name="connsiteY657" fmla="*/ 3916771 h 5808721"/>
              <a:gd name="connsiteX658" fmla="*/ 5437537 w 6251734"/>
              <a:gd name="connsiteY658" fmla="*/ 3907341 h 5808721"/>
              <a:gd name="connsiteX659" fmla="*/ 5431536 w 6251734"/>
              <a:gd name="connsiteY659" fmla="*/ 3903055 h 5808721"/>
              <a:gd name="connsiteX660" fmla="*/ 5419535 w 6251734"/>
              <a:gd name="connsiteY660" fmla="*/ 3905626 h 5808721"/>
              <a:gd name="connsiteX661" fmla="*/ 5418678 w 6251734"/>
              <a:gd name="connsiteY661" fmla="*/ 3897911 h 5808721"/>
              <a:gd name="connsiteX662" fmla="*/ 5411820 w 6251734"/>
              <a:gd name="connsiteY662" fmla="*/ 3896197 h 5808721"/>
              <a:gd name="connsiteX663" fmla="*/ 5406676 w 6251734"/>
              <a:gd name="connsiteY663" fmla="*/ 3899626 h 5808721"/>
              <a:gd name="connsiteX664" fmla="*/ 5404104 w 6251734"/>
              <a:gd name="connsiteY664" fmla="*/ 3903055 h 5808721"/>
              <a:gd name="connsiteX665" fmla="*/ 5398104 w 6251734"/>
              <a:gd name="connsiteY665" fmla="*/ 3911627 h 5808721"/>
              <a:gd name="connsiteX666" fmla="*/ 5396389 w 6251734"/>
              <a:gd name="connsiteY666" fmla="*/ 3909913 h 5808721"/>
              <a:gd name="connsiteX667" fmla="*/ 5393817 w 6251734"/>
              <a:gd name="connsiteY667" fmla="*/ 3906484 h 5808721"/>
              <a:gd name="connsiteX668" fmla="*/ 5390389 w 6251734"/>
              <a:gd name="connsiteY668" fmla="*/ 3893625 h 5808721"/>
              <a:gd name="connsiteX669" fmla="*/ 5393817 w 6251734"/>
              <a:gd name="connsiteY669" fmla="*/ 3884195 h 5808721"/>
              <a:gd name="connsiteX670" fmla="*/ 5392960 w 6251734"/>
              <a:gd name="connsiteY670" fmla="*/ 3871336 h 5808721"/>
              <a:gd name="connsiteX671" fmla="*/ 5393817 w 6251734"/>
              <a:gd name="connsiteY671" fmla="*/ 3861049 h 5808721"/>
              <a:gd name="connsiteX672" fmla="*/ 5392960 w 6251734"/>
              <a:gd name="connsiteY672" fmla="*/ 3853334 h 5808721"/>
              <a:gd name="connsiteX673" fmla="*/ 5388674 w 6251734"/>
              <a:gd name="connsiteY673" fmla="*/ 3851620 h 5808721"/>
              <a:gd name="connsiteX674" fmla="*/ 5402390 w 6251734"/>
              <a:gd name="connsiteY674" fmla="*/ 3815615 h 5808721"/>
              <a:gd name="connsiteX675" fmla="*/ 5400676 w 6251734"/>
              <a:gd name="connsiteY675" fmla="*/ 3826759 h 5808721"/>
              <a:gd name="connsiteX676" fmla="*/ 5399818 w 6251734"/>
              <a:gd name="connsiteY676" fmla="*/ 3833617 h 5808721"/>
              <a:gd name="connsiteX677" fmla="*/ 5398961 w 6251734"/>
              <a:gd name="connsiteY677" fmla="*/ 3841333 h 5808721"/>
              <a:gd name="connsiteX678" fmla="*/ 5401533 w 6251734"/>
              <a:gd name="connsiteY678" fmla="*/ 3842190 h 5808721"/>
              <a:gd name="connsiteX679" fmla="*/ 5406676 w 6251734"/>
              <a:gd name="connsiteY679" fmla="*/ 3845619 h 5808721"/>
              <a:gd name="connsiteX680" fmla="*/ 5408391 w 6251734"/>
              <a:gd name="connsiteY680" fmla="*/ 3845619 h 5808721"/>
              <a:gd name="connsiteX681" fmla="*/ 5412677 w 6251734"/>
              <a:gd name="connsiteY681" fmla="*/ 3850762 h 5808721"/>
              <a:gd name="connsiteX682" fmla="*/ 5411820 w 6251734"/>
              <a:gd name="connsiteY682" fmla="*/ 3857621 h 5808721"/>
              <a:gd name="connsiteX683" fmla="*/ 5413534 w 6251734"/>
              <a:gd name="connsiteY683" fmla="*/ 3859335 h 5808721"/>
              <a:gd name="connsiteX684" fmla="*/ 5418678 w 6251734"/>
              <a:gd name="connsiteY684" fmla="*/ 3861907 h 5808721"/>
              <a:gd name="connsiteX685" fmla="*/ 5425536 w 6251734"/>
              <a:gd name="connsiteY685" fmla="*/ 3861049 h 5808721"/>
              <a:gd name="connsiteX686" fmla="*/ 5428965 w 6251734"/>
              <a:gd name="connsiteY686" fmla="*/ 3865336 h 5808721"/>
              <a:gd name="connsiteX687" fmla="*/ 5430679 w 6251734"/>
              <a:gd name="connsiteY687" fmla="*/ 3868765 h 5808721"/>
              <a:gd name="connsiteX688" fmla="*/ 5434108 w 6251734"/>
              <a:gd name="connsiteY688" fmla="*/ 3865336 h 5808721"/>
              <a:gd name="connsiteX689" fmla="*/ 5435823 w 6251734"/>
              <a:gd name="connsiteY689" fmla="*/ 3861049 h 5808721"/>
              <a:gd name="connsiteX690" fmla="*/ 5432394 w 6251734"/>
              <a:gd name="connsiteY690" fmla="*/ 3858478 h 5808721"/>
              <a:gd name="connsiteX691" fmla="*/ 5427250 w 6251734"/>
              <a:gd name="connsiteY691" fmla="*/ 3855049 h 5808721"/>
              <a:gd name="connsiteX692" fmla="*/ 5421249 w 6251734"/>
              <a:gd name="connsiteY692" fmla="*/ 3853334 h 5808721"/>
              <a:gd name="connsiteX693" fmla="*/ 5415249 w 6251734"/>
              <a:gd name="connsiteY693" fmla="*/ 3852477 h 5808721"/>
              <a:gd name="connsiteX694" fmla="*/ 5415249 w 6251734"/>
              <a:gd name="connsiteY694" fmla="*/ 3845619 h 5808721"/>
              <a:gd name="connsiteX695" fmla="*/ 5415249 w 6251734"/>
              <a:gd name="connsiteY695" fmla="*/ 3837904 h 5808721"/>
              <a:gd name="connsiteX696" fmla="*/ 5410962 w 6251734"/>
              <a:gd name="connsiteY696" fmla="*/ 3837046 h 5808721"/>
              <a:gd name="connsiteX697" fmla="*/ 5406676 w 6251734"/>
              <a:gd name="connsiteY697" fmla="*/ 3833617 h 5808721"/>
              <a:gd name="connsiteX698" fmla="*/ 5410105 w 6251734"/>
              <a:gd name="connsiteY698" fmla="*/ 3826759 h 5808721"/>
              <a:gd name="connsiteX699" fmla="*/ 5420392 w 6251734"/>
              <a:gd name="connsiteY699" fmla="*/ 3822473 h 5808721"/>
              <a:gd name="connsiteX700" fmla="*/ 5425536 w 6251734"/>
              <a:gd name="connsiteY700" fmla="*/ 3818187 h 5808721"/>
              <a:gd name="connsiteX701" fmla="*/ 5428965 w 6251734"/>
              <a:gd name="connsiteY701" fmla="*/ 3810472 h 5808721"/>
              <a:gd name="connsiteX702" fmla="*/ 5432394 w 6251734"/>
              <a:gd name="connsiteY702" fmla="*/ 3801899 h 5808721"/>
              <a:gd name="connsiteX703" fmla="*/ 5434108 w 6251734"/>
              <a:gd name="connsiteY703" fmla="*/ 3792469 h 5808721"/>
              <a:gd name="connsiteX704" fmla="*/ 5439252 w 6251734"/>
              <a:gd name="connsiteY704" fmla="*/ 3785611 h 5808721"/>
              <a:gd name="connsiteX705" fmla="*/ 5451253 w 6251734"/>
              <a:gd name="connsiteY705" fmla="*/ 3776182 h 5808721"/>
              <a:gd name="connsiteX706" fmla="*/ 5458111 w 6251734"/>
              <a:gd name="connsiteY706" fmla="*/ 3770181 h 5808721"/>
              <a:gd name="connsiteX707" fmla="*/ 5460683 w 6251734"/>
              <a:gd name="connsiteY707" fmla="*/ 3764180 h 5808721"/>
              <a:gd name="connsiteX708" fmla="*/ 5466684 w 6251734"/>
              <a:gd name="connsiteY708" fmla="*/ 3761608 h 5808721"/>
              <a:gd name="connsiteX709" fmla="*/ 5474399 w 6251734"/>
              <a:gd name="connsiteY709" fmla="*/ 3757322 h 5808721"/>
              <a:gd name="connsiteX710" fmla="*/ 5476971 w 6251734"/>
              <a:gd name="connsiteY710" fmla="*/ 3749607 h 5808721"/>
              <a:gd name="connsiteX711" fmla="*/ 5479542 w 6251734"/>
              <a:gd name="connsiteY711" fmla="*/ 3747035 h 5808721"/>
              <a:gd name="connsiteX712" fmla="*/ 5488115 w 6251734"/>
              <a:gd name="connsiteY712" fmla="*/ 3741034 h 5808721"/>
              <a:gd name="connsiteX713" fmla="*/ 5491544 w 6251734"/>
              <a:gd name="connsiteY713" fmla="*/ 3738463 h 5808721"/>
              <a:gd name="connsiteX714" fmla="*/ 5498402 w 6251734"/>
              <a:gd name="connsiteY714" fmla="*/ 3739320 h 5808721"/>
              <a:gd name="connsiteX715" fmla="*/ 5507832 w 6251734"/>
              <a:gd name="connsiteY715" fmla="*/ 3741892 h 5808721"/>
              <a:gd name="connsiteX716" fmla="*/ 5512975 w 6251734"/>
              <a:gd name="connsiteY716" fmla="*/ 3741034 h 5808721"/>
              <a:gd name="connsiteX717" fmla="*/ 5514690 w 6251734"/>
              <a:gd name="connsiteY717" fmla="*/ 3735034 h 5808721"/>
              <a:gd name="connsiteX718" fmla="*/ 5513832 w 6251734"/>
              <a:gd name="connsiteY718" fmla="*/ 3731605 h 5808721"/>
              <a:gd name="connsiteX719" fmla="*/ 5509546 w 6251734"/>
              <a:gd name="connsiteY719" fmla="*/ 3729890 h 5808721"/>
              <a:gd name="connsiteX720" fmla="*/ 5511261 w 6251734"/>
              <a:gd name="connsiteY720" fmla="*/ 3723032 h 5808721"/>
              <a:gd name="connsiteX721" fmla="*/ 5517262 w 6251734"/>
              <a:gd name="connsiteY721" fmla="*/ 3718746 h 5808721"/>
              <a:gd name="connsiteX722" fmla="*/ 5525834 w 6251734"/>
              <a:gd name="connsiteY722" fmla="*/ 3713602 h 5808721"/>
              <a:gd name="connsiteX723" fmla="*/ 5530977 w 6251734"/>
              <a:gd name="connsiteY723" fmla="*/ 3717889 h 5808721"/>
              <a:gd name="connsiteX724" fmla="*/ 5531835 w 6251734"/>
              <a:gd name="connsiteY724" fmla="*/ 3720461 h 5808721"/>
              <a:gd name="connsiteX725" fmla="*/ 5524977 w 6251734"/>
              <a:gd name="connsiteY725" fmla="*/ 3724747 h 5808721"/>
              <a:gd name="connsiteX726" fmla="*/ 5528406 w 6251734"/>
              <a:gd name="connsiteY726" fmla="*/ 3730747 h 5808721"/>
              <a:gd name="connsiteX727" fmla="*/ 5536978 w 6251734"/>
              <a:gd name="connsiteY727" fmla="*/ 3730747 h 5808721"/>
              <a:gd name="connsiteX728" fmla="*/ 5542122 w 6251734"/>
              <a:gd name="connsiteY728" fmla="*/ 3727318 h 5808721"/>
              <a:gd name="connsiteX729" fmla="*/ 5543836 w 6251734"/>
              <a:gd name="connsiteY729" fmla="*/ 3723032 h 5808721"/>
              <a:gd name="connsiteX730" fmla="*/ 5543836 w 6251734"/>
              <a:gd name="connsiteY730" fmla="*/ 3716174 h 5808721"/>
              <a:gd name="connsiteX731" fmla="*/ 5542979 w 6251734"/>
              <a:gd name="connsiteY731" fmla="*/ 3710173 h 5808721"/>
              <a:gd name="connsiteX732" fmla="*/ 5545551 w 6251734"/>
              <a:gd name="connsiteY732" fmla="*/ 3705887 h 5808721"/>
              <a:gd name="connsiteX733" fmla="*/ 5548980 w 6251734"/>
              <a:gd name="connsiteY733" fmla="*/ 3703316 h 5808721"/>
              <a:gd name="connsiteX734" fmla="*/ 5551552 w 6251734"/>
              <a:gd name="connsiteY734" fmla="*/ 3699029 h 5808721"/>
              <a:gd name="connsiteX735" fmla="*/ 5551552 w 6251734"/>
              <a:gd name="connsiteY735" fmla="*/ 3692171 h 5808721"/>
              <a:gd name="connsiteX736" fmla="*/ 5557552 w 6251734"/>
              <a:gd name="connsiteY736" fmla="*/ 3683599 h 5808721"/>
              <a:gd name="connsiteX737" fmla="*/ 5560124 w 6251734"/>
              <a:gd name="connsiteY737" fmla="*/ 3679312 h 5808721"/>
              <a:gd name="connsiteX738" fmla="*/ 5552409 w 6251734"/>
              <a:gd name="connsiteY738" fmla="*/ 3675883 h 5808721"/>
              <a:gd name="connsiteX739" fmla="*/ 5522218 w 6251734"/>
              <a:gd name="connsiteY739" fmla="*/ 3685527 h 5808721"/>
              <a:gd name="connsiteX740" fmla="*/ 5496913 w 6251734"/>
              <a:gd name="connsiteY740" fmla="*/ 3702672 h 5808721"/>
              <a:gd name="connsiteX741" fmla="*/ 5518815 w 6251734"/>
              <a:gd name="connsiteY741" fmla="*/ 3683786 h 5808721"/>
              <a:gd name="connsiteX742" fmla="*/ 5647564 w 6251734"/>
              <a:gd name="connsiteY742" fmla="*/ 3633878 h 5808721"/>
              <a:gd name="connsiteX743" fmla="*/ 5699857 w 6251734"/>
              <a:gd name="connsiteY743" fmla="*/ 3627877 h 5808721"/>
              <a:gd name="connsiteX744" fmla="*/ 4861612 w 6251734"/>
              <a:gd name="connsiteY744" fmla="*/ 3580313 h 5808721"/>
              <a:gd name="connsiteX745" fmla="*/ 4631722 w 6251734"/>
              <a:gd name="connsiteY745" fmla="*/ 3723889 h 5808721"/>
              <a:gd name="connsiteX746" fmla="*/ 4753451 w 6251734"/>
              <a:gd name="connsiteY746" fmla="*/ 4048788 h 5808721"/>
              <a:gd name="connsiteX747" fmla="*/ 5078350 w 6251734"/>
              <a:gd name="connsiteY747" fmla="*/ 3927058 h 5808721"/>
              <a:gd name="connsiteX748" fmla="*/ 4956620 w 6251734"/>
              <a:gd name="connsiteY748" fmla="*/ 3602159 h 5808721"/>
              <a:gd name="connsiteX749" fmla="*/ 4861612 w 6251734"/>
              <a:gd name="connsiteY749" fmla="*/ 3580313 h 5808721"/>
              <a:gd name="connsiteX750" fmla="*/ 4863113 w 6251734"/>
              <a:gd name="connsiteY750" fmla="*/ 3524739 h 5808721"/>
              <a:gd name="connsiteX751" fmla="*/ 4979766 w 6251734"/>
              <a:gd name="connsiteY751" fmla="*/ 3551582 h 5808721"/>
              <a:gd name="connsiteX752" fmla="*/ 5128928 w 6251734"/>
              <a:gd name="connsiteY752" fmla="*/ 3950204 h 5808721"/>
              <a:gd name="connsiteX753" fmla="*/ 4788185 w 6251734"/>
              <a:gd name="connsiteY753" fmla="*/ 4118835 h 5808721"/>
              <a:gd name="connsiteX754" fmla="*/ 4769854 w 6251734"/>
              <a:gd name="connsiteY754" fmla="*/ 4112669 h 5808721"/>
              <a:gd name="connsiteX755" fmla="*/ 4736576 w 6251734"/>
              <a:gd name="connsiteY755" fmla="*/ 4185841 h 5808721"/>
              <a:gd name="connsiteX756" fmla="*/ 4739414 w 6251734"/>
              <a:gd name="connsiteY756" fmla="*/ 4190448 h 5808721"/>
              <a:gd name="connsiteX757" fmla="*/ 4738021 w 6251734"/>
              <a:gd name="connsiteY757" fmla="*/ 4240811 h 5808721"/>
              <a:gd name="connsiteX758" fmla="*/ 4623149 w 6251734"/>
              <a:gd name="connsiteY758" fmla="*/ 4492842 h 5808721"/>
              <a:gd name="connsiteX759" fmla="*/ 4536567 w 6251734"/>
              <a:gd name="connsiteY759" fmla="*/ 4525418 h 5808721"/>
              <a:gd name="connsiteX760" fmla="*/ 4503991 w 6251734"/>
              <a:gd name="connsiteY760" fmla="*/ 4438835 h 5808721"/>
              <a:gd name="connsiteX761" fmla="*/ 4618863 w 6251734"/>
              <a:gd name="connsiteY761" fmla="*/ 4186804 h 5808721"/>
              <a:gd name="connsiteX762" fmla="*/ 4643847 w 6251734"/>
              <a:gd name="connsiteY762" fmla="*/ 4158339 h 5808721"/>
              <a:gd name="connsiteX763" fmla="*/ 4661831 w 6251734"/>
              <a:gd name="connsiteY763" fmla="*/ 4153470 h 5808721"/>
              <a:gd name="connsiteX764" fmla="*/ 4695622 w 6251734"/>
              <a:gd name="connsiteY764" fmla="*/ 4079170 h 5808721"/>
              <a:gd name="connsiteX765" fmla="*/ 4677765 w 6251734"/>
              <a:gd name="connsiteY765" fmla="*/ 4068771 h 5808721"/>
              <a:gd name="connsiteX766" fmla="*/ 4581144 w 6251734"/>
              <a:gd name="connsiteY766" fmla="*/ 3700743 h 5808721"/>
              <a:gd name="connsiteX767" fmla="*/ 4863113 w 6251734"/>
              <a:gd name="connsiteY767" fmla="*/ 3524739 h 5808721"/>
              <a:gd name="connsiteX768" fmla="*/ 1544765 w 6251734"/>
              <a:gd name="connsiteY768" fmla="*/ 3428138 h 5808721"/>
              <a:gd name="connsiteX769" fmla="*/ 1620204 w 6251734"/>
              <a:gd name="connsiteY769" fmla="*/ 3555010 h 5808721"/>
              <a:gd name="connsiteX770" fmla="*/ 1532764 w 6251734"/>
              <a:gd name="connsiteY770" fmla="*/ 3615018 h 5808721"/>
              <a:gd name="connsiteX771" fmla="*/ 1646779 w 6251734"/>
              <a:gd name="connsiteY771" fmla="*/ 3561011 h 5808721"/>
              <a:gd name="connsiteX772" fmla="*/ 1544765 w 6251734"/>
              <a:gd name="connsiteY772" fmla="*/ 3428138 h 5808721"/>
              <a:gd name="connsiteX773" fmla="*/ 408910 w 6251734"/>
              <a:gd name="connsiteY773" fmla="*/ 3284263 h 5808721"/>
              <a:gd name="connsiteX774" fmla="*/ 393653 w 6251734"/>
              <a:gd name="connsiteY774" fmla="*/ 3296390 h 5808721"/>
              <a:gd name="connsiteX775" fmla="*/ 334836 w 6251734"/>
              <a:gd name="connsiteY775" fmla="*/ 3335610 h 5808721"/>
              <a:gd name="connsiteX776" fmla="*/ 325136 w 6251734"/>
              <a:gd name="connsiteY776" fmla="*/ 3340789 h 5808721"/>
              <a:gd name="connsiteX777" fmla="*/ 330318 w 6251734"/>
              <a:gd name="connsiteY777" fmla="*/ 3354497 h 5808721"/>
              <a:gd name="connsiteX778" fmla="*/ 408051 w 6251734"/>
              <a:gd name="connsiteY778" fmla="*/ 3427281 h 5808721"/>
              <a:gd name="connsiteX779" fmla="*/ 478438 w 6251734"/>
              <a:gd name="connsiteY779" fmla="*/ 3369010 h 5808721"/>
              <a:gd name="connsiteX780" fmla="*/ 491268 w 6251734"/>
              <a:gd name="connsiteY780" fmla="*/ 3340334 h 5808721"/>
              <a:gd name="connsiteX781" fmla="*/ 481268 w 6251734"/>
              <a:gd name="connsiteY781" fmla="*/ 3334978 h 5808721"/>
              <a:gd name="connsiteX782" fmla="*/ 385103 w 6251734"/>
              <a:gd name="connsiteY782" fmla="*/ 3234417 h 5808721"/>
              <a:gd name="connsiteX783" fmla="*/ 394907 w 6251734"/>
              <a:gd name="connsiteY783" fmla="*/ 3243179 h 5808721"/>
              <a:gd name="connsiteX784" fmla="*/ 407331 w 6251734"/>
              <a:gd name="connsiteY784" fmla="*/ 3251843 h 5808721"/>
              <a:gd name="connsiteX785" fmla="*/ 427247 w 6251734"/>
              <a:gd name="connsiteY785" fmla="*/ 3234680 h 5808721"/>
              <a:gd name="connsiteX786" fmla="*/ 408051 w 6251734"/>
              <a:gd name="connsiteY786" fmla="*/ 3236114 h 5808721"/>
              <a:gd name="connsiteX787" fmla="*/ 293992 w 6251734"/>
              <a:gd name="connsiteY787" fmla="*/ 3227681 h 5808721"/>
              <a:gd name="connsiteX788" fmla="*/ 310863 w 6251734"/>
              <a:gd name="connsiteY788" fmla="*/ 3303036 h 5808721"/>
              <a:gd name="connsiteX789" fmla="*/ 314200 w 6251734"/>
              <a:gd name="connsiteY789" fmla="*/ 3311864 h 5808721"/>
              <a:gd name="connsiteX790" fmla="*/ 346623 w 6251734"/>
              <a:gd name="connsiteY790" fmla="*/ 3294552 h 5808721"/>
              <a:gd name="connsiteX791" fmla="*/ 386844 w 6251734"/>
              <a:gd name="connsiteY791" fmla="*/ 3267724 h 5808721"/>
              <a:gd name="connsiteX792" fmla="*/ 346453 w 6251734"/>
              <a:gd name="connsiteY792" fmla="*/ 3231560 h 5808721"/>
              <a:gd name="connsiteX793" fmla="*/ 521204 w 6251734"/>
              <a:gd name="connsiteY793" fmla="*/ 3227662 h 5808721"/>
              <a:gd name="connsiteX794" fmla="*/ 472442 w 6251734"/>
              <a:gd name="connsiteY794" fmla="*/ 3231304 h 5808721"/>
              <a:gd name="connsiteX795" fmla="*/ 454017 w 6251734"/>
              <a:gd name="connsiteY795" fmla="*/ 3248411 h 5808721"/>
              <a:gd name="connsiteX796" fmla="*/ 429899 w 6251734"/>
              <a:gd name="connsiteY796" fmla="*/ 3267581 h 5808721"/>
              <a:gd name="connsiteX797" fmla="*/ 469481 w 6251734"/>
              <a:gd name="connsiteY797" fmla="*/ 3295183 h 5808721"/>
              <a:gd name="connsiteX798" fmla="*/ 501667 w 6251734"/>
              <a:gd name="connsiteY798" fmla="*/ 3312302 h 5808721"/>
              <a:gd name="connsiteX799" fmla="*/ 512504 w 6251734"/>
              <a:gd name="connsiteY799" fmla="*/ 3276718 h 5808721"/>
              <a:gd name="connsiteX800" fmla="*/ 645944 w 6251734"/>
              <a:gd name="connsiteY800" fmla="*/ 3207392 h 5808721"/>
              <a:gd name="connsiteX801" fmla="*/ 636239 w 6251734"/>
              <a:gd name="connsiteY801" fmla="*/ 3210346 h 5808721"/>
              <a:gd name="connsiteX802" fmla="*/ 566924 w 6251734"/>
              <a:gd name="connsiteY802" fmla="*/ 3224247 h 5808721"/>
              <a:gd name="connsiteX803" fmla="*/ 548148 w 6251734"/>
              <a:gd name="connsiteY803" fmla="*/ 3225649 h 5808721"/>
              <a:gd name="connsiteX804" fmla="*/ 532529 w 6251734"/>
              <a:gd name="connsiteY804" fmla="*/ 3314283 h 5808721"/>
              <a:gd name="connsiteX805" fmla="*/ 529280 w 6251734"/>
              <a:gd name="connsiteY805" fmla="*/ 3325012 h 5808721"/>
              <a:gd name="connsiteX806" fmla="*/ 558887 w 6251734"/>
              <a:gd name="connsiteY806" fmla="*/ 3336294 h 5808721"/>
              <a:gd name="connsiteX807" fmla="*/ 649797 w 6251734"/>
              <a:gd name="connsiteY807" fmla="*/ 3327840 h 5808721"/>
              <a:gd name="connsiteX808" fmla="*/ 658251 w 6251734"/>
              <a:gd name="connsiteY808" fmla="*/ 3236553 h 5808721"/>
              <a:gd name="connsiteX809" fmla="*/ 169104 w 6251734"/>
              <a:gd name="connsiteY809" fmla="*/ 3206549 h 5808721"/>
              <a:gd name="connsiteX810" fmla="*/ 157854 w 6251734"/>
              <a:gd name="connsiteY810" fmla="*/ 3236073 h 5808721"/>
              <a:gd name="connsiteX811" fmla="*/ 166307 w 6251734"/>
              <a:gd name="connsiteY811" fmla="*/ 3326984 h 5808721"/>
              <a:gd name="connsiteX812" fmla="*/ 257218 w 6251734"/>
              <a:gd name="connsiteY812" fmla="*/ 3335814 h 5808721"/>
              <a:gd name="connsiteX813" fmla="*/ 287649 w 6251734"/>
              <a:gd name="connsiteY813" fmla="*/ 3324179 h 5808721"/>
              <a:gd name="connsiteX814" fmla="*/ 269900 w 6251734"/>
              <a:gd name="connsiteY814" fmla="*/ 3244968 h 5808721"/>
              <a:gd name="connsiteX815" fmla="*/ 268468 w 6251734"/>
              <a:gd name="connsiteY815" fmla="*/ 3225793 h 5808721"/>
              <a:gd name="connsiteX816" fmla="*/ 249179 w 6251734"/>
              <a:gd name="connsiteY816" fmla="*/ 3224367 h 5808721"/>
              <a:gd name="connsiteX817" fmla="*/ 288917 w 6251734"/>
              <a:gd name="connsiteY817" fmla="*/ 3177713 h 5808721"/>
              <a:gd name="connsiteX818" fmla="*/ 290802 w 6251734"/>
              <a:gd name="connsiteY818" fmla="*/ 3203043 h 5808721"/>
              <a:gd name="connsiteX819" fmla="*/ 316853 w 6251734"/>
              <a:gd name="connsiteY819" fmla="*/ 3205057 h 5808721"/>
              <a:gd name="connsiteX820" fmla="*/ 301752 w 6251734"/>
              <a:gd name="connsiteY820" fmla="*/ 3191537 h 5808721"/>
              <a:gd name="connsiteX821" fmla="*/ 528974 w 6251734"/>
              <a:gd name="connsiteY821" fmla="*/ 3176635 h 5808721"/>
              <a:gd name="connsiteX822" fmla="*/ 514351 w 6251734"/>
              <a:gd name="connsiteY822" fmla="*/ 3192395 h 5808721"/>
              <a:gd name="connsiteX823" fmla="*/ 500527 w 6251734"/>
              <a:gd name="connsiteY823" fmla="*/ 3205229 h 5808721"/>
              <a:gd name="connsiteX824" fmla="*/ 525512 w 6251734"/>
              <a:gd name="connsiteY824" fmla="*/ 3203370 h 5808721"/>
              <a:gd name="connsiteX825" fmla="*/ 528388 w 6251734"/>
              <a:gd name="connsiteY825" fmla="*/ 3187154 h 5808721"/>
              <a:gd name="connsiteX826" fmla="*/ 1459898 w 6251734"/>
              <a:gd name="connsiteY826" fmla="*/ 3111812 h 5808721"/>
              <a:gd name="connsiteX827" fmla="*/ 1537907 w 6251734"/>
              <a:gd name="connsiteY827" fmla="*/ 3141816 h 5808721"/>
              <a:gd name="connsiteX828" fmla="*/ 1537907 w 6251734"/>
              <a:gd name="connsiteY828" fmla="*/ 3143530 h 5808721"/>
              <a:gd name="connsiteX829" fmla="*/ 1540479 w 6251734"/>
              <a:gd name="connsiteY829" fmla="*/ 3143530 h 5808721"/>
              <a:gd name="connsiteX830" fmla="*/ 1540479 w 6251734"/>
              <a:gd name="connsiteY830" fmla="*/ 3199252 h 5808721"/>
              <a:gd name="connsiteX831" fmla="*/ 1537907 w 6251734"/>
              <a:gd name="connsiteY831" fmla="*/ 3199252 h 5808721"/>
              <a:gd name="connsiteX832" fmla="*/ 1525048 w 6251734"/>
              <a:gd name="connsiteY832" fmla="*/ 3216397 h 5808721"/>
              <a:gd name="connsiteX833" fmla="*/ 1525048 w 6251734"/>
              <a:gd name="connsiteY833" fmla="*/ 3344127 h 5808721"/>
              <a:gd name="connsiteX834" fmla="*/ 1537050 w 6251734"/>
              <a:gd name="connsiteY834" fmla="*/ 3375845 h 5808721"/>
              <a:gd name="connsiteX835" fmla="*/ 1658780 w 6251734"/>
              <a:gd name="connsiteY835" fmla="*/ 3612446 h 5808721"/>
              <a:gd name="connsiteX836" fmla="*/ 1461612 w 6251734"/>
              <a:gd name="connsiteY836" fmla="*/ 3655309 h 5808721"/>
              <a:gd name="connsiteX837" fmla="*/ 1263587 w 6251734"/>
              <a:gd name="connsiteY837" fmla="*/ 3612446 h 5808721"/>
              <a:gd name="connsiteX838" fmla="*/ 1387888 w 6251734"/>
              <a:gd name="connsiteY838" fmla="*/ 3374988 h 5808721"/>
              <a:gd name="connsiteX839" fmla="*/ 1405033 w 6251734"/>
              <a:gd name="connsiteY839" fmla="*/ 3343270 h 5808721"/>
              <a:gd name="connsiteX840" fmla="*/ 1405033 w 6251734"/>
              <a:gd name="connsiteY840" fmla="*/ 3216397 h 5808721"/>
              <a:gd name="connsiteX841" fmla="*/ 1382745 w 6251734"/>
              <a:gd name="connsiteY841" fmla="*/ 3199252 h 5808721"/>
              <a:gd name="connsiteX842" fmla="*/ 1381030 w 6251734"/>
              <a:gd name="connsiteY842" fmla="*/ 3199252 h 5808721"/>
              <a:gd name="connsiteX843" fmla="*/ 1381030 w 6251734"/>
              <a:gd name="connsiteY843" fmla="*/ 3143530 h 5808721"/>
              <a:gd name="connsiteX844" fmla="*/ 1381888 w 6251734"/>
              <a:gd name="connsiteY844" fmla="*/ 3143530 h 5808721"/>
              <a:gd name="connsiteX845" fmla="*/ 1381888 w 6251734"/>
              <a:gd name="connsiteY845" fmla="*/ 3141816 h 5808721"/>
              <a:gd name="connsiteX846" fmla="*/ 1459898 w 6251734"/>
              <a:gd name="connsiteY846" fmla="*/ 3111812 h 5808721"/>
              <a:gd name="connsiteX847" fmla="*/ 590102 w 6251734"/>
              <a:gd name="connsiteY847" fmla="*/ 3107161 h 5808721"/>
              <a:gd name="connsiteX848" fmla="*/ 570367 w 6251734"/>
              <a:gd name="connsiteY848" fmla="*/ 3132026 h 5808721"/>
              <a:gd name="connsiteX849" fmla="*/ 554587 w 6251734"/>
              <a:gd name="connsiteY849" fmla="*/ 3149033 h 5808721"/>
              <a:gd name="connsiteX850" fmla="*/ 551759 w 6251734"/>
              <a:gd name="connsiteY850" fmla="*/ 3200115 h 5808721"/>
              <a:gd name="connsiteX851" fmla="*/ 599532 w 6251734"/>
              <a:gd name="connsiteY851" fmla="*/ 3190547 h 5808721"/>
              <a:gd name="connsiteX852" fmla="*/ 634360 w 6251734"/>
              <a:gd name="connsiteY852" fmla="*/ 3179941 h 5808721"/>
              <a:gd name="connsiteX853" fmla="*/ 630590 w 6251734"/>
              <a:gd name="connsiteY853" fmla="*/ 3171008 h 5808721"/>
              <a:gd name="connsiteX854" fmla="*/ 226426 w 6251734"/>
              <a:gd name="connsiteY854" fmla="*/ 3105365 h 5808721"/>
              <a:gd name="connsiteX855" fmla="*/ 198965 w 6251734"/>
              <a:gd name="connsiteY855" fmla="*/ 3146668 h 5808721"/>
              <a:gd name="connsiteX856" fmla="*/ 181775 w 6251734"/>
              <a:gd name="connsiteY856" fmla="*/ 3178985 h 5808721"/>
              <a:gd name="connsiteX857" fmla="*/ 216948 w 6251734"/>
              <a:gd name="connsiteY857" fmla="*/ 3190170 h 5808721"/>
              <a:gd name="connsiteX858" fmla="*/ 266550 w 6251734"/>
              <a:gd name="connsiteY858" fmla="*/ 3200120 h 5808721"/>
              <a:gd name="connsiteX859" fmla="*/ 262773 w 6251734"/>
              <a:gd name="connsiteY859" fmla="*/ 3149552 h 5808721"/>
              <a:gd name="connsiteX860" fmla="*/ 245737 w 6251734"/>
              <a:gd name="connsiteY860" fmla="*/ 3131203 h 5808721"/>
              <a:gd name="connsiteX861" fmla="*/ 556573 w 6251734"/>
              <a:gd name="connsiteY861" fmla="*/ 3065846 h 5808721"/>
              <a:gd name="connsiteX862" fmla="*/ 558070 w 6251734"/>
              <a:gd name="connsiteY862" fmla="*/ 3086095 h 5808721"/>
              <a:gd name="connsiteX863" fmla="*/ 557031 w 6251734"/>
              <a:gd name="connsiteY863" fmla="*/ 3104875 h 5808721"/>
              <a:gd name="connsiteX864" fmla="*/ 573606 w 6251734"/>
              <a:gd name="connsiteY864" fmla="*/ 3085614 h 5808721"/>
              <a:gd name="connsiteX865" fmla="*/ 259173 w 6251734"/>
              <a:gd name="connsiteY865" fmla="*/ 3065486 h 5808721"/>
              <a:gd name="connsiteX866" fmla="*/ 241966 w 6251734"/>
              <a:gd name="connsiteY866" fmla="*/ 3085481 h 5808721"/>
              <a:gd name="connsiteX867" fmla="*/ 259516 w 6251734"/>
              <a:gd name="connsiteY867" fmla="*/ 3105960 h 5808721"/>
              <a:gd name="connsiteX868" fmla="*/ 258032 w 6251734"/>
              <a:gd name="connsiteY868" fmla="*/ 3086095 h 5808721"/>
              <a:gd name="connsiteX869" fmla="*/ 408909 w 6251734"/>
              <a:gd name="connsiteY869" fmla="*/ 3023515 h 5808721"/>
              <a:gd name="connsiteX870" fmla="*/ 471488 w 6251734"/>
              <a:gd name="connsiteY870" fmla="*/ 3086095 h 5808721"/>
              <a:gd name="connsiteX871" fmla="*/ 408909 w 6251734"/>
              <a:gd name="connsiteY871" fmla="*/ 3148674 h 5808721"/>
              <a:gd name="connsiteX872" fmla="*/ 346329 w 6251734"/>
              <a:gd name="connsiteY872" fmla="*/ 3086095 h 5808721"/>
              <a:gd name="connsiteX873" fmla="*/ 408909 w 6251734"/>
              <a:gd name="connsiteY873" fmla="*/ 3023515 h 5808721"/>
              <a:gd name="connsiteX874" fmla="*/ 153678 w 6251734"/>
              <a:gd name="connsiteY874" fmla="*/ 3002555 h 5808721"/>
              <a:gd name="connsiteX875" fmla="*/ 124280 w 6251734"/>
              <a:gd name="connsiteY875" fmla="*/ 3015709 h 5808721"/>
              <a:gd name="connsiteX876" fmla="*/ 66009 w 6251734"/>
              <a:gd name="connsiteY876" fmla="*/ 3086095 h 5808721"/>
              <a:gd name="connsiteX877" fmla="*/ 107354 w 6251734"/>
              <a:gd name="connsiteY877" fmla="*/ 3145918 h 5808721"/>
              <a:gd name="connsiteX878" fmla="*/ 153101 w 6251734"/>
              <a:gd name="connsiteY878" fmla="*/ 3169496 h 5808721"/>
              <a:gd name="connsiteX879" fmla="*/ 158538 w 6251734"/>
              <a:gd name="connsiteY879" fmla="*/ 3159312 h 5808721"/>
              <a:gd name="connsiteX880" fmla="*/ 197758 w 6251734"/>
              <a:gd name="connsiteY880" fmla="*/ 3100495 h 5808721"/>
              <a:gd name="connsiteX881" fmla="*/ 210657 w 6251734"/>
              <a:gd name="connsiteY881" fmla="*/ 3084265 h 5808721"/>
              <a:gd name="connsiteX882" fmla="*/ 167482 w 6251734"/>
              <a:gd name="connsiteY882" fmla="*/ 3026495 h 5808721"/>
              <a:gd name="connsiteX883" fmla="*/ 663026 w 6251734"/>
              <a:gd name="connsiteY883" fmla="*/ 3002411 h 5808721"/>
              <a:gd name="connsiteX884" fmla="*/ 657566 w 6251734"/>
              <a:gd name="connsiteY884" fmla="*/ 3012654 h 5808721"/>
              <a:gd name="connsiteX885" fmla="*/ 618347 w 6251734"/>
              <a:gd name="connsiteY885" fmla="*/ 3071576 h 5808721"/>
              <a:gd name="connsiteX886" fmla="*/ 606027 w 6251734"/>
              <a:gd name="connsiteY886" fmla="*/ 3087098 h 5808721"/>
              <a:gd name="connsiteX887" fmla="*/ 648622 w 6251734"/>
              <a:gd name="connsiteY887" fmla="*/ 3144181 h 5808721"/>
              <a:gd name="connsiteX888" fmla="*/ 663100 w 6251734"/>
              <a:gd name="connsiteY888" fmla="*/ 3169333 h 5808721"/>
              <a:gd name="connsiteX889" fmla="*/ 691823 w 6251734"/>
              <a:gd name="connsiteY889" fmla="*/ 3156482 h 5808721"/>
              <a:gd name="connsiteX890" fmla="*/ 750094 w 6251734"/>
              <a:gd name="connsiteY890" fmla="*/ 3086095 h 5808721"/>
              <a:gd name="connsiteX891" fmla="*/ 708749 w 6251734"/>
              <a:gd name="connsiteY891" fmla="*/ 3026099 h 5808721"/>
              <a:gd name="connsiteX892" fmla="*/ 264344 w 6251734"/>
              <a:gd name="connsiteY892" fmla="*/ 2972075 h 5808721"/>
              <a:gd name="connsiteX893" fmla="*/ 216572 w 6251734"/>
              <a:gd name="connsiteY893" fmla="*/ 2981643 h 5808721"/>
              <a:gd name="connsiteX894" fmla="*/ 182153 w 6251734"/>
              <a:gd name="connsiteY894" fmla="*/ 2992125 h 5808721"/>
              <a:gd name="connsiteX895" fmla="*/ 185871 w 6251734"/>
              <a:gd name="connsiteY895" fmla="*/ 3000908 h 5808721"/>
              <a:gd name="connsiteX896" fmla="*/ 226227 w 6251734"/>
              <a:gd name="connsiteY896" fmla="*/ 3064676 h 5808721"/>
              <a:gd name="connsiteX897" fmla="*/ 245737 w 6251734"/>
              <a:gd name="connsiteY897" fmla="*/ 3040131 h 5808721"/>
              <a:gd name="connsiteX898" fmla="*/ 261518 w 6251734"/>
              <a:gd name="connsiteY898" fmla="*/ 3023133 h 5808721"/>
              <a:gd name="connsiteX899" fmla="*/ 549613 w 6251734"/>
              <a:gd name="connsiteY899" fmla="*/ 2971718 h 5808721"/>
              <a:gd name="connsiteX900" fmla="*/ 553247 w 6251734"/>
              <a:gd name="connsiteY900" fmla="*/ 3020858 h 5808721"/>
              <a:gd name="connsiteX901" fmla="*/ 570367 w 6251734"/>
              <a:gd name="connsiteY901" fmla="*/ 3039308 h 5808721"/>
              <a:gd name="connsiteX902" fmla="*/ 589651 w 6251734"/>
              <a:gd name="connsiteY902" fmla="*/ 3065152 h 5808721"/>
              <a:gd name="connsiteX903" fmla="*/ 617139 w 6251734"/>
              <a:gd name="connsiteY903" fmla="*/ 3023810 h 5808721"/>
              <a:gd name="connsiteX904" fmla="*/ 633701 w 6251734"/>
              <a:gd name="connsiteY904" fmla="*/ 2992672 h 5808721"/>
              <a:gd name="connsiteX905" fmla="*/ 599155 w 6251734"/>
              <a:gd name="connsiteY905" fmla="*/ 2981643 h 5808721"/>
              <a:gd name="connsiteX906" fmla="*/ 501023 w 6251734"/>
              <a:gd name="connsiteY906" fmla="*/ 2967017 h 5808721"/>
              <a:gd name="connsiteX907" fmla="*/ 514350 w 6251734"/>
              <a:gd name="connsiteY907" fmla="*/ 2978939 h 5808721"/>
              <a:gd name="connsiteX908" fmla="*/ 527186 w 6251734"/>
              <a:gd name="connsiteY908" fmla="*/ 2992772 h 5808721"/>
              <a:gd name="connsiteX909" fmla="*/ 525405 w 6251734"/>
              <a:gd name="connsiteY909" fmla="*/ 2968836 h 5808721"/>
              <a:gd name="connsiteX910" fmla="*/ 315586 w 6251734"/>
              <a:gd name="connsiteY910" fmla="*/ 2966960 h 5808721"/>
              <a:gd name="connsiteX911" fmla="*/ 290341 w 6251734"/>
              <a:gd name="connsiteY911" fmla="*/ 2968839 h 5808721"/>
              <a:gd name="connsiteX912" fmla="*/ 287715 w 6251734"/>
              <a:gd name="connsiteY912" fmla="*/ 2983640 h 5808721"/>
              <a:gd name="connsiteX913" fmla="*/ 287044 w 6251734"/>
              <a:gd name="connsiteY913" fmla="*/ 2995639 h 5808721"/>
              <a:gd name="connsiteX914" fmla="*/ 301753 w 6251734"/>
              <a:gd name="connsiteY914" fmla="*/ 2979796 h 5808721"/>
              <a:gd name="connsiteX915" fmla="*/ 408051 w 6251734"/>
              <a:gd name="connsiteY915" fmla="*/ 2960079 h 5808721"/>
              <a:gd name="connsiteX916" fmla="*/ 356209 w 6251734"/>
              <a:gd name="connsiteY916" fmla="*/ 2963937 h 5808721"/>
              <a:gd name="connsiteX917" fmla="*/ 318898 w 6251734"/>
              <a:gd name="connsiteY917" fmla="*/ 2996084 h 5808721"/>
              <a:gd name="connsiteX918" fmla="*/ 284805 w 6251734"/>
              <a:gd name="connsiteY918" fmla="*/ 3035702 h 5808721"/>
              <a:gd name="connsiteX919" fmla="*/ 282035 w 6251734"/>
              <a:gd name="connsiteY919" fmla="*/ 3085238 h 5808721"/>
              <a:gd name="connsiteX920" fmla="*/ 285866 w 6251734"/>
              <a:gd name="connsiteY920" fmla="*/ 3136706 h 5808721"/>
              <a:gd name="connsiteX921" fmla="*/ 318897 w 6251734"/>
              <a:gd name="connsiteY921" fmla="*/ 3175250 h 5808721"/>
              <a:gd name="connsiteX922" fmla="*/ 355604 w 6251734"/>
              <a:gd name="connsiteY922" fmla="*/ 3208055 h 5808721"/>
              <a:gd name="connsiteX923" fmla="*/ 408051 w 6251734"/>
              <a:gd name="connsiteY923" fmla="*/ 3212111 h 5808721"/>
              <a:gd name="connsiteX924" fmla="*/ 457727 w 6251734"/>
              <a:gd name="connsiteY924" fmla="*/ 3208414 h 5808721"/>
              <a:gd name="connsiteX925" fmla="*/ 497206 w 6251734"/>
              <a:gd name="connsiteY925" fmla="*/ 3174393 h 5808721"/>
              <a:gd name="connsiteX926" fmla="*/ 531308 w 6251734"/>
              <a:gd name="connsiteY926" fmla="*/ 3134766 h 5808721"/>
              <a:gd name="connsiteX927" fmla="*/ 534067 w 6251734"/>
              <a:gd name="connsiteY927" fmla="*/ 3085238 h 5808721"/>
              <a:gd name="connsiteX928" fmla="*/ 530360 w 6251734"/>
              <a:gd name="connsiteY928" fmla="*/ 3035422 h 5808721"/>
              <a:gd name="connsiteX929" fmla="*/ 497205 w 6251734"/>
              <a:gd name="connsiteY929" fmla="*/ 2996941 h 5808721"/>
              <a:gd name="connsiteX930" fmla="*/ 460323 w 6251734"/>
              <a:gd name="connsiteY930" fmla="*/ 2963980 h 5808721"/>
              <a:gd name="connsiteX931" fmla="*/ 407682 w 6251734"/>
              <a:gd name="connsiteY931" fmla="*/ 2919589 h 5808721"/>
              <a:gd name="connsiteX932" fmla="*/ 386715 w 6251734"/>
              <a:gd name="connsiteY932" fmla="*/ 2937654 h 5808721"/>
              <a:gd name="connsiteX933" fmla="*/ 408051 w 6251734"/>
              <a:gd name="connsiteY933" fmla="*/ 2936076 h 5808721"/>
              <a:gd name="connsiteX934" fmla="*/ 430998 w 6251734"/>
              <a:gd name="connsiteY934" fmla="*/ 2937773 h 5808721"/>
              <a:gd name="connsiteX935" fmla="*/ 421196 w 6251734"/>
              <a:gd name="connsiteY935" fmla="*/ 2929013 h 5808721"/>
              <a:gd name="connsiteX936" fmla="*/ 313772 w 6251734"/>
              <a:gd name="connsiteY936" fmla="*/ 2860695 h 5808721"/>
              <a:gd name="connsiteX937" fmla="*/ 303599 w 6251734"/>
              <a:gd name="connsiteY937" fmla="*/ 2894135 h 5808721"/>
              <a:gd name="connsiteX938" fmla="*/ 294668 w 6251734"/>
              <a:gd name="connsiteY938" fmla="*/ 2944460 h 5808721"/>
              <a:gd name="connsiteX939" fmla="*/ 343747 w 6251734"/>
              <a:gd name="connsiteY939" fmla="*/ 2940831 h 5808721"/>
              <a:gd name="connsiteX940" fmla="*/ 362122 w 6251734"/>
              <a:gd name="connsiteY940" fmla="*/ 2923781 h 5808721"/>
              <a:gd name="connsiteX941" fmla="*/ 386241 w 6251734"/>
              <a:gd name="connsiteY941" fmla="*/ 2904637 h 5808721"/>
              <a:gd name="connsiteX942" fmla="*/ 346622 w 6251734"/>
              <a:gd name="connsiteY942" fmla="*/ 2877008 h 5808721"/>
              <a:gd name="connsiteX943" fmla="*/ 501946 w 6251734"/>
              <a:gd name="connsiteY943" fmla="*/ 2858728 h 5808721"/>
              <a:gd name="connsiteX944" fmla="*/ 469255 w 6251734"/>
              <a:gd name="connsiteY944" fmla="*/ 2876151 h 5808721"/>
              <a:gd name="connsiteX945" fmla="*/ 429247 w 6251734"/>
              <a:gd name="connsiteY945" fmla="*/ 2902810 h 5808721"/>
              <a:gd name="connsiteX946" fmla="*/ 471695 w 6251734"/>
              <a:gd name="connsiteY946" fmla="*/ 2940782 h 5808721"/>
              <a:gd name="connsiteX947" fmla="*/ 522501 w 6251734"/>
              <a:gd name="connsiteY947" fmla="*/ 2944539 h 5808721"/>
              <a:gd name="connsiteX948" fmla="*/ 505240 w 6251734"/>
              <a:gd name="connsiteY948" fmla="*/ 2867440 h 5808721"/>
              <a:gd name="connsiteX949" fmla="*/ 219818 w 6251734"/>
              <a:gd name="connsiteY949" fmla="*/ 2828773 h 5808721"/>
              <a:gd name="connsiteX950" fmla="*/ 166307 w 6251734"/>
              <a:gd name="connsiteY950" fmla="*/ 2844350 h 5808721"/>
              <a:gd name="connsiteX951" fmla="*/ 158080 w 6251734"/>
              <a:gd name="connsiteY951" fmla="*/ 2935262 h 5808721"/>
              <a:gd name="connsiteX952" fmla="*/ 170445 w 6251734"/>
              <a:gd name="connsiteY952" fmla="*/ 2964470 h 5808721"/>
              <a:gd name="connsiteX953" fmla="*/ 179864 w 6251734"/>
              <a:gd name="connsiteY953" fmla="*/ 2961618 h 5808721"/>
              <a:gd name="connsiteX954" fmla="*/ 249179 w 6251734"/>
              <a:gd name="connsiteY954" fmla="*/ 2947823 h 5808721"/>
              <a:gd name="connsiteX955" fmla="*/ 267973 w 6251734"/>
              <a:gd name="connsiteY955" fmla="*/ 2946434 h 5808721"/>
              <a:gd name="connsiteX956" fmla="*/ 283574 w 6251734"/>
              <a:gd name="connsiteY956" fmla="*/ 2857908 h 5808721"/>
              <a:gd name="connsiteX957" fmla="*/ 286788 w 6251734"/>
              <a:gd name="connsiteY957" fmla="*/ 2847295 h 5808721"/>
              <a:gd name="connsiteX958" fmla="*/ 277993 w 6251734"/>
              <a:gd name="connsiteY958" fmla="*/ 2842929 h 5808721"/>
              <a:gd name="connsiteX959" fmla="*/ 219818 w 6251734"/>
              <a:gd name="connsiteY959" fmla="*/ 2828773 h 5808721"/>
              <a:gd name="connsiteX960" fmla="*/ 595924 w 6251734"/>
              <a:gd name="connsiteY960" fmla="*/ 2827916 h 5808721"/>
              <a:gd name="connsiteX961" fmla="*/ 558510 w 6251734"/>
              <a:gd name="connsiteY961" fmla="*/ 2835040 h 5808721"/>
              <a:gd name="connsiteX962" fmla="*/ 528370 w 6251734"/>
              <a:gd name="connsiteY962" fmla="*/ 2846540 h 5808721"/>
              <a:gd name="connsiteX963" fmla="*/ 546323 w 6251734"/>
              <a:gd name="connsiteY963" fmla="*/ 2927223 h 5808721"/>
              <a:gd name="connsiteX964" fmla="*/ 547742 w 6251734"/>
              <a:gd name="connsiteY964" fmla="*/ 2946405 h 5808721"/>
              <a:gd name="connsiteX965" fmla="*/ 566924 w 6251734"/>
              <a:gd name="connsiteY965" fmla="*/ 2947823 h 5808721"/>
              <a:gd name="connsiteX966" fmla="*/ 646399 w 6251734"/>
              <a:gd name="connsiteY966" fmla="*/ 2965508 h 5808721"/>
              <a:gd name="connsiteX967" fmla="*/ 658251 w 6251734"/>
              <a:gd name="connsiteY967" fmla="*/ 2934405 h 5808721"/>
              <a:gd name="connsiteX968" fmla="*/ 649797 w 6251734"/>
              <a:gd name="connsiteY968" fmla="*/ 2843494 h 5808721"/>
              <a:gd name="connsiteX969" fmla="*/ 595924 w 6251734"/>
              <a:gd name="connsiteY969" fmla="*/ 2827916 h 5808721"/>
              <a:gd name="connsiteX970" fmla="*/ 408051 w 6251734"/>
              <a:gd name="connsiteY970" fmla="*/ 2743195 h 5808721"/>
              <a:gd name="connsiteX971" fmla="*/ 337665 w 6251734"/>
              <a:gd name="connsiteY971" fmla="*/ 2801693 h 5808721"/>
              <a:gd name="connsiteX972" fmla="*/ 324723 w 6251734"/>
              <a:gd name="connsiteY972" fmla="*/ 2830683 h 5808721"/>
              <a:gd name="connsiteX973" fmla="*/ 334835 w 6251734"/>
              <a:gd name="connsiteY973" fmla="*/ 2835724 h 5808721"/>
              <a:gd name="connsiteX974" fmla="*/ 408327 w 6251734"/>
              <a:gd name="connsiteY974" fmla="*/ 2887107 h 5808721"/>
              <a:gd name="connsiteX975" fmla="*/ 422572 w 6251734"/>
              <a:gd name="connsiteY975" fmla="*/ 2875801 h 5808721"/>
              <a:gd name="connsiteX976" fmla="*/ 481495 w 6251734"/>
              <a:gd name="connsiteY976" fmla="*/ 2836582 h 5808721"/>
              <a:gd name="connsiteX977" fmla="*/ 491548 w 6251734"/>
              <a:gd name="connsiteY977" fmla="*/ 2831224 h 5808721"/>
              <a:gd name="connsiteX978" fmla="*/ 485785 w 6251734"/>
              <a:gd name="connsiteY978" fmla="*/ 2815980 h 5808721"/>
              <a:gd name="connsiteX979" fmla="*/ 408051 w 6251734"/>
              <a:gd name="connsiteY979" fmla="*/ 2743195 h 5808721"/>
              <a:gd name="connsiteX980" fmla="*/ 6236067 w 6251734"/>
              <a:gd name="connsiteY980" fmla="*/ 2687689 h 5808721"/>
              <a:gd name="connsiteX981" fmla="*/ 6246782 w 6251734"/>
              <a:gd name="connsiteY981" fmla="*/ 2691760 h 5808721"/>
              <a:gd name="connsiteX982" fmla="*/ 6247640 w 6251734"/>
              <a:gd name="connsiteY982" fmla="*/ 2713192 h 5808721"/>
              <a:gd name="connsiteX983" fmla="*/ 6216014 w 6251734"/>
              <a:gd name="connsiteY983" fmla="*/ 2748180 h 5808721"/>
              <a:gd name="connsiteX984" fmla="*/ 6222322 w 6251734"/>
              <a:gd name="connsiteY984" fmla="*/ 2756871 h 5808721"/>
              <a:gd name="connsiteX985" fmla="*/ 6209062 w 6251734"/>
              <a:gd name="connsiteY985" fmla="*/ 2846922 h 5808721"/>
              <a:gd name="connsiteX986" fmla="*/ 6151734 w 6251734"/>
              <a:gd name="connsiteY986" fmla="*/ 2873711 h 5808721"/>
              <a:gd name="connsiteX987" fmla="*/ 6133744 w 6251734"/>
              <a:gd name="connsiteY987" fmla="*/ 2871200 h 5808721"/>
              <a:gd name="connsiteX988" fmla="*/ 6125031 w 6251734"/>
              <a:gd name="connsiteY988" fmla="*/ 2893063 h 5808721"/>
              <a:gd name="connsiteX989" fmla="*/ 5925312 w 6251734"/>
              <a:gd name="connsiteY989" fmla="*/ 3375846 h 5808721"/>
              <a:gd name="connsiteX990" fmla="*/ 5917597 w 6251734"/>
              <a:gd name="connsiteY990" fmla="*/ 3266975 h 5808721"/>
              <a:gd name="connsiteX991" fmla="*/ 6056644 w 6251734"/>
              <a:gd name="connsiteY991" fmla="*/ 2907754 h 5808721"/>
              <a:gd name="connsiteX992" fmla="*/ 6068648 w 6251734"/>
              <a:gd name="connsiteY992" fmla="*/ 2877062 h 5808721"/>
              <a:gd name="connsiteX993" fmla="*/ 5680138 w 6251734"/>
              <a:gd name="connsiteY993" fmla="*/ 3041518 h 5808721"/>
              <a:gd name="connsiteX994" fmla="*/ 5576411 w 6251734"/>
              <a:gd name="connsiteY994" fmla="*/ 3046661 h 5808721"/>
              <a:gd name="connsiteX995" fmla="*/ 5660422 w 6251734"/>
              <a:gd name="connsiteY995" fmla="*/ 2986654 h 5808721"/>
              <a:gd name="connsiteX996" fmla="*/ 6069879 w 6251734"/>
              <a:gd name="connsiteY996" fmla="*/ 2807820 h 5808721"/>
              <a:gd name="connsiteX997" fmla="*/ 6065771 w 6251734"/>
              <a:gd name="connsiteY997" fmla="*/ 2780383 h 5808721"/>
              <a:gd name="connsiteX998" fmla="*/ 6086476 w 6251734"/>
              <a:gd name="connsiteY998" fmla="*/ 2736337 h 5808721"/>
              <a:gd name="connsiteX999" fmla="*/ 6143804 w 6251734"/>
              <a:gd name="connsiteY999" fmla="*/ 2709228 h 5808721"/>
              <a:gd name="connsiteX1000" fmla="*/ 6175080 w 6251734"/>
              <a:gd name="connsiteY1000" fmla="*/ 2713794 h 5808721"/>
              <a:gd name="connsiteX1001" fmla="*/ 6195368 w 6251734"/>
              <a:gd name="connsiteY1001" fmla="*/ 2725788 h 5808721"/>
              <a:gd name="connsiteX1002" fmla="*/ 6225351 w 6251734"/>
              <a:gd name="connsiteY1002" fmla="*/ 2692617 h 5808721"/>
              <a:gd name="connsiteX1003" fmla="*/ 6236067 w 6251734"/>
              <a:gd name="connsiteY1003" fmla="*/ 2687689 h 5808721"/>
              <a:gd name="connsiteX1004" fmla="*/ 408051 w 6251734"/>
              <a:gd name="connsiteY1004" fmla="*/ 2678044 h 5808721"/>
              <a:gd name="connsiteX1005" fmla="*/ 492060 w 6251734"/>
              <a:gd name="connsiteY1005" fmla="*/ 2747708 h 5808721"/>
              <a:gd name="connsiteX1006" fmla="*/ 519745 w 6251734"/>
              <a:gd name="connsiteY1006" fmla="*/ 2816195 h 5808721"/>
              <a:gd name="connsiteX1007" fmla="*/ 537283 w 6251734"/>
              <a:gd name="connsiteY1007" fmla="*/ 2806846 h 5808721"/>
              <a:gd name="connsiteX1008" fmla="*/ 696946 w 6251734"/>
              <a:gd name="connsiteY1008" fmla="*/ 2797202 h 5808721"/>
              <a:gd name="connsiteX1009" fmla="*/ 687302 w 6251734"/>
              <a:gd name="connsiteY1009" fmla="*/ 2956865 h 5808721"/>
              <a:gd name="connsiteX1010" fmla="*/ 677955 w 6251734"/>
              <a:gd name="connsiteY1010" fmla="*/ 2974402 h 5808721"/>
              <a:gd name="connsiteX1011" fmla="*/ 746440 w 6251734"/>
              <a:gd name="connsiteY1011" fmla="*/ 3002086 h 5808721"/>
              <a:gd name="connsiteX1012" fmla="*/ 816103 w 6251734"/>
              <a:gd name="connsiteY1012" fmla="*/ 3086095 h 5808721"/>
              <a:gd name="connsiteX1013" fmla="*/ 696624 w 6251734"/>
              <a:gd name="connsiteY1013" fmla="*/ 3191966 h 5808721"/>
              <a:gd name="connsiteX1014" fmla="*/ 678828 w 6251734"/>
              <a:gd name="connsiteY1014" fmla="*/ 3197383 h 5808721"/>
              <a:gd name="connsiteX1015" fmla="*/ 698388 w 6251734"/>
              <a:gd name="connsiteY1015" fmla="*/ 3240686 h 5808721"/>
              <a:gd name="connsiteX1016" fmla="*/ 696946 w 6251734"/>
              <a:gd name="connsiteY1016" fmla="*/ 3374132 h 5808721"/>
              <a:gd name="connsiteX1017" fmla="*/ 536961 w 6251734"/>
              <a:gd name="connsiteY1017" fmla="*/ 3364809 h 5808721"/>
              <a:gd name="connsiteX1018" fmla="*/ 519982 w 6251734"/>
              <a:gd name="connsiteY1018" fmla="*/ 3355715 h 5808721"/>
              <a:gd name="connsiteX1019" fmla="*/ 514243 w 6251734"/>
              <a:gd name="connsiteY1019" fmla="*/ 3374667 h 5808721"/>
              <a:gd name="connsiteX1020" fmla="*/ 408051 w 6251734"/>
              <a:gd name="connsiteY1020" fmla="*/ 3494146 h 5808721"/>
              <a:gd name="connsiteX1021" fmla="*/ 324419 w 6251734"/>
              <a:gd name="connsiteY1021" fmla="*/ 3424483 h 5808721"/>
              <a:gd name="connsiteX1022" fmla="*/ 296648 w 6251734"/>
              <a:gd name="connsiteY1022" fmla="*/ 3355999 h 5808721"/>
              <a:gd name="connsiteX1023" fmla="*/ 279143 w 6251734"/>
              <a:gd name="connsiteY1023" fmla="*/ 3365346 h 5808721"/>
              <a:gd name="connsiteX1024" fmla="*/ 119158 w 6251734"/>
              <a:gd name="connsiteY1024" fmla="*/ 3374990 h 5808721"/>
              <a:gd name="connsiteX1025" fmla="*/ 128803 w 6251734"/>
              <a:gd name="connsiteY1025" fmla="*/ 3215005 h 5808721"/>
              <a:gd name="connsiteX1026" fmla="*/ 138022 w 6251734"/>
              <a:gd name="connsiteY1026" fmla="*/ 3197737 h 5808721"/>
              <a:gd name="connsiteX1027" fmla="*/ 69663 w 6251734"/>
              <a:gd name="connsiteY1027" fmla="*/ 3170104 h 5808721"/>
              <a:gd name="connsiteX1028" fmla="*/ 0 w 6251734"/>
              <a:gd name="connsiteY1028" fmla="*/ 3086095 h 5808721"/>
              <a:gd name="connsiteX1029" fmla="*/ 119480 w 6251734"/>
              <a:gd name="connsiteY1029" fmla="*/ 2979903 h 5808721"/>
              <a:gd name="connsiteX1030" fmla="*/ 137725 w 6251734"/>
              <a:gd name="connsiteY1030" fmla="*/ 2974378 h 5808721"/>
              <a:gd name="connsiteX1031" fmla="*/ 117717 w 6251734"/>
              <a:gd name="connsiteY1031" fmla="*/ 2930147 h 5808721"/>
              <a:gd name="connsiteX1032" fmla="*/ 119158 w 6251734"/>
              <a:gd name="connsiteY1032" fmla="*/ 2796344 h 5808721"/>
              <a:gd name="connsiteX1033" fmla="*/ 183438 w 6251734"/>
              <a:gd name="connsiteY1033" fmla="*/ 2777860 h 5808721"/>
              <a:gd name="connsiteX1034" fmla="*/ 252960 w 6251734"/>
              <a:gd name="connsiteY1034" fmla="*/ 2794903 h 5808721"/>
              <a:gd name="connsiteX1035" fmla="*/ 296135 w 6251734"/>
              <a:gd name="connsiteY1035" fmla="*/ 2816430 h 5808721"/>
              <a:gd name="connsiteX1036" fmla="*/ 301859 w 6251734"/>
              <a:gd name="connsiteY1036" fmla="*/ 2797524 h 5808721"/>
              <a:gd name="connsiteX1037" fmla="*/ 408051 w 6251734"/>
              <a:gd name="connsiteY1037" fmla="*/ 2678044 h 5808721"/>
              <a:gd name="connsiteX1038" fmla="*/ 5013199 w 6251734"/>
              <a:gd name="connsiteY1038" fmla="*/ 2674617 h 5808721"/>
              <a:gd name="connsiteX1039" fmla="*/ 5013199 w 6251734"/>
              <a:gd name="connsiteY1039" fmla="*/ 3173535 h 5808721"/>
              <a:gd name="connsiteX1040" fmla="*/ 5299521 w 6251734"/>
              <a:gd name="connsiteY1040" fmla="*/ 3173535 h 5808721"/>
              <a:gd name="connsiteX1041" fmla="*/ 1456470 w 6251734"/>
              <a:gd name="connsiteY1041" fmla="*/ 2362577 h 5808721"/>
              <a:gd name="connsiteX1042" fmla="*/ 1669068 w 6251734"/>
              <a:gd name="connsiteY1042" fmla="*/ 2628325 h 5808721"/>
              <a:gd name="connsiteX1043" fmla="*/ 1485616 w 6251734"/>
              <a:gd name="connsiteY1043" fmla="*/ 2776629 h 5808721"/>
              <a:gd name="connsiteX1044" fmla="*/ 1306451 w 6251734"/>
              <a:gd name="connsiteY1044" fmla="*/ 2916361 h 5808721"/>
              <a:gd name="connsiteX1045" fmla="*/ 1094710 w 6251734"/>
              <a:gd name="connsiteY1045" fmla="*/ 2652328 h 5808721"/>
              <a:gd name="connsiteX1046" fmla="*/ 1275590 w 6251734"/>
              <a:gd name="connsiteY1046" fmla="*/ 2507453 h 5808721"/>
              <a:gd name="connsiteX1047" fmla="*/ 4655725 w 6251734"/>
              <a:gd name="connsiteY1047" fmla="*/ 2293138 h 5808721"/>
              <a:gd name="connsiteX1048" fmla="*/ 4792886 w 6251734"/>
              <a:gd name="connsiteY1048" fmla="*/ 2293138 h 5808721"/>
              <a:gd name="connsiteX1049" fmla="*/ 4792886 w 6251734"/>
              <a:gd name="connsiteY1049" fmla="*/ 3310694 h 5808721"/>
              <a:gd name="connsiteX1050" fmla="*/ 4655725 w 6251734"/>
              <a:gd name="connsiteY1050" fmla="*/ 3310694 h 5808721"/>
              <a:gd name="connsiteX1051" fmla="*/ 409649 w 6251734"/>
              <a:gd name="connsiteY1051" fmla="*/ 2273959 h 5808721"/>
              <a:gd name="connsiteX1052" fmla="*/ 459486 w 6251734"/>
              <a:gd name="connsiteY1052" fmla="*/ 2287996 h 5808721"/>
              <a:gd name="connsiteX1053" fmla="*/ 421017 w 6251734"/>
              <a:gd name="connsiteY1053" fmla="*/ 2278031 h 5808721"/>
              <a:gd name="connsiteX1054" fmla="*/ 4930045 w 6251734"/>
              <a:gd name="connsiteY1054" fmla="*/ 2273422 h 5808721"/>
              <a:gd name="connsiteX1055" fmla="*/ 5477829 w 6251734"/>
              <a:gd name="connsiteY1055" fmla="*/ 3311552 h 5808721"/>
              <a:gd name="connsiteX1056" fmla="*/ 4930045 w 6251734"/>
              <a:gd name="connsiteY1056" fmla="*/ 3311552 h 5808721"/>
              <a:gd name="connsiteX1057" fmla="*/ 5782627 w 6251734"/>
              <a:gd name="connsiteY1057" fmla="*/ 2202717 h 5808721"/>
              <a:gd name="connsiteX1058" fmla="*/ 5767752 w 6251734"/>
              <a:gd name="connsiteY1058" fmla="*/ 2214541 h 5808721"/>
              <a:gd name="connsiteX1059" fmla="*/ 5708935 w 6251734"/>
              <a:gd name="connsiteY1059" fmla="*/ 2253760 h 5808721"/>
              <a:gd name="connsiteX1060" fmla="*/ 5698749 w 6251734"/>
              <a:gd name="connsiteY1060" fmla="*/ 2259199 h 5808721"/>
              <a:gd name="connsiteX1061" fmla="*/ 5722156 w 6251734"/>
              <a:gd name="connsiteY1061" fmla="*/ 2304260 h 5808721"/>
              <a:gd name="connsiteX1062" fmla="*/ 5782152 w 6251734"/>
              <a:gd name="connsiteY1062" fmla="*/ 2345431 h 5808721"/>
              <a:gd name="connsiteX1063" fmla="*/ 5842148 w 6251734"/>
              <a:gd name="connsiteY1063" fmla="*/ 2304260 h 5808721"/>
              <a:gd name="connsiteX1064" fmla="*/ 5865804 w 6251734"/>
              <a:gd name="connsiteY1064" fmla="*/ 2258720 h 5808721"/>
              <a:gd name="connsiteX1065" fmla="*/ 5855368 w 6251734"/>
              <a:gd name="connsiteY1065" fmla="*/ 2253129 h 5808721"/>
              <a:gd name="connsiteX1066" fmla="*/ 5796551 w 6251734"/>
              <a:gd name="connsiteY1066" fmla="*/ 2213804 h 5808721"/>
              <a:gd name="connsiteX1067" fmla="*/ 5760901 w 6251734"/>
              <a:gd name="connsiteY1067" fmla="*/ 2151836 h 5808721"/>
              <a:gd name="connsiteX1068" fmla="*/ 5781715 w 6251734"/>
              <a:gd name="connsiteY1068" fmla="*/ 2169748 h 5808721"/>
              <a:gd name="connsiteX1069" fmla="*/ 5802358 w 6251734"/>
              <a:gd name="connsiteY1069" fmla="*/ 2151959 h 5808721"/>
              <a:gd name="connsiteX1070" fmla="*/ 5782152 w 6251734"/>
              <a:gd name="connsiteY1070" fmla="*/ 2153407 h 5808721"/>
              <a:gd name="connsiteX1071" fmla="*/ 5896549 w 6251734"/>
              <a:gd name="connsiteY1071" fmla="*/ 2145209 h 5808721"/>
              <a:gd name="connsiteX1072" fmla="*/ 5847314 w 6251734"/>
              <a:gd name="connsiteY1072" fmla="*/ 2148737 h 5808721"/>
              <a:gd name="connsiteX1073" fmla="*/ 5828117 w 6251734"/>
              <a:gd name="connsiteY1073" fmla="*/ 2166561 h 5808721"/>
              <a:gd name="connsiteX1074" fmla="*/ 5803118 w 6251734"/>
              <a:gd name="connsiteY1074" fmla="*/ 2186431 h 5808721"/>
              <a:gd name="connsiteX1075" fmla="*/ 5843581 w 6251734"/>
              <a:gd name="connsiteY1075" fmla="*/ 2213334 h 5808721"/>
              <a:gd name="connsiteX1076" fmla="*/ 5875307 w 6251734"/>
              <a:gd name="connsiteY1076" fmla="*/ 2230209 h 5808721"/>
              <a:gd name="connsiteX1077" fmla="*/ 5886604 w 6251734"/>
              <a:gd name="connsiteY1077" fmla="*/ 2194868 h 5808721"/>
              <a:gd name="connsiteX1078" fmla="*/ 5667701 w 6251734"/>
              <a:gd name="connsiteY1078" fmla="*/ 2144945 h 5808721"/>
              <a:gd name="connsiteX1079" fmla="*/ 5677700 w 6251734"/>
              <a:gd name="connsiteY1079" fmla="*/ 2194868 h 5808721"/>
              <a:gd name="connsiteX1080" fmla="*/ 5688842 w 6251734"/>
              <a:gd name="connsiteY1080" fmla="*/ 2229724 h 5808721"/>
              <a:gd name="connsiteX1081" fmla="*/ 5720722 w 6251734"/>
              <a:gd name="connsiteY1081" fmla="*/ 2212702 h 5808721"/>
              <a:gd name="connsiteX1082" fmla="*/ 5761232 w 6251734"/>
              <a:gd name="connsiteY1082" fmla="*/ 2185681 h 5808721"/>
              <a:gd name="connsiteX1083" fmla="*/ 5736186 w 6251734"/>
              <a:gd name="connsiteY1083" fmla="*/ 2165739 h 5808721"/>
              <a:gd name="connsiteX1084" fmla="*/ 5717789 w 6251734"/>
              <a:gd name="connsiteY1084" fmla="*/ 2148648 h 5808721"/>
              <a:gd name="connsiteX1085" fmla="*/ 6020742 w 6251734"/>
              <a:gd name="connsiteY1085" fmla="*/ 2124279 h 5808721"/>
              <a:gd name="connsiteX1086" fmla="*/ 5941024 w 6251734"/>
              <a:gd name="connsiteY1086" fmla="*/ 2142022 h 5808721"/>
              <a:gd name="connsiteX1087" fmla="*/ 5921776 w 6251734"/>
              <a:gd name="connsiteY1087" fmla="*/ 2143401 h 5808721"/>
              <a:gd name="connsiteX1088" fmla="*/ 5920303 w 6251734"/>
              <a:gd name="connsiteY1088" fmla="*/ 2163118 h 5808721"/>
              <a:gd name="connsiteX1089" fmla="*/ 5902447 w 6251734"/>
              <a:gd name="connsiteY1089" fmla="*/ 2242808 h 5808721"/>
              <a:gd name="connsiteX1090" fmla="*/ 5932987 w 6251734"/>
              <a:gd name="connsiteY1090" fmla="*/ 2254446 h 5808721"/>
              <a:gd name="connsiteX1091" fmla="*/ 6023897 w 6251734"/>
              <a:gd name="connsiteY1091" fmla="*/ 2245992 h 5808721"/>
              <a:gd name="connsiteX1092" fmla="*/ 6032350 w 6251734"/>
              <a:gd name="connsiteY1092" fmla="*/ 2154704 h 5808721"/>
              <a:gd name="connsiteX1093" fmla="*/ 5543504 w 6251734"/>
              <a:gd name="connsiteY1093" fmla="*/ 2123909 h 5808721"/>
              <a:gd name="connsiteX1094" fmla="*/ 5531953 w 6251734"/>
              <a:gd name="connsiteY1094" fmla="*/ 2154223 h 5808721"/>
              <a:gd name="connsiteX1095" fmla="*/ 5540407 w 6251734"/>
              <a:gd name="connsiteY1095" fmla="*/ 2245135 h 5808721"/>
              <a:gd name="connsiteX1096" fmla="*/ 5631317 w 6251734"/>
              <a:gd name="connsiteY1096" fmla="*/ 2253964 h 5808721"/>
              <a:gd name="connsiteX1097" fmla="*/ 5661749 w 6251734"/>
              <a:gd name="connsiteY1097" fmla="*/ 2242328 h 5808721"/>
              <a:gd name="connsiteX1098" fmla="*/ 5644001 w 6251734"/>
              <a:gd name="connsiteY1098" fmla="*/ 2163118 h 5808721"/>
              <a:gd name="connsiteX1099" fmla="*/ 5642504 w 6251734"/>
              <a:gd name="connsiteY1099" fmla="*/ 2143082 h 5808721"/>
              <a:gd name="connsiteX1100" fmla="*/ 5623279 w 6251734"/>
              <a:gd name="connsiteY1100" fmla="*/ 2141660 h 5808721"/>
              <a:gd name="connsiteX1101" fmla="*/ 5901217 w 6251734"/>
              <a:gd name="connsiteY1101" fmla="*/ 2096788 h 5808721"/>
              <a:gd name="connsiteX1102" fmla="*/ 5888451 w 6251734"/>
              <a:gd name="connsiteY1102" fmla="*/ 2110545 h 5808721"/>
              <a:gd name="connsiteX1103" fmla="*/ 5875630 w 6251734"/>
              <a:gd name="connsiteY1103" fmla="*/ 2122448 h 5808721"/>
              <a:gd name="connsiteX1104" fmla="*/ 5899439 w 6251734"/>
              <a:gd name="connsiteY1104" fmla="*/ 2120676 h 5808721"/>
              <a:gd name="connsiteX1105" fmla="*/ 5663018 w 6251734"/>
              <a:gd name="connsiteY1105" fmla="*/ 2095865 h 5808721"/>
              <a:gd name="connsiteX1106" fmla="*/ 5664871 w 6251734"/>
              <a:gd name="connsiteY1106" fmla="*/ 2120759 h 5808721"/>
              <a:gd name="connsiteX1107" fmla="*/ 5689742 w 6251734"/>
              <a:gd name="connsiteY1107" fmla="*/ 2122592 h 5808721"/>
              <a:gd name="connsiteX1108" fmla="*/ 5675852 w 6251734"/>
              <a:gd name="connsiteY1108" fmla="*/ 2109688 h 5808721"/>
              <a:gd name="connsiteX1109" fmla="*/ 5964361 w 6251734"/>
              <a:gd name="connsiteY1109" fmla="*/ 2025112 h 5808721"/>
              <a:gd name="connsiteX1110" fmla="*/ 5944467 w 6251734"/>
              <a:gd name="connsiteY1110" fmla="*/ 2050176 h 5808721"/>
              <a:gd name="connsiteX1111" fmla="*/ 5927363 w 6251734"/>
              <a:gd name="connsiteY1111" fmla="*/ 2068609 h 5808721"/>
              <a:gd name="connsiteX1112" fmla="*/ 5923685 w 6251734"/>
              <a:gd name="connsiteY1112" fmla="*/ 2117844 h 5808721"/>
              <a:gd name="connsiteX1113" fmla="*/ 5973632 w 6251734"/>
              <a:gd name="connsiteY1113" fmla="*/ 2107841 h 5808721"/>
              <a:gd name="connsiteX1114" fmla="*/ 6007981 w 6251734"/>
              <a:gd name="connsiteY1114" fmla="*/ 2096861 h 5808721"/>
              <a:gd name="connsiteX1115" fmla="*/ 5991239 w 6251734"/>
              <a:gd name="connsiteY1115" fmla="*/ 2065450 h 5808721"/>
              <a:gd name="connsiteX1116" fmla="*/ 5599967 w 6251734"/>
              <a:gd name="connsiteY1116" fmla="*/ 2024356 h 5808721"/>
              <a:gd name="connsiteX1117" fmla="*/ 5573064 w 6251734"/>
              <a:gd name="connsiteY1117" fmla="*/ 2064817 h 5808721"/>
              <a:gd name="connsiteX1118" fmla="*/ 5555981 w 6251734"/>
              <a:gd name="connsiteY1118" fmla="*/ 2096936 h 5808721"/>
              <a:gd name="connsiteX1119" fmla="*/ 5591049 w 6251734"/>
              <a:gd name="connsiteY1119" fmla="*/ 2108067 h 5808721"/>
              <a:gd name="connsiteX1120" fmla="*/ 5640623 w 6251734"/>
              <a:gd name="connsiteY1120" fmla="*/ 2117908 h 5808721"/>
              <a:gd name="connsiteX1121" fmla="*/ 5636873 w 6251734"/>
              <a:gd name="connsiteY1121" fmla="*/ 2067704 h 5808721"/>
              <a:gd name="connsiteX1122" fmla="*/ 5619836 w 6251734"/>
              <a:gd name="connsiteY1122" fmla="*/ 2049354 h 5808721"/>
              <a:gd name="connsiteX1123" fmla="*/ 5930674 w 6251734"/>
              <a:gd name="connsiteY1123" fmla="*/ 1983998 h 5808721"/>
              <a:gd name="connsiteX1124" fmla="*/ 5932171 w 6251734"/>
              <a:gd name="connsiteY1124" fmla="*/ 2004246 h 5808721"/>
              <a:gd name="connsiteX1125" fmla="*/ 5930734 w 6251734"/>
              <a:gd name="connsiteY1125" fmla="*/ 2023487 h 5808721"/>
              <a:gd name="connsiteX1126" fmla="*/ 5947705 w 6251734"/>
              <a:gd name="connsiteY1126" fmla="*/ 2003765 h 5808721"/>
              <a:gd name="connsiteX1127" fmla="*/ 5633693 w 6251734"/>
              <a:gd name="connsiteY1127" fmla="*/ 1983147 h 5808721"/>
              <a:gd name="connsiteX1128" fmla="*/ 5615905 w 6251734"/>
              <a:gd name="connsiteY1128" fmla="*/ 2003818 h 5808721"/>
              <a:gd name="connsiteX1129" fmla="*/ 5633640 w 6251734"/>
              <a:gd name="connsiteY1129" fmla="*/ 2024428 h 5808721"/>
              <a:gd name="connsiteX1130" fmla="*/ 5632133 w 6251734"/>
              <a:gd name="connsiteY1130" fmla="*/ 2004246 h 5808721"/>
              <a:gd name="connsiteX1131" fmla="*/ 5783009 w 6251734"/>
              <a:gd name="connsiteY1131" fmla="*/ 1940810 h 5808721"/>
              <a:gd name="connsiteX1132" fmla="*/ 5845588 w 6251734"/>
              <a:gd name="connsiteY1132" fmla="*/ 2003389 h 5808721"/>
              <a:gd name="connsiteX1133" fmla="*/ 5783009 w 6251734"/>
              <a:gd name="connsiteY1133" fmla="*/ 2065968 h 5808721"/>
              <a:gd name="connsiteX1134" fmla="*/ 5720429 w 6251734"/>
              <a:gd name="connsiteY1134" fmla="*/ 2003389 h 5808721"/>
              <a:gd name="connsiteX1135" fmla="*/ 5783009 w 6251734"/>
              <a:gd name="connsiteY1135" fmla="*/ 1940810 h 5808721"/>
              <a:gd name="connsiteX1136" fmla="*/ 6037483 w 6251734"/>
              <a:gd name="connsiteY1136" fmla="*/ 1919889 h 5808721"/>
              <a:gd name="connsiteX1137" fmla="*/ 6031666 w 6251734"/>
              <a:gd name="connsiteY1137" fmla="*/ 1930805 h 5808721"/>
              <a:gd name="connsiteX1138" fmla="*/ 5992446 w 6251734"/>
              <a:gd name="connsiteY1138" fmla="*/ 1989726 h 5808721"/>
              <a:gd name="connsiteX1139" fmla="*/ 5981262 w 6251734"/>
              <a:gd name="connsiteY1139" fmla="*/ 2003818 h 5808721"/>
              <a:gd name="connsiteX1140" fmla="*/ 5992446 w 6251734"/>
              <a:gd name="connsiteY1140" fmla="*/ 2017909 h 5808721"/>
              <a:gd name="connsiteX1141" fmla="*/ 6031666 w 6251734"/>
              <a:gd name="connsiteY1141" fmla="*/ 2076831 h 5808721"/>
              <a:gd name="connsiteX1142" fmla="*/ 6037189 w 6251734"/>
              <a:gd name="connsiteY1142" fmla="*/ 2087193 h 5808721"/>
              <a:gd name="connsiteX1143" fmla="*/ 6083022 w 6251734"/>
              <a:gd name="connsiteY1143" fmla="*/ 2063384 h 5808721"/>
              <a:gd name="connsiteX1144" fmla="*/ 6124194 w 6251734"/>
              <a:gd name="connsiteY1144" fmla="*/ 2003388 h 5808721"/>
              <a:gd name="connsiteX1145" fmla="*/ 6082849 w 6251734"/>
              <a:gd name="connsiteY1145" fmla="*/ 1943392 h 5808721"/>
              <a:gd name="connsiteX1146" fmla="*/ 5527012 w 6251734"/>
              <a:gd name="connsiteY1146" fmla="*/ 1919637 h 5808721"/>
              <a:gd name="connsiteX1147" fmla="*/ 5481281 w 6251734"/>
              <a:gd name="connsiteY1147" fmla="*/ 1943393 h 5808721"/>
              <a:gd name="connsiteX1148" fmla="*/ 5440109 w 6251734"/>
              <a:gd name="connsiteY1148" fmla="*/ 2003388 h 5808721"/>
              <a:gd name="connsiteX1149" fmla="*/ 5481454 w 6251734"/>
              <a:gd name="connsiteY1149" fmla="*/ 2063765 h 5808721"/>
              <a:gd name="connsiteX1150" fmla="*/ 5527292 w 6251734"/>
              <a:gd name="connsiteY1150" fmla="*/ 2087474 h 5808721"/>
              <a:gd name="connsiteX1151" fmla="*/ 5532638 w 6251734"/>
              <a:gd name="connsiteY1151" fmla="*/ 2077462 h 5808721"/>
              <a:gd name="connsiteX1152" fmla="*/ 5571857 w 6251734"/>
              <a:gd name="connsiteY1152" fmla="*/ 2018645 h 5808721"/>
              <a:gd name="connsiteX1153" fmla="*/ 5583642 w 6251734"/>
              <a:gd name="connsiteY1153" fmla="*/ 2003818 h 5808721"/>
              <a:gd name="connsiteX1154" fmla="*/ 5571857 w 6251734"/>
              <a:gd name="connsiteY1154" fmla="*/ 1988990 h 5808721"/>
              <a:gd name="connsiteX1155" fmla="*/ 5532638 w 6251734"/>
              <a:gd name="connsiteY1155" fmla="*/ 1930175 h 5808721"/>
              <a:gd name="connsiteX1156" fmla="*/ 5923650 w 6251734"/>
              <a:gd name="connsiteY1156" fmla="*/ 1888999 h 5808721"/>
              <a:gd name="connsiteX1157" fmla="*/ 5927348 w 6251734"/>
              <a:gd name="connsiteY1157" fmla="*/ 1939009 h 5808721"/>
              <a:gd name="connsiteX1158" fmla="*/ 5944467 w 6251734"/>
              <a:gd name="connsiteY1158" fmla="*/ 1957460 h 5808721"/>
              <a:gd name="connsiteX1159" fmla="*/ 5964311 w 6251734"/>
              <a:gd name="connsiteY1159" fmla="*/ 1982460 h 5808721"/>
              <a:gd name="connsiteX1160" fmla="*/ 5991239 w 6251734"/>
              <a:gd name="connsiteY1160" fmla="*/ 1941959 h 5808721"/>
              <a:gd name="connsiteX1161" fmla="*/ 6008190 w 6251734"/>
              <a:gd name="connsiteY1161" fmla="*/ 1910091 h 5808721"/>
              <a:gd name="connsiteX1162" fmla="*/ 5973255 w 6251734"/>
              <a:gd name="connsiteY1162" fmla="*/ 1898937 h 5808721"/>
              <a:gd name="connsiteX1163" fmla="*/ 5640660 w 6251734"/>
              <a:gd name="connsiteY1163" fmla="*/ 1888926 h 5808721"/>
              <a:gd name="connsiteX1164" fmla="*/ 5590672 w 6251734"/>
              <a:gd name="connsiteY1164" fmla="*/ 1898937 h 5808721"/>
              <a:gd name="connsiteX1165" fmla="*/ 5555674 w 6251734"/>
              <a:gd name="connsiteY1165" fmla="*/ 1910123 h 5808721"/>
              <a:gd name="connsiteX1166" fmla="*/ 5573064 w 6251734"/>
              <a:gd name="connsiteY1166" fmla="*/ 1942817 h 5808721"/>
              <a:gd name="connsiteX1167" fmla="*/ 5599967 w 6251734"/>
              <a:gd name="connsiteY1167" fmla="*/ 1983279 h 5808721"/>
              <a:gd name="connsiteX1168" fmla="*/ 5619836 w 6251734"/>
              <a:gd name="connsiteY1168" fmla="*/ 1958282 h 5808721"/>
              <a:gd name="connsiteX1169" fmla="*/ 5636890 w 6251734"/>
              <a:gd name="connsiteY1169" fmla="*/ 1939913 h 5808721"/>
              <a:gd name="connsiteX1170" fmla="*/ 5874649 w 6251734"/>
              <a:gd name="connsiteY1170" fmla="*/ 1884276 h 5808721"/>
              <a:gd name="connsiteX1171" fmla="*/ 5888451 w 6251734"/>
              <a:gd name="connsiteY1171" fmla="*/ 1897089 h 5808721"/>
              <a:gd name="connsiteX1172" fmla="*/ 5901285 w 6251734"/>
              <a:gd name="connsiteY1172" fmla="*/ 1910921 h 5808721"/>
              <a:gd name="connsiteX1173" fmla="*/ 5899440 w 6251734"/>
              <a:gd name="connsiteY1173" fmla="*/ 1886125 h 5808721"/>
              <a:gd name="connsiteX1174" fmla="*/ 5691290 w 6251734"/>
              <a:gd name="connsiteY1174" fmla="*/ 1884137 h 5808721"/>
              <a:gd name="connsiteX1175" fmla="*/ 5664888 w 6251734"/>
              <a:gd name="connsiteY1175" fmla="*/ 1886102 h 5808721"/>
              <a:gd name="connsiteX1176" fmla="*/ 5662969 w 6251734"/>
              <a:gd name="connsiteY1176" fmla="*/ 1911824 h 5808721"/>
              <a:gd name="connsiteX1177" fmla="*/ 5675852 w 6251734"/>
              <a:gd name="connsiteY1177" fmla="*/ 1897947 h 5808721"/>
              <a:gd name="connsiteX1178" fmla="*/ 5782152 w 6251734"/>
              <a:gd name="connsiteY1178" fmla="*/ 1877374 h 5808721"/>
              <a:gd name="connsiteX1179" fmla="*/ 5729852 w 6251734"/>
              <a:gd name="connsiteY1179" fmla="*/ 1881266 h 5808721"/>
              <a:gd name="connsiteX1180" fmla="*/ 5692997 w 6251734"/>
              <a:gd name="connsiteY1180" fmla="*/ 1914234 h 5808721"/>
              <a:gd name="connsiteX1181" fmla="*/ 5659921 w 6251734"/>
              <a:gd name="connsiteY1181" fmla="*/ 1952671 h 5808721"/>
              <a:gd name="connsiteX1182" fmla="*/ 5656136 w 6251734"/>
              <a:gd name="connsiteY1182" fmla="*/ 2003388 h 5808721"/>
              <a:gd name="connsiteX1183" fmla="*/ 5659980 w 6251734"/>
              <a:gd name="connsiteY1183" fmla="*/ 2055033 h 5808721"/>
              <a:gd name="connsiteX1184" fmla="*/ 5692997 w 6251734"/>
              <a:gd name="connsiteY1184" fmla="*/ 2093401 h 5808721"/>
              <a:gd name="connsiteX1185" fmla="*/ 5730401 w 6251734"/>
              <a:gd name="connsiteY1185" fmla="*/ 2125589 h 5808721"/>
              <a:gd name="connsiteX1186" fmla="*/ 5782152 w 6251734"/>
              <a:gd name="connsiteY1186" fmla="*/ 2129404 h 5808721"/>
              <a:gd name="connsiteX1187" fmla="*/ 5832915 w 6251734"/>
              <a:gd name="connsiteY1187" fmla="*/ 2125626 h 5808721"/>
              <a:gd name="connsiteX1188" fmla="*/ 5871306 w 6251734"/>
              <a:gd name="connsiteY1188" fmla="*/ 2092543 h 5808721"/>
              <a:gd name="connsiteX1189" fmla="*/ 5904394 w 6251734"/>
              <a:gd name="connsiteY1189" fmla="*/ 2054095 h 5808721"/>
              <a:gd name="connsiteX1190" fmla="*/ 5908167 w 6251734"/>
              <a:gd name="connsiteY1190" fmla="*/ 2003388 h 5808721"/>
              <a:gd name="connsiteX1191" fmla="*/ 5904460 w 6251734"/>
              <a:gd name="connsiteY1191" fmla="*/ 1953572 h 5808721"/>
              <a:gd name="connsiteX1192" fmla="*/ 5871306 w 6251734"/>
              <a:gd name="connsiteY1192" fmla="*/ 1915093 h 5808721"/>
              <a:gd name="connsiteX1193" fmla="*/ 5831778 w 6251734"/>
              <a:gd name="connsiteY1193" fmla="*/ 1881078 h 5808721"/>
              <a:gd name="connsiteX1194" fmla="*/ 5781317 w 6251734"/>
              <a:gd name="connsiteY1194" fmla="*/ 1837652 h 5808721"/>
              <a:gd name="connsiteX1195" fmla="*/ 5768933 w 6251734"/>
              <a:gd name="connsiteY1195" fmla="*/ 1846306 h 5808721"/>
              <a:gd name="connsiteX1196" fmla="*/ 5759134 w 6251734"/>
              <a:gd name="connsiteY1196" fmla="*/ 1855072 h 5808721"/>
              <a:gd name="connsiteX1197" fmla="*/ 5782152 w 6251734"/>
              <a:gd name="connsiteY1197" fmla="*/ 1853370 h 5808721"/>
              <a:gd name="connsiteX1198" fmla="*/ 5801220 w 6251734"/>
              <a:gd name="connsiteY1198" fmla="*/ 1854779 h 5808721"/>
              <a:gd name="connsiteX1199" fmla="*/ 5875814 w 6251734"/>
              <a:gd name="connsiteY1199" fmla="*/ 1778152 h 5808721"/>
              <a:gd name="connsiteX1200" fmla="*/ 5843355 w 6251734"/>
              <a:gd name="connsiteY1200" fmla="*/ 1794301 h 5808721"/>
              <a:gd name="connsiteX1201" fmla="*/ 5803931 w 6251734"/>
              <a:gd name="connsiteY1201" fmla="*/ 1821851 h 5808721"/>
              <a:gd name="connsiteX1202" fmla="*/ 5828117 w 6251734"/>
              <a:gd name="connsiteY1202" fmla="*/ 1841074 h 5808721"/>
              <a:gd name="connsiteX1203" fmla="*/ 5846484 w 6251734"/>
              <a:gd name="connsiteY1203" fmla="*/ 1858127 h 5808721"/>
              <a:gd name="connsiteX1204" fmla="*/ 5896602 w 6251734"/>
              <a:gd name="connsiteY1204" fmla="*/ 1861833 h 5808721"/>
              <a:gd name="connsiteX1205" fmla="*/ 5886604 w 6251734"/>
              <a:gd name="connsiteY1205" fmla="*/ 1811909 h 5808721"/>
              <a:gd name="connsiteX1206" fmla="*/ 5688619 w 6251734"/>
              <a:gd name="connsiteY1206" fmla="*/ 1778083 h 5808721"/>
              <a:gd name="connsiteX1207" fmla="*/ 5677700 w 6251734"/>
              <a:gd name="connsiteY1207" fmla="*/ 1812285 h 5808721"/>
              <a:gd name="connsiteX1208" fmla="*/ 5667775 w 6251734"/>
              <a:gd name="connsiteY1208" fmla="*/ 1861826 h 5808721"/>
              <a:gd name="connsiteX1209" fmla="*/ 5720592 w 6251734"/>
              <a:gd name="connsiteY1209" fmla="*/ 1857921 h 5808721"/>
              <a:gd name="connsiteX1210" fmla="*/ 5760892 w 6251734"/>
              <a:gd name="connsiteY1210" fmla="*/ 1821868 h 5808721"/>
              <a:gd name="connsiteX1211" fmla="*/ 5720722 w 6251734"/>
              <a:gd name="connsiteY1211" fmla="*/ 1795160 h 5808721"/>
              <a:gd name="connsiteX1212" fmla="*/ 1448754 w 6251734"/>
              <a:gd name="connsiteY1212" fmla="*/ 1765931 h 5808721"/>
              <a:gd name="connsiteX1213" fmla="*/ 1666496 w 6251734"/>
              <a:gd name="connsiteY1213" fmla="*/ 1868802 h 5808721"/>
              <a:gd name="connsiteX1214" fmla="*/ 1884238 w 6251734"/>
              <a:gd name="connsiteY1214" fmla="*/ 1765931 h 5808721"/>
              <a:gd name="connsiteX1215" fmla="*/ 1884238 w 6251734"/>
              <a:gd name="connsiteY1215" fmla="*/ 2016249 h 5808721"/>
              <a:gd name="connsiteX1216" fmla="*/ 1672497 w 6251734"/>
              <a:gd name="connsiteY1216" fmla="*/ 2089973 h 5808721"/>
              <a:gd name="connsiteX1217" fmla="*/ 1666496 w 6251734"/>
              <a:gd name="connsiteY1217" fmla="*/ 2089973 h 5808721"/>
              <a:gd name="connsiteX1218" fmla="*/ 1660495 w 6251734"/>
              <a:gd name="connsiteY1218" fmla="*/ 2089973 h 5808721"/>
              <a:gd name="connsiteX1219" fmla="*/ 1448754 w 6251734"/>
              <a:gd name="connsiteY1219" fmla="*/ 2016249 h 5808721"/>
              <a:gd name="connsiteX1220" fmla="*/ 5593918 w 6251734"/>
              <a:gd name="connsiteY1220" fmla="*/ 1746924 h 5808721"/>
              <a:gd name="connsiteX1221" fmla="*/ 5540407 w 6251734"/>
              <a:gd name="connsiteY1221" fmla="*/ 1762502 h 5808721"/>
              <a:gd name="connsiteX1222" fmla="*/ 5531953 w 6251734"/>
              <a:gd name="connsiteY1222" fmla="*/ 1853413 h 5808721"/>
              <a:gd name="connsiteX1223" fmla="*/ 5543203 w 6251734"/>
              <a:gd name="connsiteY1223" fmla="*/ 1882935 h 5808721"/>
              <a:gd name="connsiteX1224" fmla="*/ 5623279 w 6251734"/>
              <a:gd name="connsiteY1224" fmla="*/ 1865117 h 5808721"/>
              <a:gd name="connsiteX1225" fmla="*/ 5642525 w 6251734"/>
              <a:gd name="connsiteY1225" fmla="*/ 1863694 h 5808721"/>
              <a:gd name="connsiteX1226" fmla="*/ 5643880 w 6251734"/>
              <a:gd name="connsiteY1226" fmla="*/ 1845375 h 5808721"/>
              <a:gd name="connsiteX1227" fmla="*/ 5661631 w 6251734"/>
              <a:gd name="connsiteY1227" fmla="*/ 1765599 h 5808721"/>
              <a:gd name="connsiteX1228" fmla="*/ 5631317 w 6251734"/>
              <a:gd name="connsiteY1228" fmla="*/ 1754048 h 5808721"/>
              <a:gd name="connsiteX1229" fmla="*/ 5593918 w 6251734"/>
              <a:gd name="connsiteY1229" fmla="*/ 1746924 h 5808721"/>
              <a:gd name="connsiteX1230" fmla="*/ 5970024 w 6251734"/>
              <a:gd name="connsiteY1230" fmla="*/ 1746066 h 5808721"/>
              <a:gd name="connsiteX1231" fmla="*/ 5911854 w 6251734"/>
              <a:gd name="connsiteY1231" fmla="*/ 1760221 h 5808721"/>
              <a:gd name="connsiteX1232" fmla="*/ 5902511 w 6251734"/>
              <a:gd name="connsiteY1232" fmla="*/ 1764870 h 5808721"/>
              <a:gd name="connsiteX1233" fmla="*/ 5920424 w 6251734"/>
              <a:gd name="connsiteY1233" fmla="*/ 1845375 h 5808721"/>
              <a:gd name="connsiteX1234" fmla="*/ 5921779 w 6251734"/>
              <a:gd name="connsiteY1234" fmla="*/ 1863694 h 5808721"/>
              <a:gd name="connsiteX1235" fmla="*/ 5941024 w 6251734"/>
              <a:gd name="connsiteY1235" fmla="*/ 1865117 h 5808721"/>
              <a:gd name="connsiteX1236" fmla="*/ 6020799 w 6251734"/>
              <a:gd name="connsiteY1236" fmla="*/ 1882868 h 5808721"/>
              <a:gd name="connsiteX1237" fmla="*/ 6032350 w 6251734"/>
              <a:gd name="connsiteY1237" fmla="*/ 1852555 h 5808721"/>
              <a:gd name="connsiteX1238" fmla="*/ 6023897 w 6251734"/>
              <a:gd name="connsiteY1238" fmla="*/ 1761646 h 5808721"/>
              <a:gd name="connsiteX1239" fmla="*/ 5970024 w 6251734"/>
              <a:gd name="connsiteY1239" fmla="*/ 1746066 h 5808721"/>
              <a:gd name="connsiteX1240" fmla="*/ 289975 w 6251734"/>
              <a:gd name="connsiteY1240" fmla="*/ 1703570 h 5808721"/>
              <a:gd name="connsiteX1241" fmla="*/ 249460 w 6251734"/>
              <a:gd name="connsiteY1241" fmla="*/ 1738503 h 5808721"/>
              <a:gd name="connsiteX1242" fmla="*/ 283964 w 6251734"/>
              <a:gd name="connsiteY1242" fmla="*/ 1707642 h 5808721"/>
              <a:gd name="connsiteX1243" fmla="*/ 4368605 w 6251734"/>
              <a:gd name="connsiteY1243" fmla="*/ 1696916 h 5808721"/>
              <a:gd name="connsiteX1244" fmla="*/ 4478277 w 6251734"/>
              <a:gd name="connsiteY1244" fmla="*/ 1734211 h 5808721"/>
              <a:gd name="connsiteX1245" fmla="*/ 4710592 w 6251734"/>
              <a:gd name="connsiteY1245" fmla="*/ 1734211 h 5808721"/>
              <a:gd name="connsiteX1246" fmla="*/ 4710592 w 6251734"/>
              <a:gd name="connsiteY1246" fmla="*/ 2074541 h 5808721"/>
              <a:gd name="connsiteX1247" fmla="*/ 4473133 w 6251734"/>
              <a:gd name="connsiteY1247" fmla="*/ 2076255 h 5808721"/>
              <a:gd name="connsiteX1248" fmla="*/ 4245961 w 6251734"/>
              <a:gd name="connsiteY1248" fmla="*/ 2072826 h 5808721"/>
              <a:gd name="connsiteX1249" fmla="*/ 4245961 w 6251734"/>
              <a:gd name="connsiteY1249" fmla="*/ 1734211 h 5808721"/>
              <a:gd name="connsiteX1250" fmla="*/ 4368605 w 6251734"/>
              <a:gd name="connsiteY1250" fmla="*/ 1696916 h 5808721"/>
              <a:gd name="connsiteX1251" fmla="*/ 5782152 w 6251734"/>
              <a:gd name="connsiteY1251" fmla="*/ 1661348 h 5808721"/>
              <a:gd name="connsiteX1252" fmla="*/ 5722156 w 6251734"/>
              <a:gd name="connsiteY1252" fmla="*/ 1702693 h 5808721"/>
              <a:gd name="connsiteX1253" fmla="*/ 5698519 w 6251734"/>
              <a:gd name="connsiteY1253" fmla="*/ 1748314 h 5808721"/>
              <a:gd name="connsiteX1254" fmla="*/ 5708935 w 6251734"/>
              <a:gd name="connsiteY1254" fmla="*/ 1753875 h 5808721"/>
              <a:gd name="connsiteX1255" fmla="*/ 5767753 w 6251734"/>
              <a:gd name="connsiteY1255" fmla="*/ 1793094 h 5808721"/>
              <a:gd name="connsiteX1256" fmla="*/ 5783057 w 6251734"/>
              <a:gd name="connsiteY1256" fmla="*/ 1805259 h 5808721"/>
              <a:gd name="connsiteX1257" fmla="*/ 5855594 w 6251734"/>
              <a:gd name="connsiteY1257" fmla="*/ 1754507 h 5808721"/>
              <a:gd name="connsiteX1258" fmla="*/ 5866361 w 6251734"/>
              <a:gd name="connsiteY1258" fmla="*/ 1749129 h 5808721"/>
              <a:gd name="connsiteX1259" fmla="*/ 5842148 w 6251734"/>
              <a:gd name="connsiteY1259" fmla="*/ 1702521 h 5808721"/>
              <a:gd name="connsiteX1260" fmla="*/ 5782152 w 6251734"/>
              <a:gd name="connsiteY1260" fmla="*/ 1661348 h 5808721"/>
              <a:gd name="connsiteX1261" fmla="*/ 592360 w 6251734"/>
              <a:gd name="connsiteY1261" fmla="*/ 1640776 h 5808721"/>
              <a:gd name="connsiteX1262" fmla="*/ 599890 w 6251734"/>
              <a:gd name="connsiteY1262" fmla="*/ 1643860 h 5808721"/>
              <a:gd name="connsiteX1263" fmla="*/ 615617 w 6251734"/>
              <a:gd name="connsiteY1263" fmla="*/ 1651278 h 5808721"/>
              <a:gd name="connsiteX1264" fmla="*/ 493776 w 6251734"/>
              <a:gd name="connsiteY1264" fmla="*/ 1630488 h 5808721"/>
              <a:gd name="connsiteX1265" fmla="*/ 498063 w 6251734"/>
              <a:gd name="connsiteY1265" fmla="*/ 1633917 h 5808721"/>
              <a:gd name="connsiteX1266" fmla="*/ 493776 w 6251734"/>
              <a:gd name="connsiteY1266" fmla="*/ 1640776 h 5808721"/>
              <a:gd name="connsiteX1267" fmla="*/ 497205 w 6251734"/>
              <a:gd name="connsiteY1267" fmla="*/ 1641634 h 5808721"/>
              <a:gd name="connsiteX1268" fmla="*/ 510921 w 6251734"/>
              <a:gd name="connsiteY1268" fmla="*/ 1651062 h 5808721"/>
              <a:gd name="connsiteX1269" fmla="*/ 492919 w 6251734"/>
              <a:gd name="connsiteY1269" fmla="*/ 1655350 h 5808721"/>
              <a:gd name="connsiteX1270" fmla="*/ 471488 w 6251734"/>
              <a:gd name="connsiteY1270" fmla="*/ 1649348 h 5808721"/>
              <a:gd name="connsiteX1271" fmla="*/ 451771 w 6251734"/>
              <a:gd name="connsiteY1271" fmla="*/ 1667351 h 5808721"/>
              <a:gd name="connsiteX1272" fmla="*/ 440627 w 6251734"/>
              <a:gd name="connsiteY1272" fmla="*/ 1683638 h 5808721"/>
              <a:gd name="connsiteX1273" fmla="*/ 450914 w 6251734"/>
              <a:gd name="connsiteY1273" fmla="*/ 1689640 h 5808721"/>
              <a:gd name="connsiteX1274" fmla="*/ 460344 w 6251734"/>
              <a:gd name="connsiteY1274" fmla="*/ 1690497 h 5808721"/>
              <a:gd name="connsiteX1275" fmla="*/ 484347 w 6251734"/>
              <a:gd name="connsiteY1275" fmla="*/ 1686210 h 5808721"/>
              <a:gd name="connsiteX1276" fmla="*/ 490347 w 6251734"/>
              <a:gd name="connsiteY1276" fmla="*/ 1700784 h 5808721"/>
              <a:gd name="connsiteX1277" fmla="*/ 512636 w 6251734"/>
              <a:gd name="connsiteY1277" fmla="*/ 1711927 h 5808721"/>
              <a:gd name="connsiteX1278" fmla="*/ 525495 w 6251734"/>
              <a:gd name="connsiteY1278" fmla="*/ 1726501 h 5808721"/>
              <a:gd name="connsiteX1279" fmla="*/ 510064 w 6251734"/>
              <a:gd name="connsiteY1279" fmla="*/ 1736787 h 5808721"/>
              <a:gd name="connsiteX1280" fmla="*/ 494634 w 6251734"/>
              <a:gd name="connsiteY1280" fmla="*/ 1747070 h 5808721"/>
              <a:gd name="connsiteX1281" fmla="*/ 500634 w 6251734"/>
              <a:gd name="connsiteY1281" fmla="*/ 1756500 h 5808721"/>
              <a:gd name="connsiteX1282" fmla="*/ 516922 w 6251734"/>
              <a:gd name="connsiteY1282" fmla="*/ 1753071 h 5808721"/>
              <a:gd name="connsiteX1283" fmla="*/ 523780 w 6251734"/>
              <a:gd name="connsiteY1283" fmla="*/ 1751357 h 5808721"/>
              <a:gd name="connsiteX1284" fmla="*/ 542640 w 6251734"/>
              <a:gd name="connsiteY1284" fmla="*/ 1747928 h 5808721"/>
              <a:gd name="connsiteX1285" fmla="*/ 545211 w 6251734"/>
              <a:gd name="connsiteY1285" fmla="*/ 1745356 h 5808721"/>
              <a:gd name="connsiteX1286" fmla="*/ 555498 w 6251734"/>
              <a:gd name="connsiteY1286" fmla="*/ 1741075 h 5808721"/>
              <a:gd name="connsiteX1287" fmla="*/ 588931 w 6251734"/>
              <a:gd name="connsiteY1287" fmla="*/ 1744499 h 5808721"/>
              <a:gd name="connsiteX1288" fmla="*/ 600933 w 6251734"/>
              <a:gd name="connsiteY1288" fmla="*/ 1755643 h 5808721"/>
              <a:gd name="connsiteX1289" fmla="*/ 605219 w 6251734"/>
              <a:gd name="connsiteY1289" fmla="*/ 1752214 h 5808721"/>
              <a:gd name="connsiteX1290" fmla="*/ 609505 w 6251734"/>
              <a:gd name="connsiteY1290" fmla="*/ 1735930 h 5808721"/>
              <a:gd name="connsiteX1291" fmla="*/ 619792 w 6251734"/>
              <a:gd name="connsiteY1291" fmla="*/ 1739360 h 5808721"/>
              <a:gd name="connsiteX1292" fmla="*/ 643795 w 6251734"/>
              <a:gd name="connsiteY1292" fmla="*/ 1724786 h 5808721"/>
              <a:gd name="connsiteX1293" fmla="*/ 656654 w 6251734"/>
              <a:gd name="connsiteY1293" fmla="*/ 1733358 h 5808721"/>
              <a:gd name="connsiteX1294" fmla="*/ 651510 w 6251734"/>
              <a:gd name="connsiteY1294" fmla="*/ 1747928 h 5808721"/>
              <a:gd name="connsiteX1295" fmla="*/ 639509 w 6251734"/>
              <a:gd name="connsiteY1295" fmla="*/ 1742789 h 5808721"/>
              <a:gd name="connsiteX1296" fmla="*/ 623221 w 6251734"/>
              <a:gd name="connsiteY1296" fmla="*/ 1756500 h 5808721"/>
              <a:gd name="connsiteX1297" fmla="*/ 625793 w 6251734"/>
              <a:gd name="connsiteY1297" fmla="*/ 1763359 h 5808721"/>
              <a:gd name="connsiteX1298" fmla="*/ 642081 w 6251734"/>
              <a:gd name="connsiteY1298" fmla="*/ 1763359 h 5808721"/>
              <a:gd name="connsiteX1299" fmla="*/ 656654 w 6251734"/>
              <a:gd name="connsiteY1299" fmla="*/ 1767644 h 5808721"/>
              <a:gd name="connsiteX1300" fmla="*/ 658369 w 6251734"/>
              <a:gd name="connsiteY1300" fmla="*/ 1773647 h 5808721"/>
              <a:gd name="connsiteX1301" fmla="*/ 672085 w 6251734"/>
              <a:gd name="connsiteY1301" fmla="*/ 1778790 h 5808721"/>
              <a:gd name="connsiteX1302" fmla="*/ 672085 w 6251734"/>
              <a:gd name="connsiteY1302" fmla="*/ 1788218 h 5808721"/>
              <a:gd name="connsiteX1303" fmla="*/ 666085 w 6251734"/>
              <a:gd name="connsiteY1303" fmla="*/ 1786504 h 5808721"/>
              <a:gd name="connsiteX1304" fmla="*/ 654082 w 6251734"/>
              <a:gd name="connsiteY1304" fmla="*/ 1789076 h 5808721"/>
              <a:gd name="connsiteX1305" fmla="*/ 642081 w 6251734"/>
              <a:gd name="connsiteY1305" fmla="*/ 1791647 h 5808721"/>
              <a:gd name="connsiteX1306" fmla="*/ 618935 w 6251734"/>
              <a:gd name="connsiteY1306" fmla="*/ 1788218 h 5808721"/>
              <a:gd name="connsiteX1307" fmla="*/ 608648 w 6251734"/>
              <a:gd name="connsiteY1307" fmla="*/ 1798505 h 5808721"/>
              <a:gd name="connsiteX1308" fmla="*/ 601790 w 6251734"/>
              <a:gd name="connsiteY1308" fmla="*/ 1798505 h 5808721"/>
              <a:gd name="connsiteX1309" fmla="*/ 588074 w 6251734"/>
              <a:gd name="connsiteY1309" fmla="*/ 1793363 h 5808721"/>
              <a:gd name="connsiteX1310" fmla="*/ 576072 w 6251734"/>
              <a:gd name="connsiteY1310" fmla="*/ 1789076 h 5808721"/>
              <a:gd name="connsiteX1311" fmla="*/ 566643 w 6251734"/>
              <a:gd name="connsiteY1311" fmla="*/ 1788218 h 5808721"/>
              <a:gd name="connsiteX1312" fmla="*/ 562356 w 6251734"/>
              <a:gd name="connsiteY1312" fmla="*/ 1770216 h 5808721"/>
              <a:gd name="connsiteX1313" fmla="*/ 557213 w 6251734"/>
              <a:gd name="connsiteY1313" fmla="*/ 1769359 h 5808721"/>
              <a:gd name="connsiteX1314" fmla="*/ 550355 w 6251734"/>
              <a:gd name="connsiteY1314" fmla="*/ 1767644 h 5808721"/>
              <a:gd name="connsiteX1315" fmla="*/ 537496 w 6251734"/>
              <a:gd name="connsiteY1315" fmla="*/ 1770216 h 5808721"/>
              <a:gd name="connsiteX1316" fmla="*/ 528924 w 6251734"/>
              <a:gd name="connsiteY1316" fmla="*/ 1771073 h 5808721"/>
              <a:gd name="connsiteX1317" fmla="*/ 516065 w 6251734"/>
              <a:gd name="connsiteY1317" fmla="*/ 1773647 h 5808721"/>
              <a:gd name="connsiteX1318" fmla="*/ 507492 w 6251734"/>
              <a:gd name="connsiteY1318" fmla="*/ 1774503 h 5808721"/>
              <a:gd name="connsiteX1319" fmla="*/ 493776 w 6251734"/>
              <a:gd name="connsiteY1319" fmla="*/ 1786504 h 5808721"/>
              <a:gd name="connsiteX1320" fmla="*/ 474060 w 6251734"/>
              <a:gd name="connsiteY1320" fmla="*/ 1793363 h 5808721"/>
              <a:gd name="connsiteX1321" fmla="*/ 466344 w 6251734"/>
              <a:gd name="connsiteY1321" fmla="*/ 1797648 h 5808721"/>
              <a:gd name="connsiteX1322" fmla="*/ 458629 w 6251734"/>
              <a:gd name="connsiteY1322" fmla="*/ 1810508 h 5808721"/>
              <a:gd name="connsiteX1323" fmla="*/ 438912 w 6251734"/>
              <a:gd name="connsiteY1323" fmla="*/ 1831938 h 5808721"/>
              <a:gd name="connsiteX1324" fmla="*/ 441484 w 6251734"/>
              <a:gd name="connsiteY1324" fmla="*/ 1860230 h 5808721"/>
              <a:gd name="connsiteX1325" fmla="*/ 436341 w 6251734"/>
              <a:gd name="connsiteY1325" fmla="*/ 1874802 h 5808721"/>
              <a:gd name="connsiteX1326" fmla="*/ 431197 w 6251734"/>
              <a:gd name="connsiteY1326" fmla="*/ 1886803 h 5808721"/>
              <a:gd name="connsiteX1327" fmla="*/ 439770 w 6251734"/>
              <a:gd name="connsiteY1327" fmla="*/ 1896233 h 5808721"/>
              <a:gd name="connsiteX1328" fmla="*/ 444913 w 6251734"/>
              <a:gd name="connsiteY1328" fmla="*/ 1902233 h 5808721"/>
              <a:gd name="connsiteX1329" fmla="*/ 447485 w 6251734"/>
              <a:gd name="connsiteY1329" fmla="*/ 1914235 h 5808721"/>
              <a:gd name="connsiteX1330" fmla="*/ 456915 w 6251734"/>
              <a:gd name="connsiteY1330" fmla="*/ 1921951 h 5808721"/>
              <a:gd name="connsiteX1331" fmla="*/ 463773 w 6251734"/>
              <a:gd name="connsiteY1331" fmla="*/ 1933095 h 5808721"/>
              <a:gd name="connsiteX1332" fmla="*/ 474917 w 6251734"/>
              <a:gd name="connsiteY1332" fmla="*/ 1939095 h 5808721"/>
              <a:gd name="connsiteX1333" fmla="*/ 502349 w 6251734"/>
              <a:gd name="connsiteY1333" fmla="*/ 1939953 h 5808721"/>
              <a:gd name="connsiteX1334" fmla="*/ 521208 w 6251734"/>
              <a:gd name="connsiteY1334" fmla="*/ 1937380 h 5808721"/>
              <a:gd name="connsiteX1335" fmla="*/ 540925 w 6251734"/>
              <a:gd name="connsiteY1335" fmla="*/ 1931380 h 5808721"/>
              <a:gd name="connsiteX1336" fmla="*/ 552069 w 6251734"/>
              <a:gd name="connsiteY1336" fmla="*/ 1930522 h 5808721"/>
              <a:gd name="connsiteX1337" fmla="*/ 559785 w 6251734"/>
              <a:gd name="connsiteY1337" fmla="*/ 1941666 h 5808721"/>
              <a:gd name="connsiteX1338" fmla="*/ 570929 w 6251734"/>
              <a:gd name="connsiteY1338" fmla="*/ 1939095 h 5808721"/>
              <a:gd name="connsiteX1339" fmla="*/ 587217 w 6251734"/>
              <a:gd name="connsiteY1339" fmla="*/ 1945953 h 5808721"/>
              <a:gd name="connsiteX1340" fmla="*/ 583788 w 6251734"/>
              <a:gd name="connsiteY1340" fmla="*/ 1962240 h 5808721"/>
              <a:gd name="connsiteX1341" fmla="*/ 583788 w 6251734"/>
              <a:gd name="connsiteY1341" fmla="*/ 1968242 h 5808721"/>
              <a:gd name="connsiteX1342" fmla="*/ 585502 w 6251734"/>
              <a:gd name="connsiteY1342" fmla="*/ 1990529 h 5808721"/>
              <a:gd name="connsiteX1343" fmla="*/ 593217 w 6251734"/>
              <a:gd name="connsiteY1343" fmla="*/ 2001674 h 5808721"/>
              <a:gd name="connsiteX1344" fmla="*/ 598361 w 6251734"/>
              <a:gd name="connsiteY1344" fmla="*/ 2009389 h 5808721"/>
              <a:gd name="connsiteX1345" fmla="*/ 606933 w 6251734"/>
              <a:gd name="connsiteY1345" fmla="*/ 2021391 h 5808721"/>
              <a:gd name="connsiteX1346" fmla="*/ 609505 w 6251734"/>
              <a:gd name="connsiteY1346" fmla="*/ 2033392 h 5808721"/>
              <a:gd name="connsiteX1347" fmla="*/ 598361 w 6251734"/>
              <a:gd name="connsiteY1347" fmla="*/ 2045393 h 5808721"/>
              <a:gd name="connsiteX1348" fmla="*/ 593217 w 6251734"/>
              <a:gd name="connsiteY1348" fmla="*/ 2061682 h 5808721"/>
              <a:gd name="connsiteX1349" fmla="*/ 588931 w 6251734"/>
              <a:gd name="connsiteY1349" fmla="*/ 2071968 h 5808721"/>
              <a:gd name="connsiteX1350" fmla="*/ 595789 w 6251734"/>
              <a:gd name="connsiteY1350" fmla="*/ 2082255 h 5808721"/>
              <a:gd name="connsiteX1351" fmla="*/ 606076 w 6251734"/>
              <a:gd name="connsiteY1351" fmla="*/ 2095114 h 5808721"/>
              <a:gd name="connsiteX1352" fmla="*/ 608648 w 6251734"/>
              <a:gd name="connsiteY1352" fmla="*/ 2107115 h 5808721"/>
              <a:gd name="connsiteX1353" fmla="*/ 608648 w 6251734"/>
              <a:gd name="connsiteY1353" fmla="*/ 2116545 h 5808721"/>
              <a:gd name="connsiteX1354" fmla="*/ 613791 w 6251734"/>
              <a:gd name="connsiteY1354" fmla="*/ 2128547 h 5808721"/>
              <a:gd name="connsiteX1355" fmla="*/ 620649 w 6251734"/>
              <a:gd name="connsiteY1355" fmla="*/ 2144834 h 5808721"/>
              <a:gd name="connsiteX1356" fmla="*/ 624936 w 6251734"/>
              <a:gd name="connsiteY1356" fmla="*/ 2144834 h 5808721"/>
              <a:gd name="connsiteX1357" fmla="*/ 642938 w 6251734"/>
              <a:gd name="connsiteY1357" fmla="*/ 2137119 h 5808721"/>
              <a:gd name="connsiteX1358" fmla="*/ 665227 w 6251734"/>
              <a:gd name="connsiteY1358" fmla="*/ 2127690 h 5808721"/>
              <a:gd name="connsiteX1359" fmla="*/ 668656 w 6251734"/>
              <a:gd name="connsiteY1359" fmla="*/ 2118260 h 5808721"/>
              <a:gd name="connsiteX1360" fmla="*/ 683230 w 6251734"/>
              <a:gd name="connsiteY1360" fmla="*/ 2106258 h 5808721"/>
              <a:gd name="connsiteX1361" fmla="*/ 695231 w 6251734"/>
              <a:gd name="connsiteY1361" fmla="*/ 2088256 h 5808721"/>
              <a:gd name="connsiteX1362" fmla="*/ 695231 w 6251734"/>
              <a:gd name="connsiteY1362" fmla="*/ 2076254 h 5808721"/>
              <a:gd name="connsiteX1363" fmla="*/ 706375 w 6251734"/>
              <a:gd name="connsiteY1363" fmla="*/ 2072825 h 5808721"/>
              <a:gd name="connsiteX1364" fmla="*/ 710662 w 6251734"/>
              <a:gd name="connsiteY1364" fmla="*/ 2065110 h 5808721"/>
              <a:gd name="connsiteX1365" fmla="*/ 724378 w 6251734"/>
              <a:gd name="connsiteY1365" fmla="*/ 2052252 h 5808721"/>
              <a:gd name="connsiteX1366" fmla="*/ 719234 w 6251734"/>
              <a:gd name="connsiteY1366" fmla="*/ 2040250 h 5808721"/>
              <a:gd name="connsiteX1367" fmla="*/ 729521 w 6251734"/>
              <a:gd name="connsiteY1367" fmla="*/ 2028248 h 5808721"/>
              <a:gd name="connsiteX1368" fmla="*/ 728664 w 6251734"/>
              <a:gd name="connsiteY1368" fmla="*/ 2006817 h 5808721"/>
              <a:gd name="connsiteX1369" fmla="*/ 728664 w 6251734"/>
              <a:gd name="connsiteY1369" fmla="*/ 1992244 h 5808721"/>
              <a:gd name="connsiteX1370" fmla="*/ 735522 w 6251734"/>
              <a:gd name="connsiteY1370" fmla="*/ 1983671 h 5808721"/>
              <a:gd name="connsiteX1371" fmla="*/ 738951 w 6251734"/>
              <a:gd name="connsiteY1371" fmla="*/ 1966526 h 5808721"/>
              <a:gd name="connsiteX1372" fmla="*/ 750095 w 6251734"/>
              <a:gd name="connsiteY1372" fmla="*/ 1954526 h 5808721"/>
              <a:gd name="connsiteX1373" fmla="*/ 753524 w 6251734"/>
              <a:gd name="connsiteY1373" fmla="*/ 1931380 h 5808721"/>
              <a:gd name="connsiteX1374" fmla="*/ 760382 w 6251734"/>
              <a:gd name="connsiteY1374" fmla="*/ 1918520 h 5808721"/>
              <a:gd name="connsiteX1375" fmla="*/ 762954 w 6251734"/>
              <a:gd name="connsiteY1375" fmla="*/ 1903090 h 5808721"/>
              <a:gd name="connsiteX1376" fmla="*/ 756096 w 6251734"/>
              <a:gd name="connsiteY1376" fmla="*/ 1895375 h 5808721"/>
              <a:gd name="connsiteX1377" fmla="*/ 744094 w 6251734"/>
              <a:gd name="connsiteY1377" fmla="*/ 1897947 h 5808721"/>
              <a:gd name="connsiteX1378" fmla="*/ 737236 w 6251734"/>
              <a:gd name="connsiteY1378" fmla="*/ 1899662 h 5808721"/>
              <a:gd name="connsiteX1379" fmla="*/ 727807 w 6251734"/>
              <a:gd name="connsiteY1379" fmla="*/ 1896233 h 5808721"/>
              <a:gd name="connsiteX1380" fmla="*/ 727807 w 6251734"/>
              <a:gd name="connsiteY1380" fmla="*/ 1885088 h 5808721"/>
              <a:gd name="connsiteX1381" fmla="*/ 716662 w 6251734"/>
              <a:gd name="connsiteY1381" fmla="*/ 1880803 h 5808721"/>
              <a:gd name="connsiteX1382" fmla="*/ 710662 w 6251734"/>
              <a:gd name="connsiteY1382" fmla="*/ 1867944 h 5808721"/>
              <a:gd name="connsiteX1383" fmla="*/ 704661 w 6251734"/>
              <a:gd name="connsiteY1383" fmla="*/ 1855941 h 5808721"/>
              <a:gd name="connsiteX1384" fmla="*/ 695231 w 6251734"/>
              <a:gd name="connsiteY1384" fmla="*/ 1851655 h 5808721"/>
              <a:gd name="connsiteX1385" fmla="*/ 691802 w 6251734"/>
              <a:gd name="connsiteY1385" fmla="*/ 1834510 h 5808721"/>
              <a:gd name="connsiteX1386" fmla="*/ 701232 w 6251734"/>
              <a:gd name="connsiteY1386" fmla="*/ 1831082 h 5808721"/>
              <a:gd name="connsiteX1387" fmla="*/ 707233 w 6251734"/>
              <a:gd name="connsiteY1387" fmla="*/ 1836225 h 5808721"/>
              <a:gd name="connsiteX1388" fmla="*/ 713233 w 6251734"/>
              <a:gd name="connsiteY1388" fmla="*/ 1846511 h 5808721"/>
              <a:gd name="connsiteX1389" fmla="*/ 715805 w 6251734"/>
              <a:gd name="connsiteY1389" fmla="*/ 1859371 h 5808721"/>
              <a:gd name="connsiteX1390" fmla="*/ 730378 w 6251734"/>
              <a:gd name="connsiteY1390" fmla="*/ 1868802 h 5808721"/>
              <a:gd name="connsiteX1391" fmla="*/ 738951 w 6251734"/>
              <a:gd name="connsiteY1391" fmla="*/ 1879945 h 5808721"/>
              <a:gd name="connsiteX1392" fmla="*/ 759525 w 6251734"/>
              <a:gd name="connsiteY1392" fmla="*/ 1875660 h 5808721"/>
              <a:gd name="connsiteX1393" fmla="*/ 763811 w 6251734"/>
              <a:gd name="connsiteY1393" fmla="*/ 1864514 h 5808721"/>
              <a:gd name="connsiteX1394" fmla="*/ 767240 w 6251734"/>
              <a:gd name="connsiteY1394" fmla="*/ 1852513 h 5808721"/>
              <a:gd name="connsiteX1395" fmla="*/ 762954 w 6251734"/>
              <a:gd name="connsiteY1395" fmla="*/ 1837940 h 5808721"/>
              <a:gd name="connsiteX1396" fmla="*/ 762954 w 6251734"/>
              <a:gd name="connsiteY1396" fmla="*/ 1825938 h 5808721"/>
              <a:gd name="connsiteX1397" fmla="*/ 758668 w 6251734"/>
              <a:gd name="connsiteY1397" fmla="*/ 1815651 h 5808721"/>
              <a:gd name="connsiteX1398" fmla="*/ 762097 w 6251734"/>
              <a:gd name="connsiteY1398" fmla="*/ 1816508 h 5808721"/>
              <a:gd name="connsiteX1399" fmla="*/ 774098 w 6251734"/>
              <a:gd name="connsiteY1399" fmla="*/ 1820794 h 5808721"/>
              <a:gd name="connsiteX1400" fmla="*/ 782671 w 6251734"/>
              <a:gd name="connsiteY1400" fmla="*/ 1837084 h 5808721"/>
              <a:gd name="connsiteX1401" fmla="*/ 790386 w 6251734"/>
              <a:gd name="connsiteY1401" fmla="*/ 1844797 h 5808721"/>
              <a:gd name="connsiteX1402" fmla="*/ 796387 w 6251734"/>
              <a:gd name="connsiteY1402" fmla="*/ 1851655 h 5808721"/>
              <a:gd name="connsiteX1403" fmla="*/ 800673 w 6251734"/>
              <a:gd name="connsiteY1403" fmla="*/ 1863658 h 5808721"/>
              <a:gd name="connsiteX1404" fmla="*/ 809245 w 6251734"/>
              <a:gd name="connsiteY1404" fmla="*/ 1873945 h 5808721"/>
              <a:gd name="connsiteX1405" fmla="*/ 810960 w 6251734"/>
              <a:gd name="connsiteY1405" fmla="*/ 1870514 h 5808721"/>
              <a:gd name="connsiteX1406" fmla="*/ 620127 w 6251734"/>
              <a:gd name="connsiteY1406" fmla="*/ 1653407 h 5808721"/>
              <a:gd name="connsiteX1407" fmla="*/ 615617 w 6251734"/>
              <a:gd name="connsiteY1407" fmla="*/ 1651278 h 5808721"/>
              <a:gd name="connsiteX1408" fmla="*/ 671583 w 6251734"/>
              <a:gd name="connsiteY1408" fmla="*/ 1676556 h 5808721"/>
              <a:gd name="connsiteX1409" fmla="*/ 792958 w 6251734"/>
              <a:gd name="connsiteY1409" fmla="*/ 2119974 h 5808721"/>
              <a:gd name="connsiteX1410" fmla="*/ 511779 w 6251734"/>
              <a:gd name="connsiteY1410" fmla="*/ 2287139 h 5808721"/>
              <a:gd name="connsiteX1411" fmla="*/ 630079 w 6251734"/>
              <a:gd name="connsiteY1411" fmla="*/ 2251133 h 5808721"/>
              <a:gd name="connsiteX1412" fmla="*/ 613791 w 6251734"/>
              <a:gd name="connsiteY1412" fmla="*/ 2251993 h 5808721"/>
              <a:gd name="connsiteX1413" fmla="*/ 597504 w 6251734"/>
              <a:gd name="connsiteY1413" fmla="*/ 2245133 h 5808721"/>
              <a:gd name="connsiteX1414" fmla="*/ 588074 w 6251734"/>
              <a:gd name="connsiteY1414" fmla="*/ 2243418 h 5808721"/>
              <a:gd name="connsiteX1415" fmla="*/ 572643 w 6251734"/>
              <a:gd name="connsiteY1415" fmla="*/ 2245990 h 5808721"/>
              <a:gd name="connsiteX1416" fmla="*/ 560642 w 6251734"/>
              <a:gd name="connsiteY1416" fmla="*/ 2251993 h 5808721"/>
              <a:gd name="connsiteX1417" fmla="*/ 550355 w 6251734"/>
              <a:gd name="connsiteY1417" fmla="*/ 2251133 h 5808721"/>
              <a:gd name="connsiteX1418" fmla="*/ 537496 w 6251734"/>
              <a:gd name="connsiteY1418" fmla="*/ 2251993 h 5808721"/>
              <a:gd name="connsiteX1419" fmla="*/ 541782 w 6251734"/>
              <a:gd name="connsiteY1419" fmla="*/ 2241705 h 5808721"/>
              <a:gd name="connsiteX1420" fmla="*/ 530638 w 6251734"/>
              <a:gd name="connsiteY1420" fmla="*/ 2239989 h 5808721"/>
              <a:gd name="connsiteX1421" fmla="*/ 523780 w 6251734"/>
              <a:gd name="connsiteY1421" fmla="*/ 2248563 h 5808721"/>
              <a:gd name="connsiteX1422" fmla="*/ 517779 w 6251734"/>
              <a:gd name="connsiteY1422" fmla="*/ 2259708 h 5808721"/>
              <a:gd name="connsiteX1423" fmla="*/ 496348 w 6251734"/>
              <a:gd name="connsiteY1423" fmla="*/ 2255421 h 5808721"/>
              <a:gd name="connsiteX1424" fmla="*/ 484347 w 6251734"/>
              <a:gd name="connsiteY1424" fmla="*/ 2252849 h 5808721"/>
              <a:gd name="connsiteX1425" fmla="*/ 485204 w 6251734"/>
              <a:gd name="connsiteY1425" fmla="*/ 2248563 h 5808721"/>
              <a:gd name="connsiteX1426" fmla="*/ 497205 w 6251734"/>
              <a:gd name="connsiteY1426" fmla="*/ 2239989 h 5808721"/>
              <a:gd name="connsiteX1427" fmla="*/ 509207 w 6251734"/>
              <a:gd name="connsiteY1427" fmla="*/ 2233132 h 5808721"/>
              <a:gd name="connsiteX1428" fmla="*/ 503206 w 6251734"/>
              <a:gd name="connsiteY1428" fmla="*/ 2226275 h 5808721"/>
              <a:gd name="connsiteX1429" fmla="*/ 497205 w 6251734"/>
              <a:gd name="connsiteY1429" fmla="*/ 2231417 h 5808721"/>
              <a:gd name="connsiteX1430" fmla="*/ 472345 w 6251734"/>
              <a:gd name="connsiteY1430" fmla="*/ 2232275 h 5808721"/>
              <a:gd name="connsiteX1431" fmla="*/ 451771 w 6251734"/>
              <a:gd name="connsiteY1431" fmla="*/ 2233989 h 5808721"/>
              <a:gd name="connsiteX1432" fmla="*/ 448342 w 6251734"/>
              <a:gd name="connsiteY1432" fmla="*/ 2227131 h 5808721"/>
              <a:gd name="connsiteX1433" fmla="*/ 433769 w 6251734"/>
              <a:gd name="connsiteY1433" fmla="*/ 2233989 h 5808721"/>
              <a:gd name="connsiteX1434" fmla="*/ 413195 w 6251734"/>
              <a:gd name="connsiteY1434" fmla="*/ 2237419 h 5808721"/>
              <a:gd name="connsiteX1435" fmla="*/ 402908 w 6251734"/>
              <a:gd name="connsiteY1435" fmla="*/ 2239132 h 5808721"/>
              <a:gd name="connsiteX1436" fmla="*/ 402051 w 6251734"/>
              <a:gd name="connsiteY1436" fmla="*/ 2233132 h 5808721"/>
              <a:gd name="connsiteX1437" fmla="*/ 391764 w 6251734"/>
              <a:gd name="connsiteY1437" fmla="*/ 2241705 h 5808721"/>
              <a:gd name="connsiteX1438" fmla="*/ 379762 w 6251734"/>
              <a:gd name="connsiteY1438" fmla="*/ 2243418 h 5808721"/>
              <a:gd name="connsiteX1439" fmla="*/ 378048 w 6251734"/>
              <a:gd name="connsiteY1439" fmla="*/ 2257136 h 5808721"/>
              <a:gd name="connsiteX1440" fmla="*/ 393304 w 6251734"/>
              <a:gd name="connsiteY1440" fmla="*/ 2268105 h 5808721"/>
              <a:gd name="connsiteX1441" fmla="*/ 409649 w 6251734"/>
              <a:gd name="connsiteY1441" fmla="*/ 2273959 h 5808721"/>
              <a:gd name="connsiteX1442" fmla="*/ 353398 w 6251734"/>
              <a:gd name="connsiteY1442" fmla="*/ 2258117 h 5808721"/>
              <a:gd name="connsiteX1443" fmla="*/ 167164 w 6251734"/>
              <a:gd name="connsiteY1443" fmla="*/ 1913378 h 5808721"/>
              <a:gd name="connsiteX1444" fmla="*/ 170593 w 6251734"/>
              <a:gd name="connsiteY1444" fmla="*/ 1910806 h 5808721"/>
              <a:gd name="connsiteX1445" fmla="*/ 173165 w 6251734"/>
              <a:gd name="connsiteY1445" fmla="*/ 1921951 h 5808721"/>
              <a:gd name="connsiteX1446" fmla="*/ 179166 w 6251734"/>
              <a:gd name="connsiteY1446" fmla="*/ 1930522 h 5808721"/>
              <a:gd name="connsiteX1447" fmla="*/ 186024 w 6251734"/>
              <a:gd name="connsiteY1447" fmla="*/ 1939953 h 5808721"/>
              <a:gd name="connsiteX1448" fmla="*/ 181737 w 6251734"/>
              <a:gd name="connsiteY1448" fmla="*/ 1954526 h 5808721"/>
              <a:gd name="connsiteX1449" fmla="*/ 190310 w 6251734"/>
              <a:gd name="connsiteY1449" fmla="*/ 1978528 h 5808721"/>
              <a:gd name="connsiteX1450" fmla="*/ 189453 w 6251734"/>
              <a:gd name="connsiteY1450" fmla="*/ 2007674 h 5808721"/>
              <a:gd name="connsiteX1451" fmla="*/ 208312 w 6251734"/>
              <a:gd name="connsiteY1451" fmla="*/ 2052252 h 5808721"/>
              <a:gd name="connsiteX1452" fmla="*/ 215170 w 6251734"/>
              <a:gd name="connsiteY1452" fmla="*/ 2066825 h 5808721"/>
              <a:gd name="connsiteX1453" fmla="*/ 227172 w 6251734"/>
              <a:gd name="connsiteY1453" fmla="*/ 2076254 h 5808721"/>
              <a:gd name="connsiteX1454" fmla="*/ 233172 w 6251734"/>
              <a:gd name="connsiteY1454" fmla="*/ 2101972 h 5808721"/>
              <a:gd name="connsiteX1455" fmla="*/ 240888 w 6251734"/>
              <a:gd name="connsiteY1455" fmla="*/ 2124260 h 5808721"/>
              <a:gd name="connsiteX1456" fmla="*/ 250317 w 6251734"/>
              <a:gd name="connsiteY1456" fmla="*/ 2136262 h 5808721"/>
              <a:gd name="connsiteX1457" fmla="*/ 257175 w 6251734"/>
              <a:gd name="connsiteY1457" fmla="*/ 2149122 h 5808721"/>
              <a:gd name="connsiteX1458" fmla="*/ 264891 w 6251734"/>
              <a:gd name="connsiteY1458" fmla="*/ 2161123 h 5808721"/>
              <a:gd name="connsiteX1459" fmla="*/ 279464 w 6251734"/>
              <a:gd name="connsiteY1459" fmla="*/ 2189412 h 5808721"/>
              <a:gd name="connsiteX1460" fmla="*/ 286322 w 6251734"/>
              <a:gd name="connsiteY1460" fmla="*/ 2199699 h 5808721"/>
              <a:gd name="connsiteX1461" fmla="*/ 306039 w 6251734"/>
              <a:gd name="connsiteY1461" fmla="*/ 2211701 h 5808721"/>
              <a:gd name="connsiteX1462" fmla="*/ 318897 w 6251734"/>
              <a:gd name="connsiteY1462" fmla="*/ 2221987 h 5808721"/>
              <a:gd name="connsiteX1463" fmla="*/ 320612 w 6251734"/>
              <a:gd name="connsiteY1463" fmla="*/ 2215986 h 5808721"/>
              <a:gd name="connsiteX1464" fmla="*/ 312897 w 6251734"/>
              <a:gd name="connsiteY1464" fmla="*/ 2207414 h 5808721"/>
              <a:gd name="connsiteX1465" fmla="*/ 304324 w 6251734"/>
              <a:gd name="connsiteY1465" fmla="*/ 2196269 h 5808721"/>
              <a:gd name="connsiteX1466" fmla="*/ 300038 w 6251734"/>
              <a:gd name="connsiteY1466" fmla="*/ 2186840 h 5808721"/>
              <a:gd name="connsiteX1467" fmla="*/ 290608 w 6251734"/>
              <a:gd name="connsiteY1467" fmla="*/ 2173981 h 5808721"/>
              <a:gd name="connsiteX1468" fmla="*/ 294894 w 6251734"/>
              <a:gd name="connsiteY1468" fmla="*/ 2166267 h 5808721"/>
              <a:gd name="connsiteX1469" fmla="*/ 298323 w 6251734"/>
              <a:gd name="connsiteY1469" fmla="*/ 2161123 h 5808721"/>
              <a:gd name="connsiteX1470" fmla="*/ 294894 w 6251734"/>
              <a:gd name="connsiteY1470" fmla="*/ 2148263 h 5808721"/>
              <a:gd name="connsiteX1471" fmla="*/ 303467 w 6251734"/>
              <a:gd name="connsiteY1471" fmla="*/ 2119974 h 5808721"/>
              <a:gd name="connsiteX1472" fmla="*/ 303467 w 6251734"/>
              <a:gd name="connsiteY1472" fmla="*/ 2104544 h 5808721"/>
              <a:gd name="connsiteX1473" fmla="*/ 312897 w 6251734"/>
              <a:gd name="connsiteY1473" fmla="*/ 2097686 h 5808721"/>
              <a:gd name="connsiteX1474" fmla="*/ 326613 w 6251734"/>
              <a:gd name="connsiteY1474" fmla="*/ 2088256 h 5808721"/>
              <a:gd name="connsiteX1475" fmla="*/ 324898 w 6251734"/>
              <a:gd name="connsiteY1475" fmla="*/ 2079683 h 5808721"/>
              <a:gd name="connsiteX1476" fmla="*/ 329184 w 6251734"/>
              <a:gd name="connsiteY1476" fmla="*/ 2071111 h 5808721"/>
              <a:gd name="connsiteX1477" fmla="*/ 330042 w 6251734"/>
              <a:gd name="connsiteY1477" fmla="*/ 2057396 h 5808721"/>
              <a:gd name="connsiteX1478" fmla="*/ 325755 w 6251734"/>
              <a:gd name="connsiteY1478" fmla="*/ 2046251 h 5808721"/>
              <a:gd name="connsiteX1479" fmla="*/ 327470 w 6251734"/>
              <a:gd name="connsiteY1479" fmla="*/ 2035106 h 5808721"/>
              <a:gd name="connsiteX1480" fmla="*/ 336900 w 6251734"/>
              <a:gd name="connsiteY1480" fmla="*/ 2021391 h 5808721"/>
              <a:gd name="connsiteX1481" fmla="*/ 342043 w 6251734"/>
              <a:gd name="connsiteY1481" fmla="*/ 2008532 h 5808721"/>
              <a:gd name="connsiteX1482" fmla="*/ 336900 w 6251734"/>
              <a:gd name="connsiteY1482" fmla="*/ 2001674 h 5808721"/>
              <a:gd name="connsiteX1483" fmla="*/ 324041 w 6251734"/>
              <a:gd name="connsiteY1483" fmla="*/ 1994816 h 5808721"/>
              <a:gd name="connsiteX1484" fmla="*/ 315468 w 6251734"/>
              <a:gd name="connsiteY1484" fmla="*/ 1983671 h 5808721"/>
              <a:gd name="connsiteX1485" fmla="*/ 299181 w 6251734"/>
              <a:gd name="connsiteY1485" fmla="*/ 1982814 h 5808721"/>
              <a:gd name="connsiteX1486" fmla="*/ 295752 w 6251734"/>
              <a:gd name="connsiteY1486" fmla="*/ 1977671 h 5808721"/>
              <a:gd name="connsiteX1487" fmla="*/ 282893 w 6251734"/>
              <a:gd name="connsiteY1487" fmla="*/ 1972528 h 5808721"/>
              <a:gd name="connsiteX1488" fmla="*/ 281178 w 6251734"/>
              <a:gd name="connsiteY1488" fmla="*/ 1965669 h 5808721"/>
              <a:gd name="connsiteX1489" fmla="*/ 271749 w 6251734"/>
              <a:gd name="connsiteY1489" fmla="*/ 1963955 h 5808721"/>
              <a:gd name="connsiteX1490" fmla="*/ 270034 w 6251734"/>
              <a:gd name="connsiteY1490" fmla="*/ 1957954 h 5808721"/>
              <a:gd name="connsiteX1491" fmla="*/ 269177 w 6251734"/>
              <a:gd name="connsiteY1491" fmla="*/ 1948525 h 5808721"/>
              <a:gd name="connsiteX1492" fmla="*/ 264033 w 6251734"/>
              <a:gd name="connsiteY1492" fmla="*/ 1939095 h 5808721"/>
              <a:gd name="connsiteX1493" fmla="*/ 259747 w 6251734"/>
              <a:gd name="connsiteY1493" fmla="*/ 1933095 h 5808721"/>
              <a:gd name="connsiteX1494" fmla="*/ 248603 w 6251734"/>
              <a:gd name="connsiteY1494" fmla="*/ 1931380 h 5808721"/>
              <a:gd name="connsiteX1495" fmla="*/ 239173 w 6251734"/>
              <a:gd name="connsiteY1495" fmla="*/ 1926236 h 5808721"/>
              <a:gd name="connsiteX1496" fmla="*/ 236601 w 6251734"/>
              <a:gd name="connsiteY1496" fmla="*/ 1917664 h 5808721"/>
              <a:gd name="connsiteX1497" fmla="*/ 232315 w 6251734"/>
              <a:gd name="connsiteY1497" fmla="*/ 1908233 h 5808721"/>
              <a:gd name="connsiteX1498" fmla="*/ 226314 w 6251734"/>
              <a:gd name="connsiteY1498" fmla="*/ 1903948 h 5808721"/>
              <a:gd name="connsiteX1499" fmla="*/ 214313 w 6251734"/>
              <a:gd name="connsiteY1499" fmla="*/ 1906521 h 5808721"/>
              <a:gd name="connsiteX1500" fmla="*/ 213456 w 6251734"/>
              <a:gd name="connsiteY1500" fmla="*/ 1898805 h 5808721"/>
              <a:gd name="connsiteX1501" fmla="*/ 206598 w 6251734"/>
              <a:gd name="connsiteY1501" fmla="*/ 1897090 h 5808721"/>
              <a:gd name="connsiteX1502" fmla="*/ 201454 w 6251734"/>
              <a:gd name="connsiteY1502" fmla="*/ 1900518 h 5808721"/>
              <a:gd name="connsiteX1503" fmla="*/ 198882 w 6251734"/>
              <a:gd name="connsiteY1503" fmla="*/ 1903948 h 5808721"/>
              <a:gd name="connsiteX1504" fmla="*/ 192882 w 6251734"/>
              <a:gd name="connsiteY1504" fmla="*/ 1912520 h 5808721"/>
              <a:gd name="connsiteX1505" fmla="*/ 191167 w 6251734"/>
              <a:gd name="connsiteY1505" fmla="*/ 1910806 h 5808721"/>
              <a:gd name="connsiteX1506" fmla="*/ 188595 w 6251734"/>
              <a:gd name="connsiteY1506" fmla="*/ 1907378 h 5808721"/>
              <a:gd name="connsiteX1507" fmla="*/ 185166 w 6251734"/>
              <a:gd name="connsiteY1507" fmla="*/ 1895375 h 5808721"/>
              <a:gd name="connsiteX1508" fmla="*/ 188595 w 6251734"/>
              <a:gd name="connsiteY1508" fmla="*/ 1885946 h 5808721"/>
              <a:gd name="connsiteX1509" fmla="*/ 187738 w 6251734"/>
              <a:gd name="connsiteY1509" fmla="*/ 1873087 h 5808721"/>
              <a:gd name="connsiteX1510" fmla="*/ 188595 w 6251734"/>
              <a:gd name="connsiteY1510" fmla="*/ 1862801 h 5808721"/>
              <a:gd name="connsiteX1511" fmla="*/ 187738 w 6251734"/>
              <a:gd name="connsiteY1511" fmla="*/ 1855084 h 5808721"/>
              <a:gd name="connsiteX1512" fmla="*/ 183452 w 6251734"/>
              <a:gd name="connsiteY1512" fmla="*/ 1853370 h 5808721"/>
              <a:gd name="connsiteX1513" fmla="*/ 197168 w 6251734"/>
              <a:gd name="connsiteY1513" fmla="*/ 1817366 h 5808721"/>
              <a:gd name="connsiteX1514" fmla="*/ 195453 w 6251734"/>
              <a:gd name="connsiteY1514" fmla="*/ 1828509 h 5808721"/>
              <a:gd name="connsiteX1515" fmla="*/ 194596 w 6251734"/>
              <a:gd name="connsiteY1515" fmla="*/ 1835368 h 5808721"/>
              <a:gd name="connsiteX1516" fmla="*/ 193739 w 6251734"/>
              <a:gd name="connsiteY1516" fmla="*/ 1843085 h 5808721"/>
              <a:gd name="connsiteX1517" fmla="*/ 196311 w 6251734"/>
              <a:gd name="connsiteY1517" fmla="*/ 1843941 h 5808721"/>
              <a:gd name="connsiteX1518" fmla="*/ 201454 w 6251734"/>
              <a:gd name="connsiteY1518" fmla="*/ 1847369 h 5808721"/>
              <a:gd name="connsiteX1519" fmla="*/ 203169 w 6251734"/>
              <a:gd name="connsiteY1519" fmla="*/ 1847369 h 5808721"/>
              <a:gd name="connsiteX1520" fmla="*/ 207455 w 6251734"/>
              <a:gd name="connsiteY1520" fmla="*/ 1852513 h 5808721"/>
              <a:gd name="connsiteX1521" fmla="*/ 206598 w 6251734"/>
              <a:gd name="connsiteY1521" fmla="*/ 1859371 h 5808721"/>
              <a:gd name="connsiteX1522" fmla="*/ 208312 w 6251734"/>
              <a:gd name="connsiteY1522" fmla="*/ 1861087 h 5808721"/>
              <a:gd name="connsiteX1523" fmla="*/ 213456 w 6251734"/>
              <a:gd name="connsiteY1523" fmla="*/ 1863658 h 5808721"/>
              <a:gd name="connsiteX1524" fmla="*/ 220314 w 6251734"/>
              <a:gd name="connsiteY1524" fmla="*/ 1862801 h 5808721"/>
              <a:gd name="connsiteX1525" fmla="*/ 223743 w 6251734"/>
              <a:gd name="connsiteY1525" fmla="*/ 1867085 h 5808721"/>
              <a:gd name="connsiteX1526" fmla="*/ 225457 w 6251734"/>
              <a:gd name="connsiteY1526" fmla="*/ 1870514 h 5808721"/>
              <a:gd name="connsiteX1527" fmla="*/ 228886 w 6251734"/>
              <a:gd name="connsiteY1527" fmla="*/ 1867085 h 5808721"/>
              <a:gd name="connsiteX1528" fmla="*/ 230601 w 6251734"/>
              <a:gd name="connsiteY1528" fmla="*/ 1862801 h 5808721"/>
              <a:gd name="connsiteX1529" fmla="*/ 227172 w 6251734"/>
              <a:gd name="connsiteY1529" fmla="*/ 1860230 h 5808721"/>
              <a:gd name="connsiteX1530" fmla="*/ 222028 w 6251734"/>
              <a:gd name="connsiteY1530" fmla="*/ 1856798 h 5808721"/>
              <a:gd name="connsiteX1531" fmla="*/ 216027 w 6251734"/>
              <a:gd name="connsiteY1531" fmla="*/ 1855084 h 5808721"/>
              <a:gd name="connsiteX1532" fmla="*/ 210027 w 6251734"/>
              <a:gd name="connsiteY1532" fmla="*/ 1854227 h 5808721"/>
              <a:gd name="connsiteX1533" fmla="*/ 210027 w 6251734"/>
              <a:gd name="connsiteY1533" fmla="*/ 1847369 h 5808721"/>
              <a:gd name="connsiteX1534" fmla="*/ 210027 w 6251734"/>
              <a:gd name="connsiteY1534" fmla="*/ 1839654 h 5808721"/>
              <a:gd name="connsiteX1535" fmla="*/ 205740 w 6251734"/>
              <a:gd name="connsiteY1535" fmla="*/ 1838796 h 5808721"/>
              <a:gd name="connsiteX1536" fmla="*/ 201454 w 6251734"/>
              <a:gd name="connsiteY1536" fmla="*/ 1834510 h 5808721"/>
              <a:gd name="connsiteX1537" fmla="*/ 204883 w 6251734"/>
              <a:gd name="connsiteY1537" fmla="*/ 1827653 h 5808721"/>
              <a:gd name="connsiteX1538" fmla="*/ 215170 w 6251734"/>
              <a:gd name="connsiteY1538" fmla="*/ 1823367 h 5808721"/>
              <a:gd name="connsiteX1539" fmla="*/ 220314 w 6251734"/>
              <a:gd name="connsiteY1539" fmla="*/ 1819081 h 5808721"/>
              <a:gd name="connsiteX1540" fmla="*/ 223743 w 6251734"/>
              <a:gd name="connsiteY1540" fmla="*/ 1811365 h 5808721"/>
              <a:gd name="connsiteX1541" fmla="*/ 227172 w 6251734"/>
              <a:gd name="connsiteY1541" fmla="*/ 1802793 h 5808721"/>
              <a:gd name="connsiteX1542" fmla="*/ 228886 w 6251734"/>
              <a:gd name="connsiteY1542" fmla="*/ 1793363 h 5808721"/>
              <a:gd name="connsiteX1543" fmla="*/ 234030 w 6251734"/>
              <a:gd name="connsiteY1543" fmla="*/ 1786504 h 5808721"/>
              <a:gd name="connsiteX1544" fmla="*/ 246031 w 6251734"/>
              <a:gd name="connsiteY1544" fmla="*/ 1777076 h 5808721"/>
              <a:gd name="connsiteX1545" fmla="*/ 252889 w 6251734"/>
              <a:gd name="connsiteY1545" fmla="*/ 1771073 h 5808721"/>
              <a:gd name="connsiteX1546" fmla="*/ 255461 w 6251734"/>
              <a:gd name="connsiteY1546" fmla="*/ 1765075 h 5808721"/>
              <a:gd name="connsiteX1547" fmla="*/ 261462 w 6251734"/>
              <a:gd name="connsiteY1547" fmla="*/ 1762502 h 5808721"/>
              <a:gd name="connsiteX1548" fmla="*/ 269177 w 6251734"/>
              <a:gd name="connsiteY1548" fmla="*/ 1758215 h 5808721"/>
              <a:gd name="connsiteX1549" fmla="*/ 271749 w 6251734"/>
              <a:gd name="connsiteY1549" fmla="*/ 1750501 h 5808721"/>
              <a:gd name="connsiteX1550" fmla="*/ 274320 w 6251734"/>
              <a:gd name="connsiteY1550" fmla="*/ 1747928 h 5808721"/>
              <a:gd name="connsiteX1551" fmla="*/ 282893 w 6251734"/>
              <a:gd name="connsiteY1551" fmla="*/ 1741932 h 5808721"/>
              <a:gd name="connsiteX1552" fmla="*/ 286322 w 6251734"/>
              <a:gd name="connsiteY1552" fmla="*/ 1739360 h 5808721"/>
              <a:gd name="connsiteX1553" fmla="*/ 293180 w 6251734"/>
              <a:gd name="connsiteY1553" fmla="*/ 1740217 h 5808721"/>
              <a:gd name="connsiteX1554" fmla="*/ 302610 w 6251734"/>
              <a:gd name="connsiteY1554" fmla="*/ 1742789 h 5808721"/>
              <a:gd name="connsiteX1555" fmla="*/ 307753 w 6251734"/>
              <a:gd name="connsiteY1555" fmla="*/ 1741932 h 5808721"/>
              <a:gd name="connsiteX1556" fmla="*/ 309468 w 6251734"/>
              <a:gd name="connsiteY1556" fmla="*/ 1735930 h 5808721"/>
              <a:gd name="connsiteX1557" fmla="*/ 308610 w 6251734"/>
              <a:gd name="connsiteY1557" fmla="*/ 1732501 h 5808721"/>
              <a:gd name="connsiteX1558" fmla="*/ 304324 w 6251734"/>
              <a:gd name="connsiteY1558" fmla="*/ 1730788 h 5808721"/>
              <a:gd name="connsiteX1559" fmla="*/ 306039 w 6251734"/>
              <a:gd name="connsiteY1559" fmla="*/ 1723929 h 5808721"/>
              <a:gd name="connsiteX1560" fmla="*/ 312039 w 6251734"/>
              <a:gd name="connsiteY1560" fmla="*/ 1719643 h 5808721"/>
              <a:gd name="connsiteX1561" fmla="*/ 320612 w 6251734"/>
              <a:gd name="connsiteY1561" fmla="*/ 1714500 h 5808721"/>
              <a:gd name="connsiteX1562" fmla="*/ 325755 w 6251734"/>
              <a:gd name="connsiteY1562" fmla="*/ 1718786 h 5808721"/>
              <a:gd name="connsiteX1563" fmla="*/ 326613 w 6251734"/>
              <a:gd name="connsiteY1563" fmla="*/ 1721357 h 5808721"/>
              <a:gd name="connsiteX1564" fmla="*/ 319755 w 6251734"/>
              <a:gd name="connsiteY1564" fmla="*/ 1725643 h 5808721"/>
              <a:gd name="connsiteX1565" fmla="*/ 323184 w 6251734"/>
              <a:gd name="connsiteY1565" fmla="*/ 1731644 h 5808721"/>
              <a:gd name="connsiteX1566" fmla="*/ 330899 w 6251734"/>
              <a:gd name="connsiteY1566" fmla="*/ 1731644 h 5808721"/>
              <a:gd name="connsiteX1567" fmla="*/ 336042 w 6251734"/>
              <a:gd name="connsiteY1567" fmla="*/ 1728216 h 5808721"/>
              <a:gd name="connsiteX1568" fmla="*/ 337757 w 6251734"/>
              <a:gd name="connsiteY1568" fmla="*/ 1723929 h 5808721"/>
              <a:gd name="connsiteX1569" fmla="*/ 337757 w 6251734"/>
              <a:gd name="connsiteY1569" fmla="*/ 1717072 h 5808721"/>
              <a:gd name="connsiteX1570" fmla="*/ 336900 w 6251734"/>
              <a:gd name="connsiteY1570" fmla="*/ 1711070 h 5808721"/>
              <a:gd name="connsiteX1571" fmla="*/ 339471 w 6251734"/>
              <a:gd name="connsiteY1571" fmla="*/ 1706785 h 5808721"/>
              <a:gd name="connsiteX1572" fmla="*/ 342900 w 6251734"/>
              <a:gd name="connsiteY1572" fmla="*/ 1704213 h 5808721"/>
              <a:gd name="connsiteX1573" fmla="*/ 345472 w 6251734"/>
              <a:gd name="connsiteY1573" fmla="*/ 1699927 h 5808721"/>
              <a:gd name="connsiteX1574" fmla="*/ 345472 w 6251734"/>
              <a:gd name="connsiteY1574" fmla="*/ 1693069 h 5808721"/>
              <a:gd name="connsiteX1575" fmla="*/ 351473 w 6251734"/>
              <a:gd name="connsiteY1575" fmla="*/ 1684495 h 5808721"/>
              <a:gd name="connsiteX1576" fmla="*/ 354045 w 6251734"/>
              <a:gd name="connsiteY1576" fmla="*/ 1680211 h 5808721"/>
              <a:gd name="connsiteX1577" fmla="*/ 345472 w 6251734"/>
              <a:gd name="connsiteY1577" fmla="*/ 1676780 h 5808721"/>
              <a:gd name="connsiteX1578" fmla="*/ 315281 w 6251734"/>
              <a:gd name="connsiteY1578" fmla="*/ 1686424 h 5808721"/>
              <a:gd name="connsiteX1579" fmla="*/ 289975 w 6251734"/>
              <a:gd name="connsiteY1579" fmla="*/ 1703570 h 5808721"/>
              <a:gd name="connsiteX1580" fmla="*/ 311879 w 6251734"/>
              <a:gd name="connsiteY1580" fmla="*/ 1684683 h 5808721"/>
              <a:gd name="connsiteX1581" fmla="*/ 440627 w 6251734"/>
              <a:gd name="connsiteY1581" fmla="*/ 1634775 h 5808721"/>
              <a:gd name="connsiteX1582" fmla="*/ 493776 w 6251734"/>
              <a:gd name="connsiteY1582" fmla="*/ 1630488 h 5808721"/>
              <a:gd name="connsiteX1583" fmla="*/ 5782152 w 6251734"/>
              <a:gd name="connsiteY1583" fmla="*/ 1596198 h 5808721"/>
              <a:gd name="connsiteX1584" fmla="*/ 5866161 w 6251734"/>
              <a:gd name="connsiteY1584" fmla="*/ 1665861 h 5808721"/>
              <a:gd name="connsiteX1585" fmla="*/ 5894202 w 6251734"/>
              <a:gd name="connsiteY1585" fmla="*/ 1735228 h 5808721"/>
              <a:gd name="connsiteX1586" fmla="*/ 5937599 w 6251734"/>
              <a:gd name="connsiteY1586" fmla="*/ 1713557 h 5808721"/>
              <a:gd name="connsiteX1587" fmla="*/ 6007126 w 6251734"/>
              <a:gd name="connsiteY1587" fmla="*/ 1696509 h 5808721"/>
              <a:gd name="connsiteX1588" fmla="*/ 6071045 w 6251734"/>
              <a:gd name="connsiteY1588" fmla="*/ 1715354 h 5808721"/>
              <a:gd name="connsiteX1589" fmla="*/ 6061402 w 6251734"/>
              <a:gd name="connsiteY1589" fmla="*/ 1875016 h 5808721"/>
              <a:gd name="connsiteX1590" fmla="*/ 6052430 w 6251734"/>
              <a:gd name="connsiteY1590" fmla="*/ 1891847 h 5808721"/>
              <a:gd name="connsiteX1591" fmla="*/ 6120539 w 6251734"/>
              <a:gd name="connsiteY1591" fmla="*/ 1919379 h 5808721"/>
              <a:gd name="connsiteX1592" fmla="*/ 6190203 w 6251734"/>
              <a:gd name="connsiteY1592" fmla="*/ 2003388 h 5808721"/>
              <a:gd name="connsiteX1593" fmla="*/ 6120539 w 6251734"/>
              <a:gd name="connsiteY1593" fmla="*/ 2087623 h 5808721"/>
              <a:gd name="connsiteX1594" fmla="*/ 6052202 w 6251734"/>
              <a:gd name="connsiteY1594" fmla="*/ 2115361 h 5808721"/>
              <a:gd name="connsiteX1595" fmla="*/ 6061402 w 6251734"/>
              <a:gd name="connsiteY1595" fmla="*/ 2132621 h 5808721"/>
              <a:gd name="connsiteX1596" fmla="*/ 6071045 w 6251734"/>
              <a:gd name="connsiteY1596" fmla="*/ 2292283 h 5808721"/>
              <a:gd name="connsiteX1597" fmla="*/ 5911061 w 6251734"/>
              <a:gd name="connsiteY1597" fmla="*/ 2282960 h 5808721"/>
              <a:gd name="connsiteX1598" fmla="*/ 5893744 w 6251734"/>
              <a:gd name="connsiteY1598" fmla="*/ 2273685 h 5808721"/>
              <a:gd name="connsiteX1599" fmla="*/ 5865784 w 6251734"/>
              <a:gd name="connsiteY1599" fmla="*/ 2342634 h 5808721"/>
              <a:gd name="connsiteX1600" fmla="*/ 5782152 w 6251734"/>
              <a:gd name="connsiteY1600" fmla="*/ 2412297 h 5808721"/>
              <a:gd name="connsiteX1601" fmla="*/ 5698520 w 6251734"/>
              <a:gd name="connsiteY1601" fmla="*/ 2342634 h 5808721"/>
              <a:gd name="connsiteX1602" fmla="*/ 5670749 w 6251734"/>
              <a:gd name="connsiteY1602" fmla="*/ 2274150 h 5808721"/>
              <a:gd name="connsiteX1603" fmla="*/ 5653242 w 6251734"/>
              <a:gd name="connsiteY1603" fmla="*/ 2283496 h 5808721"/>
              <a:gd name="connsiteX1604" fmla="*/ 5493258 w 6251734"/>
              <a:gd name="connsiteY1604" fmla="*/ 2293141 h 5808721"/>
              <a:gd name="connsiteX1605" fmla="*/ 5502902 w 6251734"/>
              <a:gd name="connsiteY1605" fmla="*/ 2133155 h 5808721"/>
              <a:gd name="connsiteX1606" fmla="*/ 5512498 w 6251734"/>
              <a:gd name="connsiteY1606" fmla="*/ 2115182 h 5808721"/>
              <a:gd name="connsiteX1607" fmla="*/ 5443764 w 6251734"/>
              <a:gd name="connsiteY1607" fmla="*/ 2087397 h 5808721"/>
              <a:gd name="connsiteX1608" fmla="*/ 5374100 w 6251734"/>
              <a:gd name="connsiteY1608" fmla="*/ 2003388 h 5808721"/>
              <a:gd name="connsiteX1609" fmla="*/ 5443764 w 6251734"/>
              <a:gd name="connsiteY1609" fmla="*/ 1919379 h 5808721"/>
              <a:gd name="connsiteX1610" fmla="*/ 5512121 w 6251734"/>
              <a:gd name="connsiteY1610" fmla="*/ 1891747 h 5808721"/>
              <a:gd name="connsiteX1611" fmla="*/ 5502902 w 6251734"/>
              <a:gd name="connsiteY1611" fmla="*/ 1874480 h 5808721"/>
              <a:gd name="connsiteX1612" fmla="*/ 5493258 w 6251734"/>
              <a:gd name="connsiteY1612" fmla="*/ 1714497 h 5808721"/>
              <a:gd name="connsiteX1613" fmla="*/ 5653242 w 6251734"/>
              <a:gd name="connsiteY1613" fmla="*/ 1724143 h 5808721"/>
              <a:gd name="connsiteX1614" fmla="*/ 5670795 w 6251734"/>
              <a:gd name="connsiteY1614" fmla="*/ 1733514 h 5808721"/>
              <a:gd name="connsiteX1615" fmla="*/ 5698143 w 6251734"/>
              <a:gd name="connsiteY1615" fmla="*/ 1665860 h 5808721"/>
              <a:gd name="connsiteX1616" fmla="*/ 5782152 w 6251734"/>
              <a:gd name="connsiteY1616" fmla="*/ 1596198 h 5808721"/>
              <a:gd name="connsiteX1617" fmla="*/ 3595306 w 6251734"/>
              <a:gd name="connsiteY1617" fmla="*/ 1531906 h 5808721"/>
              <a:gd name="connsiteX1618" fmla="*/ 3477006 w 6251734"/>
              <a:gd name="connsiteY1618" fmla="*/ 1651922 h 5808721"/>
              <a:gd name="connsiteX1619" fmla="*/ 3595306 w 6251734"/>
              <a:gd name="connsiteY1619" fmla="*/ 1771933 h 5808721"/>
              <a:gd name="connsiteX1620" fmla="*/ 3713607 w 6251734"/>
              <a:gd name="connsiteY1620" fmla="*/ 1651922 h 5808721"/>
              <a:gd name="connsiteX1621" fmla="*/ 3595306 w 6251734"/>
              <a:gd name="connsiteY1621" fmla="*/ 1531906 h 5808721"/>
              <a:gd name="connsiteX1622" fmla="*/ 1682785 w 6251734"/>
              <a:gd name="connsiteY1622" fmla="*/ 1496755 h 5808721"/>
              <a:gd name="connsiteX1623" fmla="*/ 2037137 w 6251734"/>
              <a:gd name="connsiteY1623" fmla="*/ 1655346 h 5808721"/>
              <a:gd name="connsiteX1624" fmla="*/ 2042829 w 6251734"/>
              <a:gd name="connsiteY1624" fmla="*/ 1655346 h 5808721"/>
              <a:gd name="connsiteX1625" fmla="*/ 2042829 w 6251734"/>
              <a:gd name="connsiteY1625" fmla="*/ 1657894 h 5808721"/>
              <a:gd name="connsiteX1626" fmla="*/ 2050545 w 6251734"/>
              <a:gd name="connsiteY1626" fmla="*/ 1661347 h 5808721"/>
              <a:gd name="connsiteX1627" fmla="*/ 2042829 w 6251734"/>
              <a:gd name="connsiteY1627" fmla="*/ 1664864 h 5808721"/>
              <a:gd name="connsiteX1628" fmla="*/ 2042829 w 6251734"/>
              <a:gd name="connsiteY1628" fmla="*/ 1878511 h 5808721"/>
              <a:gd name="connsiteX1629" fmla="*/ 2057832 w 6251734"/>
              <a:gd name="connsiteY1629" fmla="*/ 1884660 h 5808721"/>
              <a:gd name="connsiteX1630" fmla="*/ 2068547 w 6251734"/>
              <a:gd name="connsiteY1630" fmla="*/ 1910806 h 5808721"/>
              <a:gd name="connsiteX1631" fmla="*/ 2057832 w 6251734"/>
              <a:gd name="connsiteY1631" fmla="*/ 1937274 h 5808721"/>
              <a:gd name="connsiteX1632" fmla="*/ 2057578 w 6251734"/>
              <a:gd name="connsiteY1632" fmla="*/ 1937375 h 5808721"/>
              <a:gd name="connsiteX1633" fmla="*/ 2065332 w 6251734"/>
              <a:gd name="connsiteY1633" fmla="*/ 1965456 h 5808721"/>
              <a:gd name="connsiteX1634" fmla="*/ 2069404 w 6251734"/>
              <a:gd name="connsiteY1634" fmla="*/ 2078827 h 5808721"/>
              <a:gd name="connsiteX1635" fmla="*/ 2038543 w 6251734"/>
              <a:gd name="connsiteY1635" fmla="*/ 2078827 h 5808721"/>
              <a:gd name="connsiteX1636" fmla="*/ 2027398 w 6251734"/>
              <a:gd name="connsiteY1636" fmla="*/ 2078827 h 5808721"/>
              <a:gd name="connsiteX1637" fmla="*/ 1996538 w 6251734"/>
              <a:gd name="connsiteY1637" fmla="*/ 2078827 h 5808721"/>
              <a:gd name="connsiteX1638" fmla="*/ 2001360 w 6251734"/>
              <a:gd name="connsiteY1638" fmla="*/ 1965456 h 5808721"/>
              <a:gd name="connsiteX1639" fmla="*/ 2008928 w 6251734"/>
              <a:gd name="connsiteY1639" fmla="*/ 1938341 h 5808721"/>
              <a:gd name="connsiteX1640" fmla="*/ 2005539 w 6251734"/>
              <a:gd name="connsiteY1640" fmla="*/ 1936952 h 5808721"/>
              <a:gd name="connsiteX1641" fmla="*/ 1994823 w 6251734"/>
              <a:gd name="connsiteY1641" fmla="*/ 1910806 h 5808721"/>
              <a:gd name="connsiteX1642" fmla="*/ 2005539 w 6251734"/>
              <a:gd name="connsiteY1642" fmla="*/ 1884660 h 5808721"/>
              <a:gd name="connsiteX1643" fmla="*/ 2019683 w 6251734"/>
              <a:gd name="connsiteY1643" fmla="*/ 1878863 h 5808721"/>
              <a:gd name="connsiteX1644" fmla="*/ 2019683 w 6251734"/>
              <a:gd name="connsiteY1644" fmla="*/ 1675413 h 5808721"/>
              <a:gd name="connsiteX1645" fmla="*/ 1672498 w 6251734"/>
              <a:gd name="connsiteY1645" fmla="*/ 1833654 h 5808721"/>
              <a:gd name="connsiteX1646" fmla="*/ 1300450 w 6251734"/>
              <a:gd name="connsiteY1646" fmla="*/ 1665634 h 5808721"/>
              <a:gd name="connsiteX1647" fmla="*/ 5080921 w 6251734"/>
              <a:gd name="connsiteY1647" fmla="*/ 1438462 h 5808721"/>
              <a:gd name="connsiteX1648" fmla="*/ 5143500 w 6251734"/>
              <a:gd name="connsiteY1648" fmla="*/ 1438462 h 5808721"/>
              <a:gd name="connsiteX1649" fmla="*/ 5158931 w 6251734"/>
              <a:gd name="connsiteY1649" fmla="*/ 1457322 h 5808721"/>
              <a:gd name="connsiteX1650" fmla="*/ 5143500 w 6251734"/>
              <a:gd name="connsiteY1650" fmla="*/ 1476181 h 5808721"/>
              <a:gd name="connsiteX1651" fmla="*/ 5080921 w 6251734"/>
              <a:gd name="connsiteY1651" fmla="*/ 1476181 h 5808721"/>
              <a:gd name="connsiteX1652" fmla="*/ 5065490 w 6251734"/>
              <a:gd name="connsiteY1652" fmla="*/ 1457322 h 5808721"/>
              <a:gd name="connsiteX1653" fmla="*/ 5080921 w 6251734"/>
              <a:gd name="connsiteY1653" fmla="*/ 1438462 h 5808721"/>
              <a:gd name="connsiteX1654" fmla="*/ 2660050 w 6251734"/>
              <a:gd name="connsiteY1654" fmla="*/ 1421316 h 5808721"/>
              <a:gd name="connsiteX1655" fmla="*/ 2760348 w 6251734"/>
              <a:gd name="connsiteY1655" fmla="*/ 1591909 h 5808721"/>
              <a:gd name="connsiteX1656" fmla="*/ 2643762 w 6251734"/>
              <a:gd name="connsiteY1656" fmla="*/ 1672490 h 5808721"/>
              <a:gd name="connsiteX1657" fmla="*/ 2797210 w 6251734"/>
              <a:gd name="connsiteY1657" fmla="*/ 1599624 h 5808721"/>
              <a:gd name="connsiteX1658" fmla="*/ 2660050 w 6251734"/>
              <a:gd name="connsiteY1658" fmla="*/ 1421316 h 5808721"/>
              <a:gd name="connsiteX1659" fmla="*/ 5060347 w 6251734"/>
              <a:gd name="connsiteY1659" fmla="*/ 1398171 h 5808721"/>
              <a:gd name="connsiteX1660" fmla="*/ 5164075 w 6251734"/>
              <a:gd name="connsiteY1660" fmla="*/ 1398171 h 5808721"/>
              <a:gd name="connsiteX1661" fmla="*/ 5189792 w 6251734"/>
              <a:gd name="connsiteY1661" fmla="*/ 1417031 h 5808721"/>
              <a:gd name="connsiteX1662" fmla="*/ 5164075 w 6251734"/>
              <a:gd name="connsiteY1662" fmla="*/ 1435890 h 5808721"/>
              <a:gd name="connsiteX1663" fmla="*/ 5060347 w 6251734"/>
              <a:gd name="connsiteY1663" fmla="*/ 1435890 h 5808721"/>
              <a:gd name="connsiteX1664" fmla="*/ 5034629 w 6251734"/>
              <a:gd name="connsiteY1664" fmla="*/ 1417031 h 5808721"/>
              <a:gd name="connsiteX1665" fmla="*/ 5060347 w 6251734"/>
              <a:gd name="connsiteY1665" fmla="*/ 1398171 h 5808721"/>
              <a:gd name="connsiteX1666" fmla="*/ 3397282 w 6251734"/>
              <a:gd name="connsiteY1666" fmla="*/ 1360456 h 5808721"/>
              <a:gd name="connsiteX1667" fmla="*/ 3287554 w 6251734"/>
              <a:gd name="connsiteY1667" fmla="*/ 1471897 h 5808721"/>
              <a:gd name="connsiteX1668" fmla="*/ 3397282 w 6251734"/>
              <a:gd name="connsiteY1668" fmla="*/ 1582484 h 5808721"/>
              <a:gd name="connsiteX1669" fmla="*/ 3507010 w 6251734"/>
              <a:gd name="connsiteY1669" fmla="*/ 1471897 h 5808721"/>
              <a:gd name="connsiteX1670" fmla="*/ 3397282 w 6251734"/>
              <a:gd name="connsiteY1670" fmla="*/ 1360456 h 5808721"/>
              <a:gd name="connsiteX1671" fmla="*/ 5060347 w 6251734"/>
              <a:gd name="connsiteY1671" fmla="*/ 1358738 h 5808721"/>
              <a:gd name="connsiteX1672" fmla="*/ 5164075 w 6251734"/>
              <a:gd name="connsiteY1672" fmla="*/ 1358738 h 5808721"/>
              <a:gd name="connsiteX1673" fmla="*/ 5189792 w 6251734"/>
              <a:gd name="connsiteY1673" fmla="*/ 1377598 h 5808721"/>
              <a:gd name="connsiteX1674" fmla="*/ 5164075 w 6251734"/>
              <a:gd name="connsiteY1674" fmla="*/ 1396458 h 5808721"/>
              <a:gd name="connsiteX1675" fmla="*/ 5060347 w 6251734"/>
              <a:gd name="connsiteY1675" fmla="*/ 1396458 h 5808721"/>
              <a:gd name="connsiteX1676" fmla="*/ 5034629 w 6251734"/>
              <a:gd name="connsiteY1676" fmla="*/ 1377598 h 5808721"/>
              <a:gd name="connsiteX1677" fmla="*/ 5060347 w 6251734"/>
              <a:gd name="connsiteY1677" fmla="*/ 1358738 h 5808721"/>
              <a:gd name="connsiteX1678" fmla="*/ 3329559 w 6251734"/>
              <a:gd name="connsiteY1678" fmla="*/ 1134999 h 5808721"/>
              <a:gd name="connsiteX1679" fmla="*/ 3233547 w 6251734"/>
              <a:gd name="connsiteY1679" fmla="*/ 1232725 h 5808721"/>
              <a:gd name="connsiteX1680" fmla="*/ 3329559 w 6251734"/>
              <a:gd name="connsiteY1680" fmla="*/ 1330451 h 5808721"/>
              <a:gd name="connsiteX1681" fmla="*/ 3425571 w 6251734"/>
              <a:gd name="connsiteY1681" fmla="*/ 1232725 h 5808721"/>
              <a:gd name="connsiteX1682" fmla="*/ 3329559 w 6251734"/>
              <a:gd name="connsiteY1682" fmla="*/ 1134999 h 5808721"/>
              <a:gd name="connsiteX1683" fmla="*/ 2545178 w 6251734"/>
              <a:gd name="connsiteY1683" fmla="*/ 997834 h 5808721"/>
              <a:gd name="connsiteX1684" fmla="*/ 2649763 w 6251734"/>
              <a:gd name="connsiteY1684" fmla="*/ 1038125 h 5808721"/>
              <a:gd name="connsiteX1685" fmla="*/ 2649763 w 6251734"/>
              <a:gd name="connsiteY1685" fmla="*/ 1040697 h 5808721"/>
              <a:gd name="connsiteX1686" fmla="*/ 2654049 w 6251734"/>
              <a:gd name="connsiteY1686" fmla="*/ 1040697 h 5808721"/>
              <a:gd name="connsiteX1687" fmla="*/ 2654049 w 6251734"/>
              <a:gd name="connsiteY1687" fmla="*/ 1116135 h 5808721"/>
              <a:gd name="connsiteX1688" fmla="*/ 2649763 w 6251734"/>
              <a:gd name="connsiteY1688" fmla="*/ 1116135 h 5808721"/>
              <a:gd name="connsiteX1689" fmla="*/ 2632618 w 6251734"/>
              <a:gd name="connsiteY1689" fmla="*/ 1138423 h 5808721"/>
              <a:gd name="connsiteX1690" fmla="*/ 2632618 w 6251734"/>
              <a:gd name="connsiteY1690" fmla="*/ 1309873 h 5808721"/>
              <a:gd name="connsiteX1691" fmla="*/ 2648905 w 6251734"/>
              <a:gd name="connsiteY1691" fmla="*/ 1351879 h 5808721"/>
              <a:gd name="connsiteX1692" fmla="*/ 2810926 w 6251734"/>
              <a:gd name="connsiteY1692" fmla="*/ 1669918 h 5808721"/>
              <a:gd name="connsiteX1693" fmla="*/ 2546035 w 6251734"/>
              <a:gd name="connsiteY1693" fmla="*/ 1728211 h 5808721"/>
              <a:gd name="connsiteX1694" fmla="*/ 2281144 w 6251734"/>
              <a:gd name="connsiteY1694" fmla="*/ 1669918 h 5808721"/>
              <a:gd name="connsiteX1695" fmla="*/ 2447452 w 6251734"/>
              <a:gd name="connsiteY1695" fmla="*/ 1351879 h 5808721"/>
              <a:gd name="connsiteX1696" fmla="*/ 2470597 w 6251734"/>
              <a:gd name="connsiteY1696" fmla="*/ 1309873 h 5808721"/>
              <a:gd name="connsiteX1697" fmla="*/ 2470597 w 6251734"/>
              <a:gd name="connsiteY1697" fmla="*/ 1139281 h 5808721"/>
              <a:gd name="connsiteX1698" fmla="*/ 2440594 w 6251734"/>
              <a:gd name="connsiteY1698" fmla="*/ 1116135 h 5808721"/>
              <a:gd name="connsiteX1699" fmla="*/ 2438022 w 6251734"/>
              <a:gd name="connsiteY1699" fmla="*/ 1116135 h 5808721"/>
              <a:gd name="connsiteX1700" fmla="*/ 2438022 w 6251734"/>
              <a:gd name="connsiteY1700" fmla="*/ 1040697 h 5808721"/>
              <a:gd name="connsiteX1701" fmla="*/ 2440594 w 6251734"/>
              <a:gd name="connsiteY1701" fmla="*/ 1040697 h 5808721"/>
              <a:gd name="connsiteX1702" fmla="*/ 2440594 w 6251734"/>
              <a:gd name="connsiteY1702" fmla="*/ 1038125 h 5808721"/>
              <a:gd name="connsiteX1703" fmla="*/ 2545178 w 6251734"/>
              <a:gd name="connsiteY1703" fmla="*/ 997834 h 5808721"/>
              <a:gd name="connsiteX1704" fmla="*/ 1963962 w 6251734"/>
              <a:gd name="connsiteY1704" fmla="*/ 956688 h 5808721"/>
              <a:gd name="connsiteX1705" fmla="*/ 2026541 w 6251734"/>
              <a:gd name="connsiteY1705" fmla="*/ 956688 h 5808721"/>
              <a:gd name="connsiteX1706" fmla="*/ 2042829 w 6251734"/>
              <a:gd name="connsiteY1706" fmla="*/ 975549 h 5808721"/>
              <a:gd name="connsiteX1707" fmla="*/ 2027398 w 6251734"/>
              <a:gd name="connsiteY1707" fmla="*/ 994408 h 5808721"/>
              <a:gd name="connsiteX1708" fmla="*/ 1963962 w 6251734"/>
              <a:gd name="connsiteY1708" fmla="*/ 994408 h 5808721"/>
              <a:gd name="connsiteX1709" fmla="*/ 1948531 w 6251734"/>
              <a:gd name="connsiteY1709" fmla="*/ 975549 h 5808721"/>
              <a:gd name="connsiteX1710" fmla="*/ 1963962 w 6251734"/>
              <a:gd name="connsiteY1710" fmla="*/ 956688 h 5808721"/>
              <a:gd name="connsiteX1711" fmla="*/ 3402425 w 6251734"/>
              <a:gd name="connsiteY1711" fmla="*/ 943831 h 5808721"/>
              <a:gd name="connsiteX1712" fmla="*/ 3330416 w 6251734"/>
              <a:gd name="connsiteY1712" fmla="*/ 1016699 h 5808721"/>
              <a:gd name="connsiteX1713" fmla="*/ 3402425 w 6251734"/>
              <a:gd name="connsiteY1713" fmla="*/ 1089565 h 5808721"/>
              <a:gd name="connsiteX1714" fmla="*/ 3474434 w 6251734"/>
              <a:gd name="connsiteY1714" fmla="*/ 1016699 h 5808721"/>
              <a:gd name="connsiteX1715" fmla="*/ 3402425 w 6251734"/>
              <a:gd name="connsiteY1715" fmla="*/ 943831 h 5808721"/>
              <a:gd name="connsiteX1716" fmla="*/ 4083082 w 6251734"/>
              <a:gd name="connsiteY1716" fmla="*/ 928402 h 5808721"/>
              <a:gd name="connsiteX1717" fmla="*/ 3939064 w 6251734"/>
              <a:gd name="connsiteY1717" fmla="*/ 1072419 h 5808721"/>
              <a:gd name="connsiteX1718" fmla="*/ 4083082 w 6251734"/>
              <a:gd name="connsiteY1718" fmla="*/ 1216437 h 5808721"/>
              <a:gd name="connsiteX1719" fmla="*/ 4227100 w 6251734"/>
              <a:gd name="connsiteY1719" fmla="*/ 1072419 h 5808721"/>
              <a:gd name="connsiteX1720" fmla="*/ 4083082 w 6251734"/>
              <a:gd name="connsiteY1720" fmla="*/ 928402 h 5808721"/>
              <a:gd name="connsiteX1721" fmla="*/ 1944245 w 6251734"/>
              <a:gd name="connsiteY1721" fmla="*/ 916397 h 5808721"/>
              <a:gd name="connsiteX1722" fmla="*/ 2047973 w 6251734"/>
              <a:gd name="connsiteY1722" fmla="*/ 916397 h 5808721"/>
              <a:gd name="connsiteX1723" fmla="*/ 2073690 w 6251734"/>
              <a:gd name="connsiteY1723" fmla="*/ 935258 h 5808721"/>
              <a:gd name="connsiteX1724" fmla="*/ 2047973 w 6251734"/>
              <a:gd name="connsiteY1724" fmla="*/ 954117 h 5808721"/>
              <a:gd name="connsiteX1725" fmla="*/ 1944245 w 6251734"/>
              <a:gd name="connsiteY1725" fmla="*/ 954117 h 5808721"/>
              <a:gd name="connsiteX1726" fmla="*/ 1918527 w 6251734"/>
              <a:gd name="connsiteY1726" fmla="*/ 935258 h 5808721"/>
              <a:gd name="connsiteX1727" fmla="*/ 1944245 w 6251734"/>
              <a:gd name="connsiteY1727" fmla="*/ 916397 h 5808721"/>
              <a:gd name="connsiteX1728" fmla="*/ 1944245 w 6251734"/>
              <a:gd name="connsiteY1728" fmla="*/ 876106 h 5808721"/>
              <a:gd name="connsiteX1729" fmla="*/ 2047973 w 6251734"/>
              <a:gd name="connsiteY1729" fmla="*/ 876106 h 5808721"/>
              <a:gd name="connsiteX1730" fmla="*/ 2073690 w 6251734"/>
              <a:gd name="connsiteY1730" fmla="*/ 894967 h 5808721"/>
              <a:gd name="connsiteX1731" fmla="*/ 2047973 w 6251734"/>
              <a:gd name="connsiteY1731" fmla="*/ 913826 h 5808721"/>
              <a:gd name="connsiteX1732" fmla="*/ 1944245 w 6251734"/>
              <a:gd name="connsiteY1732" fmla="*/ 913826 h 5808721"/>
              <a:gd name="connsiteX1733" fmla="*/ 1918527 w 6251734"/>
              <a:gd name="connsiteY1733" fmla="*/ 894967 h 5808721"/>
              <a:gd name="connsiteX1734" fmla="*/ 1944245 w 6251734"/>
              <a:gd name="connsiteY1734" fmla="*/ 876106 h 5808721"/>
              <a:gd name="connsiteX1735" fmla="*/ 5177790 w 6251734"/>
              <a:gd name="connsiteY1735" fmla="*/ 825530 h 5808721"/>
              <a:gd name="connsiteX1736" fmla="*/ 5272088 w 6251734"/>
              <a:gd name="connsiteY1736" fmla="*/ 1060415 h 5808721"/>
              <a:gd name="connsiteX1737" fmla="*/ 5177790 w 6251734"/>
              <a:gd name="connsiteY1737" fmla="*/ 825530 h 5808721"/>
              <a:gd name="connsiteX1738" fmla="*/ 5101495 w 6251734"/>
              <a:gd name="connsiteY1738" fmla="*/ 760378 h 5808721"/>
              <a:gd name="connsiteX1739" fmla="*/ 5107496 w 6251734"/>
              <a:gd name="connsiteY1739" fmla="*/ 760378 h 5808721"/>
              <a:gd name="connsiteX1740" fmla="*/ 5108353 w 6251734"/>
              <a:gd name="connsiteY1740" fmla="*/ 760378 h 5808721"/>
              <a:gd name="connsiteX1741" fmla="*/ 5114354 w 6251734"/>
              <a:gd name="connsiteY1741" fmla="*/ 760378 h 5808721"/>
              <a:gd name="connsiteX1742" fmla="*/ 5275516 w 6251734"/>
              <a:gd name="connsiteY1742" fmla="*/ 1171000 h 5808721"/>
              <a:gd name="connsiteX1743" fmla="*/ 5192363 w 6251734"/>
              <a:gd name="connsiteY1743" fmla="*/ 1351880 h 5808721"/>
              <a:gd name="connsiteX1744" fmla="*/ 5120354 w 6251734"/>
              <a:gd name="connsiteY1744" fmla="*/ 1351880 h 5808721"/>
              <a:gd name="connsiteX1745" fmla="*/ 5107496 w 6251734"/>
              <a:gd name="connsiteY1745" fmla="*/ 1351880 h 5808721"/>
              <a:gd name="connsiteX1746" fmla="*/ 5029486 w 6251734"/>
              <a:gd name="connsiteY1746" fmla="*/ 1351880 h 5808721"/>
              <a:gd name="connsiteX1747" fmla="*/ 4943761 w 6251734"/>
              <a:gd name="connsiteY1747" fmla="*/ 1171000 h 5808721"/>
              <a:gd name="connsiteX1748" fmla="*/ 5101495 w 6251734"/>
              <a:gd name="connsiteY1748" fmla="*/ 760378 h 5808721"/>
              <a:gd name="connsiteX1749" fmla="*/ 3975068 w 6251734"/>
              <a:gd name="connsiteY1749" fmla="*/ 748379 h 5808721"/>
              <a:gd name="connsiteX1750" fmla="*/ 4329113 w 6251734"/>
              <a:gd name="connsiteY1750" fmla="*/ 991837 h 5808721"/>
              <a:gd name="connsiteX1751" fmla="*/ 4023074 w 6251734"/>
              <a:gd name="connsiteY1751" fmla="*/ 1384458 h 5808721"/>
              <a:gd name="connsiteX1752" fmla="*/ 3545586 w 6251734"/>
              <a:gd name="connsiteY1752" fmla="*/ 1825939 h 5808721"/>
              <a:gd name="connsiteX1753" fmla="*/ 3975068 w 6251734"/>
              <a:gd name="connsiteY1753" fmla="*/ 748379 h 5808721"/>
              <a:gd name="connsiteX1754" fmla="*/ 912543 w 6251734"/>
              <a:gd name="connsiteY1754" fmla="*/ 703049 h 5808721"/>
              <a:gd name="connsiteX1755" fmla="*/ 921544 w 6251734"/>
              <a:gd name="connsiteY1755" fmla="*/ 710657 h 5808721"/>
              <a:gd name="connsiteX1756" fmla="*/ 942953 w 6251734"/>
              <a:gd name="connsiteY1756" fmla="*/ 752806 h 5808721"/>
              <a:gd name="connsiteX1757" fmla="*/ 953423 w 6251734"/>
              <a:gd name="connsiteY1757" fmla="*/ 749943 h 5808721"/>
              <a:gd name="connsiteX1758" fmla="*/ 1032987 w 6251734"/>
              <a:gd name="connsiteY1758" fmla="*/ 794666 h 5808721"/>
              <a:gd name="connsiteX1759" fmla="*/ 1041260 w 6251734"/>
              <a:gd name="connsiteY1759" fmla="*/ 842585 h 5808721"/>
              <a:gd name="connsiteX1760" fmla="*/ 1028104 w 6251734"/>
              <a:gd name="connsiteY1760" fmla="*/ 872891 h 5808721"/>
              <a:gd name="connsiteX1761" fmla="*/ 1072875 w 6251734"/>
              <a:gd name="connsiteY1761" fmla="*/ 914092 h 5808721"/>
              <a:gd name="connsiteX1762" fmla="*/ 1425608 w 6251734"/>
              <a:gd name="connsiteY1762" fmla="*/ 1247295 h 5808721"/>
              <a:gd name="connsiteX1763" fmla="*/ 1321023 w 6251734"/>
              <a:gd name="connsiteY1763" fmla="*/ 1216434 h 5808721"/>
              <a:gd name="connsiteX1764" fmla="*/ 1018681 w 6251734"/>
              <a:gd name="connsiteY1764" fmla="*/ 943748 h 5808721"/>
              <a:gd name="connsiteX1765" fmla="*/ 1011064 w 6251734"/>
              <a:gd name="connsiteY1765" fmla="*/ 936811 h 5808721"/>
              <a:gd name="connsiteX1766" fmla="*/ 1026129 w 6251734"/>
              <a:gd name="connsiteY1766" fmla="*/ 1357885 h 5808721"/>
              <a:gd name="connsiteX1767" fmla="*/ 993553 w 6251734"/>
              <a:gd name="connsiteY1767" fmla="*/ 1456468 h 5808721"/>
              <a:gd name="connsiteX1768" fmla="*/ 966978 w 6251734"/>
              <a:gd name="connsiteY1768" fmla="*/ 1357028 h 5808721"/>
              <a:gd name="connsiteX1769" fmla="*/ 946039 w 6251734"/>
              <a:gd name="connsiteY1769" fmla="*/ 912474 h 5808721"/>
              <a:gd name="connsiteX1770" fmla="*/ 933546 w 6251734"/>
              <a:gd name="connsiteY1770" fmla="*/ 910931 h 5808721"/>
              <a:gd name="connsiteX1771" fmla="*/ 885540 w 6251734"/>
              <a:gd name="connsiteY1771" fmla="*/ 870104 h 5808721"/>
              <a:gd name="connsiteX1772" fmla="*/ 896028 w 6251734"/>
              <a:gd name="connsiteY1772" fmla="*/ 778968 h 5808721"/>
              <a:gd name="connsiteX1773" fmla="*/ 914412 w 6251734"/>
              <a:gd name="connsiteY1773" fmla="*/ 764338 h 5808721"/>
              <a:gd name="connsiteX1774" fmla="*/ 894112 w 6251734"/>
              <a:gd name="connsiteY1774" fmla="*/ 724373 h 5808721"/>
              <a:gd name="connsiteX1775" fmla="*/ 900970 w 6251734"/>
              <a:gd name="connsiteY1775" fmla="*/ 703799 h 5808721"/>
              <a:gd name="connsiteX1776" fmla="*/ 912543 w 6251734"/>
              <a:gd name="connsiteY1776" fmla="*/ 703049 h 5808721"/>
              <a:gd name="connsiteX1777" fmla="*/ 2061687 w 6251734"/>
              <a:gd name="connsiteY1777" fmla="*/ 342898 h 5808721"/>
              <a:gd name="connsiteX1778" fmla="*/ 2155984 w 6251734"/>
              <a:gd name="connsiteY1778" fmla="*/ 577785 h 5808721"/>
              <a:gd name="connsiteX1779" fmla="*/ 2061687 w 6251734"/>
              <a:gd name="connsiteY1779" fmla="*/ 342898 h 5808721"/>
              <a:gd name="connsiteX1780" fmla="*/ 1985392 w 6251734"/>
              <a:gd name="connsiteY1780" fmla="*/ 278605 h 5808721"/>
              <a:gd name="connsiteX1781" fmla="*/ 1991393 w 6251734"/>
              <a:gd name="connsiteY1781" fmla="*/ 278605 h 5808721"/>
              <a:gd name="connsiteX1782" fmla="*/ 1992250 w 6251734"/>
              <a:gd name="connsiteY1782" fmla="*/ 278605 h 5808721"/>
              <a:gd name="connsiteX1783" fmla="*/ 1998250 w 6251734"/>
              <a:gd name="connsiteY1783" fmla="*/ 278605 h 5808721"/>
              <a:gd name="connsiteX1784" fmla="*/ 2159413 w 6251734"/>
              <a:gd name="connsiteY1784" fmla="*/ 689228 h 5808721"/>
              <a:gd name="connsiteX1785" fmla="*/ 2076260 w 6251734"/>
              <a:gd name="connsiteY1785" fmla="*/ 870108 h 5808721"/>
              <a:gd name="connsiteX1786" fmla="*/ 2004251 w 6251734"/>
              <a:gd name="connsiteY1786" fmla="*/ 870108 h 5808721"/>
              <a:gd name="connsiteX1787" fmla="*/ 1991393 w 6251734"/>
              <a:gd name="connsiteY1787" fmla="*/ 870108 h 5808721"/>
              <a:gd name="connsiteX1788" fmla="*/ 1913383 w 6251734"/>
              <a:gd name="connsiteY1788" fmla="*/ 870108 h 5808721"/>
              <a:gd name="connsiteX1789" fmla="*/ 1827658 w 6251734"/>
              <a:gd name="connsiteY1789" fmla="*/ 689228 h 5808721"/>
              <a:gd name="connsiteX1790" fmla="*/ 1985392 w 6251734"/>
              <a:gd name="connsiteY1790" fmla="*/ 278605 h 5808721"/>
              <a:gd name="connsiteX1791" fmla="*/ 2776633 w 6251734"/>
              <a:gd name="connsiteY1791" fmla="*/ 269173 h 5808721"/>
              <a:gd name="connsiteX1792" fmla="*/ 2994375 w 6251734"/>
              <a:gd name="connsiteY1792" fmla="*/ 372043 h 5808721"/>
              <a:gd name="connsiteX1793" fmla="*/ 3212117 w 6251734"/>
              <a:gd name="connsiteY1793" fmla="*/ 269173 h 5808721"/>
              <a:gd name="connsiteX1794" fmla="*/ 3212117 w 6251734"/>
              <a:gd name="connsiteY1794" fmla="*/ 519491 h 5808721"/>
              <a:gd name="connsiteX1795" fmla="*/ 3000376 w 6251734"/>
              <a:gd name="connsiteY1795" fmla="*/ 593215 h 5808721"/>
              <a:gd name="connsiteX1796" fmla="*/ 2994375 w 6251734"/>
              <a:gd name="connsiteY1796" fmla="*/ 593215 h 5808721"/>
              <a:gd name="connsiteX1797" fmla="*/ 2988374 w 6251734"/>
              <a:gd name="connsiteY1797" fmla="*/ 593215 h 5808721"/>
              <a:gd name="connsiteX1798" fmla="*/ 2776633 w 6251734"/>
              <a:gd name="connsiteY1798" fmla="*/ 519491 h 5808721"/>
              <a:gd name="connsiteX1799" fmla="*/ 4064357 w 6251734"/>
              <a:gd name="connsiteY1799" fmla="*/ 122787 h 5808721"/>
              <a:gd name="connsiteX1800" fmla="*/ 4135375 w 6251734"/>
              <a:gd name="connsiteY1800" fmla="*/ 158590 h 5808721"/>
              <a:gd name="connsiteX1801" fmla="*/ 4367690 w 6251734"/>
              <a:gd name="connsiteY1801" fmla="*/ 158590 h 5808721"/>
              <a:gd name="connsiteX1802" fmla="*/ 4367690 w 6251734"/>
              <a:gd name="connsiteY1802" fmla="*/ 498920 h 5808721"/>
              <a:gd name="connsiteX1803" fmla="*/ 4130231 w 6251734"/>
              <a:gd name="connsiteY1803" fmla="*/ 500634 h 5808721"/>
              <a:gd name="connsiteX1804" fmla="*/ 3903059 w 6251734"/>
              <a:gd name="connsiteY1804" fmla="*/ 497205 h 5808721"/>
              <a:gd name="connsiteX1805" fmla="*/ 3903059 w 6251734"/>
              <a:gd name="connsiteY1805" fmla="*/ 158590 h 5808721"/>
              <a:gd name="connsiteX1806" fmla="*/ 4064357 w 6251734"/>
              <a:gd name="connsiteY1806" fmla="*/ 122787 h 5808721"/>
              <a:gd name="connsiteX1807" fmla="*/ 3009805 w 6251734"/>
              <a:gd name="connsiteY1807" fmla="*/ 0 h 5808721"/>
              <a:gd name="connsiteX1808" fmla="*/ 3364979 w 6251734"/>
              <a:gd name="connsiteY1808" fmla="*/ 158588 h 5808721"/>
              <a:gd name="connsiteX1809" fmla="*/ 3370707 w 6251734"/>
              <a:gd name="connsiteY1809" fmla="*/ 158588 h 5808721"/>
              <a:gd name="connsiteX1810" fmla="*/ 3370707 w 6251734"/>
              <a:gd name="connsiteY1810" fmla="*/ 161146 h 5808721"/>
              <a:gd name="connsiteX1811" fmla="*/ 3378423 w 6251734"/>
              <a:gd name="connsiteY1811" fmla="*/ 164591 h 5808721"/>
              <a:gd name="connsiteX1812" fmla="*/ 3370707 w 6251734"/>
              <a:gd name="connsiteY1812" fmla="*/ 168108 h 5808721"/>
              <a:gd name="connsiteX1813" fmla="*/ 3370707 w 6251734"/>
              <a:gd name="connsiteY1813" fmla="*/ 381755 h 5808721"/>
              <a:gd name="connsiteX1814" fmla="*/ 3385709 w 6251734"/>
              <a:gd name="connsiteY1814" fmla="*/ 387903 h 5808721"/>
              <a:gd name="connsiteX1815" fmla="*/ 3396425 w 6251734"/>
              <a:gd name="connsiteY1815" fmla="*/ 414049 h 5808721"/>
              <a:gd name="connsiteX1816" fmla="*/ 3385388 w 6251734"/>
              <a:gd name="connsiteY1816" fmla="*/ 440517 h 5808721"/>
              <a:gd name="connsiteX1817" fmla="*/ 3384653 w 6251734"/>
              <a:gd name="connsiteY1817" fmla="*/ 440813 h 5808721"/>
              <a:gd name="connsiteX1818" fmla="*/ 3392352 w 6251734"/>
              <a:gd name="connsiteY1818" fmla="*/ 468698 h 5808721"/>
              <a:gd name="connsiteX1819" fmla="*/ 3396424 w 6251734"/>
              <a:gd name="connsiteY1819" fmla="*/ 582069 h 5808721"/>
              <a:gd name="connsiteX1820" fmla="*/ 3366421 w 6251734"/>
              <a:gd name="connsiteY1820" fmla="*/ 582069 h 5808721"/>
              <a:gd name="connsiteX1821" fmla="*/ 3324416 w 6251734"/>
              <a:gd name="connsiteY1821" fmla="*/ 582069 h 5808721"/>
              <a:gd name="connsiteX1822" fmla="*/ 3329238 w 6251734"/>
              <a:gd name="connsiteY1822" fmla="*/ 468698 h 5808721"/>
              <a:gd name="connsiteX1823" fmla="*/ 3336806 w 6251734"/>
              <a:gd name="connsiteY1823" fmla="*/ 441584 h 5808721"/>
              <a:gd name="connsiteX1824" fmla="*/ 3333417 w 6251734"/>
              <a:gd name="connsiteY1824" fmla="*/ 440196 h 5808721"/>
              <a:gd name="connsiteX1825" fmla="*/ 3322701 w 6251734"/>
              <a:gd name="connsiteY1825" fmla="*/ 414049 h 5808721"/>
              <a:gd name="connsiteX1826" fmla="*/ 3333417 w 6251734"/>
              <a:gd name="connsiteY1826" fmla="*/ 387903 h 5808721"/>
              <a:gd name="connsiteX1827" fmla="*/ 3347562 w 6251734"/>
              <a:gd name="connsiteY1827" fmla="*/ 382106 h 5808721"/>
              <a:gd name="connsiteX1828" fmla="*/ 3347562 w 6251734"/>
              <a:gd name="connsiteY1828" fmla="*/ 178657 h 5808721"/>
              <a:gd name="connsiteX1829" fmla="*/ 3000375 w 6251734"/>
              <a:gd name="connsiteY1829" fmla="*/ 336899 h 5808721"/>
              <a:gd name="connsiteX1830" fmla="*/ 2628328 w 6251734"/>
              <a:gd name="connsiteY1830" fmla="*/ 168878 h 580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</a:cxnLst>
            <a:rect l="l" t="t" r="r" b="b"/>
            <a:pathLst>
              <a:path w="6251734" h="5808721">
                <a:moveTo>
                  <a:pt x="3807697" y="5598000"/>
                </a:moveTo>
                <a:lnTo>
                  <a:pt x="3792649" y="5610966"/>
                </a:lnTo>
                <a:lnTo>
                  <a:pt x="3724407" y="5654281"/>
                </a:lnTo>
                <a:lnTo>
                  <a:pt x="3737518" y="5683584"/>
                </a:lnTo>
                <a:cubicBezTo>
                  <a:pt x="3757635" y="5720397"/>
                  <a:pt x="3781865" y="5741855"/>
                  <a:pt x="3807904" y="5741855"/>
                </a:cubicBezTo>
                <a:cubicBezTo>
                  <a:pt x="3833943" y="5741855"/>
                  <a:pt x="3858174" y="5720397"/>
                  <a:pt x="3878291" y="5683584"/>
                </a:cubicBezTo>
                <a:lnTo>
                  <a:pt x="3891370" y="5654352"/>
                </a:lnTo>
                <a:lnTo>
                  <a:pt x="3821929" y="5610228"/>
                </a:lnTo>
                <a:close/>
                <a:moveTo>
                  <a:pt x="3827101" y="5549255"/>
                </a:moveTo>
                <a:lnTo>
                  <a:pt x="3807904" y="5550689"/>
                </a:lnTo>
                <a:lnTo>
                  <a:pt x="3788212" y="5549599"/>
                </a:lnTo>
                <a:lnTo>
                  <a:pt x="3807470" y="5566172"/>
                </a:lnTo>
                <a:close/>
                <a:moveTo>
                  <a:pt x="3694058" y="5544387"/>
                </a:moveTo>
                <a:lnTo>
                  <a:pt x="3703452" y="5591293"/>
                </a:lnTo>
                <a:lnTo>
                  <a:pt x="3714172" y="5626491"/>
                </a:lnTo>
                <a:lnTo>
                  <a:pt x="3722717" y="5622628"/>
                </a:lnTo>
                <a:lnTo>
                  <a:pt x="3788068" y="5581136"/>
                </a:lnTo>
                <a:lnTo>
                  <a:pt x="3748826" y="5547419"/>
                </a:lnTo>
                <a:close/>
                <a:moveTo>
                  <a:pt x="3922198" y="5542152"/>
                </a:moveTo>
                <a:lnTo>
                  <a:pt x="3867799" y="5546215"/>
                </a:lnTo>
                <a:lnTo>
                  <a:pt x="3827145" y="5581244"/>
                </a:lnTo>
                <a:lnTo>
                  <a:pt x="3901775" y="5626039"/>
                </a:lnTo>
                <a:lnTo>
                  <a:pt x="3912357" y="5591293"/>
                </a:lnTo>
                <a:close/>
                <a:moveTo>
                  <a:pt x="3568695" y="5521810"/>
                </a:moveTo>
                <a:lnTo>
                  <a:pt x="3557706" y="5550648"/>
                </a:lnTo>
                <a:cubicBezTo>
                  <a:pt x="3545907" y="5590927"/>
                  <a:pt x="3547836" y="5623235"/>
                  <a:pt x="3566160" y="5641559"/>
                </a:cubicBezTo>
                <a:cubicBezTo>
                  <a:pt x="3586774" y="5662535"/>
                  <a:pt x="3625087" y="5662456"/>
                  <a:pt x="3672538" y="5645312"/>
                </a:cubicBezTo>
                <a:lnTo>
                  <a:pt x="3686711" y="5638905"/>
                </a:lnTo>
                <a:lnTo>
                  <a:pt x="3683653" y="5628857"/>
                </a:lnTo>
                <a:cubicBezTo>
                  <a:pt x="3678238" y="5607150"/>
                  <a:pt x="3673570" y="5583954"/>
                  <a:pt x="3669753" y="5559542"/>
                </a:cubicBezTo>
                <a:lnTo>
                  <a:pt x="3668350" y="5540767"/>
                </a:lnTo>
                <a:lnTo>
                  <a:pt x="3579717" y="5525147"/>
                </a:lnTo>
                <a:close/>
                <a:moveTo>
                  <a:pt x="4046585" y="5520939"/>
                </a:moveTo>
                <a:lnTo>
                  <a:pt x="3966777" y="5538822"/>
                </a:lnTo>
                <a:lnTo>
                  <a:pt x="3947602" y="5540254"/>
                </a:lnTo>
                <a:lnTo>
                  <a:pt x="3946176" y="5559542"/>
                </a:lnTo>
                <a:cubicBezTo>
                  <a:pt x="3942392" y="5583954"/>
                  <a:pt x="3937761" y="5607150"/>
                  <a:pt x="3932381" y="5628857"/>
                </a:cubicBezTo>
                <a:lnTo>
                  <a:pt x="3929132" y="5639587"/>
                </a:lnTo>
                <a:lnTo>
                  <a:pt x="3958740" y="5650869"/>
                </a:lnTo>
                <a:cubicBezTo>
                  <a:pt x="3999019" y="5662668"/>
                  <a:pt x="4031327" y="5660739"/>
                  <a:pt x="4049650" y="5642415"/>
                </a:cubicBezTo>
                <a:cubicBezTo>
                  <a:pt x="4067974" y="5623770"/>
                  <a:pt x="4069903" y="5591382"/>
                  <a:pt x="4058104" y="5551128"/>
                </a:cubicBezTo>
                <a:close/>
                <a:moveTo>
                  <a:pt x="3688846" y="5493292"/>
                </a:moveTo>
                <a:lnTo>
                  <a:pt x="3690677" y="5517905"/>
                </a:lnTo>
                <a:lnTo>
                  <a:pt x="3706306" y="5520689"/>
                </a:lnTo>
                <a:lnTo>
                  <a:pt x="3718556" y="5521412"/>
                </a:lnTo>
                <a:lnTo>
                  <a:pt x="3700748" y="5506112"/>
                </a:lnTo>
                <a:close/>
                <a:moveTo>
                  <a:pt x="3927084" y="5491676"/>
                </a:moveTo>
                <a:lnTo>
                  <a:pt x="3913348" y="5506970"/>
                </a:lnTo>
                <a:lnTo>
                  <a:pt x="3898270" y="5519961"/>
                </a:lnTo>
                <a:lnTo>
                  <a:pt x="3925127" y="5517962"/>
                </a:lnTo>
                <a:close/>
                <a:moveTo>
                  <a:pt x="2666906" y="5428104"/>
                </a:moveTo>
                <a:lnTo>
                  <a:pt x="2906936" y="5566121"/>
                </a:lnTo>
                <a:lnTo>
                  <a:pt x="2986661" y="5428961"/>
                </a:lnTo>
                <a:close/>
                <a:moveTo>
                  <a:pt x="2421698" y="5427947"/>
                </a:moveTo>
                <a:lnTo>
                  <a:pt x="2911499" y="5711122"/>
                </a:lnTo>
                <a:lnTo>
                  <a:pt x="2873313" y="5777171"/>
                </a:lnTo>
                <a:lnTo>
                  <a:pt x="2383512" y="5493996"/>
                </a:lnTo>
                <a:close/>
                <a:moveTo>
                  <a:pt x="3626020" y="5422235"/>
                </a:moveTo>
                <a:lnTo>
                  <a:pt x="3598818" y="5461243"/>
                </a:lnTo>
                <a:lnTo>
                  <a:pt x="3581388" y="5494011"/>
                </a:lnTo>
                <a:lnTo>
                  <a:pt x="3616801" y="5504746"/>
                </a:lnTo>
                <a:lnTo>
                  <a:pt x="3666318" y="5513566"/>
                </a:lnTo>
                <a:lnTo>
                  <a:pt x="3662700" y="5465131"/>
                </a:lnTo>
                <a:lnTo>
                  <a:pt x="3644732" y="5445778"/>
                </a:lnTo>
                <a:close/>
                <a:moveTo>
                  <a:pt x="3990100" y="5421513"/>
                </a:moveTo>
                <a:lnTo>
                  <a:pt x="3953357" y="5462423"/>
                </a:lnTo>
                <a:lnTo>
                  <a:pt x="3949475" y="5514925"/>
                </a:lnTo>
                <a:lnTo>
                  <a:pt x="4025703" y="5497859"/>
                </a:lnTo>
                <a:lnTo>
                  <a:pt x="4034309" y="5494362"/>
                </a:lnTo>
                <a:lnTo>
                  <a:pt x="4016993" y="5461874"/>
                </a:lnTo>
                <a:close/>
                <a:moveTo>
                  <a:pt x="3956426" y="5380419"/>
                </a:moveTo>
                <a:lnTo>
                  <a:pt x="3957923" y="5400670"/>
                </a:lnTo>
                <a:lnTo>
                  <a:pt x="3956295" y="5422687"/>
                </a:lnTo>
                <a:lnTo>
                  <a:pt x="3964989" y="5412959"/>
                </a:lnTo>
                <a:lnTo>
                  <a:pt x="3973699" y="5400468"/>
                </a:lnTo>
                <a:close/>
                <a:moveTo>
                  <a:pt x="3659650" y="5376790"/>
                </a:moveTo>
                <a:lnTo>
                  <a:pt x="3650822" y="5386669"/>
                </a:lnTo>
                <a:lnTo>
                  <a:pt x="3641492" y="5400048"/>
                </a:lnTo>
                <a:lnTo>
                  <a:pt x="3659392" y="5420848"/>
                </a:lnTo>
                <a:lnTo>
                  <a:pt x="3657885" y="5400670"/>
                </a:lnTo>
                <a:close/>
                <a:moveTo>
                  <a:pt x="2450878" y="5356093"/>
                </a:moveTo>
                <a:lnTo>
                  <a:pt x="3103247" y="5381811"/>
                </a:lnTo>
                <a:lnTo>
                  <a:pt x="2950656" y="5644988"/>
                </a:lnTo>
                <a:close/>
                <a:moveTo>
                  <a:pt x="3808763" y="5338091"/>
                </a:moveTo>
                <a:cubicBezTo>
                  <a:pt x="3843053" y="5338091"/>
                  <a:pt x="3871342" y="5365523"/>
                  <a:pt x="3871342" y="5400671"/>
                </a:cubicBezTo>
                <a:cubicBezTo>
                  <a:pt x="3871342" y="5434961"/>
                  <a:pt x="3843053" y="5463250"/>
                  <a:pt x="3808763" y="5463250"/>
                </a:cubicBezTo>
                <a:cubicBezTo>
                  <a:pt x="3774473" y="5463250"/>
                  <a:pt x="3746183" y="5435818"/>
                  <a:pt x="3746183" y="5400671"/>
                </a:cubicBezTo>
                <a:cubicBezTo>
                  <a:pt x="3746183" y="5366381"/>
                  <a:pt x="3773615" y="5338091"/>
                  <a:pt x="3808763" y="5338091"/>
                </a:cubicBezTo>
                <a:close/>
                <a:moveTo>
                  <a:pt x="3553198" y="5318476"/>
                </a:moveTo>
                <a:lnTo>
                  <a:pt x="3524133" y="5330284"/>
                </a:lnTo>
                <a:cubicBezTo>
                  <a:pt x="3487320" y="5350400"/>
                  <a:pt x="3465862" y="5374631"/>
                  <a:pt x="3465862" y="5400670"/>
                </a:cubicBezTo>
                <a:cubicBezTo>
                  <a:pt x="3465862" y="5426709"/>
                  <a:pt x="3487440" y="5450819"/>
                  <a:pt x="3524359" y="5470831"/>
                </a:cubicBezTo>
                <a:lnTo>
                  <a:pt x="3552494" y="5483326"/>
                </a:lnTo>
                <a:lnTo>
                  <a:pt x="3557534" y="5473887"/>
                </a:lnTo>
                <a:lnTo>
                  <a:pt x="3608797" y="5400567"/>
                </a:lnTo>
                <a:lnTo>
                  <a:pt x="3596753" y="5385414"/>
                </a:lnTo>
                <a:cubicBezTo>
                  <a:pt x="3582180" y="5365463"/>
                  <a:pt x="3569066" y="5345769"/>
                  <a:pt x="3557534" y="5326597"/>
                </a:cubicBezTo>
                <a:close/>
                <a:moveTo>
                  <a:pt x="4062445" y="5317336"/>
                </a:moveTo>
                <a:lnTo>
                  <a:pt x="4057165" y="5327229"/>
                </a:lnTo>
                <a:lnTo>
                  <a:pt x="4006091" y="5400156"/>
                </a:lnTo>
                <a:lnTo>
                  <a:pt x="4017343" y="5414333"/>
                </a:lnTo>
                <a:cubicBezTo>
                  <a:pt x="4031916" y="5434318"/>
                  <a:pt x="4045029" y="5454048"/>
                  <a:pt x="4056562" y="5473256"/>
                </a:cubicBezTo>
                <a:lnTo>
                  <a:pt x="4061849" y="5483174"/>
                </a:lnTo>
                <a:lnTo>
                  <a:pt x="4091676" y="5471057"/>
                </a:lnTo>
                <a:cubicBezTo>
                  <a:pt x="4128489" y="5450940"/>
                  <a:pt x="4149947" y="5426709"/>
                  <a:pt x="4149947" y="5400670"/>
                </a:cubicBezTo>
                <a:cubicBezTo>
                  <a:pt x="4149947" y="5374631"/>
                  <a:pt x="4128368" y="5350401"/>
                  <a:pt x="4091450" y="5330284"/>
                </a:cubicBezTo>
                <a:close/>
                <a:moveTo>
                  <a:pt x="3949551" y="5287441"/>
                </a:moveTo>
                <a:lnTo>
                  <a:pt x="3953173" y="5336435"/>
                </a:lnTo>
                <a:lnTo>
                  <a:pt x="3969364" y="5353884"/>
                </a:lnTo>
                <a:lnTo>
                  <a:pt x="3988964" y="5378578"/>
                </a:lnTo>
                <a:lnTo>
                  <a:pt x="4016993" y="5338385"/>
                </a:lnTo>
                <a:lnTo>
                  <a:pt x="4033793" y="5306800"/>
                </a:lnTo>
                <a:lnTo>
                  <a:pt x="3999007" y="5296218"/>
                </a:lnTo>
                <a:close/>
                <a:moveTo>
                  <a:pt x="3666333" y="5286416"/>
                </a:moveTo>
                <a:lnTo>
                  <a:pt x="3590106" y="5303482"/>
                </a:lnTo>
                <a:lnTo>
                  <a:pt x="3581629" y="5306926"/>
                </a:lnTo>
                <a:lnTo>
                  <a:pt x="3598818" y="5339241"/>
                </a:lnTo>
                <a:lnTo>
                  <a:pt x="3625164" y="5378866"/>
                </a:lnTo>
                <a:lnTo>
                  <a:pt x="3662590" y="5337028"/>
                </a:lnTo>
                <a:close/>
                <a:moveTo>
                  <a:pt x="1925384" y="5284084"/>
                </a:moveTo>
                <a:cubicBezTo>
                  <a:pt x="1892808" y="5284084"/>
                  <a:pt x="1867091" y="5310659"/>
                  <a:pt x="1867091" y="5343235"/>
                </a:cubicBezTo>
                <a:cubicBezTo>
                  <a:pt x="1867091" y="5375810"/>
                  <a:pt x="1892808" y="5402385"/>
                  <a:pt x="1925384" y="5402385"/>
                </a:cubicBezTo>
                <a:cubicBezTo>
                  <a:pt x="1957959" y="5402385"/>
                  <a:pt x="1983677" y="5375810"/>
                  <a:pt x="1983677" y="5343235"/>
                </a:cubicBezTo>
                <a:cubicBezTo>
                  <a:pt x="1983677" y="5310659"/>
                  <a:pt x="1957959" y="5284084"/>
                  <a:pt x="1925384" y="5284084"/>
                </a:cubicBezTo>
                <a:close/>
                <a:moveTo>
                  <a:pt x="3715682" y="5281518"/>
                </a:moveTo>
                <a:lnTo>
                  <a:pt x="3690553" y="5283388"/>
                </a:lnTo>
                <a:lnTo>
                  <a:pt x="3688737" y="5307799"/>
                </a:lnTo>
                <a:lnTo>
                  <a:pt x="3700748" y="5294372"/>
                </a:lnTo>
                <a:close/>
                <a:moveTo>
                  <a:pt x="3897255" y="5279649"/>
                </a:moveTo>
                <a:lnTo>
                  <a:pt x="3913348" y="5293515"/>
                </a:lnTo>
                <a:lnTo>
                  <a:pt x="3927113" y="5308350"/>
                </a:lnTo>
                <a:lnTo>
                  <a:pt x="3925236" y="5283126"/>
                </a:lnTo>
                <a:lnTo>
                  <a:pt x="3909502" y="5280333"/>
                </a:lnTo>
                <a:close/>
                <a:moveTo>
                  <a:pt x="3807904" y="5274654"/>
                </a:moveTo>
                <a:lnTo>
                  <a:pt x="3756063" y="5278512"/>
                </a:lnTo>
                <a:lnTo>
                  <a:pt x="3718751" y="5310660"/>
                </a:lnTo>
                <a:lnTo>
                  <a:pt x="3685778" y="5347555"/>
                </a:lnTo>
                <a:lnTo>
                  <a:pt x="3681889" y="5399812"/>
                </a:lnTo>
                <a:lnTo>
                  <a:pt x="3685732" y="5451455"/>
                </a:lnTo>
                <a:lnTo>
                  <a:pt x="3718751" y="5489824"/>
                </a:lnTo>
                <a:lnTo>
                  <a:pt x="3758175" y="5523751"/>
                </a:lnTo>
                <a:lnTo>
                  <a:pt x="3807904" y="5526686"/>
                </a:lnTo>
                <a:lnTo>
                  <a:pt x="3857581" y="5522989"/>
                </a:lnTo>
                <a:lnTo>
                  <a:pt x="3897060" y="5488968"/>
                </a:lnTo>
                <a:lnTo>
                  <a:pt x="3930031" y="5452075"/>
                </a:lnTo>
                <a:lnTo>
                  <a:pt x="3933920" y="5399812"/>
                </a:lnTo>
                <a:lnTo>
                  <a:pt x="3930213" y="5349995"/>
                </a:lnTo>
                <a:lnTo>
                  <a:pt x="3897060" y="5311517"/>
                </a:lnTo>
                <a:lnTo>
                  <a:pt x="3857442" y="5277423"/>
                </a:lnTo>
                <a:close/>
                <a:moveTo>
                  <a:pt x="3807355" y="5234320"/>
                </a:moveTo>
                <a:lnTo>
                  <a:pt x="3786569" y="5252229"/>
                </a:lnTo>
                <a:lnTo>
                  <a:pt x="3807904" y="5250651"/>
                </a:lnTo>
                <a:lnTo>
                  <a:pt x="3827599" y="5251741"/>
                </a:lnTo>
                <a:close/>
                <a:moveTo>
                  <a:pt x="1827657" y="5200074"/>
                </a:moveTo>
                <a:cubicBezTo>
                  <a:pt x="1797654" y="5200074"/>
                  <a:pt x="1773650" y="5224934"/>
                  <a:pt x="1773650" y="5254938"/>
                </a:cubicBezTo>
                <a:cubicBezTo>
                  <a:pt x="1773650" y="5284942"/>
                  <a:pt x="1797654" y="5309802"/>
                  <a:pt x="1827657" y="5309802"/>
                </a:cubicBezTo>
                <a:cubicBezTo>
                  <a:pt x="1857661" y="5309802"/>
                  <a:pt x="1881664" y="5284942"/>
                  <a:pt x="1881664" y="5254938"/>
                </a:cubicBezTo>
                <a:cubicBezTo>
                  <a:pt x="1881664" y="5224934"/>
                  <a:pt x="1857661" y="5200074"/>
                  <a:pt x="1827657" y="5200074"/>
                </a:cubicBezTo>
                <a:close/>
                <a:moveTo>
                  <a:pt x="3713592" y="5175036"/>
                </a:moveTo>
                <a:lnTo>
                  <a:pt x="3703452" y="5208333"/>
                </a:lnTo>
                <a:lnTo>
                  <a:pt x="3693280" y="5259127"/>
                </a:lnTo>
                <a:lnTo>
                  <a:pt x="3746245" y="5255210"/>
                </a:lnTo>
                <a:lnTo>
                  <a:pt x="3787708" y="5219522"/>
                </a:lnTo>
                <a:close/>
                <a:moveTo>
                  <a:pt x="3901951" y="5174164"/>
                </a:moveTo>
                <a:lnTo>
                  <a:pt x="3827088" y="5219192"/>
                </a:lnTo>
                <a:lnTo>
                  <a:pt x="3867424" y="5253946"/>
                </a:lnTo>
                <a:lnTo>
                  <a:pt x="3922098" y="5256973"/>
                </a:lnTo>
                <a:lnTo>
                  <a:pt x="3912357" y="5208333"/>
                </a:lnTo>
                <a:close/>
                <a:moveTo>
                  <a:pt x="4932831" y="5171785"/>
                </a:moveTo>
                <a:cubicBezTo>
                  <a:pt x="4907114" y="5167928"/>
                  <a:pt x="4879896" y="5173928"/>
                  <a:pt x="4857179" y="5190645"/>
                </a:cubicBezTo>
                <a:cubicBezTo>
                  <a:pt x="4811745" y="5224077"/>
                  <a:pt x="4802315" y="5287514"/>
                  <a:pt x="4836605" y="5332091"/>
                </a:cubicBezTo>
                <a:cubicBezTo>
                  <a:pt x="4869181" y="5377525"/>
                  <a:pt x="4932617" y="5386955"/>
                  <a:pt x="4978051" y="5353523"/>
                </a:cubicBezTo>
                <a:cubicBezTo>
                  <a:pt x="5023486" y="5320947"/>
                  <a:pt x="5032916" y="5256653"/>
                  <a:pt x="4999483" y="5212076"/>
                </a:cubicBezTo>
                <a:cubicBezTo>
                  <a:pt x="4982766" y="5189359"/>
                  <a:pt x="4958549" y="5175643"/>
                  <a:pt x="4932831" y="5171785"/>
                </a:cubicBezTo>
                <a:close/>
                <a:moveTo>
                  <a:pt x="3619671" y="5143348"/>
                </a:moveTo>
                <a:cubicBezTo>
                  <a:pt x="3596806" y="5141780"/>
                  <a:pt x="3578376" y="5146710"/>
                  <a:pt x="3566160" y="5158925"/>
                </a:cubicBezTo>
                <a:cubicBezTo>
                  <a:pt x="3547836" y="5177249"/>
                  <a:pt x="3545907" y="5209557"/>
                  <a:pt x="3557706" y="5249836"/>
                </a:cubicBezTo>
                <a:lnTo>
                  <a:pt x="3569257" y="5280149"/>
                </a:lnTo>
                <a:lnTo>
                  <a:pt x="3649032" y="5262398"/>
                </a:lnTo>
                <a:lnTo>
                  <a:pt x="3668214" y="5260980"/>
                </a:lnTo>
                <a:lnTo>
                  <a:pt x="3669632" y="5241797"/>
                </a:lnTo>
                <a:cubicBezTo>
                  <a:pt x="3673416" y="5217386"/>
                  <a:pt x="3678047" y="5194190"/>
                  <a:pt x="3683427" y="5172482"/>
                </a:cubicBezTo>
                <a:lnTo>
                  <a:pt x="3686676" y="5161753"/>
                </a:lnTo>
                <a:lnTo>
                  <a:pt x="3657070" y="5150472"/>
                </a:lnTo>
                <a:cubicBezTo>
                  <a:pt x="3643644" y="5146539"/>
                  <a:pt x="3631103" y="5144131"/>
                  <a:pt x="3619671" y="5143348"/>
                </a:cubicBezTo>
                <a:close/>
                <a:moveTo>
                  <a:pt x="3995778" y="5142491"/>
                </a:moveTo>
                <a:cubicBezTo>
                  <a:pt x="3984325" y="5143275"/>
                  <a:pt x="3971781" y="5145682"/>
                  <a:pt x="3958364" y="5149615"/>
                </a:cubicBezTo>
                <a:lnTo>
                  <a:pt x="3928865" y="5160870"/>
                </a:lnTo>
                <a:lnTo>
                  <a:pt x="3932381" y="5172482"/>
                </a:lnTo>
                <a:cubicBezTo>
                  <a:pt x="3937761" y="5194190"/>
                  <a:pt x="3942392" y="5217386"/>
                  <a:pt x="3946176" y="5241797"/>
                </a:cubicBezTo>
                <a:lnTo>
                  <a:pt x="3947566" y="5260592"/>
                </a:lnTo>
                <a:lnTo>
                  <a:pt x="4036092" y="5276193"/>
                </a:lnTo>
                <a:lnTo>
                  <a:pt x="4046530" y="5279354"/>
                </a:lnTo>
                <a:lnTo>
                  <a:pt x="4058104" y="5248980"/>
                </a:lnTo>
                <a:cubicBezTo>
                  <a:pt x="4069903" y="5208700"/>
                  <a:pt x="4067974" y="5176393"/>
                  <a:pt x="4049650" y="5158069"/>
                </a:cubicBezTo>
                <a:cubicBezTo>
                  <a:pt x="4037220" y="5145853"/>
                  <a:pt x="4018682" y="5140924"/>
                  <a:pt x="3995778" y="5142491"/>
                </a:cubicBezTo>
                <a:close/>
                <a:moveTo>
                  <a:pt x="1795082" y="5089489"/>
                </a:moveTo>
                <a:cubicBezTo>
                  <a:pt x="1769364" y="5089489"/>
                  <a:pt x="1747933" y="5110920"/>
                  <a:pt x="1747933" y="5137495"/>
                </a:cubicBezTo>
                <a:cubicBezTo>
                  <a:pt x="1747933" y="5164069"/>
                  <a:pt x="1768507" y="5185501"/>
                  <a:pt x="1795082" y="5185501"/>
                </a:cubicBezTo>
                <a:cubicBezTo>
                  <a:pt x="1801511" y="5185501"/>
                  <a:pt x="1807672" y="5184161"/>
                  <a:pt x="1813298" y="5181737"/>
                </a:cubicBezTo>
                <a:lnTo>
                  <a:pt x="1824372" y="5174153"/>
                </a:lnTo>
                <a:lnTo>
                  <a:pt x="1839840" y="5131531"/>
                </a:lnTo>
                <a:lnTo>
                  <a:pt x="1828621" y="5103526"/>
                </a:lnTo>
                <a:cubicBezTo>
                  <a:pt x="1820156" y="5094847"/>
                  <a:pt x="1808369" y="5089489"/>
                  <a:pt x="1795082" y="5089489"/>
                </a:cubicBezTo>
                <a:close/>
                <a:moveTo>
                  <a:pt x="3807904" y="5057770"/>
                </a:moveTo>
                <a:cubicBezTo>
                  <a:pt x="3781865" y="5057770"/>
                  <a:pt x="3757635" y="5079228"/>
                  <a:pt x="3737518" y="5116041"/>
                </a:cubicBezTo>
                <a:lnTo>
                  <a:pt x="3724435" y="5145282"/>
                </a:lnTo>
                <a:lnTo>
                  <a:pt x="3733832" y="5150300"/>
                </a:lnTo>
                <a:cubicBezTo>
                  <a:pt x="3753004" y="5161833"/>
                  <a:pt x="3772698" y="5174946"/>
                  <a:pt x="3792649" y="5189519"/>
                </a:cubicBezTo>
                <a:lnTo>
                  <a:pt x="3807599" y="5202400"/>
                </a:lnTo>
                <a:lnTo>
                  <a:pt x="3821568" y="5190377"/>
                </a:lnTo>
                <a:cubicBezTo>
                  <a:pt x="3841553" y="5175804"/>
                  <a:pt x="3861283" y="5162690"/>
                  <a:pt x="3880491" y="5151158"/>
                </a:cubicBezTo>
                <a:lnTo>
                  <a:pt x="3891401" y="5145342"/>
                </a:lnTo>
                <a:lnTo>
                  <a:pt x="3878291" y="5116041"/>
                </a:lnTo>
                <a:cubicBezTo>
                  <a:pt x="3858174" y="5079228"/>
                  <a:pt x="3833943" y="5057770"/>
                  <a:pt x="3807904" y="5057770"/>
                </a:cubicBezTo>
                <a:close/>
                <a:moveTo>
                  <a:pt x="1830229" y="4995190"/>
                </a:moveTo>
                <a:cubicBezTo>
                  <a:pt x="1810512" y="4995190"/>
                  <a:pt x="1795082" y="5011478"/>
                  <a:pt x="1795082" y="5031195"/>
                </a:cubicBezTo>
                <a:cubicBezTo>
                  <a:pt x="1795082" y="5050913"/>
                  <a:pt x="1810512" y="5067200"/>
                  <a:pt x="1830229" y="5067200"/>
                </a:cubicBezTo>
                <a:cubicBezTo>
                  <a:pt x="1849089" y="5067200"/>
                  <a:pt x="1865376" y="5050913"/>
                  <a:pt x="1865376" y="5031195"/>
                </a:cubicBezTo>
                <a:cubicBezTo>
                  <a:pt x="1865376" y="5011478"/>
                  <a:pt x="1849946" y="4995190"/>
                  <a:pt x="1830229" y="4995190"/>
                </a:cubicBezTo>
                <a:close/>
                <a:moveTo>
                  <a:pt x="3807904" y="4992618"/>
                </a:moveTo>
                <a:cubicBezTo>
                  <a:pt x="3849481" y="4992618"/>
                  <a:pt x="3886985" y="5038267"/>
                  <a:pt x="3914096" y="5112098"/>
                </a:cubicBezTo>
                <a:lnTo>
                  <a:pt x="3919610" y="5130307"/>
                </a:lnTo>
                <a:lnTo>
                  <a:pt x="3936279" y="5121422"/>
                </a:lnTo>
                <a:cubicBezTo>
                  <a:pt x="3972069" y="5104920"/>
                  <a:pt x="4004698" y="5095222"/>
                  <a:pt x="4032023" y="5093293"/>
                </a:cubicBezTo>
                <a:cubicBezTo>
                  <a:pt x="4059348" y="5091364"/>
                  <a:pt x="4081369" y="5097204"/>
                  <a:pt x="4095942" y="5111777"/>
                </a:cubicBezTo>
                <a:cubicBezTo>
                  <a:pt x="4125517" y="5140924"/>
                  <a:pt x="4119945" y="5199860"/>
                  <a:pt x="4086941" y="5271440"/>
                </a:cubicBezTo>
                <a:lnTo>
                  <a:pt x="4077682" y="5288787"/>
                </a:lnTo>
                <a:lnTo>
                  <a:pt x="4096476" y="5294478"/>
                </a:lnTo>
                <a:cubicBezTo>
                  <a:pt x="4170307" y="5321589"/>
                  <a:pt x="4215956" y="5359094"/>
                  <a:pt x="4215956" y="5400670"/>
                </a:cubicBezTo>
                <a:cubicBezTo>
                  <a:pt x="4215956" y="5431531"/>
                  <a:pt x="4190279" y="5460343"/>
                  <a:pt x="4146292" y="5484302"/>
                </a:cubicBezTo>
                <a:lnTo>
                  <a:pt x="4077351" y="5512259"/>
                </a:lnTo>
                <a:lnTo>
                  <a:pt x="4086298" y="5529044"/>
                </a:lnTo>
                <a:cubicBezTo>
                  <a:pt x="4119302" y="5600625"/>
                  <a:pt x="4125089" y="5659561"/>
                  <a:pt x="4095942" y="5688707"/>
                </a:cubicBezTo>
                <a:cubicBezTo>
                  <a:pt x="4074082" y="5710888"/>
                  <a:pt x="4035586" y="5713179"/>
                  <a:pt x="3987551" y="5698969"/>
                </a:cubicBezTo>
                <a:lnTo>
                  <a:pt x="3919857" y="5670215"/>
                </a:lnTo>
                <a:lnTo>
                  <a:pt x="3914096" y="5689242"/>
                </a:lnTo>
                <a:cubicBezTo>
                  <a:pt x="3886985" y="5763073"/>
                  <a:pt x="3849481" y="5808721"/>
                  <a:pt x="3807904" y="5808721"/>
                </a:cubicBezTo>
                <a:cubicBezTo>
                  <a:pt x="3766756" y="5808721"/>
                  <a:pt x="3729251" y="5763073"/>
                  <a:pt x="3702033" y="5689242"/>
                </a:cubicBezTo>
                <a:lnTo>
                  <a:pt x="3696238" y="5670203"/>
                </a:lnTo>
                <a:lnTo>
                  <a:pt x="3627147" y="5699451"/>
                </a:lnTo>
                <a:cubicBezTo>
                  <a:pt x="3579033" y="5713635"/>
                  <a:pt x="3540336" y="5711425"/>
                  <a:pt x="3518154" y="5689565"/>
                </a:cubicBezTo>
                <a:cubicBezTo>
                  <a:pt x="3489007" y="5659990"/>
                  <a:pt x="3494794" y="5601054"/>
                  <a:pt x="3527798" y="5529580"/>
                </a:cubicBezTo>
                <a:lnTo>
                  <a:pt x="3537061" y="5512231"/>
                </a:lnTo>
                <a:lnTo>
                  <a:pt x="3519332" y="5506862"/>
                </a:lnTo>
                <a:cubicBezTo>
                  <a:pt x="3445502" y="5479751"/>
                  <a:pt x="3399853" y="5442247"/>
                  <a:pt x="3399853" y="5400670"/>
                </a:cubicBezTo>
                <a:cubicBezTo>
                  <a:pt x="3399853" y="5369488"/>
                  <a:pt x="3425530" y="5340596"/>
                  <a:pt x="3469516" y="5316662"/>
                </a:cubicBezTo>
                <a:lnTo>
                  <a:pt x="3537546" y="5289161"/>
                </a:lnTo>
                <a:lnTo>
                  <a:pt x="3527798" y="5270904"/>
                </a:lnTo>
                <a:cubicBezTo>
                  <a:pt x="3494794" y="5199430"/>
                  <a:pt x="3489007" y="5140494"/>
                  <a:pt x="3518154" y="5110919"/>
                </a:cubicBezTo>
                <a:cubicBezTo>
                  <a:pt x="3532942" y="5096346"/>
                  <a:pt x="3555069" y="5090506"/>
                  <a:pt x="3582435" y="5092435"/>
                </a:cubicBezTo>
                <a:cubicBezTo>
                  <a:pt x="3609800" y="5094364"/>
                  <a:pt x="3642402" y="5104061"/>
                  <a:pt x="3678139" y="5120564"/>
                </a:cubicBezTo>
                <a:lnTo>
                  <a:pt x="3696224" y="5130220"/>
                </a:lnTo>
                <a:lnTo>
                  <a:pt x="3701712" y="5112098"/>
                </a:lnTo>
                <a:cubicBezTo>
                  <a:pt x="3728823" y="5038267"/>
                  <a:pt x="3766328" y="4992618"/>
                  <a:pt x="3807904" y="4992618"/>
                </a:cubicBezTo>
                <a:close/>
                <a:moveTo>
                  <a:pt x="2165414" y="4987475"/>
                </a:moveTo>
                <a:cubicBezTo>
                  <a:pt x="2135838" y="4987475"/>
                  <a:pt x="2110603" y="5005317"/>
                  <a:pt x="2099834" y="5030874"/>
                </a:cubicBezTo>
                <a:lnTo>
                  <a:pt x="2095529" y="5052318"/>
                </a:lnTo>
                <a:lnTo>
                  <a:pt x="2115842" y="5109524"/>
                </a:lnTo>
                <a:lnTo>
                  <a:pt x="2137660" y="5124207"/>
                </a:lnTo>
                <a:cubicBezTo>
                  <a:pt x="2146179" y="5127796"/>
                  <a:pt x="2155555" y="5129779"/>
                  <a:pt x="2165414" y="5129779"/>
                </a:cubicBezTo>
                <a:cubicBezTo>
                  <a:pt x="2203990" y="5129779"/>
                  <a:pt x="2235708" y="5098061"/>
                  <a:pt x="2236565" y="5058628"/>
                </a:cubicBezTo>
                <a:cubicBezTo>
                  <a:pt x="2236565" y="5019193"/>
                  <a:pt x="2204847" y="4987475"/>
                  <a:pt x="2165414" y="4987475"/>
                </a:cubicBezTo>
                <a:close/>
                <a:moveTo>
                  <a:pt x="5334024" y="4966796"/>
                </a:moveTo>
                <a:cubicBezTo>
                  <a:pt x="5320952" y="4964760"/>
                  <a:pt x="5307236" y="4967760"/>
                  <a:pt x="5296091" y="4976333"/>
                </a:cubicBezTo>
                <a:cubicBezTo>
                  <a:pt x="5273803" y="4993478"/>
                  <a:pt x="5268659" y="5025196"/>
                  <a:pt x="5285804" y="5048341"/>
                </a:cubicBezTo>
                <a:cubicBezTo>
                  <a:pt x="5302092" y="5071487"/>
                  <a:pt x="5334668" y="5076631"/>
                  <a:pt x="5356956" y="5059486"/>
                </a:cubicBezTo>
                <a:cubicBezTo>
                  <a:pt x="5379245" y="5043198"/>
                  <a:pt x="5383531" y="5010623"/>
                  <a:pt x="5368100" y="4987477"/>
                </a:cubicBezTo>
                <a:cubicBezTo>
                  <a:pt x="5359527" y="4975904"/>
                  <a:pt x="5347097" y="4968831"/>
                  <a:pt x="5334024" y="4966796"/>
                </a:cubicBezTo>
                <a:close/>
                <a:moveTo>
                  <a:pt x="1939100" y="4858031"/>
                </a:moveTo>
                <a:lnTo>
                  <a:pt x="2026539" y="4858031"/>
                </a:lnTo>
                <a:lnTo>
                  <a:pt x="2042850" y="4903966"/>
                </a:lnTo>
                <a:lnTo>
                  <a:pt x="2112264" y="4899178"/>
                </a:lnTo>
                <a:cubicBezTo>
                  <a:pt x="2112264" y="4899178"/>
                  <a:pt x="2247710" y="4912037"/>
                  <a:pt x="2286286" y="5018336"/>
                </a:cubicBezTo>
                <a:cubicBezTo>
                  <a:pt x="2324862" y="5124636"/>
                  <a:pt x="2235708" y="5171785"/>
                  <a:pt x="2136267" y="5212076"/>
                </a:cubicBezTo>
                <a:cubicBezTo>
                  <a:pt x="2035969" y="5251509"/>
                  <a:pt x="2059115" y="5440962"/>
                  <a:pt x="1901381" y="5428960"/>
                </a:cubicBezTo>
                <a:cubicBezTo>
                  <a:pt x="1773222" y="5419209"/>
                  <a:pt x="1589037" y="5081224"/>
                  <a:pt x="1852317" y="4950224"/>
                </a:cubicBezTo>
                <a:lnTo>
                  <a:pt x="1914216" y="4926595"/>
                </a:lnTo>
                <a:close/>
                <a:moveTo>
                  <a:pt x="5285697" y="4798238"/>
                </a:moveTo>
                <a:cubicBezTo>
                  <a:pt x="5268445" y="4795666"/>
                  <a:pt x="5250228" y="4799738"/>
                  <a:pt x="5235226" y="4810882"/>
                </a:cubicBezTo>
                <a:cubicBezTo>
                  <a:pt x="5205223" y="4833172"/>
                  <a:pt x="5199222" y="4875177"/>
                  <a:pt x="5221511" y="4906038"/>
                </a:cubicBezTo>
                <a:cubicBezTo>
                  <a:pt x="5243799" y="4936042"/>
                  <a:pt x="5286661" y="4942900"/>
                  <a:pt x="5316665" y="4920611"/>
                </a:cubicBezTo>
                <a:cubicBezTo>
                  <a:pt x="5346669" y="4898322"/>
                  <a:pt x="5352670" y="4856318"/>
                  <a:pt x="5330381" y="4825456"/>
                </a:cubicBezTo>
                <a:cubicBezTo>
                  <a:pt x="5319237" y="4810025"/>
                  <a:pt x="5302949" y="4800810"/>
                  <a:pt x="5285697" y="4798238"/>
                </a:cubicBezTo>
                <a:close/>
                <a:moveTo>
                  <a:pt x="5149716" y="4681759"/>
                </a:moveTo>
                <a:cubicBezTo>
                  <a:pt x="5129999" y="4678652"/>
                  <a:pt x="5109211" y="4683152"/>
                  <a:pt x="5092066" y="4696011"/>
                </a:cubicBezTo>
                <a:cubicBezTo>
                  <a:pt x="5057776" y="4721728"/>
                  <a:pt x="5050061" y="4770591"/>
                  <a:pt x="5076635" y="4804881"/>
                </a:cubicBezTo>
                <a:cubicBezTo>
                  <a:pt x="5102353" y="4840030"/>
                  <a:pt x="5151216" y="4847745"/>
                  <a:pt x="5185506" y="4822027"/>
                </a:cubicBezTo>
                <a:cubicBezTo>
                  <a:pt x="5219796" y="4796309"/>
                  <a:pt x="5226654" y="4747446"/>
                  <a:pt x="5200936" y="4713156"/>
                </a:cubicBezTo>
                <a:cubicBezTo>
                  <a:pt x="5188077" y="4695583"/>
                  <a:pt x="5169433" y="4684867"/>
                  <a:pt x="5149716" y="4681759"/>
                </a:cubicBezTo>
                <a:close/>
                <a:moveTo>
                  <a:pt x="4961978" y="4656899"/>
                </a:moveTo>
                <a:cubicBezTo>
                  <a:pt x="4940761" y="4653577"/>
                  <a:pt x="4918473" y="4658292"/>
                  <a:pt x="4900042" y="4672008"/>
                </a:cubicBezTo>
                <a:cubicBezTo>
                  <a:pt x="4863180" y="4699440"/>
                  <a:pt x="4855465" y="4752589"/>
                  <a:pt x="4882897" y="4789451"/>
                </a:cubicBezTo>
                <a:cubicBezTo>
                  <a:pt x="4910329" y="4826314"/>
                  <a:pt x="4963478" y="4834886"/>
                  <a:pt x="5000340" y="4807453"/>
                </a:cubicBezTo>
                <a:cubicBezTo>
                  <a:pt x="5038059" y="4780021"/>
                  <a:pt x="5044917" y="4727729"/>
                  <a:pt x="5017485" y="4690010"/>
                </a:cubicBezTo>
                <a:cubicBezTo>
                  <a:pt x="5003340" y="4671579"/>
                  <a:pt x="4983195" y="4660221"/>
                  <a:pt x="4961978" y="4656899"/>
                </a:cubicBezTo>
                <a:close/>
                <a:moveTo>
                  <a:pt x="4998395" y="4598030"/>
                </a:moveTo>
                <a:cubicBezTo>
                  <a:pt x="5253309" y="4596998"/>
                  <a:pt x="5722680" y="4945793"/>
                  <a:pt x="5114354" y="5410101"/>
                </a:cubicBezTo>
                <a:cubicBezTo>
                  <a:pt x="5114354" y="5410101"/>
                  <a:pt x="4946333" y="5510399"/>
                  <a:pt x="4811745" y="5421245"/>
                </a:cubicBezTo>
                <a:cubicBezTo>
                  <a:pt x="4677157" y="5331234"/>
                  <a:pt x="4738879" y="5201789"/>
                  <a:pt x="4821175" y="5069772"/>
                </a:cubicBezTo>
                <a:cubicBezTo>
                  <a:pt x="4902613" y="4938613"/>
                  <a:pt x="4714018" y="4741445"/>
                  <a:pt x="4906043" y="4620573"/>
                </a:cubicBezTo>
                <a:cubicBezTo>
                  <a:pt x="4929939" y="4605464"/>
                  <a:pt x="4961978" y="4598177"/>
                  <a:pt x="4998395" y="4598030"/>
                </a:cubicBezTo>
                <a:close/>
                <a:moveTo>
                  <a:pt x="4274249" y="4584568"/>
                </a:moveTo>
                <a:cubicBezTo>
                  <a:pt x="4274249" y="4584568"/>
                  <a:pt x="4379691" y="4696011"/>
                  <a:pt x="4374548" y="4755161"/>
                </a:cubicBezTo>
                <a:cubicBezTo>
                  <a:pt x="4369404" y="4814311"/>
                  <a:pt x="4257961" y="4835742"/>
                  <a:pt x="4257961" y="4835742"/>
                </a:cubicBezTo>
                <a:cubicBezTo>
                  <a:pt x="4257961" y="4835742"/>
                  <a:pt x="4409695" y="4835742"/>
                  <a:pt x="4411409" y="4762876"/>
                </a:cubicBezTo>
                <a:cubicBezTo>
                  <a:pt x="4412266" y="4690867"/>
                  <a:pt x="4274249" y="4584568"/>
                  <a:pt x="4274249" y="4584568"/>
                </a:cubicBezTo>
                <a:close/>
                <a:moveTo>
                  <a:pt x="3351982" y="4540192"/>
                </a:moveTo>
                <a:cubicBezTo>
                  <a:pt x="3377619" y="4544170"/>
                  <a:pt x="3402426" y="4554779"/>
                  <a:pt x="3423000" y="4575995"/>
                </a:cubicBezTo>
                <a:lnTo>
                  <a:pt x="3655315" y="4575995"/>
                </a:lnTo>
                <a:lnTo>
                  <a:pt x="3655315" y="4916325"/>
                </a:lnTo>
                <a:lnTo>
                  <a:pt x="3417856" y="4918039"/>
                </a:lnTo>
                <a:cubicBezTo>
                  <a:pt x="3417856" y="4918039"/>
                  <a:pt x="3338132" y="4837458"/>
                  <a:pt x="3190684" y="4914610"/>
                </a:cubicBezTo>
                <a:lnTo>
                  <a:pt x="3190684" y="4575995"/>
                </a:lnTo>
                <a:cubicBezTo>
                  <a:pt x="3190684" y="4575995"/>
                  <a:pt x="3275070" y="4528258"/>
                  <a:pt x="3351982" y="4540192"/>
                </a:cubicBezTo>
                <a:close/>
                <a:moveTo>
                  <a:pt x="2448416" y="4421371"/>
                </a:moveTo>
                <a:cubicBezTo>
                  <a:pt x="2452166" y="4422121"/>
                  <a:pt x="2455595" y="4424264"/>
                  <a:pt x="2457738" y="4427692"/>
                </a:cubicBezTo>
                <a:lnTo>
                  <a:pt x="2484119" y="4467601"/>
                </a:lnTo>
                <a:lnTo>
                  <a:pt x="2494346" y="4463537"/>
                </a:lnTo>
                <a:cubicBezTo>
                  <a:pt x="2526051" y="4457750"/>
                  <a:pt x="2559323" y="4470769"/>
                  <a:pt x="2578610" y="4499701"/>
                </a:cubicBezTo>
                <a:cubicBezTo>
                  <a:pt x="2591040" y="4518990"/>
                  <a:pt x="2594684" y="4541279"/>
                  <a:pt x="2590397" y="4561960"/>
                </a:cubicBezTo>
                <a:lnTo>
                  <a:pt x="2583304" y="4578864"/>
                </a:lnTo>
                <a:lnTo>
                  <a:pt x="2600248" y="4591301"/>
                </a:lnTo>
                <a:cubicBezTo>
                  <a:pt x="2715712" y="4676099"/>
                  <a:pt x="3023094" y="4902555"/>
                  <a:pt x="3017521" y="4906038"/>
                </a:cubicBezTo>
                <a:cubicBezTo>
                  <a:pt x="3010663" y="4910324"/>
                  <a:pt x="2910365" y="4886321"/>
                  <a:pt x="2910365" y="4886321"/>
                </a:cubicBezTo>
                <a:cubicBezTo>
                  <a:pt x="2910365" y="4886321"/>
                  <a:pt x="2690962" y="4728640"/>
                  <a:pt x="2580176" y="4648353"/>
                </a:cubicBezTo>
                <a:lnTo>
                  <a:pt x="2571469" y="4642020"/>
                </a:lnTo>
                <a:lnTo>
                  <a:pt x="2632617" y="5059485"/>
                </a:lnTo>
                <a:lnTo>
                  <a:pt x="2611186" y="5161498"/>
                </a:lnTo>
                <a:lnTo>
                  <a:pt x="2574324" y="5065486"/>
                </a:lnTo>
                <a:lnTo>
                  <a:pt x="2504337" y="4626262"/>
                </a:lnTo>
                <a:lnTo>
                  <a:pt x="2492028" y="4626039"/>
                </a:lnTo>
                <a:cubicBezTo>
                  <a:pt x="2471240" y="4621646"/>
                  <a:pt x="2452166" y="4609430"/>
                  <a:pt x="2439736" y="4590570"/>
                </a:cubicBezTo>
                <a:cubicBezTo>
                  <a:pt x="2421091" y="4561638"/>
                  <a:pt x="2422216" y="4525955"/>
                  <a:pt x="2440218" y="4499073"/>
                </a:cubicBezTo>
                <a:lnTo>
                  <a:pt x="2457768" y="4481633"/>
                </a:lnTo>
                <a:lnTo>
                  <a:pt x="2432878" y="4443980"/>
                </a:lnTo>
                <a:cubicBezTo>
                  <a:pt x="2428592" y="4437122"/>
                  <a:pt x="2430306" y="4427692"/>
                  <a:pt x="2437164" y="4423406"/>
                </a:cubicBezTo>
                <a:cubicBezTo>
                  <a:pt x="2440593" y="4421263"/>
                  <a:pt x="2444665" y="4420621"/>
                  <a:pt x="2448416" y="4421371"/>
                </a:cubicBezTo>
                <a:close/>
                <a:moveTo>
                  <a:pt x="1177862" y="4374542"/>
                </a:moveTo>
                <a:cubicBezTo>
                  <a:pt x="1177862" y="4374542"/>
                  <a:pt x="1327023" y="4458553"/>
                  <a:pt x="1272159" y="4609429"/>
                </a:cubicBezTo>
                <a:cubicBezTo>
                  <a:pt x="1272159" y="4609429"/>
                  <a:pt x="1399889" y="4409689"/>
                  <a:pt x="1177862" y="4374542"/>
                </a:cubicBezTo>
                <a:close/>
                <a:moveTo>
                  <a:pt x="1102424" y="4309391"/>
                </a:moveTo>
                <a:lnTo>
                  <a:pt x="1108424" y="4309391"/>
                </a:lnTo>
                <a:lnTo>
                  <a:pt x="1109281" y="4309391"/>
                </a:lnTo>
                <a:lnTo>
                  <a:pt x="1115282" y="4309391"/>
                </a:lnTo>
                <a:cubicBezTo>
                  <a:pt x="1440180" y="4317964"/>
                  <a:pt x="1363885" y="4640290"/>
                  <a:pt x="1276445" y="4720014"/>
                </a:cubicBezTo>
                <a:cubicBezTo>
                  <a:pt x="1186434" y="4799738"/>
                  <a:pt x="1193292" y="4900894"/>
                  <a:pt x="1193292" y="4900894"/>
                </a:cubicBezTo>
                <a:lnTo>
                  <a:pt x="1121283" y="4900894"/>
                </a:lnTo>
                <a:lnTo>
                  <a:pt x="1108424" y="4900894"/>
                </a:lnTo>
                <a:lnTo>
                  <a:pt x="1030415" y="4900894"/>
                </a:lnTo>
                <a:cubicBezTo>
                  <a:pt x="1030415" y="4900894"/>
                  <a:pt x="1033844" y="4800596"/>
                  <a:pt x="944690" y="4720014"/>
                </a:cubicBezTo>
                <a:cubicBezTo>
                  <a:pt x="856393" y="4640290"/>
                  <a:pt x="777526" y="4317964"/>
                  <a:pt x="1102424" y="4309391"/>
                </a:cubicBezTo>
                <a:close/>
                <a:moveTo>
                  <a:pt x="4160235" y="4161086"/>
                </a:moveTo>
                <a:cubicBezTo>
                  <a:pt x="4217671" y="4161086"/>
                  <a:pt x="4264820" y="4179089"/>
                  <a:pt x="4264820" y="4201377"/>
                </a:cubicBezTo>
                <a:cubicBezTo>
                  <a:pt x="4264820" y="4202235"/>
                  <a:pt x="4264820" y="4203092"/>
                  <a:pt x="4264820" y="4203949"/>
                </a:cubicBezTo>
                <a:lnTo>
                  <a:pt x="4269106" y="4203949"/>
                </a:lnTo>
                <a:lnTo>
                  <a:pt x="4269106" y="4279387"/>
                </a:lnTo>
                <a:lnTo>
                  <a:pt x="4264820" y="4279387"/>
                </a:lnTo>
                <a:cubicBezTo>
                  <a:pt x="4263962" y="4287960"/>
                  <a:pt x="4258819" y="4295675"/>
                  <a:pt x="4247675" y="4301676"/>
                </a:cubicBezTo>
                <a:cubicBezTo>
                  <a:pt x="4247675" y="4337680"/>
                  <a:pt x="4247675" y="4444836"/>
                  <a:pt x="4247675" y="4473126"/>
                </a:cubicBezTo>
                <a:cubicBezTo>
                  <a:pt x="4247675" y="4506559"/>
                  <a:pt x="4263962" y="4515131"/>
                  <a:pt x="4263962" y="4515131"/>
                </a:cubicBezTo>
                <a:cubicBezTo>
                  <a:pt x="4302538" y="4538276"/>
                  <a:pt x="4524566" y="4764591"/>
                  <a:pt x="4425983" y="4833171"/>
                </a:cubicBezTo>
                <a:cubicBezTo>
                  <a:pt x="4337686" y="4894893"/>
                  <a:pt x="4190239" y="4892321"/>
                  <a:pt x="4161091" y="4891464"/>
                </a:cubicBezTo>
                <a:cubicBezTo>
                  <a:pt x="4131945" y="4892321"/>
                  <a:pt x="3983640" y="4894893"/>
                  <a:pt x="3896201" y="4833171"/>
                </a:cubicBezTo>
                <a:cubicBezTo>
                  <a:pt x="3798475" y="4764591"/>
                  <a:pt x="4023931" y="4538276"/>
                  <a:pt x="4062507" y="4515131"/>
                </a:cubicBezTo>
                <a:cubicBezTo>
                  <a:pt x="4062507" y="4515131"/>
                  <a:pt x="4085653" y="4506559"/>
                  <a:pt x="4085653" y="4473126"/>
                </a:cubicBezTo>
                <a:cubicBezTo>
                  <a:pt x="4085653" y="4445693"/>
                  <a:pt x="4085653" y="4339395"/>
                  <a:pt x="4085653" y="4302533"/>
                </a:cubicBezTo>
                <a:cubicBezTo>
                  <a:pt x="4064222" y="4296532"/>
                  <a:pt x="4057364" y="4287960"/>
                  <a:pt x="4055650" y="4279387"/>
                </a:cubicBezTo>
                <a:lnTo>
                  <a:pt x="4053935" y="4279387"/>
                </a:lnTo>
                <a:lnTo>
                  <a:pt x="4053935" y="4203949"/>
                </a:lnTo>
                <a:lnTo>
                  <a:pt x="4055650" y="4203949"/>
                </a:lnTo>
                <a:cubicBezTo>
                  <a:pt x="4055650" y="4203092"/>
                  <a:pt x="4055650" y="4202235"/>
                  <a:pt x="4055650" y="4201377"/>
                </a:cubicBezTo>
                <a:cubicBezTo>
                  <a:pt x="4055650" y="4179089"/>
                  <a:pt x="4102798" y="4161086"/>
                  <a:pt x="4160235" y="4161086"/>
                </a:cubicBezTo>
                <a:close/>
                <a:moveTo>
                  <a:pt x="1690622" y="3905928"/>
                </a:moveTo>
                <a:cubicBezTo>
                  <a:pt x="1643577" y="3910087"/>
                  <a:pt x="1597165" y="3927808"/>
                  <a:pt x="1557624" y="3959633"/>
                </a:cubicBezTo>
                <a:cubicBezTo>
                  <a:pt x="1452182" y="4044502"/>
                  <a:pt x="1436751" y="4198807"/>
                  <a:pt x="1521619" y="4304248"/>
                </a:cubicBezTo>
                <a:cubicBezTo>
                  <a:pt x="1606488" y="4409690"/>
                  <a:pt x="1760793" y="4425121"/>
                  <a:pt x="1866235" y="4340253"/>
                </a:cubicBezTo>
                <a:cubicBezTo>
                  <a:pt x="1970819" y="4255385"/>
                  <a:pt x="1987107" y="4101080"/>
                  <a:pt x="1902239" y="3995637"/>
                </a:cubicBezTo>
                <a:cubicBezTo>
                  <a:pt x="1849197" y="3929737"/>
                  <a:pt x="1769030" y="3898996"/>
                  <a:pt x="1690622" y="3905928"/>
                </a:cubicBezTo>
                <a:close/>
                <a:moveTo>
                  <a:pt x="1684921" y="3849926"/>
                </a:moveTo>
                <a:cubicBezTo>
                  <a:pt x="1781219" y="3841547"/>
                  <a:pt x="1879736" y="3879587"/>
                  <a:pt x="1945102" y="3960490"/>
                </a:cubicBezTo>
                <a:cubicBezTo>
                  <a:pt x="2037364" y="4073005"/>
                  <a:pt x="2033801" y="4232775"/>
                  <a:pt x="1944751" y="4341023"/>
                </a:cubicBezTo>
                <a:lnTo>
                  <a:pt x="1930222" y="4355411"/>
                </a:lnTo>
                <a:lnTo>
                  <a:pt x="1980119" y="4416919"/>
                </a:lnTo>
                <a:lnTo>
                  <a:pt x="1986891" y="4416333"/>
                </a:lnTo>
                <a:cubicBezTo>
                  <a:pt x="2003394" y="4418048"/>
                  <a:pt x="2019253" y="4425977"/>
                  <a:pt x="2030826" y="4439693"/>
                </a:cubicBezTo>
                <a:lnTo>
                  <a:pt x="2204848" y="4654864"/>
                </a:lnTo>
                <a:cubicBezTo>
                  <a:pt x="2227136" y="4683153"/>
                  <a:pt x="2222850" y="4723444"/>
                  <a:pt x="2195418" y="4746590"/>
                </a:cubicBezTo>
                <a:cubicBezTo>
                  <a:pt x="2167129" y="4768878"/>
                  <a:pt x="2126838" y="4764592"/>
                  <a:pt x="2103692" y="4737160"/>
                </a:cubicBezTo>
                <a:lnTo>
                  <a:pt x="1929670" y="4521990"/>
                </a:lnTo>
                <a:cubicBezTo>
                  <a:pt x="1918526" y="4507845"/>
                  <a:pt x="1914026" y="4490700"/>
                  <a:pt x="1915740" y="4474198"/>
                </a:cubicBezTo>
                <a:lnTo>
                  <a:pt x="1917360" y="4468826"/>
                </a:lnTo>
                <a:lnTo>
                  <a:pt x="1866912" y="4406639"/>
                </a:lnTo>
                <a:lnTo>
                  <a:pt x="1850557" y="4417393"/>
                </a:lnTo>
                <a:cubicBezTo>
                  <a:pt x="1726557" y="4481914"/>
                  <a:pt x="1569412" y="4452660"/>
                  <a:pt x="1477899" y="4339396"/>
                </a:cubicBezTo>
                <a:cubicBezTo>
                  <a:pt x="1372458" y="4210808"/>
                  <a:pt x="1392174" y="4020499"/>
                  <a:pt x="1521619" y="3915913"/>
                </a:cubicBezTo>
                <a:cubicBezTo>
                  <a:pt x="1570161" y="3876694"/>
                  <a:pt x="1627142" y="3854954"/>
                  <a:pt x="1684921" y="3849926"/>
                </a:cubicBezTo>
                <a:close/>
                <a:moveTo>
                  <a:pt x="812246" y="3781539"/>
                </a:moveTo>
                <a:cubicBezTo>
                  <a:pt x="816103" y="3781325"/>
                  <a:pt x="819961" y="3782611"/>
                  <a:pt x="822961" y="3785611"/>
                </a:cubicBezTo>
                <a:cubicBezTo>
                  <a:pt x="828962" y="3791612"/>
                  <a:pt x="829819" y="3801042"/>
                  <a:pt x="823818" y="3807042"/>
                </a:cubicBezTo>
                <a:lnTo>
                  <a:pt x="792194" y="3842032"/>
                </a:lnTo>
                <a:lnTo>
                  <a:pt x="798502" y="3850722"/>
                </a:lnTo>
                <a:cubicBezTo>
                  <a:pt x="811923" y="3880016"/>
                  <a:pt x="807744" y="3915699"/>
                  <a:pt x="785241" y="3940773"/>
                </a:cubicBezTo>
                <a:cubicBezTo>
                  <a:pt x="769810" y="3957489"/>
                  <a:pt x="749022" y="3966490"/>
                  <a:pt x="727912" y="3967562"/>
                </a:cubicBezTo>
                <a:lnTo>
                  <a:pt x="709923" y="3965051"/>
                </a:lnTo>
                <a:lnTo>
                  <a:pt x="701209" y="3986914"/>
                </a:lnTo>
                <a:cubicBezTo>
                  <a:pt x="648195" y="4119828"/>
                  <a:pt x="506367" y="4473875"/>
                  <a:pt x="501492" y="4469697"/>
                </a:cubicBezTo>
                <a:cubicBezTo>
                  <a:pt x="496348" y="4464553"/>
                  <a:pt x="493776" y="4360826"/>
                  <a:pt x="493776" y="4360826"/>
                </a:cubicBezTo>
                <a:cubicBezTo>
                  <a:pt x="493776" y="4360826"/>
                  <a:pt x="591181" y="4108151"/>
                  <a:pt x="640969" y="3980729"/>
                </a:cubicBezTo>
                <a:lnTo>
                  <a:pt x="644840" y="3970847"/>
                </a:lnTo>
                <a:lnTo>
                  <a:pt x="257175" y="4134512"/>
                </a:lnTo>
                <a:lnTo>
                  <a:pt x="152590" y="4139655"/>
                </a:lnTo>
                <a:lnTo>
                  <a:pt x="236601" y="4079647"/>
                </a:lnTo>
                <a:lnTo>
                  <a:pt x="644257" y="3901600"/>
                </a:lnTo>
                <a:lnTo>
                  <a:pt x="641223" y="3889445"/>
                </a:lnTo>
                <a:cubicBezTo>
                  <a:pt x="640151" y="3868336"/>
                  <a:pt x="647223" y="3846904"/>
                  <a:pt x="662654" y="3830188"/>
                </a:cubicBezTo>
                <a:cubicBezTo>
                  <a:pt x="678084" y="3813043"/>
                  <a:pt x="698873" y="3803828"/>
                  <a:pt x="719983" y="3802756"/>
                </a:cubicBezTo>
                <a:cubicBezTo>
                  <a:pt x="730538" y="3802220"/>
                  <a:pt x="741174" y="3803720"/>
                  <a:pt x="751260" y="3807283"/>
                </a:cubicBezTo>
                <a:lnTo>
                  <a:pt x="771606" y="3819575"/>
                </a:lnTo>
                <a:lnTo>
                  <a:pt x="801530" y="3786468"/>
                </a:lnTo>
                <a:cubicBezTo>
                  <a:pt x="804530" y="3783468"/>
                  <a:pt x="808388" y="3781754"/>
                  <a:pt x="812246" y="3781539"/>
                </a:cubicBezTo>
                <a:close/>
                <a:moveTo>
                  <a:pt x="5496913" y="3702672"/>
                </a:moveTo>
                <a:lnTo>
                  <a:pt x="5456397" y="3737606"/>
                </a:lnTo>
                <a:cubicBezTo>
                  <a:pt x="5456397" y="3737606"/>
                  <a:pt x="5471399" y="3722175"/>
                  <a:pt x="5490901" y="3706745"/>
                </a:cubicBezTo>
                <a:close/>
                <a:moveTo>
                  <a:pt x="5797583" y="3639879"/>
                </a:moveTo>
                <a:cubicBezTo>
                  <a:pt x="5797583" y="3639879"/>
                  <a:pt x="5800289" y="3640884"/>
                  <a:pt x="5805112" y="3642965"/>
                </a:cubicBezTo>
                <a:lnTo>
                  <a:pt x="5820840" y="3650383"/>
                </a:lnTo>
                <a:close/>
                <a:moveTo>
                  <a:pt x="5699857" y="3627877"/>
                </a:moveTo>
                <a:lnTo>
                  <a:pt x="5704143" y="3631306"/>
                </a:lnTo>
                <a:cubicBezTo>
                  <a:pt x="5704143" y="3631306"/>
                  <a:pt x="5701571" y="3635593"/>
                  <a:pt x="5699857" y="3638164"/>
                </a:cubicBezTo>
                <a:cubicBezTo>
                  <a:pt x="5698999" y="3640736"/>
                  <a:pt x="5703285" y="3639022"/>
                  <a:pt x="5703285" y="3639022"/>
                </a:cubicBezTo>
                <a:cubicBezTo>
                  <a:pt x="5703285" y="3639022"/>
                  <a:pt x="5717002" y="3645880"/>
                  <a:pt x="5717002" y="3648451"/>
                </a:cubicBezTo>
                <a:cubicBezTo>
                  <a:pt x="5717002" y="3651023"/>
                  <a:pt x="5711001" y="3653595"/>
                  <a:pt x="5698999" y="3652738"/>
                </a:cubicBezTo>
                <a:cubicBezTo>
                  <a:pt x="5686997" y="3651881"/>
                  <a:pt x="5692998" y="3654452"/>
                  <a:pt x="5677567" y="3646737"/>
                </a:cubicBezTo>
                <a:cubicBezTo>
                  <a:pt x="5661279" y="3639022"/>
                  <a:pt x="5662994" y="3659596"/>
                  <a:pt x="5656993" y="3664739"/>
                </a:cubicBezTo>
                <a:cubicBezTo>
                  <a:pt x="5650135" y="3669883"/>
                  <a:pt x="5650135" y="3671597"/>
                  <a:pt x="5645849" y="3681027"/>
                </a:cubicBezTo>
                <a:cubicBezTo>
                  <a:pt x="5642420" y="3690457"/>
                  <a:pt x="5645849" y="3681027"/>
                  <a:pt x="5656136" y="3687028"/>
                </a:cubicBezTo>
                <a:cubicBezTo>
                  <a:pt x="5666423" y="3693028"/>
                  <a:pt x="5660422" y="3688742"/>
                  <a:pt x="5665566" y="3687885"/>
                </a:cubicBezTo>
                <a:cubicBezTo>
                  <a:pt x="5670709" y="3687885"/>
                  <a:pt x="5685282" y="3684456"/>
                  <a:pt x="5689569" y="3683599"/>
                </a:cubicBezTo>
                <a:cubicBezTo>
                  <a:pt x="5693855" y="3682741"/>
                  <a:pt x="5696427" y="3683599"/>
                  <a:pt x="5695569" y="3698172"/>
                </a:cubicBezTo>
                <a:cubicBezTo>
                  <a:pt x="5694713" y="3713602"/>
                  <a:pt x="5695569" y="3698172"/>
                  <a:pt x="5717859" y="3709316"/>
                </a:cubicBezTo>
                <a:cubicBezTo>
                  <a:pt x="5740148" y="3719603"/>
                  <a:pt x="5713573" y="3719603"/>
                  <a:pt x="5730718" y="3723889"/>
                </a:cubicBezTo>
                <a:cubicBezTo>
                  <a:pt x="5747863" y="3728176"/>
                  <a:pt x="5728146" y="3729033"/>
                  <a:pt x="5715287" y="3734176"/>
                </a:cubicBezTo>
                <a:cubicBezTo>
                  <a:pt x="5702427" y="3740177"/>
                  <a:pt x="5708429" y="3733319"/>
                  <a:pt x="5699857" y="3744463"/>
                </a:cubicBezTo>
                <a:cubicBezTo>
                  <a:pt x="5691283" y="3755608"/>
                  <a:pt x="5701571" y="3752179"/>
                  <a:pt x="5705857" y="3753893"/>
                </a:cubicBezTo>
                <a:cubicBezTo>
                  <a:pt x="5710143" y="3755608"/>
                  <a:pt x="5717859" y="3753893"/>
                  <a:pt x="5722145" y="3750464"/>
                </a:cubicBezTo>
                <a:cubicBezTo>
                  <a:pt x="5725574" y="3747035"/>
                  <a:pt x="5729003" y="3748750"/>
                  <a:pt x="5729003" y="3748750"/>
                </a:cubicBezTo>
                <a:cubicBezTo>
                  <a:pt x="5729003" y="3748750"/>
                  <a:pt x="5738433" y="3740177"/>
                  <a:pt x="5747863" y="3745321"/>
                </a:cubicBezTo>
                <a:cubicBezTo>
                  <a:pt x="5757293" y="3750464"/>
                  <a:pt x="5747863" y="3745321"/>
                  <a:pt x="5750435" y="3742749"/>
                </a:cubicBezTo>
                <a:cubicBezTo>
                  <a:pt x="5753006" y="3741034"/>
                  <a:pt x="5757293" y="3741892"/>
                  <a:pt x="5760722" y="3738463"/>
                </a:cubicBezTo>
                <a:cubicBezTo>
                  <a:pt x="5764150" y="3735891"/>
                  <a:pt x="5771866" y="3733319"/>
                  <a:pt x="5794154" y="3741892"/>
                </a:cubicBezTo>
                <a:cubicBezTo>
                  <a:pt x="5817300" y="3750464"/>
                  <a:pt x="5795869" y="3748750"/>
                  <a:pt x="5806156" y="3753036"/>
                </a:cubicBezTo>
                <a:cubicBezTo>
                  <a:pt x="5815585" y="3757322"/>
                  <a:pt x="5809585" y="3755608"/>
                  <a:pt x="5810442" y="3749607"/>
                </a:cubicBezTo>
                <a:cubicBezTo>
                  <a:pt x="5811299" y="3743606"/>
                  <a:pt x="5811299" y="3735034"/>
                  <a:pt x="5814728" y="3733319"/>
                </a:cubicBezTo>
                <a:cubicBezTo>
                  <a:pt x="5818157" y="3732462"/>
                  <a:pt x="5820729" y="3734176"/>
                  <a:pt x="5825015" y="3737606"/>
                </a:cubicBezTo>
                <a:cubicBezTo>
                  <a:pt x="5829302" y="3741034"/>
                  <a:pt x="5838731" y="3718746"/>
                  <a:pt x="5849018" y="3723032"/>
                </a:cubicBezTo>
                <a:cubicBezTo>
                  <a:pt x="5858448" y="3727318"/>
                  <a:pt x="5851590" y="3724747"/>
                  <a:pt x="5861877" y="3731605"/>
                </a:cubicBezTo>
                <a:cubicBezTo>
                  <a:pt x="5872164" y="3738463"/>
                  <a:pt x="5861877" y="3741892"/>
                  <a:pt x="5856733" y="3746178"/>
                </a:cubicBezTo>
                <a:cubicBezTo>
                  <a:pt x="5850733" y="3751321"/>
                  <a:pt x="5853305" y="3743606"/>
                  <a:pt x="5844732" y="3741034"/>
                </a:cubicBezTo>
                <a:cubicBezTo>
                  <a:pt x="5836160" y="3738463"/>
                  <a:pt x="5841303" y="3742749"/>
                  <a:pt x="5828444" y="3754751"/>
                </a:cubicBezTo>
                <a:cubicBezTo>
                  <a:pt x="5815585" y="3765895"/>
                  <a:pt x="5828444" y="3754751"/>
                  <a:pt x="5831016" y="3761608"/>
                </a:cubicBezTo>
                <a:cubicBezTo>
                  <a:pt x="5833588" y="3768466"/>
                  <a:pt x="5840446" y="3759037"/>
                  <a:pt x="5847304" y="3761608"/>
                </a:cubicBezTo>
                <a:cubicBezTo>
                  <a:pt x="5854162" y="3764180"/>
                  <a:pt x="5852447" y="3764180"/>
                  <a:pt x="5861877" y="3765895"/>
                </a:cubicBezTo>
                <a:cubicBezTo>
                  <a:pt x="5871307" y="3767609"/>
                  <a:pt x="5861877" y="3765895"/>
                  <a:pt x="5863592" y="3771896"/>
                </a:cubicBezTo>
                <a:cubicBezTo>
                  <a:pt x="5864449" y="3777896"/>
                  <a:pt x="5867878" y="3772753"/>
                  <a:pt x="5877308" y="3777039"/>
                </a:cubicBezTo>
                <a:cubicBezTo>
                  <a:pt x="5886737" y="3782182"/>
                  <a:pt x="5880737" y="3779611"/>
                  <a:pt x="5877308" y="3786469"/>
                </a:cubicBezTo>
                <a:cubicBezTo>
                  <a:pt x="5874736" y="3793327"/>
                  <a:pt x="5874736" y="3786469"/>
                  <a:pt x="5871307" y="3784754"/>
                </a:cubicBezTo>
                <a:cubicBezTo>
                  <a:pt x="5867878" y="3783040"/>
                  <a:pt x="5867020" y="3783040"/>
                  <a:pt x="5859305" y="3787326"/>
                </a:cubicBezTo>
                <a:cubicBezTo>
                  <a:pt x="5851590" y="3791612"/>
                  <a:pt x="5850733" y="3788183"/>
                  <a:pt x="5847304" y="3789898"/>
                </a:cubicBezTo>
                <a:cubicBezTo>
                  <a:pt x="5843875" y="3791612"/>
                  <a:pt x="5842160" y="3788183"/>
                  <a:pt x="5824158" y="3786469"/>
                </a:cubicBezTo>
                <a:cubicBezTo>
                  <a:pt x="5806156" y="3784754"/>
                  <a:pt x="5824158" y="3786469"/>
                  <a:pt x="5813871" y="3796756"/>
                </a:cubicBezTo>
                <a:cubicBezTo>
                  <a:pt x="5803584" y="3807043"/>
                  <a:pt x="5813871" y="3796756"/>
                  <a:pt x="5807013" y="3796756"/>
                </a:cubicBezTo>
                <a:cubicBezTo>
                  <a:pt x="5800155" y="3796756"/>
                  <a:pt x="5797583" y="3794184"/>
                  <a:pt x="5793297" y="3791612"/>
                </a:cubicBezTo>
                <a:cubicBezTo>
                  <a:pt x="5788153" y="3789041"/>
                  <a:pt x="5790725" y="3787326"/>
                  <a:pt x="5781295" y="3787326"/>
                </a:cubicBezTo>
                <a:cubicBezTo>
                  <a:pt x="5771866" y="3787326"/>
                  <a:pt x="5781295" y="3787326"/>
                  <a:pt x="5771866" y="3786469"/>
                </a:cubicBezTo>
                <a:cubicBezTo>
                  <a:pt x="5763293" y="3785611"/>
                  <a:pt x="5768437" y="3780468"/>
                  <a:pt x="5767580" y="3768466"/>
                </a:cubicBezTo>
                <a:cubicBezTo>
                  <a:pt x="5766722" y="3756465"/>
                  <a:pt x="5767580" y="3768466"/>
                  <a:pt x="5762436" y="3767609"/>
                </a:cubicBezTo>
                <a:cubicBezTo>
                  <a:pt x="5757293" y="3766752"/>
                  <a:pt x="5759007" y="3765895"/>
                  <a:pt x="5755578" y="3765895"/>
                </a:cubicBezTo>
                <a:cubicBezTo>
                  <a:pt x="5753006" y="3765895"/>
                  <a:pt x="5755578" y="3765895"/>
                  <a:pt x="5742719" y="3768466"/>
                </a:cubicBezTo>
                <a:cubicBezTo>
                  <a:pt x="5729860" y="3771038"/>
                  <a:pt x="5738433" y="3769324"/>
                  <a:pt x="5734147" y="3769324"/>
                </a:cubicBezTo>
                <a:cubicBezTo>
                  <a:pt x="5729860" y="3769324"/>
                  <a:pt x="5728146" y="3770181"/>
                  <a:pt x="5721288" y="3771896"/>
                </a:cubicBezTo>
                <a:cubicBezTo>
                  <a:pt x="5714430" y="3773610"/>
                  <a:pt x="5716145" y="3771896"/>
                  <a:pt x="5712715" y="3772753"/>
                </a:cubicBezTo>
                <a:cubicBezTo>
                  <a:pt x="5710143" y="3772753"/>
                  <a:pt x="5703285" y="3780468"/>
                  <a:pt x="5698999" y="3784754"/>
                </a:cubicBezTo>
                <a:cubicBezTo>
                  <a:pt x="5693855" y="3789041"/>
                  <a:pt x="5686140" y="3792469"/>
                  <a:pt x="5679282" y="3791612"/>
                </a:cubicBezTo>
                <a:cubicBezTo>
                  <a:pt x="5672424" y="3791612"/>
                  <a:pt x="5674996" y="3793327"/>
                  <a:pt x="5671567" y="3795898"/>
                </a:cubicBezTo>
                <a:cubicBezTo>
                  <a:pt x="5668137" y="3797613"/>
                  <a:pt x="5665566" y="3805328"/>
                  <a:pt x="5663851" y="3808757"/>
                </a:cubicBezTo>
                <a:cubicBezTo>
                  <a:pt x="5662137" y="3811329"/>
                  <a:pt x="5651850" y="3816472"/>
                  <a:pt x="5644134" y="3830188"/>
                </a:cubicBezTo>
                <a:cubicBezTo>
                  <a:pt x="5636419" y="3843904"/>
                  <a:pt x="5638134" y="3839618"/>
                  <a:pt x="5646706" y="3858478"/>
                </a:cubicBezTo>
                <a:cubicBezTo>
                  <a:pt x="5655279" y="3877337"/>
                  <a:pt x="5641563" y="3863621"/>
                  <a:pt x="5641563" y="3873051"/>
                </a:cubicBezTo>
                <a:cubicBezTo>
                  <a:pt x="5641563" y="3881623"/>
                  <a:pt x="5639848" y="3877337"/>
                  <a:pt x="5636419" y="3885052"/>
                </a:cubicBezTo>
                <a:cubicBezTo>
                  <a:pt x="5632990" y="3892768"/>
                  <a:pt x="5636419" y="3885052"/>
                  <a:pt x="5644992" y="3894482"/>
                </a:cubicBezTo>
                <a:cubicBezTo>
                  <a:pt x="5653564" y="3903912"/>
                  <a:pt x="5644992" y="3894482"/>
                  <a:pt x="5650135" y="3900483"/>
                </a:cubicBezTo>
                <a:cubicBezTo>
                  <a:pt x="5656136" y="3907341"/>
                  <a:pt x="5651850" y="3905626"/>
                  <a:pt x="5652707" y="3912484"/>
                </a:cubicBezTo>
                <a:cubicBezTo>
                  <a:pt x="5653564" y="3919342"/>
                  <a:pt x="5655279" y="3915913"/>
                  <a:pt x="5662137" y="3920200"/>
                </a:cubicBezTo>
                <a:cubicBezTo>
                  <a:pt x="5668995" y="3924486"/>
                  <a:pt x="5665566" y="3923629"/>
                  <a:pt x="5668995" y="3931344"/>
                </a:cubicBezTo>
                <a:cubicBezTo>
                  <a:pt x="5672424" y="3939059"/>
                  <a:pt x="5673281" y="3933058"/>
                  <a:pt x="5680139" y="3937345"/>
                </a:cubicBezTo>
                <a:cubicBezTo>
                  <a:pt x="5687854" y="3941631"/>
                  <a:pt x="5698141" y="3938202"/>
                  <a:pt x="5707571" y="3938202"/>
                </a:cubicBezTo>
                <a:cubicBezTo>
                  <a:pt x="5717002" y="3938202"/>
                  <a:pt x="5719573" y="3939059"/>
                  <a:pt x="5726432" y="3935630"/>
                </a:cubicBezTo>
                <a:cubicBezTo>
                  <a:pt x="5734147" y="3933058"/>
                  <a:pt x="5741862" y="3933058"/>
                  <a:pt x="5746148" y="3929629"/>
                </a:cubicBezTo>
                <a:cubicBezTo>
                  <a:pt x="5750435" y="3926201"/>
                  <a:pt x="5754721" y="3927058"/>
                  <a:pt x="5757293" y="3928772"/>
                </a:cubicBezTo>
                <a:cubicBezTo>
                  <a:pt x="5759864" y="3930487"/>
                  <a:pt x="5758150" y="3934773"/>
                  <a:pt x="5765008" y="3939916"/>
                </a:cubicBezTo>
                <a:cubicBezTo>
                  <a:pt x="5771866" y="3945060"/>
                  <a:pt x="5771866" y="3938202"/>
                  <a:pt x="5776152" y="3937345"/>
                </a:cubicBezTo>
                <a:cubicBezTo>
                  <a:pt x="5780438" y="3936487"/>
                  <a:pt x="5792440" y="3944203"/>
                  <a:pt x="5792440" y="3944203"/>
                </a:cubicBezTo>
                <a:cubicBezTo>
                  <a:pt x="5792440" y="3944203"/>
                  <a:pt x="5791583" y="3950203"/>
                  <a:pt x="5789011" y="3960491"/>
                </a:cubicBezTo>
                <a:cubicBezTo>
                  <a:pt x="5786439" y="3970777"/>
                  <a:pt x="5789011" y="3960491"/>
                  <a:pt x="5789011" y="3966491"/>
                </a:cubicBezTo>
                <a:cubicBezTo>
                  <a:pt x="5789011" y="3972492"/>
                  <a:pt x="5790725" y="3988780"/>
                  <a:pt x="5790725" y="3988780"/>
                </a:cubicBezTo>
                <a:cubicBezTo>
                  <a:pt x="5790725" y="3988780"/>
                  <a:pt x="5794154" y="3993066"/>
                  <a:pt x="5798440" y="3999924"/>
                </a:cubicBezTo>
                <a:cubicBezTo>
                  <a:pt x="5802727" y="4006782"/>
                  <a:pt x="5802727" y="4005067"/>
                  <a:pt x="5803584" y="4007639"/>
                </a:cubicBezTo>
                <a:cubicBezTo>
                  <a:pt x="5804441" y="4010211"/>
                  <a:pt x="5810442" y="4016212"/>
                  <a:pt x="5812157" y="4020498"/>
                </a:cubicBezTo>
                <a:cubicBezTo>
                  <a:pt x="5813871" y="4023927"/>
                  <a:pt x="5813871" y="4026499"/>
                  <a:pt x="5814728" y="4032499"/>
                </a:cubicBezTo>
                <a:cubicBezTo>
                  <a:pt x="5815585" y="4039358"/>
                  <a:pt x="5809585" y="4040215"/>
                  <a:pt x="5803584" y="4044501"/>
                </a:cubicBezTo>
                <a:cubicBezTo>
                  <a:pt x="5797583" y="4048787"/>
                  <a:pt x="5801012" y="4050502"/>
                  <a:pt x="5798440" y="4060789"/>
                </a:cubicBezTo>
                <a:cubicBezTo>
                  <a:pt x="5795869" y="4071075"/>
                  <a:pt x="5798440" y="4060789"/>
                  <a:pt x="5794154" y="4071075"/>
                </a:cubicBezTo>
                <a:cubicBezTo>
                  <a:pt x="5789868" y="4081363"/>
                  <a:pt x="5795012" y="4075362"/>
                  <a:pt x="5801012" y="4081363"/>
                </a:cubicBezTo>
                <a:cubicBezTo>
                  <a:pt x="5807870" y="4087363"/>
                  <a:pt x="5807013" y="4083934"/>
                  <a:pt x="5811299" y="4094221"/>
                </a:cubicBezTo>
                <a:cubicBezTo>
                  <a:pt x="5816443" y="4103651"/>
                  <a:pt x="5813014" y="4097651"/>
                  <a:pt x="5813871" y="4106223"/>
                </a:cubicBezTo>
                <a:cubicBezTo>
                  <a:pt x="5814728" y="4114796"/>
                  <a:pt x="5813871" y="4106223"/>
                  <a:pt x="5813871" y="4115653"/>
                </a:cubicBezTo>
                <a:cubicBezTo>
                  <a:pt x="5813871" y="4124225"/>
                  <a:pt x="5813871" y="4115653"/>
                  <a:pt x="5819015" y="4127654"/>
                </a:cubicBezTo>
                <a:cubicBezTo>
                  <a:pt x="5824158" y="4139655"/>
                  <a:pt x="5819872" y="4132798"/>
                  <a:pt x="5825873" y="4143942"/>
                </a:cubicBezTo>
                <a:cubicBezTo>
                  <a:pt x="5832730" y="4155086"/>
                  <a:pt x="5825873" y="4143942"/>
                  <a:pt x="5830159" y="4143942"/>
                </a:cubicBezTo>
                <a:cubicBezTo>
                  <a:pt x="5834445" y="4143942"/>
                  <a:pt x="5845589" y="4138798"/>
                  <a:pt x="5848161" y="4136227"/>
                </a:cubicBezTo>
                <a:cubicBezTo>
                  <a:pt x="5850733" y="4133655"/>
                  <a:pt x="5866163" y="4127654"/>
                  <a:pt x="5870450" y="4126797"/>
                </a:cubicBezTo>
                <a:cubicBezTo>
                  <a:pt x="5875593" y="4125940"/>
                  <a:pt x="5873878" y="4117367"/>
                  <a:pt x="5873878" y="4117367"/>
                </a:cubicBezTo>
                <a:lnTo>
                  <a:pt x="5888452" y="4105365"/>
                </a:lnTo>
                <a:lnTo>
                  <a:pt x="5900453" y="4087363"/>
                </a:lnTo>
                <a:cubicBezTo>
                  <a:pt x="5900453" y="4087363"/>
                  <a:pt x="5900453" y="4077934"/>
                  <a:pt x="5900453" y="4075362"/>
                </a:cubicBezTo>
                <a:cubicBezTo>
                  <a:pt x="5900453" y="4073648"/>
                  <a:pt x="5907311" y="4072790"/>
                  <a:pt x="5911598" y="4071933"/>
                </a:cubicBezTo>
                <a:cubicBezTo>
                  <a:pt x="5915027" y="4071075"/>
                  <a:pt x="5914169" y="4066789"/>
                  <a:pt x="5915884" y="4064218"/>
                </a:cubicBezTo>
                <a:cubicBezTo>
                  <a:pt x="5917598" y="4062503"/>
                  <a:pt x="5923599" y="4053073"/>
                  <a:pt x="5929600" y="4051359"/>
                </a:cubicBezTo>
                <a:cubicBezTo>
                  <a:pt x="5936458" y="4050502"/>
                  <a:pt x="5924456" y="4039358"/>
                  <a:pt x="5924456" y="4039358"/>
                </a:cubicBezTo>
                <a:cubicBezTo>
                  <a:pt x="5924456" y="4039358"/>
                  <a:pt x="5933029" y="4033357"/>
                  <a:pt x="5934743" y="4027356"/>
                </a:cubicBezTo>
                <a:cubicBezTo>
                  <a:pt x="5936458" y="4021355"/>
                  <a:pt x="5934743" y="4009354"/>
                  <a:pt x="5933886" y="4005925"/>
                </a:cubicBezTo>
                <a:cubicBezTo>
                  <a:pt x="5933029" y="4003353"/>
                  <a:pt x="5933886" y="3991351"/>
                  <a:pt x="5933886" y="3991351"/>
                </a:cubicBezTo>
                <a:lnTo>
                  <a:pt x="5940744" y="3982779"/>
                </a:lnTo>
                <a:cubicBezTo>
                  <a:pt x="5940744" y="3982779"/>
                  <a:pt x="5941601" y="3967348"/>
                  <a:pt x="5944173" y="3965634"/>
                </a:cubicBezTo>
                <a:cubicBezTo>
                  <a:pt x="5946745" y="3963919"/>
                  <a:pt x="5951031" y="3953632"/>
                  <a:pt x="5955317" y="3953632"/>
                </a:cubicBezTo>
                <a:cubicBezTo>
                  <a:pt x="5959603" y="3953632"/>
                  <a:pt x="5958746" y="3930487"/>
                  <a:pt x="5958746" y="3930487"/>
                </a:cubicBezTo>
                <a:lnTo>
                  <a:pt x="5965604" y="3917628"/>
                </a:lnTo>
                <a:cubicBezTo>
                  <a:pt x="5965604" y="3917628"/>
                  <a:pt x="5968176" y="3904769"/>
                  <a:pt x="5968176" y="3902197"/>
                </a:cubicBezTo>
                <a:cubicBezTo>
                  <a:pt x="5968176" y="3899626"/>
                  <a:pt x="5961318" y="3894482"/>
                  <a:pt x="5961318" y="3894482"/>
                </a:cubicBezTo>
                <a:cubicBezTo>
                  <a:pt x="5961318" y="3894482"/>
                  <a:pt x="5954460" y="3894482"/>
                  <a:pt x="5949317" y="3897054"/>
                </a:cubicBezTo>
                <a:cubicBezTo>
                  <a:pt x="5944173" y="3899626"/>
                  <a:pt x="5945888" y="3897911"/>
                  <a:pt x="5942458" y="3898768"/>
                </a:cubicBezTo>
                <a:cubicBezTo>
                  <a:pt x="5939030" y="3899626"/>
                  <a:pt x="5938172" y="3897054"/>
                  <a:pt x="5933029" y="3895339"/>
                </a:cubicBezTo>
                <a:cubicBezTo>
                  <a:pt x="5927885" y="3893625"/>
                  <a:pt x="5932172" y="3888481"/>
                  <a:pt x="5933029" y="3884195"/>
                </a:cubicBezTo>
                <a:cubicBezTo>
                  <a:pt x="5933886" y="3879909"/>
                  <a:pt x="5925313" y="3880766"/>
                  <a:pt x="5921885" y="3879909"/>
                </a:cubicBezTo>
                <a:cubicBezTo>
                  <a:pt x="5919313" y="3879052"/>
                  <a:pt x="5918455" y="3869622"/>
                  <a:pt x="5915884" y="3867050"/>
                </a:cubicBezTo>
                <a:cubicBezTo>
                  <a:pt x="5914169" y="3865336"/>
                  <a:pt x="5913312" y="3861907"/>
                  <a:pt x="5909883" y="3855049"/>
                </a:cubicBezTo>
                <a:cubicBezTo>
                  <a:pt x="5906454" y="3848191"/>
                  <a:pt x="5904740" y="3851620"/>
                  <a:pt x="5900453" y="3850762"/>
                </a:cubicBezTo>
                <a:cubicBezTo>
                  <a:pt x="5896167" y="3849905"/>
                  <a:pt x="5901310" y="3841333"/>
                  <a:pt x="5897024" y="3833617"/>
                </a:cubicBezTo>
                <a:cubicBezTo>
                  <a:pt x="5892738" y="3825902"/>
                  <a:pt x="5906454" y="3830188"/>
                  <a:pt x="5906454" y="3830188"/>
                </a:cubicBezTo>
                <a:cubicBezTo>
                  <a:pt x="5906454" y="3830188"/>
                  <a:pt x="5906454" y="3830188"/>
                  <a:pt x="5912455" y="3835332"/>
                </a:cubicBezTo>
                <a:cubicBezTo>
                  <a:pt x="5918455" y="3841333"/>
                  <a:pt x="5914169" y="3839618"/>
                  <a:pt x="5918455" y="3845619"/>
                </a:cubicBezTo>
                <a:cubicBezTo>
                  <a:pt x="5923599" y="3851620"/>
                  <a:pt x="5919313" y="3855906"/>
                  <a:pt x="5921027" y="3858478"/>
                </a:cubicBezTo>
                <a:cubicBezTo>
                  <a:pt x="5922742" y="3861049"/>
                  <a:pt x="5932172" y="3862764"/>
                  <a:pt x="5935600" y="3867907"/>
                </a:cubicBezTo>
                <a:cubicBezTo>
                  <a:pt x="5939030" y="3873051"/>
                  <a:pt x="5944173" y="3879052"/>
                  <a:pt x="5944173" y="3879052"/>
                </a:cubicBezTo>
                <a:cubicBezTo>
                  <a:pt x="5944173" y="3879052"/>
                  <a:pt x="5961318" y="3876480"/>
                  <a:pt x="5964747" y="3874766"/>
                </a:cubicBezTo>
                <a:cubicBezTo>
                  <a:pt x="5967319" y="3873051"/>
                  <a:pt x="5969033" y="3863621"/>
                  <a:pt x="5969033" y="3863621"/>
                </a:cubicBezTo>
                <a:cubicBezTo>
                  <a:pt x="5969033" y="3863621"/>
                  <a:pt x="5972462" y="3855049"/>
                  <a:pt x="5972462" y="3851620"/>
                </a:cubicBezTo>
                <a:cubicBezTo>
                  <a:pt x="5972462" y="3849048"/>
                  <a:pt x="5968176" y="3837046"/>
                  <a:pt x="5968176" y="3837046"/>
                </a:cubicBezTo>
                <a:lnTo>
                  <a:pt x="5968176" y="3825045"/>
                </a:lnTo>
                <a:cubicBezTo>
                  <a:pt x="5968176" y="3825045"/>
                  <a:pt x="5962175" y="3819044"/>
                  <a:pt x="5963890" y="3814758"/>
                </a:cubicBezTo>
                <a:cubicBezTo>
                  <a:pt x="5965604" y="3811329"/>
                  <a:pt x="5963890" y="3814758"/>
                  <a:pt x="5967319" y="3815615"/>
                </a:cubicBezTo>
                <a:cubicBezTo>
                  <a:pt x="5969890" y="3816472"/>
                  <a:pt x="5976748" y="3816472"/>
                  <a:pt x="5979320" y="3819901"/>
                </a:cubicBezTo>
                <a:cubicBezTo>
                  <a:pt x="5981892" y="3823331"/>
                  <a:pt x="5984464" y="3832760"/>
                  <a:pt x="5987893" y="3836189"/>
                </a:cubicBezTo>
                <a:cubicBezTo>
                  <a:pt x="5991322" y="3839618"/>
                  <a:pt x="5991322" y="3838761"/>
                  <a:pt x="5995608" y="3843904"/>
                </a:cubicBezTo>
                <a:cubicBezTo>
                  <a:pt x="5999037" y="3849048"/>
                  <a:pt x="5998180" y="3845619"/>
                  <a:pt x="6001609" y="3850762"/>
                </a:cubicBezTo>
                <a:cubicBezTo>
                  <a:pt x="6005038" y="3856763"/>
                  <a:pt x="6001609" y="3855049"/>
                  <a:pt x="6005895" y="3862764"/>
                </a:cubicBezTo>
                <a:cubicBezTo>
                  <a:pt x="6010181" y="3870479"/>
                  <a:pt x="6010181" y="3868765"/>
                  <a:pt x="6014468" y="3873051"/>
                </a:cubicBezTo>
                <a:lnTo>
                  <a:pt x="6016182" y="3869622"/>
                </a:lnTo>
                <a:cubicBezTo>
                  <a:pt x="5982107" y="3745535"/>
                  <a:pt x="5876182" y="3678348"/>
                  <a:pt x="5825350" y="3652510"/>
                </a:cubicBezTo>
                <a:lnTo>
                  <a:pt x="5820840" y="3650383"/>
                </a:lnTo>
                <a:lnTo>
                  <a:pt x="5876805" y="3675659"/>
                </a:lnTo>
                <a:cubicBezTo>
                  <a:pt x="6043936" y="3773476"/>
                  <a:pt x="6086691" y="3965313"/>
                  <a:pt x="5998180" y="4119082"/>
                </a:cubicBezTo>
                <a:cubicBezTo>
                  <a:pt x="5897024" y="4294818"/>
                  <a:pt x="5717002" y="4286246"/>
                  <a:pt x="5717002" y="4286246"/>
                </a:cubicBezTo>
                <a:cubicBezTo>
                  <a:pt x="5797583" y="4285388"/>
                  <a:pt x="5835302" y="4250241"/>
                  <a:pt x="5835302" y="4250241"/>
                </a:cubicBezTo>
                <a:cubicBezTo>
                  <a:pt x="5835302" y="4250241"/>
                  <a:pt x="5821586" y="4249384"/>
                  <a:pt x="5819015" y="4251098"/>
                </a:cubicBezTo>
                <a:cubicBezTo>
                  <a:pt x="5816443" y="4252813"/>
                  <a:pt x="5805298" y="4244240"/>
                  <a:pt x="5802727" y="4244240"/>
                </a:cubicBezTo>
                <a:cubicBezTo>
                  <a:pt x="5800155" y="4244240"/>
                  <a:pt x="5795869" y="4243383"/>
                  <a:pt x="5793297" y="4242525"/>
                </a:cubicBezTo>
                <a:cubicBezTo>
                  <a:pt x="5790725" y="4241668"/>
                  <a:pt x="5783010" y="4244240"/>
                  <a:pt x="5777867" y="4245098"/>
                </a:cubicBezTo>
                <a:cubicBezTo>
                  <a:pt x="5771866" y="4245955"/>
                  <a:pt x="5771008" y="4245955"/>
                  <a:pt x="5765865" y="4251098"/>
                </a:cubicBezTo>
                <a:cubicBezTo>
                  <a:pt x="5759864" y="4256242"/>
                  <a:pt x="5759864" y="4250241"/>
                  <a:pt x="5755578" y="4250241"/>
                </a:cubicBezTo>
                <a:cubicBezTo>
                  <a:pt x="5752149" y="4250241"/>
                  <a:pt x="5742719" y="4251098"/>
                  <a:pt x="5742719" y="4251098"/>
                </a:cubicBezTo>
                <a:lnTo>
                  <a:pt x="5747005" y="4240811"/>
                </a:lnTo>
                <a:cubicBezTo>
                  <a:pt x="5747005" y="4240811"/>
                  <a:pt x="5741005" y="4239097"/>
                  <a:pt x="5735861" y="4239097"/>
                </a:cubicBezTo>
                <a:cubicBezTo>
                  <a:pt x="5730718" y="4239097"/>
                  <a:pt x="5731575" y="4243383"/>
                  <a:pt x="5729003" y="4247669"/>
                </a:cubicBezTo>
                <a:cubicBezTo>
                  <a:pt x="5726432" y="4251956"/>
                  <a:pt x="5726432" y="4252813"/>
                  <a:pt x="5723003" y="4258813"/>
                </a:cubicBezTo>
                <a:cubicBezTo>
                  <a:pt x="5720431" y="4265671"/>
                  <a:pt x="5706715" y="4255384"/>
                  <a:pt x="5701571" y="4254527"/>
                </a:cubicBezTo>
                <a:cubicBezTo>
                  <a:pt x="5696427" y="4253670"/>
                  <a:pt x="5693855" y="4254527"/>
                  <a:pt x="5689569" y="4251956"/>
                </a:cubicBezTo>
                <a:cubicBezTo>
                  <a:pt x="5685282" y="4249384"/>
                  <a:pt x="5690426" y="4247669"/>
                  <a:pt x="5690426" y="4247669"/>
                </a:cubicBezTo>
                <a:lnTo>
                  <a:pt x="5702427" y="4239097"/>
                </a:lnTo>
                <a:lnTo>
                  <a:pt x="5714430" y="4232239"/>
                </a:lnTo>
                <a:cubicBezTo>
                  <a:pt x="5714430" y="4232239"/>
                  <a:pt x="5712715" y="4226238"/>
                  <a:pt x="5708429" y="4225380"/>
                </a:cubicBezTo>
                <a:cubicBezTo>
                  <a:pt x="5704999" y="4224523"/>
                  <a:pt x="5704999" y="4227953"/>
                  <a:pt x="5702427" y="4230524"/>
                </a:cubicBezTo>
                <a:cubicBezTo>
                  <a:pt x="5699857" y="4233096"/>
                  <a:pt x="5677567" y="4231381"/>
                  <a:pt x="5677567" y="4231381"/>
                </a:cubicBezTo>
                <a:cubicBezTo>
                  <a:pt x="5677567" y="4231381"/>
                  <a:pt x="5663851" y="4236525"/>
                  <a:pt x="5656993" y="4233096"/>
                </a:cubicBezTo>
                <a:cubicBezTo>
                  <a:pt x="5649278" y="4229667"/>
                  <a:pt x="5656993" y="4233096"/>
                  <a:pt x="5653564" y="4226238"/>
                </a:cubicBezTo>
                <a:cubicBezTo>
                  <a:pt x="5650992" y="4219380"/>
                  <a:pt x="5644134" y="4230524"/>
                  <a:pt x="5638991" y="4233096"/>
                </a:cubicBezTo>
                <a:cubicBezTo>
                  <a:pt x="5632990" y="4235668"/>
                  <a:pt x="5632990" y="4233953"/>
                  <a:pt x="5618417" y="4236525"/>
                </a:cubicBezTo>
                <a:cubicBezTo>
                  <a:pt x="5603844" y="4239097"/>
                  <a:pt x="5608130" y="4238239"/>
                  <a:pt x="5608130" y="4238239"/>
                </a:cubicBezTo>
                <a:lnTo>
                  <a:pt x="5607273" y="4232239"/>
                </a:lnTo>
                <a:cubicBezTo>
                  <a:pt x="5607273" y="4232239"/>
                  <a:pt x="5601272" y="4236525"/>
                  <a:pt x="5596986" y="4240811"/>
                </a:cubicBezTo>
                <a:cubicBezTo>
                  <a:pt x="5592699" y="4245098"/>
                  <a:pt x="5588413" y="4242525"/>
                  <a:pt x="5584984" y="4242525"/>
                </a:cubicBezTo>
                <a:cubicBezTo>
                  <a:pt x="5581555" y="4242525"/>
                  <a:pt x="5583270" y="4256242"/>
                  <a:pt x="5583270" y="4256242"/>
                </a:cubicBezTo>
                <a:cubicBezTo>
                  <a:pt x="5589271" y="4270815"/>
                  <a:pt x="5664709" y="4287103"/>
                  <a:pt x="5664709" y="4287103"/>
                </a:cubicBezTo>
                <a:cubicBezTo>
                  <a:pt x="5338954" y="4239097"/>
                  <a:pt x="5372386" y="3912484"/>
                  <a:pt x="5372386" y="3912484"/>
                </a:cubicBezTo>
                <a:lnTo>
                  <a:pt x="5375815" y="3909913"/>
                </a:lnTo>
                <a:cubicBezTo>
                  <a:pt x="5375815" y="3909913"/>
                  <a:pt x="5377530" y="3917628"/>
                  <a:pt x="5378387" y="3921057"/>
                </a:cubicBezTo>
                <a:cubicBezTo>
                  <a:pt x="5380101" y="3924486"/>
                  <a:pt x="5380101" y="3923629"/>
                  <a:pt x="5384388" y="3929629"/>
                </a:cubicBezTo>
                <a:cubicBezTo>
                  <a:pt x="5387817" y="3935630"/>
                  <a:pt x="5389531" y="3934773"/>
                  <a:pt x="5391246" y="3939059"/>
                </a:cubicBezTo>
                <a:cubicBezTo>
                  <a:pt x="5392960" y="3944203"/>
                  <a:pt x="5391246" y="3939059"/>
                  <a:pt x="5386959" y="3953632"/>
                </a:cubicBezTo>
                <a:cubicBezTo>
                  <a:pt x="5383531" y="3968206"/>
                  <a:pt x="5395532" y="3977636"/>
                  <a:pt x="5395532" y="3977636"/>
                </a:cubicBezTo>
                <a:cubicBezTo>
                  <a:pt x="5395532" y="3977636"/>
                  <a:pt x="5395532" y="3981922"/>
                  <a:pt x="5394675" y="4006782"/>
                </a:cubicBezTo>
                <a:cubicBezTo>
                  <a:pt x="5393817" y="4030785"/>
                  <a:pt x="5404962" y="4036785"/>
                  <a:pt x="5413534" y="4051359"/>
                </a:cubicBezTo>
                <a:cubicBezTo>
                  <a:pt x="5421249" y="4065075"/>
                  <a:pt x="5416963" y="4059931"/>
                  <a:pt x="5420392" y="4065932"/>
                </a:cubicBezTo>
                <a:cubicBezTo>
                  <a:pt x="5423821" y="4071075"/>
                  <a:pt x="5422964" y="4066789"/>
                  <a:pt x="5432394" y="4075362"/>
                </a:cubicBezTo>
                <a:cubicBezTo>
                  <a:pt x="5441824" y="4083934"/>
                  <a:pt x="5434108" y="4083934"/>
                  <a:pt x="5438394" y="4101079"/>
                </a:cubicBezTo>
                <a:cubicBezTo>
                  <a:pt x="5442681" y="4118224"/>
                  <a:pt x="5442681" y="4108795"/>
                  <a:pt x="5446110" y="4123368"/>
                </a:cubicBezTo>
                <a:cubicBezTo>
                  <a:pt x="5448681" y="4138798"/>
                  <a:pt x="5449539" y="4126797"/>
                  <a:pt x="5455539" y="4135369"/>
                </a:cubicBezTo>
                <a:cubicBezTo>
                  <a:pt x="5461540" y="4143942"/>
                  <a:pt x="5455539" y="4135369"/>
                  <a:pt x="5462397" y="4148228"/>
                </a:cubicBezTo>
                <a:cubicBezTo>
                  <a:pt x="5469256" y="4161087"/>
                  <a:pt x="5467541" y="4154229"/>
                  <a:pt x="5470113" y="4160230"/>
                </a:cubicBezTo>
                <a:cubicBezTo>
                  <a:pt x="5472684" y="4165373"/>
                  <a:pt x="5475256" y="4162801"/>
                  <a:pt x="5484686" y="4188519"/>
                </a:cubicBezTo>
                <a:cubicBezTo>
                  <a:pt x="5494116" y="4214236"/>
                  <a:pt x="5486401" y="4192805"/>
                  <a:pt x="5491544" y="4198806"/>
                </a:cubicBezTo>
                <a:cubicBezTo>
                  <a:pt x="5496687" y="4204807"/>
                  <a:pt x="5499259" y="4201378"/>
                  <a:pt x="5511261" y="4210808"/>
                </a:cubicBezTo>
                <a:cubicBezTo>
                  <a:pt x="5523262" y="4220237"/>
                  <a:pt x="5514690" y="4215094"/>
                  <a:pt x="5524119" y="4221094"/>
                </a:cubicBezTo>
                <a:cubicBezTo>
                  <a:pt x="5533549" y="4227095"/>
                  <a:pt x="5525834" y="4218523"/>
                  <a:pt x="5525834" y="4215094"/>
                </a:cubicBezTo>
                <a:cubicBezTo>
                  <a:pt x="5525834" y="4211665"/>
                  <a:pt x="5521548" y="4209950"/>
                  <a:pt x="5518119" y="4206521"/>
                </a:cubicBezTo>
                <a:cubicBezTo>
                  <a:pt x="5513832" y="4203949"/>
                  <a:pt x="5512975" y="4199663"/>
                  <a:pt x="5509546" y="4195377"/>
                </a:cubicBezTo>
                <a:cubicBezTo>
                  <a:pt x="5506974" y="4191948"/>
                  <a:pt x="5506974" y="4190233"/>
                  <a:pt x="5505260" y="4185947"/>
                </a:cubicBezTo>
                <a:cubicBezTo>
                  <a:pt x="5502688" y="4181661"/>
                  <a:pt x="5500117" y="4179946"/>
                  <a:pt x="5495830" y="4173088"/>
                </a:cubicBezTo>
                <a:cubicBezTo>
                  <a:pt x="5491544" y="4166231"/>
                  <a:pt x="5499259" y="4167945"/>
                  <a:pt x="5500117" y="4165373"/>
                </a:cubicBezTo>
                <a:cubicBezTo>
                  <a:pt x="5500974" y="4162801"/>
                  <a:pt x="5502688" y="4163659"/>
                  <a:pt x="5503546" y="4160230"/>
                </a:cubicBezTo>
                <a:cubicBezTo>
                  <a:pt x="5504403" y="4156800"/>
                  <a:pt x="5504403" y="4151657"/>
                  <a:pt x="5500117" y="4147371"/>
                </a:cubicBezTo>
                <a:cubicBezTo>
                  <a:pt x="5496687" y="4142228"/>
                  <a:pt x="5507832" y="4121653"/>
                  <a:pt x="5508689" y="4119082"/>
                </a:cubicBezTo>
                <a:cubicBezTo>
                  <a:pt x="5509546" y="4116510"/>
                  <a:pt x="5508689" y="4103651"/>
                  <a:pt x="5508689" y="4103651"/>
                </a:cubicBezTo>
                <a:cubicBezTo>
                  <a:pt x="5508689" y="4103651"/>
                  <a:pt x="5514690" y="4097651"/>
                  <a:pt x="5518119" y="4096793"/>
                </a:cubicBezTo>
                <a:cubicBezTo>
                  <a:pt x="5521548" y="4095936"/>
                  <a:pt x="5527549" y="4091650"/>
                  <a:pt x="5531835" y="4087363"/>
                </a:cubicBezTo>
                <a:cubicBezTo>
                  <a:pt x="5536121" y="4083077"/>
                  <a:pt x="5530120" y="4078791"/>
                  <a:pt x="5530120" y="4078791"/>
                </a:cubicBezTo>
                <a:cubicBezTo>
                  <a:pt x="5530120" y="4078791"/>
                  <a:pt x="5532692" y="4073648"/>
                  <a:pt x="5534407" y="4070218"/>
                </a:cubicBezTo>
                <a:cubicBezTo>
                  <a:pt x="5536121" y="4066789"/>
                  <a:pt x="5535264" y="4059074"/>
                  <a:pt x="5535264" y="4056503"/>
                </a:cubicBezTo>
                <a:cubicBezTo>
                  <a:pt x="5535264" y="4053930"/>
                  <a:pt x="5532692" y="4049644"/>
                  <a:pt x="5530977" y="4045358"/>
                </a:cubicBezTo>
                <a:cubicBezTo>
                  <a:pt x="5528406" y="4041072"/>
                  <a:pt x="5530977" y="4036785"/>
                  <a:pt x="5532692" y="4034214"/>
                </a:cubicBezTo>
                <a:cubicBezTo>
                  <a:pt x="5535264" y="4031642"/>
                  <a:pt x="5538693" y="4023070"/>
                  <a:pt x="5542122" y="4020498"/>
                </a:cubicBezTo>
                <a:cubicBezTo>
                  <a:pt x="5545551" y="4017926"/>
                  <a:pt x="5546408" y="4013640"/>
                  <a:pt x="5547265" y="4007639"/>
                </a:cubicBezTo>
                <a:cubicBezTo>
                  <a:pt x="5548122" y="4001638"/>
                  <a:pt x="5543836" y="4001638"/>
                  <a:pt x="5542122" y="4000781"/>
                </a:cubicBezTo>
                <a:cubicBezTo>
                  <a:pt x="5540407" y="3999924"/>
                  <a:pt x="5537836" y="3998209"/>
                  <a:pt x="5529263" y="3993923"/>
                </a:cubicBezTo>
                <a:cubicBezTo>
                  <a:pt x="5521548" y="3988780"/>
                  <a:pt x="5524119" y="3985351"/>
                  <a:pt x="5520691" y="3982779"/>
                </a:cubicBezTo>
                <a:cubicBezTo>
                  <a:pt x="5517262" y="3980207"/>
                  <a:pt x="5511261" y="3981064"/>
                  <a:pt x="5504403" y="3981922"/>
                </a:cubicBezTo>
                <a:cubicBezTo>
                  <a:pt x="5497545" y="3982779"/>
                  <a:pt x="5502688" y="3977636"/>
                  <a:pt x="5500974" y="3976778"/>
                </a:cubicBezTo>
                <a:cubicBezTo>
                  <a:pt x="5499259" y="3975921"/>
                  <a:pt x="5494116" y="3973349"/>
                  <a:pt x="5488115" y="3971635"/>
                </a:cubicBezTo>
                <a:cubicBezTo>
                  <a:pt x="5482971" y="3969920"/>
                  <a:pt x="5486401" y="3964777"/>
                  <a:pt x="5486401" y="3964777"/>
                </a:cubicBezTo>
                <a:cubicBezTo>
                  <a:pt x="5486401" y="3964777"/>
                  <a:pt x="5479542" y="3963919"/>
                  <a:pt x="5476971" y="3963062"/>
                </a:cubicBezTo>
                <a:cubicBezTo>
                  <a:pt x="5474399" y="3963062"/>
                  <a:pt x="5474399" y="3958776"/>
                  <a:pt x="5475256" y="3957061"/>
                </a:cubicBezTo>
                <a:cubicBezTo>
                  <a:pt x="5476114" y="3954490"/>
                  <a:pt x="5474399" y="3947632"/>
                  <a:pt x="5474399" y="3947632"/>
                </a:cubicBezTo>
                <a:cubicBezTo>
                  <a:pt x="5474399" y="3947632"/>
                  <a:pt x="5473542" y="3939059"/>
                  <a:pt x="5469256" y="3938202"/>
                </a:cubicBezTo>
                <a:cubicBezTo>
                  <a:pt x="5464969" y="3936487"/>
                  <a:pt x="5466684" y="3933058"/>
                  <a:pt x="5464969" y="3932201"/>
                </a:cubicBezTo>
                <a:cubicBezTo>
                  <a:pt x="5462397" y="3931344"/>
                  <a:pt x="5455539" y="3930487"/>
                  <a:pt x="5453825" y="3930487"/>
                </a:cubicBezTo>
                <a:cubicBezTo>
                  <a:pt x="5452968" y="3930487"/>
                  <a:pt x="5445252" y="3928772"/>
                  <a:pt x="5444395" y="3925343"/>
                </a:cubicBezTo>
                <a:cubicBezTo>
                  <a:pt x="5443538" y="3922771"/>
                  <a:pt x="5443538" y="3917628"/>
                  <a:pt x="5441824" y="3916771"/>
                </a:cubicBezTo>
                <a:cubicBezTo>
                  <a:pt x="5440109" y="3915913"/>
                  <a:pt x="5438394" y="3910770"/>
                  <a:pt x="5437537" y="3907341"/>
                </a:cubicBezTo>
                <a:cubicBezTo>
                  <a:pt x="5435823" y="3903912"/>
                  <a:pt x="5433251" y="3903912"/>
                  <a:pt x="5431536" y="3903055"/>
                </a:cubicBezTo>
                <a:cubicBezTo>
                  <a:pt x="5429822" y="3902197"/>
                  <a:pt x="5422107" y="3906484"/>
                  <a:pt x="5419535" y="3905626"/>
                </a:cubicBezTo>
                <a:cubicBezTo>
                  <a:pt x="5416963" y="3904769"/>
                  <a:pt x="5420392" y="3899626"/>
                  <a:pt x="5418678" y="3897911"/>
                </a:cubicBezTo>
                <a:cubicBezTo>
                  <a:pt x="5417821" y="3896197"/>
                  <a:pt x="5416963" y="3897054"/>
                  <a:pt x="5411820" y="3896197"/>
                </a:cubicBezTo>
                <a:cubicBezTo>
                  <a:pt x="5406676" y="3895339"/>
                  <a:pt x="5406676" y="3899626"/>
                  <a:pt x="5406676" y="3899626"/>
                </a:cubicBezTo>
                <a:lnTo>
                  <a:pt x="5404104" y="3903055"/>
                </a:lnTo>
                <a:cubicBezTo>
                  <a:pt x="5404104" y="3903055"/>
                  <a:pt x="5402390" y="3905626"/>
                  <a:pt x="5398104" y="3911627"/>
                </a:cubicBezTo>
                <a:cubicBezTo>
                  <a:pt x="5393817" y="3917628"/>
                  <a:pt x="5398104" y="3911627"/>
                  <a:pt x="5396389" y="3909913"/>
                </a:cubicBezTo>
                <a:cubicBezTo>
                  <a:pt x="5394675" y="3908198"/>
                  <a:pt x="5394675" y="3908198"/>
                  <a:pt x="5393817" y="3906484"/>
                </a:cubicBezTo>
                <a:cubicBezTo>
                  <a:pt x="5392103" y="3904769"/>
                  <a:pt x="5389531" y="3897054"/>
                  <a:pt x="5390389" y="3893625"/>
                </a:cubicBezTo>
                <a:cubicBezTo>
                  <a:pt x="5391246" y="3890196"/>
                  <a:pt x="5392960" y="3886767"/>
                  <a:pt x="5393817" y="3884195"/>
                </a:cubicBezTo>
                <a:cubicBezTo>
                  <a:pt x="5394675" y="3881623"/>
                  <a:pt x="5392960" y="3879909"/>
                  <a:pt x="5392960" y="3871336"/>
                </a:cubicBezTo>
                <a:cubicBezTo>
                  <a:pt x="5392960" y="3862764"/>
                  <a:pt x="5392960" y="3863621"/>
                  <a:pt x="5393817" y="3861049"/>
                </a:cubicBezTo>
                <a:cubicBezTo>
                  <a:pt x="5393817" y="3858478"/>
                  <a:pt x="5392960" y="3855906"/>
                  <a:pt x="5392960" y="3853334"/>
                </a:cubicBezTo>
                <a:cubicBezTo>
                  <a:pt x="5392960" y="3850762"/>
                  <a:pt x="5388674" y="3851620"/>
                  <a:pt x="5388674" y="3851620"/>
                </a:cubicBezTo>
                <a:cubicBezTo>
                  <a:pt x="5392103" y="3836189"/>
                  <a:pt x="5402390" y="3815615"/>
                  <a:pt x="5402390" y="3815615"/>
                </a:cubicBezTo>
                <a:cubicBezTo>
                  <a:pt x="5402390" y="3815615"/>
                  <a:pt x="5400676" y="3825045"/>
                  <a:pt x="5400676" y="3826759"/>
                </a:cubicBezTo>
                <a:cubicBezTo>
                  <a:pt x="5400676" y="3828474"/>
                  <a:pt x="5399818" y="3831903"/>
                  <a:pt x="5399818" y="3833617"/>
                </a:cubicBezTo>
                <a:cubicBezTo>
                  <a:pt x="5399818" y="3835332"/>
                  <a:pt x="5398961" y="3839618"/>
                  <a:pt x="5398961" y="3841333"/>
                </a:cubicBezTo>
                <a:cubicBezTo>
                  <a:pt x="5398961" y="3843047"/>
                  <a:pt x="5400676" y="3842190"/>
                  <a:pt x="5401533" y="3842190"/>
                </a:cubicBezTo>
                <a:cubicBezTo>
                  <a:pt x="5403247" y="3841333"/>
                  <a:pt x="5404104" y="3842190"/>
                  <a:pt x="5406676" y="3845619"/>
                </a:cubicBezTo>
                <a:cubicBezTo>
                  <a:pt x="5409248" y="3849048"/>
                  <a:pt x="5406676" y="3845619"/>
                  <a:pt x="5408391" y="3845619"/>
                </a:cubicBezTo>
                <a:cubicBezTo>
                  <a:pt x="5409248" y="3845619"/>
                  <a:pt x="5411820" y="3849048"/>
                  <a:pt x="5412677" y="3850762"/>
                </a:cubicBezTo>
                <a:cubicBezTo>
                  <a:pt x="5413534" y="3852477"/>
                  <a:pt x="5411820" y="3854191"/>
                  <a:pt x="5411820" y="3857621"/>
                </a:cubicBezTo>
                <a:cubicBezTo>
                  <a:pt x="5410962" y="3861049"/>
                  <a:pt x="5411820" y="3857621"/>
                  <a:pt x="5413534" y="3859335"/>
                </a:cubicBezTo>
                <a:cubicBezTo>
                  <a:pt x="5415249" y="3861049"/>
                  <a:pt x="5417821" y="3861049"/>
                  <a:pt x="5418678" y="3861907"/>
                </a:cubicBezTo>
                <a:cubicBezTo>
                  <a:pt x="5420392" y="3862764"/>
                  <a:pt x="5422964" y="3860192"/>
                  <a:pt x="5425536" y="3861049"/>
                </a:cubicBezTo>
                <a:cubicBezTo>
                  <a:pt x="5428107" y="3861049"/>
                  <a:pt x="5428107" y="3862764"/>
                  <a:pt x="5428965" y="3865336"/>
                </a:cubicBezTo>
                <a:cubicBezTo>
                  <a:pt x="5429822" y="3868765"/>
                  <a:pt x="5429822" y="3868765"/>
                  <a:pt x="5430679" y="3868765"/>
                </a:cubicBezTo>
                <a:cubicBezTo>
                  <a:pt x="5431536" y="3868765"/>
                  <a:pt x="5433251" y="3866193"/>
                  <a:pt x="5434108" y="3865336"/>
                </a:cubicBezTo>
                <a:cubicBezTo>
                  <a:pt x="5434966" y="3864478"/>
                  <a:pt x="5435823" y="3861049"/>
                  <a:pt x="5435823" y="3861049"/>
                </a:cubicBezTo>
                <a:lnTo>
                  <a:pt x="5432394" y="3858478"/>
                </a:lnTo>
                <a:lnTo>
                  <a:pt x="5427250" y="3855049"/>
                </a:lnTo>
                <a:lnTo>
                  <a:pt x="5421249" y="3853334"/>
                </a:lnTo>
                <a:cubicBezTo>
                  <a:pt x="5421249" y="3853334"/>
                  <a:pt x="5417821" y="3852477"/>
                  <a:pt x="5415249" y="3852477"/>
                </a:cubicBezTo>
                <a:cubicBezTo>
                  <a:pt x="5412677" y="3852477"/>
                  <a:pt x="5415249" y="3846476"/>
                  <a:pt x="5415249" y="3845619"/>
                </a:cubicBezTo>
                <a:cubicBezTo>
                  <a:pt x="5415249" y="3843904"/>
                  <a:pt x="5415249" y="3837904"/>
                  <a:pt x="5415249" y="3837904"/>
                </a:cubicBezTo>
                <a:cubicBezTo>
                  <a:pt x="5415249" y="3837904"/>
                  <a:pt x="5411820" y="3837046"/>
                  <a:pt x="5410962" y="3837046"/>
                </a:cubicBezTo>
                <a:cubicBezTo>
                  <a:pt x="5410105" y="3837046"/>
                  <a:pt x="5406676" y="3834475"/>
                  <a:pt x="5406676" y="3833617"/>
                </a:cubicBezTo>
                <a:cubicBezTo>
                  <a:pt x="5406676" y="3831903"/>
                  <a:pt x="5407534" y="3828474"/>
                  <a:pt x="5410105" y="3826759"/>
                </a:cubicBezTo>
                <a:cubicBezTo>
                  <a:pt x="5411820" y="3825045"/>
                  <a:pt x="5419535" y="3822473"/>
                  <a:pt x="5420392" y="3822473"/>
                </a:cubicBezTo>
                <a:cubicBezTo>
                  <a:pt x="5421249" y="3821616"/>
                  <a:pt x="5423821" y="3819044"/>
                  <a:pt x="5425536" y="3818187"/>
                </a:cubicBezTo>
                <a:cubicBezTo>
                  <a:pt x="5426393" y="3817330"/>
                  <a:pt x="5428965" y="3813901"/>
                  <a:pt x="5428965" y="3810472"/>
                </a:cubicBezTo>
                <a:cubicBezTo>
                  <a:pt x="5429822" y="3807900"/>
                  <a:pt x="5431536" y="3803614"/>
                  <a:pt x="5432394" y="3801899"/>
                </a:cubicBezTo>
                <a:cubicBezTo>
                  <a:pt x="5433251" y="3800185"/>
                  <a:pt x="5433251" y="3795898"/>
                  <a:pt x="5434108" y="3792469"/>
                </a:cubicBezTo>
                <a:cubicBezTo>
                  <a:pt x="5434966" y="3789898"/>
                  <a:pt x="5438394" y="3785611"/>
                  <a:pt x="5439252" y="3785611"/>
                </a:cubicBezTo>
                <a:cubicBezTo>
                  <a:pt x="5440109" y="3785611"/>
                  <a:pt x="5448681" y="3779611"/>
                  <a:pt x="5451253" y="3776182"/>
                </a:cubicBezTo>
                <a:cubicBezTo>
                  <a:pt x="5453825" y="3772753"/>
                  <a:pt x="5458111" y="3770181"/>
                  <a:pt x="5458111" y="3770181"/>
                </a:cubicBezTo>
                <a:lnTo>
                  <a:pt x="5460683" y="3764180"/>
                </a:lnTo>
                <a:cubicBezTo>
                  <a:pt x="5460683" y="3764180"/>
                  <a:pt x="5461540" y="3762466"/>
                  <a:pt x="5466684" y="3761608"/>
                </a:cubicBezTo>
                <a:cubicBezTo>
                  <a:pt x="5471827" y="3759894"/>
                  <a:pt x="5474399" y="3757322"/>
                  <a:pt x="5474399" y="3757322"/>
                </a:cubicBezTo>
                <a:cubicBezTo>
                  <a:pt x="5474399" y="3757322"/>
                  <a:pt x="5476971" y="3751321"/>
                  <a:pt x="5476971" y="3749607"/>
                </a:cubicBezTo>
                <a:cubicBezTo>
                  <a:pt x="5476971" y="3747892"/>
                  <a:pt x="5479542" y="3747035"/>
                  <a:pt x="5479542" y="3747035"/>
                </a:cubicBezTo>
                <a:cubicBezTo>
                  <a:pt x="5479542" y="3747035"/>
                  <a:pt x="5488115" y="3741892"/>
                  <a:pt x="5488115" y="3741034"/>
                </a:cubicBezTo>
                <a:cubicBezTo>
                  <a:pt x="5488115" y="3740177"/>
                  <a:pt x="5488972" y="3739320"/>
                  <a:pt x="5491544" y="3738463"/>
                </a:cubicBezTo>
                <a:cubicBezTo>
                  <a:pt x="5494116" y="3737606"/>
                  <a:pt x="5495830" y="3738463"/>
                  <a:pt x="5498402" y="3739320"/>
                </a:cubicBezTo>
                <a:cubicBezTo>
                  <a:pt x="5500117" y="3740177"/>
                  <a:pt x="5503546" y="3741034"/>
                  <a:pt x="5507832" y="3741892"/>
                </a:cubicBezTo>
                <a:cubicBezTo>
                  <a:pt x="5512118" y="3742749"/>
                  <a:pt x="5512975" y="3741034"/>
                  <a:pt x="5512975" y="3741034"/>
                </a:cubicBezTo>
                <a:cubicBezTo>
                  <a:pt x="5512975" y="3741034"/>
                  <a:pt x="5514690" y="3736748"/>
                  <a:pt x="5514690" y="3735034"/>
                </a:cubicBezTo>
                <a:cubicBezTo>
                  <a:pt x="5514690" y="3733319"/>
                  <a:pt x="5513832" y="3731605"/>
                  <a:pt x="5513832" y="3731605"/>
                </a:cubicBezTo>
                <a:cubicBezTo>
                  <a:pt x="5513832" y="3731605"/>
                  <a:pt x="5510404" y="3729890"/>
                  <a:pt x="5509546" y="3729890"/>
                </a:cubicBezTo>
                <a:cubicBezTo>
                  <a:pt x="5508689" y="3729890"/>
                  <a:pt x="5511261" y="3723032"/>
                  <a:pt x="5511261" y="3723032"/>
                </a:cubicBezTo>
                <a:lnTo>
                  <a:pt x="5517262" y="3718746"/>
                </a:lnTo>
                <a:cubicBezTo>
                  <a:pt x="5517262" y="3718746"/>
                  <a:pt x="5522405" y="3714460"/>
                  <a:pt x="5525834" y="3713602"/>
                </a:cubicBezTo>
                <a:cubicBezTo>
                  <a:pt x="5529263" y="3712745"/>
                  <a:pt x="5529263" y="3717031"/>
                  <a:pt x="5530977" y="3717889"/>
                </a:cubicBezTo>
                <a:cubicBezTo>
                  <a:pt x="5532692" y="3719603"/>
                  <a:pt x="5531835" y="3720461"/>
                  <a:pt x="5531835" y="3720461"/>
                </a:cubicBezTo>
                <a:lnTo>
                  <a:pt x="5524977" y="3724747"/>
                </a:lnTo>
                <a:cubicBezTo>
                  <a:pt x="5524977" y="3724747"/>
                  <a:pt x="5525834" y="3729890"/>
                  <a:pt x="5528406" y="3730747"/>
                </a:cubicBezTo>
                <a:cubicBezTo>
                  <a:pt x="5530977" y="3731605"/>
                  <a:pt x="5536978" y="3730747"/>
                  <a:pt x="5536978" y="3730747"/>
                </a:cubicBezTo>
                <a:lnTo>
                  <a:pt x="5542122" y="3727318"/>
                </a:lnTo>
                <a:lnTo>
                  <a:pt x="5543836" y="3723032"/>
                </a:lnTo>
                <a:lnTo>
                  <a:pt x="5543836" y="3716174"/>
                </a:lnTo>
                <a:cubicBezTo>
                  <a:pt x="5543836" y="3716174"/>
                  <a:pt x="5542979" y="3712745"/>
                  <a:pt x="5542979" y="3710173"/>
                </a:cubicBezTo>
                <a:cubicBezTo>
                  <a:pt x="5542979" y="3707602"/>
                  <a:pt x="5544694" y="3706744"/>
                  <a:pt x="5545551" y="3705887"/>
                </a:cubicBezTo>
                <a:cubicBezTo>
                  <a:pt x="5546408" y="3704173"/>
                  <a:pt x="5548980" y="3703316"/>
                  <a:pt x="5548980" y="3703316"/>
                </a:cubicBezTo>
                <a:lnTo>
                  <a:pt x="5551552" y="3699029"/>
                </a:lnTo>
                <a:cubicBezTo>
                  <a:pt x="5551552" y="3699029"/>
                  <a:pt x="5551552" y="3693886"/>
                  <a:pt x="5551552" y="3692171"/>
                </a:cubicBezTo>
                <a:cubicBezTo>
                  <a:pt x="5551552" y="3691314"/>
                  <a:pt x="5556695" y="3684456"/>
                  <a:pt x="5557552" y="3683599"/>
                </a:cubicBezTo>
                <a:cubicBezTo>
                  <a:pt x="5559267" y="3682741"/>
                  <a:pt x="5560124" y="3679312"/>
                  <a:pt x="5560124" y="3679312"/>
                </a:cubicBezTo>
                <a:lnTo>
                  <a:pt x="5552409" y="3675883"/>
                </a:lnTo>
                <a:cubicBezTo>
                  <a:pt x="5543408" y="3675883"/>
                  <a:pt x="5532906" y="3679741"/>
                  <a:pt x="5522218" y="3685527"/>
                </a:cubicBezTo>
                <a:lnTo>
                  <a:pt x="5496913" y="3702672"/>
                </a:lnTo>
                <a:lnTo>
                  <a:pt x="5518815" y="3683786"/>
                </a:lnTo>
                <a:cubicBezTo>
                  <a:pt x="5583431" y="3642075"/>
                  <a:pt x="5647564" y="3633878"/>
                  <a:pt x="5647564" y="3633878"/>
                </a:cubicBezTo>
                <a:cubicBezTo>
                  <a:pt x="5658708" y="3631306"/>
                  <a:pt x="5702427" y="3631306"/>
                  <a:pt x="5699857" y="3627877"/>
                </a:cubicBezTo>
                <a:close/>
                <a:moveTo>
                  <a:pt x="4861612" y="3580313"/>
                </a:moveTo>
                <a:cubicBezTo>
                  <a:pt x="4765935" y="3577782"/>
                  <a:pt x="4673513" y="3631306"/>
                  <a:pt x="4631722" y="3723889"/>
                </a:cubicBezTo>
                <a:cubicBezTo>
                  <a:pt x="4576000" y="3847334"/>
                  <a:pt x="4630007" y="3993066"/>
                  <a:pt x="4753451" y="4048788"/>
                </a:cubicBezTo>
                <a:cubicBezTo>
                  <a:pt x="4876896" y="4105366"/>
                  <a:pt x="5021771" y="4050502"/>
                  <a:pt x="5078350" y="3927058"/>
                </a:cubicBezTo>
                <a:cubicBezTo>
                  <a:pt x="5134071" y="3803614"/>
                  <a:pt x="5080064" y="3657881"/>
                  <a:pt x="4956620" y="3602159"/>
                </a:cubicBezTo>
                <a:cubicBezTo>
                  <a:pt x="4925759" y="3588229"/>
                  <a:pt x="4893505" y="3581157"/>
                  <a:pt x="4861612" y="3580313"/>
                </a:cubicBezTo>
                <a:close/>
                <a:moveTo>
                  <a:pt x="4863113" y="3524739"/>
                </a:moveTo>
                <a:cubicBezTo>
                  <a:pt x="4902238" y="3525757"/>
                  <a:pt x="4941832" y="3534437"/>
                  <a:pt x="4979766" y="3551582"/>
                </a:cubicBezTo>
                <a:cubicBezTo>
                  <a:pt x="5131499" y="3621019"/>
                  <a:pt x="5198365" y="3799328"/>
                  <a:pt x="5128928" y="3950204"/>
                </a:cubicBezTo>
                <a:cubicBezTo>
                  <a:pt x="5068921" y="4082221"/>
                  <a:pt x="4924902" y="4149917"/>
                  <a:pt x="4788185" y="4118835"/>
                </a:cubicBezTo>
                <a:lnTo>
                  <a:pt x="4769854" y="4112669"/>
                </a:lnTo>
                <a:lnTo>
                  <a:pt x="4736576" y="4185841"/>
                </a:lnTo>
                <a:lnTo>
                  <a:pt x="4739414" y="4190448"/>
                </a:lnTo>
                <a:cubicBezTo>
                  <a:pt x="4745307" y="4206093"/>
                  <a:pt x="4745307" y="4224095"/>
                  <a:pt x="4738021" y="4240811"/>
                </a:cubicBezTo>
                <a:lnTo>
                  <a:pt x="4623149" y="4492842"/>
                </a:lnTo>
                <a:cubicBezTo>
                  <a:pt x="4608576" y="4525418"/>
                  <a:pt x="4570000" y="4539991"/>
                  <a:pt x="4536567" y="4525418"/>
                </a:cubicBezTo>
                <a:cubicBezTo>
                  <a:pt x="4503991" y="4510845"/>
                  <a:pt x="4489418" y="4472268"/>
                  <a:pt x="4503991" y="4438835"/>
                </a:cubicBezTo>
                <a:lnTo>
                  <a:pt x="4618863" y="4186804"/>
                </a:lnTo>
                <a:cubicBezTo>
                  <a:pt x="4624328" y="4174588"/>
                  <a:pt x="4633169" y="4164904"/>
                  <a:pt x="4643847" y="4158339"/>
                </a:cubicBezTo>
                <a:lnTo>
                  <a:pt x="4661831" y="4153470"/>
                </a:lnTo>
                <a:lnTo>
                  <a:pt x="4695622" y="4079170"/>
                </a:lnTo>
                <a:lnTo>
                  <a:pt x="4677765" y="4068771"/>
                </a:lnTo>
                <a:cubicBezTo>
                  <a:pt x="4564829" y="3986624"/>
                  <a:pt x="4521137" y="3833511"/>
                  <a:pt x="4581144" y="3700743"/>
                </a:cubicBezTo>
                <a:cubicBezTo>
                  <a:pt x="4632579" y="3587586"/>
                  <a:pt x="4745736" y="3521685"/>
                  <a:pt x="4863113" y="3524739"/>
                </a:cubicBezTo>
                <a:close/>
                <a:moveTo>
                  <a:pt x="1544765" y="3428138"/>
                </a:moveTo>
                <a:cubicBezTo>
                  <a:pt x="1544765" y="3428138"/>
                  <a:pt x="1624490" y="3511291"/>
                  <a:pt x="1620204" y="3555010"/>
                </a:cubicBezTo>
                <a:cubicBezTo>
                  <a:pt x="1615918" y="3598730"/>
                  <a:pt x="1532764" y="3615018"/>
                  <a:pt x="1532764" y="3615018"/>
                </a:cubicBezTo>
                <a:cubicBezTo>
                  <a:pt x="1532764" y="3615018"/>
                  <a:pt x="1645922" y="3615018"/>
                  <a:pt x="1646779" y="3561011"/>
                </a:cubicBezTo>
                <a:cubicBezTo>
                  <a:pt x="1647636" y="3507004"/>
                  <a:pt x="1544765" y="3428138"/>
                  <a:pt x="1544765" y="3428138"/>
                </a:cubicBezTo>
                <a:close/>
                <a:moveTo>
                  <a:pt x="408910" y="3284263"/>
                </a:moveTo>
                <a:lnTo>
                  <a:pt x="393653" y="3296390"/>
                </a:lnTo>
                <a:cubicBezTo>
                  <a:pt x="373702" y="3310964"/>
                  <a:pt x="354008" y="3324077"/>
                  <a:pt x="334836" y="3335610"/>
                </a:cubicBezTo>
                <a:lnTo>
                  <a:pt x="325136" y="3340789"/>
                </a:lnTo>
                <a:lnTo>
                  <a:pt x="330318" y="3354497"/>
                </a:lnTo>
                <a:cubicBezTo>
                  <a:pt x="351753" y="3400123"/>
                  <a:pt x="378758" y="3427281"/>
                  <a:pt x="408051" y="3427281"/>
                </a:cubicBezTo>
                <a:cubicBezTo>
                  <a:pt x="434090" y="3427281"/>
                  <a:pt x="458321" y="3405823"/>
                  <a:pt x="478438" y="3369010"/>
                </a:cubicBezTo>
                <a:lnTo>
                  <a:pt x="491268" y="3340334"/>
                </a:lnTo>
                <a:lnTo>
                  <a:pt x="481268" y="3334978"/>
                </a:lnTo>
                <a:close/>
                <a:moveTo>
                  <a:pt x="385103" y="3234417"/>
                </a:moveTo>
                <a:lnTo>
                  <a:pt x="394907" y="3243179"/>
                </a:lnTo>
                <a:lnTo>
                  <a:pt x="407331" y="3251843"/>
                </a:lnTo>
                <a:lnTo>
                  <a:pt x="427247" y="3234680"/>
                </a:lnTo>
                <a:lnTo>
                  <a:pt x="408051" y="3236114"/>
                </a:lnTo>
                <a:close/>
                <a:moveTo>
                  <a:pt x="293992" y="3227681"/>
                </a:moveTo>
                <a:lnTo>
                  <a:pt x="310863" y="3303036"/>
                </a:lnTo>
                <a:lnTo>
                  <a:pt x="314200" y="3311864"/>
                </a:lnTo>
                <a:lnTo>
                  <a:pt x="346623" y="3294552"/>
                </a:lnTo>
                <a:lnTo>
                  <a:pt x="386844" y="3267724"/>
                </a:lnTo>
                <a:lnTo>
                  <a:pt x="346453" y="3231560"/>
                </a:lnTo>
                <a:close/>
                <a:moveTo>
                  <a:pt x="521204" y="3227662"/>
                </a:moveTo>
                <a:lnTo>
                  <a:pt x="472442" y="3231304"/>
                </a:lnTo>
                <a:lnTo>
                  <a:pt x="454017" y="3248411"/>
                </a:lnTo>
                <a:lnTo>
                  <a:pt x="429899" y="3267581"/>
                </a:lnTo>
                <a:lnTo>
                  <a:pt x="469481" y="3295183"/>
                </a:lnTo>
                <a:lnTo>
                  <a:pt x="501667" y="3312302"/>
                </a:lnTo>
                <a:lnTo>
                  <a:pt x="512504" y="3276718"/>
                </a:lnTo>
                <a:close/>
                <a:moveTo>
                  <a:pt x="645944" y="3207392"/>
                </a:moveTo>
                <a:lnTo>
                  <a:pt x="636239" y="3210346"/>
                </a:lnTo>
                <a:cubicBezTo>
                  <a:pt x="614532" y="3215761"/>
                  <a:pt x="591336" y="3220429"/>
                  <a:pt x="566924" y="3224247"/>
                </a:cubicBezTo>
                <a:lnTo>
                  <a:pt x="548148" y="3225649"/>
                </a:lnTo>
                <a:lnTo>
                  <a:pt x="532529" y="3314283"/>
                </a:lnTo>
                <a:lnTo>
                  <a:pt x="529280" y="3325012"/>
                </a:lnTo>
                <a:lnTo>
                  <a:pt x="558887" y="3336294"/>
                </a:lnTo>
                <a:cubicBezTo>
                  <a:pt x="599166" y="3348093"/>
                  <a:pt x="631474" y="3346164"/>
                  <a:pt x="649797" y="3327840"/>
                </a:cubicBezTo>
                <a:cubicBezTo>
                  <a:pt x="668121" y="3309195"/>
                  <a:pt x="670050" y="3276807"/>
                  <a:pt x="658251" y="3236553"/>
                </a:cubicBezTo>
                <a:close/>
                <a:moveTo>
                  <a:pt x="169104" y="3206549"/>
                </a:moveTo>
                <a:lnTo>
                  <a:pt x="157854" y="3236073"/>
                </a:lnTo>
                <a:cubicBezTo>
                  <a:pt x="146055" y="3276352"/>
                  <a:pt x="147984" y="3308660"/>
                  <a:pt x="166307" y="3326984"/>
                </a:cubicBezTo>
                <a:cubicBezTo>
                  <a:pt x="184631" y="3345629"/>
                  <a:pt x="216939" y="3347638"/>
                  <a:pt x="257218" y="3335814"/>
                </a:cubicBezTo>
                <a:lnTo>
                  <a:pt x="287649" y="3324179"/>
                </a:lnTo>
                <a:lnTo>
                  <a:pt x="269900" y="3244968"/>
                </a:lnTo>
                <a:lnTo>
                  <a:pt x="268468" y="3225793"/>
                </a:lnTo>
                <a:lnTo>
                  <a:pt x="249179" y="3224367"/>
                </a:lnTo>
                <a:close/>
                <a:moveTo>
                  <a:pt x="288917" y="3177713"/>
                </a:moveTo>
                <a:lnTo>
                  <a:pt x="290802" y="3203043"/>
                </a:lnTo>
                <a:lnTo>
                  <a:pt x="316853" y="3205057"/>
                </a:lnTo>
                <a:lnTo>
                  <a:pt x="301752" y="3191537"/>
                </a:lnTo>
                <a:close/>
                <a:moveTo>
                  <a:pt x="528974" y="3176635"/>
                </a:moveTo>
                <a:lnTo>
                  <a:pt x="514351" y="3192395"/>
                </a:lnTo>
                <a:lnTo>
                  <a:pt x="500527" y="3205229"/>
                </a:lnTo>
                <a:lnTo>
                  <a:pt x="525512" y="3203370"/>
                </a:lnTo>
                <a:lnTo>
                  <a:pt x="528388" y="3187154"/>
                </a:lnTo>
                <a:close/>
                <a:moveTo>
                  <a:pt x="1459898" y="3111812"/>
                </a:moveTo>
                <a:cubicBezTo>
                  <a:pt x="1502760" y="3111812"/>
                  <a:pt x="1537907" y="3125528"/>
                  <a:pt x="1537907" y="3141816"/>
                </a:cubicBezTo>
                <a:cubicBezTo>
                  <a:pt x="1537907" y="3141816"/>
                  <a:pt x="1537907" y="3142673"/>
                  <a:pt x="1537907" y="3143530"/>
                </a:cubicBezTo>
                <a:lnTo>
                  <a:pt x="1540479" y="3143530"/>
                </a:lnTo>
                <a:lnTo>
                  <a:pt x="1540479" y="3199252"/>
                </a:lnTo>
                <a:lnTo>
                  <a:pt x="1537907" y="3199252"/>
                </a:lnTo>
                <a:cubicBezTo>
                  <a:pt x="1537050" y="3206110"/>
                  <a:pt x="1532764" y="3212110"/>
                  <a:pt x="1525048" y="3216397"/>
                </a:cubicBezTo>
                <a:cubicBezTo>
                  <a:pt x="1525048" y="3242972"/>
                  <a:pt x="1525048" y="3323553"/>
                  <a:pt x="1525048" y="3344127"/>
                </a:cubicBezTo>
                <a:cubicBezTo>
                  <a:pt x="1525048" y="3368987"/>
                  <a:pt x="1537050" y="3375845"/>
                  <a:pt x="1537050" y="3375845"/>
                </a:cubicBezTo>
                <a:cubicBezTo>
                  <a:pt x="1566197" y="3392990"/>
                  <a:pt x="1731647" y="3561869"/>
                  <a:pt x="1658780" y="3612446"/>
                </a:cubicBezTo>
                <a:cubicBezTo>
                  <a:pt x="1593629" y="3657880"/>
                  <a:pt x="1483900" y="3656166"/>
                  <a:pt x="1461612" y="3655309"/>
                </a:cubicBezTo>
                <a:cubicBezTo>
                  <a:pt x="1439323" y="3656166"/>
                  <a:pt x="1328738" y="3657880"/>
                  <a:pt x="1263587" y="3612446"/>
                </a:cubicBezTo>
                <a:cubicBezTo>
                  <a:pt x="1190721" y="3561011"/>
                  <a:pt x="1358742" y="3392133"/>
                  <a:pt x="1387888" y="3374988"/>
                </a:cubicBezTo>
                <a:cubicBezTo>
                  <a:pt x="1387888" y="3374988"/>
                  <a:pt x="1405033" y="3368130"/>
                  <a:pt x="1405033" y="3343270"/>
                </a:cubicBezTo>
                <a:cubicBezTo>
                  <a:pt x="1405033" y="3322696"/>
                  <a:pt x="1405033" y="3243829"/>
                  <a:pt x="1405033" y="3216397"/>
                </a:cubicBezTo>
                <a:cubicBezTo>
                  <a:pt x="1389603" y="3212110"/>
                  <a:pt x="1383602" y="3206110"/>
                  <a:pt x="1382745" y="3199252"/>
                </a:cubicBezTo>
                <a:lnTo>
                  <a:pt x="1381030" y="3199252"/>
                </a:lnTo>
                <a:lnTo>
                  <a:pt x="1381030" y="3143530"/>
                </a:lnTo>
                <a:lnTo>
                  <a:pt x="1381888" y="3143530"/>
                </a:lnTo>
                <a:cubicBezTo>
                  <a:pt x="1381888" y="3143530"/>
                  <a:pt x="1381888" y="3142673"/>
                  <a:pt x="1381888" y="3141816"/>
                </a:cubicBezTo>
                <a:cubicBezTo>
                  <a:pt x="1381888" y="3125528"/>
                  <a:pt x="1417035" y="3111812"/>
                  <a:pt x="1459898" y="3111812"/>
                </a:cubicBezTo>
                <a:close/>
                <a:moveTo>
                  <a:pt x="590102" y="3107161"/>
                </a:moveTo>
                <a:lnTo>
                  <a:pt x="570367" y="3132026"/>
                </a:lnTo>
                <a:lnTo>
                  <a:pt x="554587" y="3149033"/>
                </a:lnTo>
                <a:lnTo>
                  <a:pt x="551759" y="3200115"/>
                </a:lnTo>
                <a:lnTo>
                  <a:pt x="599532" y="3190547"/>
                </a:lnTo>
                <a:lnTo>
                  <a:pt x="634360" y="3179941"/>
                </a:lnTo>
                <a:lnTo>
                  <a:pt x="630590" y="3171008"/>
                </a:lnTo>
                <a:close/>
                <a:moveTo>
                  <a:pt x="226426" y="3105365"/>
                </a:moveTo>
                <a:lnTo>
                  <a:pt x="198965" y="3146668"/>
                </a:lnTo>
                <a:lnTo>
                  <a:pt x="181775" y="3178985"/>
                </a:lnTo>
                <a:lnTo>
                  <a:pt x="216948" y="3190170"/>
                </a:lnTo>
                <a:lnTo>
                  <a:pt x="266550" y="3200120"/>
                </a:lnTo>
                <a:lnTo>
                  <a:pt x="262773" y="3149552"/>
                </a:lnTo>
                <a:lnTo>
                  <a:pt x="245737" y="3131203"/>
                </a:lnTo>
                <a:close/>
                <a:moveTo>
                  <a:pt x="556573" y="3065846"/>
                </a:moveTo>
                <a:lnTo>
                  <a:pt x="558070" y="3086095"/>
                </a:lnTo>
                <a:lnTo>
                  <a:pt x="557031" y="3104875"/>
                </a:lnTo>
                <a:lnTo>
                  <a:pt x="573606" y="3085614"/>
                </a:lnTo>
                <a:close/>
                <a:moveTo>
                  <a:pt x="259173" y="3065486"/>
                </a:moveTo>
                <a:lnTo>
                  <a:pt x="241966" y="3085481"/>
                </a:lnTo>
                <a:lnTo>
                  <a:pt x="259516" y="3105960"/>
                </a:lnTo>
                <a:lnTo>
                  <a:pt x="258032" y="3086095"/>
                </a:lnTo>
                <a:close/>
                <a:moveTo>
                  <a:pt x="408909" y="3023515"/>
                </a:moveTo>
                <a:cubicBezTo>
                  <a:pt x="443199" y="3023515"/>
                  <a:pt x="471488" y="3050947"/>
                  <a:pt x="471488" y="3086095"/>
                </a:cubicBezTo>
                <a:cubicBezTo>
                  <a:pt x="471488" y="3120385"/>
                  <a:pt x="443199" y="3148674"/>
                  <a:pt x="408909" y="3148674"/>
                </a:cubicBezTo>
                <a:cubicBezTo>
                  <a:pt x="374619" y="3148674"/>
                  <a:pt x="346329" y="3121242"/>
                  <a:pt x="346329" y="3086095"/>
                </a:cubicBezTo>
                <a:cubicBezTo>
                  <a:pt x="346329" y="3051805"/>
                  <a:pt x="373761" y="3023515"/>
                  <a:pt x="408909" y="3023515"/>
                </a:cubicBezTo>
                <a:close/>
                <a:moveTo>
                  <a:pt x="153678" y="3002555"/>
                </a:moveTo>
                <a:lnTo>
                  <a:pt x="124280" y="3015709"/>
                </a:lnTo>
                <a:cubicBezTo>
                  <a:pt x="87467" y="3035826"/>
                  <a:pt x="66009" y="3060056"/>
                  <a:pt x="66009" y="3086095"/>
                </a:cubicBezTo>
                <a:cubicBezTo>
                  <a:pt x="66009" y="3107794"/>
                  <a:pt x="80994" y="3128154"/>
                  <a:pt x="107354" y="3145918"/>
                </a:cubicBezTo>
                <a:lnTo>
                  <a:pt x="153101" y="3169496"/>
                </a:lnTo>
                <a:lnTo>
                  <a:pt x="158538" y="3159312"/>
                </a:lnTo>
                <a:cubicBezTo>
                  <a:pt x="170071" y="3140140"/>
                  <a:pt x="183184" y="3120446"/>
                  <a:pt x="197758" y="3100495"/>
                </a:cubicBezTo>
                <a:lnTo>
                  <a:pt x="210657" y="3084265"/>
                </a:lnTo>
                <a:lnTo>
                  <a:pt x="167482" y="3026495"/>
                </a:lnTo>
                <a:close/>
                <a:moveTo>
                  <a:pt x="663026" y="3002411"/>
                </a:moveTo>
                <a:lnTo>
                  <a:pt x="657566" y="3012654"/>
                </a:lnTo>
                <a:cubicBezTo>
                  <a:pt x="646033" y="3031861"/>
                  <a:pt x="632920" y="3051592"/>
                  <a:pt x="618347" y="3071576"/>
                </a:cubicBezTo>
                <a:lnTo>
                  <a:pt x="606027" y="3087098"/>
                </a:lnTo>
                <a:lnTo>
                  <a:pt x="648622" y="3144181"/>
                </a:lnTo>
                <a:lnTo>
                  <a:pt x="663100" y="3169333"/>
                </a:lnTo>
                <a:lnTo>
                  <a:pt x="691823" y="3156482"/>
                </a:lnTo>
                <a:cubicBezTo>
                  <a:pt x="728636" y="3136365"/>
                  <a:pt x="750094" y="3112134"/>
                  <a:pt x="750094" y="3086095"/>
                </a:cubicBezTo>
                <a:cubicBezTo>
                  <a:pt x="750094" y="3064396"/>
                  <a:pt x="735109" y="3043953"/>
                  <a:pt x="708749" y="3026099"/>
                </a:cubicBezTo>
                <a:close/>
                <a:moveTo>
                  <a:pt x="264344" y="2972075"/>
                </a:moveTo>
                <a:lnTo>
                  <a:pt x="216572" y="2981643"/>
                </a:lnTo>
                <a:lnTo>
                  <a:pt x="182153" y="2992125"/>
                </a:lnTo>
                <a:lnTo>
                  <a:pt x="185871" y="3000908"/>
                </a:lnTo>
                <a:lnTo>
                  <a:pt x="226227" y="3064676"/>
                </a:lnTo>
                <a:lnTo>
                  <a:pt x="245737" y="3040131"/>
                </a:lnTo>
                <a:lnTo>
                  <a:pt x="261518" y="3023133"/>
                </a:lnTo>
                <a:close/>
                <a:moveTo>
                  <a:pt x="549613" y="2971718"/>
                </a:moveTo>
                <a:lnTo>
                  <a:pt x="553247" y="3020858"/>
                </a:lnTo>
                <a:lnTo>
                  <a:pt x="570367" y="3039308"/>
                </a:lnTo>
                <a:lnTo>
                  <a:pt x="589651" y="3065152"/>
                </a:lnTo>
                <a:lnTo>
                  <a:pt x="617139" y="3023810"/>
                </a:lnTo>
                <a:lnTo>
                  <a:pt x="633701" y="2992672"/>
                </a:lnTo>
                <a:lnTo>
                  <a:pt x="599155" y="2981643"/>
                </a:lnTo>
                <a:close/>
                <a:moveTo>
                  <a:pt x="501023" y="2967017"/>
                </a:moveTo>
                <a:lnTo>
                  <a:pt x="514350" y="2978939"/>
                </a:lnTo>
                <a:lnTo>
                  <a:pt x="527186" y="2992772"/>
                </a:lnTo>
                <a:lnTo>
                  <a:pt x="525405" y="2968836"/>
                </a:lnTo>
                <a:close/>
                <a:moveTo>
                  <a:pt x="315586" y="2966960"/>
                </a:moveTo>
                <a:lnTo>
                  <a:pt x="290341" y="2968839"/>
                </a:lnTo>
                <a:lnTo>
                  <a:pt x="287715" y="2983640"/>
                </a:lnTo>
                <a:lnTo>
                  <a:pt x="287044" y="2995639"/>
                </a:lnTo>
                <a:lnTo>
                  <a:pt x="301753" y="2979796"/>
                </a:lnTo>
                <a:close/>
                <a:moveTo>
                  <a:pt x="408051" y="2960079"/>
                </a:moveTo>
                <a:lnTo>
                  <a:pt x="356209" y="2963937"/>
                </a:lnTo>
                <a:lnTo>
                  <a:pt x="318898" y="2996084"/>
                </a:lnTo>
                <a:lnTo>
                  <a:pt x="284805" y="3035702"/>
                </a:lnTo>
                <a:lnTo>
                  <a:pt x="282035" y="3085238"/>
                </a:lnTo>
                <a:lnTo>
                  <a:pt x="285866" y="3136706"/>
                </a:lnTo>
                <a:lnTo>
                  <a:pt x="318897" y="3175250"/>
                </a:lnTo>
                <a:lnTo>
                  <a:pt x="355604" y="3208055"/>
                </a:lnTo>
                <a:lnTo>
                  <a:pt x="408051" y="3212111"/>
                </a:lnTo>
                <a:lnTo>
                  <a:pt x="457727" y="3208414"/>
                </a:lnTo>
                <a:lnTo>
                  <a:pt x="497206" y="3174393"/>
                </a:lnTo>
                <a:lnTo>
                  <a:pt x="531308" y="3134766"/>
                </a:lnTo>
                <a:lnTo>
                  <a:pt x="534067" y="3085238"/>
                </a:lnTo>
                <a:lnTo>
                  <a:pt x="530360" y="3035422"/>
                </a:lnTo>
                <a:lnTo>
                  <a:pt x="497205" y="2996941"/>
                </a:lnTo>
                <a:lnTo>
                  <a:pt x="460323" y="2963980"/>
                </a:lnTo>
                <a:close/>
                <a:moveTo>
                  <a:pt x="407682" y="2919589"/>
                </a:moveTo>
                <a:lnTo>
                  <a:pt x="386715" y="2937654"/>
                </a:lnTo>
                <a:lnTo>
                  <a:pt x="408051" y="2936076"/>
                </a:lnTo>
                <a:lnTo>
                  <a:pt x="430998" y="2937773"/>
                </a:lnTo>
                <a:lnTo>
                  <a:pt x="421196" y="2929013"/>
                </a:lnTo>
                <a:close/>
                <a:moveTo>
                  <a:pt x="313772" y="2860695"/>
                </a:moveTo>
                <a:lnTo>
                  <a:pt x="303599" y="2894135"/>
                </a:lnTo>
                <a:lnTo>
                  <a:pt x="294668" y="2944460"/>
                </a:lnTo>
                <a:lnTo>
                  <a:pt x="343747" y="2940831"/>
                </a:lnTo>
                <a:lnTo>
                  <a:pt x="362122" y="2923781"/>
                </a:lnTo>
                <a:lnTo>
                  <a:pt x="386241" y="2904637"/>
                </a:lnTo>
                <a:lnTo>
                  <a:pt x="346622" y="2877008"/>
                </a:lnTo>
                <a:close/>
                <a:moveTo>
                  <a:pt x="501946" y="2858728"/>
                </a:moveTo>
                <a:lnTo>
                  <a:pt x="469255" y="2876151"/>
                </a:lnTo>
                <a:lnTo>
                  <a:pt x="429247" y="2902810"/>
                </a:lnTo>
                <a:lnTo>
                  <a:pt x="471695" y="2940782"/>
                </a:lnTo>
                <a:lnTo>
                  <a:pt x="522501" y="2944539"/>
                </a:lnTo>
                <a:lnTo>
                  <a:pt x="505240" y="2867440"/>
                </a:lnTo>
                <a:close/>
                <a:moveTo>
                  <a:pt x="219818" y="2828773"/>
                </a:moveTo>
                <a:cubicBezTo>
                  <a:pt x="196953" y="2827205"/>
                  <a:pt x="178523" y="2832135"/>
                  <a:pt x="166307" y="2844350"/>
                </a:cubicBezTo>
                <a:cubicBezTo>
                  <a:pt x="147984" y="2862675"/>
                  <a:pt x="146176" y="2894983"/>
                  <a:pt x="158080" y="2935262"/>
                </a:cubicBezTo>
                <a:lnTo>
                  <a:pt x="170445" y="2964470"/>
                </a:lnTo>
                <a:lnTo>
                  <a:pt x="179864" y="2961618"/>
                </a:lnTo>
                <a:cubicBezTo>
                  <a:pt x="201572" y="2956238"/>
                  <a:pt x="224768" y="2951607"/>
                  <a:pt x="249179" y="2947823"/>
                </a:cubicBezTo>
                <a:lnTo>
                  <a:pt x="267973" y="2946434"/>
                </a:lnTo>
                <a:lnTo>
                  <a:pt x="283574" y="2857908"/>
                </a:lnTo>
                <a:lnTo>
                  <a:pt x="286788" y="2847295"/>
                </a:lnTo>
                <a:lnTo>
                  <a:pt x="277993" y="2842929"/>
                </a:lnTo>
                <a:cubicBezTo>
                  <a:pt x="256609" y="2834778"/>
                  <a:pt x="236967" y="2829948"/>
                  <a:pt x="219818" y="2828773"/>
                </a:cubicBezTo>
                <a:close/>
                <a:moveTo>
                  <a:pt x="595924" y="2827916"/>
                </a:moveTo>
                <a:cubicBezTo>
                  <a:pt x="584472" y="2828700"/>
                  <a:pt x="571928" y="2831107"/>
                  <a:pt x="558510" y="2835040"/>
                </a:cubicBezTo>
                <a:lnTo>
                  <a:pt x="528370" y="2846540"/>
                </a:lnTo>
                <a:lnTo>
                  <a:pt x="546323" y="2927223"/>
                </a:lnTo>
                <a:lnTo>
                  <a:pt x="547742" y="2946405"/>
                </a:lnTo>
                <a:lnTo>
                  <a:pt x="566924" y="2947823"/>
                </a:lnTo>
                <a:lnTo>
                  <a:pt x="646399" y="2965508"/>
                </a:lnTo>
                <a:lnTo>
                  <a:pt x="658251" y="2934405"/>
                </a:lnTo>
                <a:cubicBezTo>
                  <a:pt x="670050" y="2894126"/>
                  <a:pt x="668121" y="2861818"/>
                  <a:pt x="649797" y="2843494"/>
                </a:cubicBezTo>
                <a:cubicBezTo>
                  <a:pt x="637367" y="2831278"/>
                  <a:pt x="618829" y="2826349"/>
                  <a:pt x="595924" y="2827916"/>
                </a:cubicBezTo>
                <a:close/>
                <a:moveTo>
                  <a:pt x="408051" y="2743195"/>
                </a:moveTo>
                <a:cubicBezTo>
                  <a:pt x="382012" y="2743195"/>
                  <a:pt x="357782" y="2764774"/>
                  <a:pt x="337665" y="2801693"/>
                </a:cubicBezTo>
                <a:lnTo>
                  <a:pt x="324723" y="2830683"/>
                </a:lnTo>
                <a:lnTo>
                  <a:pt x="334835" y="2835724"/>
                </a:lnTo>
                <a:lnTo>
                  <a:pt x="408327" y="2887107"/>
                </a:lnTo>
                <a:lnTo>
                  <a:pt x="422572" y="2875801"/>
                </a:lnTo>
                <a:cubicBezTo>
                  <a:pt x="442557" y="2861228"/>
                  <a:pt x="462287" y="2848115"/>
                  <a:pt x="481495" y="2836582"/>
                </a:cubicBezTo>
                <a:lnTo>
                  <a:pt x="491548" y="2831224"/>
                </a:lnTo>
                <a:lnTo>
                  <a:pt x="485785" y="2815980"/>
                </a:lnTo>
                <a:cubicBezTo>
                  <a:pt x="464351" y="2770353"/>
                  <a:pt x="437345" y="2743195"/>
                  <a:pt x="408051" y="2743195"/>
                </a:cubicBezTo>
                <a:close/>
                <a:moveTo>
                  <a:pt x="6236067" y="2687689"/>
                </a:moveTo>
                <a:cubicBezTo>
                  <a:pt x="6239925" y="2687475"/>
                  <a:pt x="6243782" y="2688760"/>
                  <a:pt x="6246782" y="2691760"/>
                </a:cubicBezTo>
                <a:cubicBezTo>
                  <a:pt x="6252783" y="2697761"/>
                  <a:pt x="6253640" y="2707192"/>
                  <a:pt x="6247640" y="2713192"/>
                </a:cubicBezTo>
                <a:lnTo>
                  <a:pt x="6216014" y="2748180"/>
                </a:lnTo>
                <a:lnTo>
                  <a:pt x="6222322" y="2756871"/>
                </a:lnTo>
                <a:cubicBezTo>
                  <a:pt x="6235744" y="2786165"/>
                  <a:pt x="6231565" y="2821847"/>
                  <a:pt x="6209062" y="2846922"/>
                </a:cubicBezTo>
                <a:cubicBezTo>
                  <a:pt x="6193632" y="2863639"/>
                  <a:pt x="6172843" y="2872640"/>
                  <a:pt x="6151734" y="2873711"/>
                </a:cubicBezTo>
                <a:lnTo>
                  <a:pt x="6133744" y="2871200"/>
                </a:lnTo>
                <a:lnTo>
                  <a:pt x="6125031" y="2893063"/>
                </a:lnTo>
                <a:cubicBezTo>
                  <a:pt x="6072016" y="3025978"/>
                  <a:pt x="5930188" y="3380025"/>
                  <a:pt x="5925312" y="3375846"/>
                </a:cubicBezTo>
                <a:cubicBezTo>
                  <a:pt x="5920169" y="3370702"/>
                  <a:pt x="5917597" y="3266975"/>
                  <a:pt x="5917597" y="3266975"/>
                </a:cubicBezTo>
                <a:cubicBezTo>
                  <a:pt x="5917597" y="3266975"/>
                  <a:pt x="6005120" y="3039936"/>
                  <a:pt x="6056644" y="2907754"/>
                </a:cubicBezTo>
                <a:lnTo>
                  <a:pt x="6068648" y="2877062"/>
                </a:lnTo>
                <a:lnTo>
                  <a:pt x="5680138" y="3041518"/>
                </a:lnTo>
                <a:lnTo>
                  <a:pt x="5576411" y="3046661"/>
                </a:lnTo>
                <a:lnTo>
                  <a:pt x="5660422" y="2986654"/>
                </a:lnTo>
                <a:lnTo>
                  <a:pt x="6069879" y="2807820"/>
                </a:lnTo>
                <a:lnTo>
                  <a:pt x="6065771" y="2780383"/>
                </a:lnTo>
                <a:cubicBezTo>
                  <a:pt x="6068031" y="2764586"/>
                  <a:pt x="6074903" y="2749196"/>
                  <a:pt x="6086476" y="2736337"/>
                </a:cubicBezTo>
                <a:cubicBezTo>
                  <a:pt x="6101906" y="2719192"/>
                  <a:pt x="6122694" y="2710191"/>
                  <a:pt x="6143804" y="2709228"/>
                </a:cubicBezTo>
                <a:cubicBezTo>
                  <a:pt x="6154359" y="2708745"/>
                  <a:pt x="6164994" y="2710271"/>
                  <a:pt x="6175080" y="2713794"/>
                </a:cubicBezTo>
                <a:lnTo>
                  <a:pt x="6195368" y="2725788"/>
                </a:lnTo>
                <a:lnTo>
                  <a:pt x="6225351" y="2692617"/>
                </a:lnTo>
                <a:cubicBezTo>
                  <a:pt x="6228352" y="2689618"/>
                  <a:pt x="6232209" y="2687903"/>
                  <a:pt x="6236067" y="2687689"/>
                </a:cubicBezTo>
                <a:close/>
                <a:moveTo>
                  <a:pt x="408051" y="2678044"/>
                </a:moveTo>
                <a:cubicBezTo>
                  <a:pt x="439234" y="2678044"/>
                  <a:pt x="468126" y="2703722"/>
                  <a:pt x="492060" y="2747708"/>
                </a:cubicBezTo>
                <a:lnTo>
                  <a:pt x="519745" y="2816195"/>
                </a:lnTo>
                <a:lnTo>
                  <a:pt x="537283" y="2806846"/>
                </a:lnTo>
                <a:cubicBezTo>
                  <a:pt x="608864" y="2773842"/>
                  <a:pt x="667800" y="2768056"/>
                  <a:pt x="696946" y="2797202"/>
                </a:cubicBezTo>
                <a:cubicBezTo>
                  <a:pt x="726093" y="2826349"/>
                  <a:pt x="720306" y="2885285"/>
                  <a:pt x="687302" y="2956865"/>
                </a:cubicBezTo>
                <a:lnTo>
                  <a:pt x="677955" y="2974402"/>
                </a:lnTo>
                <a:lnTo>
                  <a:pt x="746440" y="3002086"/>
                </a:lnTo>
                <a:cubicBezTo>
                  <a:pt x="790426" y="3026021"/>
                  <a:pt x="816103" y="3054913"/>
                  <a:pt x="816103" y="3086095"/>
                </a:cubicBezTo>
                <a:cubicBezTo>
                  <a:pt x="816103" y="3127243"/>
                  <a:pt x="770455" y="3164748"/>
                  <a:pt x="696624" y="3191966"/>
                </a:cubicBezTo>
                <a:lnTo>
                  <a:pt x="678828" y="3197383"/>
                </a:lnTo>
                <a:lnTo>
                  <a:pt x="698388" y="3240686"/>
                </a:lnTo>
                <a:cubicBezTo>
                  <a:pt x="721207" y="3300318"/>
                  <a:pt x="722450" y="3348629"/>
                  <a:pt x="696946" y="3374132"/>
                </a:cubicBezTo>
                <a:cubicBezTo>
                  <a:pt x="667371" y="3403707"/>
                  <a:pt x="608435" y="3397921"/>
                  <a:pt x="536961" y="3364809"/>
                </a:cubicBezTo>
                <a:lnTo>
                  <a:pt x="519982" y="3355715"/>
                </a:lnTo>
                <a:lnTo>
                  <a:pt x="514243" y="3374667"/>
                </a:lnTo>
                <a:cubicBezTo>
                  <a:pt x="487133" y="3448498"/>
                  <a:pt x="449628" y="3494146"/>
                  <a:pt x="408051" y="3494146"/>
                </a:cubicBezTo>
                <a:cubicBezTo>
                  <a:pt x="377190" y="3494146"/>
                  <a:pt x="348379" y="3468469"/>
                  <a:pt x="324419" y="3424483"/>
                </a:cubicBezTo>
                <a:lnTo>
                  <a:pt x="296648" y="3355999"/>
                </a:lnTo>
                <a:lnTo>
                  <a:pt x="279143" y="3365346"/>
                </a:lnTo>
                <a:cubicBezTo>
                  <a:pt x="207669" y="3398350"/>
                  <a:pt x="148733" y="3404137"/>
                  <a:pt x="119158" y="3374990"/>
                </a:cubicBezTo>
                <a:cubicBezTo>
                  <a:pt x="90011" y="3345415"/>
                  <a:pt x="95798" y="3286479"/>
                  <a:pt x="128803" y="3215005"/>
                </a:cubicBezTo>
                <a:lnTo>
                  <a:pt x="138022" y="3197737"/>
                </a:lnTo>
                <a:lnTo>
                  <a:pt x="69663" y="3170104"/>
                </a:lnTo>
                <a:cubicBezTo>
                  <a:pt x="25677" y="3146169"/>
                  <a:pt x="0" y="3117277"/>
                  <a:pt x="0" y="3086095"/>
                </a:cubicBezTo>
                <a:cubicBezTo>
                  <a:pt x="0" y="3044519"/>
                  <a:pt x="45649" y="3007014"/>
                  <a:pt x="119480" y="2979903"/>
                </a:cubicBezTo>
                <a:lnTo>
                  <a:pt x="137725" y="2974378"/>
                </a:lnTo>
                <a:lnTo>
                  <a:pt x="117717" y="2930147"/>
                </a:lnTo>
                <a:cubicBezTo>
                  <a:pt x="94897" y="2870580"/>
                  <a:pt x="93655" y="2822222"/>
                  <a:pt x="119158" y="2796344"/>
                </a:cubicBezTo>
                <a:cubicBezTo>
                  <a:pt x="133945" y="2781771"/>
                  <a:pt x="156073" y="2775931"/>
                  <a:pt x="183438" y="2777860"/>
                </a:cubicBezTo>
                <a:cubicBezTo>
                  <a:pt x="203962" y="2779308"/>
                  <a:pt x="227432" y="2785123"/>
                  <a:pt x="252960" y="2794903"/>
                </a:cubicBezTo>
                <a:lnTo>
                  <a:pt x="296135" y="2816430"/>
                </a:lnTo>
                <a:lnTo>
                  <a:pt x="301859" y="2797524"/>
                </a:lnTo>
                <a:cubicBezTo>
                  <a:pt x="328970" y="2723693"/>
                  <a:pt x="366475" y="2678044"/>
                  <a:pt x="408051" y="2678044"/>
                </a:cubicBezTo>
                <a:close/>
                <a:moveTo>
                  <a:pt x="5013199" y="2674617"/>
                </a:moveTo>
                <a:lnTo>
                  <a:pt x="5013199" y="3173535"/>
                </a:lnTo>
                <a:lnTo>
                  <a:pt x="5299521" y="3173535"/>
                </a:lnTo>
                <a:close/>
                <a:moveTo>
                  <a:pt x="1456470" y="2362577"/>
                </a:moveTo>
                <a:lnTo>
                  <a:pt x="1669068" y="2628325"/>
                </a:lnTo>
                <a:lnTo>
                  <a:pt x="1485616" y="2776629"/>
                </a:lnTo>
                <a:cubicBezTo>
                  <a:pt x="1485616" y="2776629"/>
                  <a:pt x="1373317" y="2763771"/>
                  <a:pt x="1306451" y="2916361"/>
                </a:cubicBezTo>
                <a:lnTo>
                  <a:pt x="1094710" y="2652328"/>
                </a:lnTo>
                <a:cubicBezTo>
                  <a:pt x="1094710" y="2652328"/>
                  <a:pt x="1159004" y="2492022"/>
                  <a:pt x="1275590" y="2507453"/>
                </a:cubicBezTo>
                <a:close/>
                <a:moveTo>
                  <a:pt x="4655725" y="2293138"/>
                </a:moveTo>
                <a:lnTo>
                  <a:pt x="4792886" y="2293138"/>
                </a:lnTo>
                <a:lnTo>
                  <a:pt x="4792886" y="3310694"/>
                </a:lnTo>
                <a:lnTo>
                  <a:pt x="4655725" y="3310694"/>
                </a:lnTo>
                <a:close/>
                <a:moveTo>
                  <a:pt x="409649" y="2273959"/>
                </a:moveTo>
                <a:lnTo>
                  <a:pt x="459486" y="2287996"/>
                </a:lnTo>
                <a:cubicBezTo>
                  <a:pt x="459486" y="2287996"/>
                  <a:pt x="440627" y="2283924"/>
                  <a:pt x="421017" y="2278031"/>
                </a:cubicBezTo>
                <a:close/>
                <a:moveTo>
                  <a:pt x="4930045" y="2273422"/>
                </a:moveTo>
                <a:lnTo>
                  <a:pt x="5477829" y="3311552"/>
                </a:lnTo>
                <a:lnTo>
                  <a:pt x="4930045" y="3311552"/>
                </a:lnTo>
                <a:close/>
                <a:moveTo>
                  <a:pt x="5782627" y="2202717"/>
                </a:moveTo>
                <a:lnTo>
                  <a:pt x="5767752" y="2214541"/>
                </a:lnTo>
                <a:cubicBezTo>
                  <a:pt x="5747801" y="2229115"/>
                  <a:pt x="5728108" y="2242228"/>
                  <a:pt x="5708935" y="2253760"/>
                </a:cubicBezTo>
                <a:lnTo>
                  <a:pt x="5698749" y="2259199"/>
                </a:lnTo>
                <a:lnTo>
                  <a:pt x="5722156" y="2304260"/>
                </a:lnTo>
                <a:cubicBezTo>
                  <a:pt x="5740009" y="2330529"/>
                  <a:pt x="5760453" y="2345431"/>
                  <a:pt x="5782152" y="2345431"/>
                </a:cubicBezTo>
                <a:cubicBezTo>
                  <a:pt x="5803851" y="2345431"/>
                  <a:pt x="5824294" y="2330530"/>
                  <a:pt x="5842148" y="2304260"/>
                </a:cubicBezTo>
                <a:lnTo>
                  <a:pt x="5865804" y="2258720"/>
                </a:lnTo>
                <a:lnTo>
                  <a:pt x="5855368" y="2253129"/>
                </a:lnTo>
                <a:cubicBezTo>
                  <a:pt x="5836195" y="2241561"/>
                  <a:pt x="5816502" y="2228411"/>
                  <a:pt x="5796551" y="2213804"/>
                </a:cubicBezTo>
                <a:close/>
                <a:moveTo>
                  <a:pt x="5760901" y="2151836"/>
                </a:moveTo>
                <a:lnTo>
                  <a:pt x="5781715" y="2169748"/>
                </a:lnTo>
                <a:lnTo>
                  <a:pt x="5802358" y="2151959"/>
                </a:lnTo>
                <a:lnTo>
                  <a:pt x="5782152" y="2153407"/>
                </a:lnTo>
                <a:close/>
                <a:moveTo>
                  <a:pt x="5896549" y="2145209"/>
                </a:moveTo>
                <a:lnTo>
                  <a:pt x="5847314" y="2148737"/>
                </a:lnTo>
                <a:lnTo>
                  <a:pt x="5828117" y="2166561"/>
                </a:lnTo>
                <a:lnTo>
                  <a:pt x="5803118" y="2186431"/>
                </a:lnTo>
                <a:lnTo>
                  <a:pt x="5843581" y="2213334"/>
                </a:lnTo>
                <a:lnTo>
                  <a:pt x="5875307" y="2230209"/>
                </a:lnTo>
                <a:lnTo>
                  <a:pt x="5886604" y="2194868"/>
                </a:lnTo>
                <a:close/>
                <a:moveTo>
                  <a:pt x="5667701" y="2144945"/>
                </a:moveTo>
                <a:lnTo>
                  <a:pt x="5677700" y="2194868"/>
                </a:lnTo>
                <a:lnTo>
                  <a:pt x="5688842" y="2229724"/>
                </a:lnTo>
                <a:lnTo>
                  <a:pt x="5720722" y="2212702"/>
                </a:lnTo>
                <a:lnTo>
                  <a:pt x="5761232" y="2185681"/>
                </a:lnTo>
                <a:lnTo>
                  <a:pt x="5736186" y="2165739"/>
                </a:lnTo>
                <a:lnTo>
                  <a:pt x="5717789" y="2148648"/>
                </a:lnTo>
                <a:close/>
                <a:moveTo>
                  <a:pt x="6020742" y="2124279"/>
                </a:moveTo>
                <a:lnTo>
                  <a:pt x="5941024" y="2142022"/>
                </a:lnTo>
                <a:lnTo>
                  <a:pt x="5921776" y="2143401"/>
                </a:lnTo>
                <a:lnTo>
                  <a:pt x="5920303" y="2163118"/>
                </a:lnTo>
                <a:lnTo>
                  <a:pt x="5902447" y="2242808"/>
                </a:lnTo>
                <a:lnTo>
                  <a:pt x="5932987" y="2254446"/>
                </a:lnTo>
                <a:cubicBezTo>
                  <a:pt x="5973266" y="2266244"/>
                  <a:pt x="6005573" y="2264317"/>
                  <a:pt x="6023897" y="2245992"/>
                </a:cubicBezTo>
                <a:cubicBezTo>
                  <a:pt x="6042221" y="2227346"/>
                  <a:pt x="6044149" y="2194959"/>
                  <a:pt x="6032350" y="2154704"/>
                </a:cubicBezTo>
                <a:close/>
                <a:moveTo>
                  <a:pt x="5543504" y="2123909"/>
                </a:moveTo>
                <a:lnTo>
                  <a:pt x="5531953" y="2154223"/>
                </a:lnTo>
                <a:cubicBezTo>
                  <a:pt x="5520155" y="2194502"/>
                  <a:pt x="5522083" y="2226811"/>
                  <a:pt x="5540407" y="2245135"/>
                </a:cubicBezTo>
                <a:cubicBezTo>
                  <a:pt x="5558731" y="2263781"/>
                  <a:pt x="5591038" y="2265788"/>
                  <a:pt x="5631317" y="2253964"/>
                </a:cubicBezTo>
                <a:lnTo>
                  <a:pt x="5661749" y="2242328"/>
                </a:lnTo>
                <a:lnTo>
                  <a:pt x="5644001" y="2163118"/>
                </a:lnTo>
                <a:lnTo>
                  <a:pt x="5642504" y="2143082"/>
                </a:lnTo>
                <a:lnTo>
                  <a:pt x="5623279" y="2141660"/>
                </a:lnTo>
                <a:close/>
                <a:moveTo>
                  <a:pt x="5901217" y="2096788"/>
                </a:moveTo>
                <a:lnTo>
                  <a:pt x="5888451" y="2110545"/>
                </a:lnTo>
                <a:lnTo>
                  <a:pt x="5875630" y="2122448"/>
                </a:lnTo>
                <a:lnTo>
                  <a:pt x="5899439" y="2120676"/>
                </a:lnTo>
                <a:close/>
                <a:moveTo>
                  <a:pt x="5663018" y="2095865"/>
                </a:moveTo>
                <a:lnTo>
                  <a:pt x="5664871" y="2120759"/>
                </a:lnTo>
                <a:lnTo>
                  <a:pt x="5689742" y="2122592"/>
                </a:lnTo>
                <a:lnTo>
                  <a:pt x="5675852" y="2109688"/>
                </a:lnTo>
                <a:close/>
                <a:moveTo>
                  <a:pt x="5964361" y="2025112"/>
                </a:moveTo>
                <a:lnTo>
                  <a:pt x="5944467" y="2050176"/>
                </a:lnTo>
                <a:lnTo>
                  <a:pt x="5927363" y="2068609"/>
                </a:lnTo>
                <a:lnTo>
                  <a:pt x="5923685" y="2117844"/>
                </a:lnTo>
                <a:lnTo>
                  <a:pt x="5973632" y="2107841"/>
                </a:lnTo>
                <a:lnTo>
                  <a:pt x="6007981" y="2096861"/>
                </a:lnTo>
                <a:lnTo>
                  <a:pt x="5991239" y="2065450"/>
                </a:lnTo>
                <a:close/>
                <a:moveTo>
                  <a:pt x="5599967" y="2024356"/>
                </a:moveTo>
                <a:lnTo>
                  <a:pt x="5573064" y="2064817"/>
                </a:lnTo>
                <a:lnTo>
                  <a:pt x="5555981" y="2096936"/>
                </a:lnTo>
                <a:lnTo>
                  <a:pt x="5591049" y="2108067"/>
                </a:lnTo>
                <a:lnTo>
                  <a:pt x="5640623" y="2117908"/>
                </a:lnTo>
                <a:lnTo>
                  <a:pt x="5636873" y="2067704"/>
                </a:lnTo>
                <a:lnTo>
                  <a:pt x="5619836" y="2049354"/>
                </a:lnTo>
                <a:close/>
                <a:moveTo>
                  <a:pt x="5930674" y="1983998"/>
                </a:moveTo>
                <a:lnTo>
                  <a:pt x="5932171" y="2004246"/>
                </a:lnTo>
                <a:lnTo>
                  <a:pt x="5930734" y="2023487"/>
                </a:lnTo>
                <a:lnTo>
                  <a:pt x="5947705" y="2003765"/>
                </a:lnTo>
                <a:close/>
                <a:moveTo>
                  <a:pt x="5633693" y="1983147"/>
                </a:moveTo>
                <a:lnTo>
                  <a:pt x="5615905" y="2003818"/>
                </a:lnTo>
                <a:lnTo>
                  <a:pt x="5633640" y="2024428"/>
                </a:lnTo>
                <a:lnTo>
                  <a:pt x="5632133" y="2004246"/>
                </a:lnTo>
                <a:close/>
                <a:moveTo>
                  <a:pt x="5783009" y="1940810"/>
                </a:moveTo>
                <a:cubicBezTo>
                  <a:pt x="5817299" y="1940810"/>
                  <a:pt x="5845588" y="1968242"/>
                  <a:pt x="5845588" y="2003389"/>
                </a:cubicBezTo>
                <a:cubicBezTo>
                  <a:pt x="5845588" y="2038537"/>
                  <a:pt x="5817299" y="2066825"/>
                  <a:pt x="5783009" y="2065968"/>
                </a:cubicBezTo>
                <a:cubicBezTo>
                  <a:pt x="5748719" y="2065968"/>
                  <a:pt x="5720429" y="2038537"/>
                  <a:pt x="5720429" y="2003389"/>
                </a:cubicBezTo>
                <a:cubicBezTo>
                  <a:pt x="5720429" y="1969099"/>
                  <a:pt x="5747861" y="1940810"/>
                  <a:pt x="5783009" y="1940810"/>
                </a:cubicBezTo>
                <a:close/>
                <a:moveTo>
                  <a:pt x="6037483" y="1919889"/>
                </a:moveTo>
                <a:lnTo>
                  <a:pt x="6031666" y="1930805"/>
                </a:lnTo>
                <a:cubicBezTo>
                  <a:pt x="6020133" y="1950011"/>
                  <a:pt x="6007020" y="1969741"/>
                  <a:pt x="5992446" y="1989726"/>
                </a:cubicBezTo>
                <a:lnTo>
                  <a:pt x="5981262" y="2003818"/>
                </a:lnTo>
                <a:lnTo>
                  <a:pt x="5992446" y="2017909"/>
                </a:lnTo>
                <a:cubicBezTo>
                  <a:pt x="6007020" y="2037893"/>
                  <a:pt x="6020133" y="2057623"/>
                  <a:pt x="6031666" y="2076831"/>
                </a:cubicBezTo>
                <a:lnTo>
                  <a:pt x="6037189" y="2087193"/>
                </a:lnTo>
                <a:lnTo>
                  <a:pt x="6083022" y="2063384"/>
                </a:lnTo>
                <a:cubicBezTo>
                  <a:pt x="6109293" y="2045531"/>
                  <a:pt x="6124194" y="2025087"/>
                  <a:pt x="6124194" y="2003388"/>
                </a:cubicBezTo>
                <a:cubicBezTo>
                  <a:pt x="6124194" y="1981689"/>
                  <a:pt x="6109209" y="1961247"/>
                  <a:pt x="6082849" y="1943392"/>
                </a:cubicBezTo>
                <a:close/>
                <a:moveTo>
                  <a:pt x="5527012" y="1919637"/>
                </a:moveTo>
                <a:lnTo>
                  <a:pt x="5481281" y="1943393"/>
                </a:lnTo>
                <a:cubicBezTo>
                  <a:pt x="5455010" y="1961247"/>
                  <a:pt x="5440109" y="1981689"/>
                  <a:pt x="5440109" y="2003388"/>
                </a:cubicBezTo>
                <a:cubicBezTo>
                  <a:pt x="5440109" y="2025355"/>
                  <a:pt x="5455094" y="2045899"/>
                  <a:pt x="5481454" y="2063765"/>
                </a:cubicBezTo>
                <a:lnTo>
                  <a:pt x="5527292" y="2087474"/>
                </a:lnTo>
                <a:lnTo>
                  <a:pt x="5532638" y="2077462"/>
                </a:lnTo>
                <a:cubicBezTo>
                  <a:pt x="5544171" y="2058290"/>
                  <a:pt x="5557284" y="2038597"/>
                  <a:pt x="5571857" y="2018645"/>
                </a:cubicBezTo>
                <a:lnTo>
                  <a:pt x="5583642" y="2003818"/>
                </a:lnTo>
                <a:lnTo>
                  <a:pt x="5571857" y="1988990"/>
                </a:lnTo>
                <a:cubicBezTo>
                  <a:pt x="5557284" y="1969039"/>
                  <a:pt x="5544171" y="1949345"/>
                  <a:pt x="5532638" y="1930175"/>
                </a:cubicBezTo>
                <a:close/>
                <a:moveTo>
                  <a:pt x="5923650" y="1888999"/>
                </a:moveTo>
                <a:lnTo>
                  <a:pt x="5927348" y="1939009"/>
                </a:lnTo>
                <a:lnTo>
                  <a:pt x="5944467" y="1957460"/>
                </a:lnTo>
                <a:lnTo>
                  <a:pt x="5964311" y="1982460"/>
                </a:lnTo>
                <a:lnTo>
                  <a:pt x="5991239" y="1941959"/>
                </a:lnTo>
                <a:lnTo>
                  <a:pt x="6008190" y="1910091"/>
                </a:lnTo>
                <a:lnTo>
                  <a:pt x="5973255" y="1898937"/>
                </a:lnTo>
                <a:close/>
                <a:moveTo>
                  <a:pt x="5640660" y="1888926"/>
                </a:moveTo>
                <a:lnTo>
                  <a:pt x="5590672" y="1898937"/>
                </a:lnTo>
                <a:lnTo>
                  <a:pt x="5555674" y="1910123"/>
                </a:lnTo>
                <a:lnTo>
                  <a:pt x="5573064" y="1942817"/>
                </a:lnTo>
                <a:lnTo>
                  <a:pt x="5599967" y="1983279"/>
                </a:lnTo>
                <a:lnTo>
                  <a:pt x="5619836" y="1958282"/>
                </a:lnTo>
                <a:lnTo>
                  <a:pt x="5636890" y="1939913"/>
                </a:lnTo>
                <a:close/>
                <a:moveTo>
                  <a:pt x="5874649" y="1884276"/>
                </a:moveTo>
                <a:lnTo>
                  <a:pt x="5888451" y="1897089"/>
                </a:lnTo>
                <a:lnTo>
                  <a:pt x="5901285" y="1910921"/>
                </a:lnTo>
                <a:lnTo>
                  <a:pt x="5899440" y="1886125"/>
                </a:lnTo>
                <a:close/>
                <a:moveTo>
                  <a:pt x="5691290" y="1884137"/>
                </a:moveTo>
                <a:lnTo>
                  <a:pt x="5664888" y="1886102"/>
                </a:lnTo>
                <a:lnTo>
                  <a:pt x="5662969" y="1911824"/>
                </a:lnTo>
                <a:lnTo>
                  <a:pt x="5675852" y="1897947"/>
                </a:lnTo>
                <a:close/>
                <a:moveTo>
                  <a:pt x="5782152" y="1877374"/>
                </a:moveTo>
                <a:lnTo>
                  <a:pt x="5729852" y="1881266"/>
                </a:lnTo>
                <a:lnTo>
                  <a:pt x="5692997" y="1914234"/>
                </a:lnTo>
                <a:lnTo>
                  <a:pt x="5659921" y="1952671"/>
                </a:lnTo>
                <a:lnTo>
                  <a:pt x="5656136" y="2003388"/>
                </a:lnTo>
                <a:lnTo>
                  <a:pt x="5659980" y="2055033"/>
                </a:lnTo>
                <a:lnTo>
                  <a:pt x="5692997" y="2093401"/>
                </a:lnTo>
                <a:lnTo>
                  <a:pt x="5730401" y="2125589"/>
                </a:lnTo>
                <a:lnTo>
                  <a:pt x="5782152" y="2129404"/>
                </a:lnTo>
                <a:lnTo>
                  <a:pt x="5832915" y="2125626"/>
                </a:lnTo>
                <a:lnTo>
                  <a:pt x="5871306" y="2092543"/>
                </a:lnTo>
                <a:lnTo>
                  <a:pt x="5904394" y="2054095"/>
                </a:lnTo>
                <a:lnTo>
                  <a:pt x="5908167" y="2003388"/>
                </a:lnTo>
                <a:lnTo>
                  <a:pt x="5904460" y="1953572"/>
                </a:lnTo>
                <a:lnTo>
                  <a:pt x="5871306" y="1915093"/>
                </a:lnTo>
                <a:lnTo>
                  <a:pt x="5831778" y="1881078"/>
                </a:lnTo>
                <a:close/>
                <a:moveTo>
                  <a:pt x="5781317" y="1837652"/>
                </a:moveTo>
                <a:lnTo>
                  <a:pt x="5768933" y="1846306"/>
                </a:lnTo>
                <a:lnTo>
                  <a:pt x="5759134" y="1855072"/>
                </a:lnTo>
                <a:lnTo>
                  <a:pt x="5782152" y="1853370"/>
                </a:lnTo>
                <a:lnTo>
                  <a:pt x="5801220" y="1854779"/>
                </a:lnTo>
                <a:close/>
                <a:moveTo>
                  <a:pt x="5875814" y="1778152"/>
                </a:moveTo>
                <a:lnTo>
                  <a:pt x="5843355" y="1794301"/>
                </a:lnTo>
                <a:lnTo>
                  <a:pt x="5803931" y="1821851"/>
                </a:lnTo>
                <a:lnTo>
                  <a:pt x="5828117" y="1841074"/>
                </a:lnTo>
                <a:lnTo>
                  <a:pt x="5846484" y="1858127"/>
                </a:lnTo>
                <a:lnTo>
                  <a:pt x="5896602" y="1861833"/>
                </a:lnTo>
                <a:lnTo>
                  <a:pt x="5886604" y="1811909"/>
                </a:lnTo>
                <a:close/>
                <a:moveTo>
                  <a:pt x="5688619" y="1778083"/>
                </a:moveTo>
                <a:lnTo>
                  <a:pt x="5677700" y="1812285"/>
                </a:lnTo>
                <a:lnTo>
                  <a:pt x="5667775" y="1861826"/>
                </a:lnTo>
                <a:lnTo>
                  <a:pt x="5720592" y="1857921"/>
                </a:lnTo>
                <a:lnTo>
                  <a:pt x="5760892" y="1821868"/>
                </a:lnTo>
                <a:lnTo>
                  <a:pt x="5720722" y="1795160"/>
                </a:lnTo>
                <a:close/>
                <a:moveTo>
                  <a:pt x="1448754" y="1765931"/>
                </a:moveTo>
                <a:cubicBezTo>
                  <a:pt x="1448754" y="1767646"/>
                  <a:pt x="1631349" y="1852515"/>
                  <a:pt x="1666496" y="1868802"/>
                </a:cubicBezTo>
                <a:cubicBezTo>
                  <a:pt x="1701643" y="1852515"/>
                  <a:pt x="1884238" y="1767646"/>
                  <a:pt x="1884238" y="1765931"/>
                </a:cubicBezTo>
                <a:lnTo>
                  <a:pt x="1884238" y="2016249"/>
                </a:lnTo>
                <a:cubicBezTo>
                  <a:pt x="1825087" y="2077971"/>
                  <a:pt x="1709358" y="2088258"/>
                  <a:pt x="1672497" y="2089973"/>
                </a:cubicBezTo>
                <a:cubicBezTo>
                  <a:pt x="1672497" y="2089973"/>
                  <a:pt x="1669925" y="2089973"/>
                  <a:pt x="1666496" y="2089973"/>
                </a:cubicBezTo>
                <a:cubicBezTo>
                  <a:pt x="1662210" y="2089973"/>
                  <a:pt x="1660495" y="2089973"/>
                  <a:pt x="1660495" y="2089973"/>
                </a:cubicBezTo>
                <a:cubicBezTo>
                  <a:pt x="1623633" y="2089116"/>
                  <a:pt x="1507905" y="2078829"/>
                  <a:pt x="1448754" y="2016249"/>
                </a:cubicBezTo>
                <a:close/>
                <a:moveTo>
                  <a:pt x="5593918" y="1746924"/>
                </a:moveTo>
                <a:cubicBezTo>
                  <a:pt x="5571054" y="1745356"/>
                  <a:pt x="5552623" y="1750285"/>
                  <a:pt x="5540407" y="1762502"/>
                </a:cubicBezTo>
                <a:cubicBezTo>
                  <a:pt x="5522083" y="1780825"/>
                  <a:pt x="5520155" y="1813133"/>
                  <a:pt x="5531953" y="1853413"/>
                </a:cubicBezTo>
                <a:lnTo>
                  <a:pt x="5543203" y="1882935"/>
                </a:lnTo>
                <a:lnTo>
                  <a:pt x="5623279" y="1865117"/>
                </a:lnTo>
                <a:lnTo>
                  <a:pt x="5642525" y="1863694"/>
                </a:lnTo>
                <a:lnTo>
                  <a:pt x="5643880" y="1845375"/>
                </a:lnTo>
                <a:lnTo>
                  <a:pt x="5661631" y="1765599"/>
                </a:lnTo>
                <a:lnTo>
                  <a:pt x="5631317" y="1754048"/>
                </a:lnTo>
                <a:cubicBezTo>
                  <a:pt x="5617891" y="1750115"/>
                  <a:pt x="5605350" y="1747708"/>
                  <a:pt x="5593918" y="1746924"/>
                </a:cubicBezTo>
                <a:close/>
                <a:moveTo>
                  <a:pt x="5970024" y="1746066"/>
                </a:moveTo>
                <a:cubicBezTo>
                  <a:pt x="5952845" y="1747241"/>
                  <a:pt x="5933211" y="1752072"/>
                  <a:pt x="5911854" y="1760221"/>
                </a:cubicBezTo>
                <a:lnTo>
                  <a:pt x="5902511" y="1764870"/>
                </a:lnTo>
                <a:lnTo>
                  <a:pt x="5920424" y="1845375"/>
                </a:lnTo>
                <a:lnTo>
                  <a:pt x="5921779" y="1863694"/>
                </a:lnTo>
                <a:lnTo>
                  <a:pt x="5941024" y="1865117"/>
                </a:lnTo>
                <a:lnTo>
                  <a:pt x="6020799" y="1882868"/>
                </a:lnTo>
                <a:lnTo>
                  <a:pt x="6032350" y="1852555"/>
                </a:lnTo>
                <a:cubicBezTo>
                  <a:pt x="6044149" y="1812276"/>
                  <a:pt x="6042221" y="1779968"/>
                  <a:pt x="6023897" y="1761646"/>
                </a:cubicBezTo>
                <a:cubicBezTo>
                  <a:pt x="6011467" y="1749428"/>
                  <a:pt x="5992929" y="1744499"/>
                  <a:pt x="5970024" y="1746066"/>
                </a:cubicBezTo>
                <a:close/>
                <a:moveTo>
                  <a:pt x="289975" y="1703570"/>
                </a:moveTo>
                <a:lnTo>
                  <a:pt x="249460" y="1738503"/>
                </a:lnTo>
                <a:cubicBezTo>
                  <a:pt x="249460" y="1738503"/>
                  <a:pt x="264462" y="1723072"/>
                  <a:pt x="283964" y="1707642"/>
                </a:cubicBezTo>
                <a:close/>
                <a:moveTo>
                  <a:pt x="4368605" y="1696916"/>
                </a:moveTo>
                <a:cubicBezTo>
                  <a:pt x="4407031" y="1694430"/>
                  <a:pt x="4447416" y="1702386"/>
                  <a:pt x="4478277" y="1734211"/>
                </a:cubicBezTo>
                <a:lnTo>
                  <a:pt x="4710592" y="1734211"/>
                </a:lnTo>
                <a:lnTo>
                  <a:pt x="4710592" y="2074541"/>
                </a:lnTo>
                <a:lnTo>
                  <a:pt x="4473133" y="2076255"/>
                </a:lnTo>
                <a:cubicBezTo>
                  <a:pt x="4473133" y="2076255"/>
                  <a:pt x="4393408" y="1995674"/>
                  <a:pt x="4245961" y="2072826"/>
                </a:cubicBezTo>
                <a:lnTo>
                  <a:pt x="4245961" y="1734211"/>
                </a:lnTo>
                <a:cubicBezTo>
                  <a:pt x="4245961" y="1734211"/>
                  <a:pt x="4304562" y="1701060"/>
                  <a:pt x="4368605" y="1696916"/>
                </a:cubicBezTo>
                <a:close/>
                <a:moveTo>
                  <a:pt x="5782152" y="1661348"/>
                </a:moveTo>
                <a:cubicBezTo>
                  <a:pt x="5760453" y="1661348"/>
                  <a:pt x="5740010" y="1676333"/>
                  <a:pt x="5722156" y="1702693"/>
                </a:cubicBezTo>
                <a:lnTo>
                  <a:pt x="5698519" y="1748314"/>
                </a:lnTo>
                <a:lnTo>
                  <a:pt x="5708935" y="1753875"/>
                </a:lnTo>
                <a:cubicBezTo>
                  <a:pt x="5728108" y="1765408"/>
                  <a:pt x="5747801" y="1778522"/>
                  <a:pt x="5767753" y="1793094"/>
                </a:cubicBezTo>
                <a:lnTo>
                  <a:pt x="5783057" y="1805259"/>
                </a:lnTo>
                <a:lnTo>
                  <a:pt x="5855594" y="1754507"/>
                </a:lnTo>
                <a:lnTo>
                  <a:pt x="5866361" y="1749129"/>
                </a:lnTo>
                <a:lnTo>
                  <a:pt x="5842148" y="1702521"/>
                </a:lnTo>
                <a:cubicBezTo>
                  <a:pt x="5824294" y="1676250"/>
                  <a:pt x="5803851" y="1661348"/>
                  <a:pt x="5782152" y="1661348"/>
                </a:cubicBezTo>
                <a:close/>
                <a:moveTo>
                  <a:pt x="592360" y="1640776"/>
                </a:moveTo>
                <a:cubicBezTo>
                  <a:pt x="592360" y="1640776"/>
                  <a:pt x="595066" y="1641779"/>
                  <a:pt x="599890" y="1643860"/>
                </a:cubicBezTo>
                <a:lnTo>
                  <a:pt x="615617" y="1651278"/>
                </a:lnTo>
                <a:close/>
                <a:moveTo>
                  <a:pt x="493776" y="1630488"/>
                </a:moveTo>
                <a:lnTo>
                  <a:pt x="498063" y="1633917"/>
                </a:lnTo>
                <a:cubicBezTo>
                  <a:pt x="498063" y="1633917"/>
                  <a:pt x="495491" y="1638204"/>
                  <a:pt x="493776" y="1640776"/>
                </a:cubicBezTo>
                <a:cubicBezTo>
                  <a:pt x="492919" y="1643348"/>
                  <a:pt x="497205" y="1641634"/>
                  <a:pt x="497205" y="1641634"/>
                </a:cubicBezTo>
                <a:cubicBezTo>
                  <a:pt x="497205" y="1641634"/>
                  <a:pt x="510921" y="1648491"/>
                  <a:pt x="510921" y="1651062"/>
                </a:cubicBezTo>
                <a:cubicBezTo>
                  <a:pt x="510921" y="1653635"/>
                  <a:pt x="504921" y="1656207"/>
                  <a:pt x="492919" y="1655350"/>
                </a:cubicBezTo>
                <a:cubicBezTo>
                  <a:pt x="480918" y="1654492"/>
                  <a:pt x="486918" y="1657064"/>
                  <a:pt x="471488" y="1649348"/>
                </a:cubicBezTo>
                <a:cubicBezTo>
                  <a:pt x="456057" y="1641634"/>
                  <a:pt x="457772" y="1662207"/>
                  <a:pt x="451771" y="1667351"/>
                </a:cubicBezTo>
                <a:cubicBezTo>
                  <a:pt x="444913" y="1672494"/>
                  <a:pt x="444913" y="1674208"/>
                  <a:pt x="440627" y="1683638"/>
                </a:cubicBezTo>
                <a:cubicBezTo>
                  <a:pt x="437198" y="1693069"/>
                  <a:pt x="440627" y="1683638"/>
                  <a:pt x="450914" y="1689640"/>
                </a:cubicBezTo>
                <a:cubicBezTo>
                  <a:pt x="461201" y="1695639"/>
                  <a:pt x="455200" y="1691355"/>
                  <a:pt x="460344" y="1690497"/>
                </a:cubicBezTo>
                <a:cubicBezTo>
                  <a:pt x="465487" y="1690497"/>
                  <a:pt x="480060" y="1687067"/>
                  <a:pt x="484347" y="1686210"/>
                </a:cubicBezTo>
                <a:cubicBezTo>
                  <a:pt x="488633" y="1685352"/>
                  <a:pt x="491205" y="1686210"/>
                  <a:pt x="490347" y="1700784"/>
                </a:cubicBezTo>
                <a:cubicBezTo>
                  <a:pt x="489490" y="1716214"/>
                  <a:pt x="490347" y="1700784"/>
                  <a:pt x="512636" y="1711927"/>
                </a:cubicBezTo>
                <a:cubicBezTo>
                  <a:pt x="534924" y="1723071"/>
                  <a:pt x="508350" y="1723071"/>
                  <a:pt x="525495" y="1726501"/>
                </a:cubicBezTo>
                <a:cubicBezTo>
                  <a:pt x="542640" y="1730788"/>
                  <a:pt x="522923" y="1731644"/>
                  <a:pt x="510064" y="1736787"/>
                </a:cubicBezTo>
                <a:cubicBezTo>
                  <a:pt x="497205" y="1742789"/>
                  <a:pt x="503206" y="1735930"/>
                  <a:pt x="494634" y="1747070"/>
                </a:cubicBezTo>
                <a:cubicBezTo>
                  <a:pt x="486061" y="1758215"/>
                  <a:pt x="496348" y="1754786"/>
                  <a:pt x="500634" y="1756500"/>
                </a:cubicBezTo>
                <a:cubicBezTo>
                  <a:pt x="504921" y="1758215"/>
                  <a:pt x="512636" y="1756500"/>
                  <a:pt x="516922" y="1753071"/>
                </a:cubicBezTo>
                <a:cubicBezTo>
                  <a:pt x="520351" y="1749645"/>
                  <a:pt x="523780" y="1751357"/>
                  <a:pt x="523780" y="1751357"/>
                </a:cubicBezTo>
                <a:cubicBezTo>
                  <a:pt x="523780" y="1751357"/>
                  <a:pt x="533210" y="1742789"/>
                  <a:pt x="542640" y="1747928"/>
                </a:cubicBezTo>
                <a:cubicBezTo>
                  <a:pt x="552069" y="1753071"/>
                  <a:pt x="542640" y="1747928"/>
                  <a:pt x="545211" y="1745356"/>
                </a:cubicBezTo>
                <a:cubicBezTo>
                  <a:pt x="547783" y="1743646"/>
                  <a:pt x="552069" y="1744499"/>
                  <a:pt x="555498" y="1741075"/>
                </a:cubicBezTo>
                <a:cubicBezTo>
                  <a:pt x="558927" y="1738503"/>
                  <a:pt x="566643" y="1735930"/>
                  <a:pt x="588931" y="1744499"/>
                </a:cubicBezTo>
                <a:cubicBezTo>
                  <a:pt x="612077" y="1753071"/>
                  <a:pt x="590646" y="1751357"/>
                  <a:pt x="600933" y="1755643"/>
                </a:cubicBezTo>
                <a:cubicBezTo>
                  <a:pt x="610362" y="1759929"/>
                  <a:pt x="604362" y="1758215"/>
                  <a:pt x="605219" y="1752214"/>
                </a:cubicBezTo>
                <a:cubicBezTo>
                  <a:pt x="606076" y="1746213"/>
                  <a:pt x="606076" y="1737646"/>
                  <a:pt x="609505" y="1735930"/>
                </a:cubicBezTo>
                <a:cubicBezTo>
                  <a:pt x="612934" y="1734216"/>
                  <a:pt x="615506" y="1735930"/>
                  <a:pt x="619792" y="1739360"/>
                </a:cubicBezTo>
                <a:cubicBezTo>
                  <a:pt x="624078" y="1742789"/>
                  <a:pt x="633508" y="1720500"/>
                  <a:pt x="643795" y="1724786"/>
                </a:cubicBezTo>
                <a:cubicBezTo>
                  <a:pt x="653225" y="1729073"/>
                  <a:pt x="646367" y="1726501"/>
                  <a:pt x="656654" y="1733358"/>
                </a:cubicBezTo>
                <a:cubicBezTo>
                  <a:pt x="666942" y="1740217"/>
                  <a:pt x="656654" y="1743646"/>
                  <a:pt x="651510" y="1747928"/>
                </a:cubicBezTo>
                <a:cubicBezTo>
                  <a:pt x="645510" y="1753071"/>
                  <a:pt x="648081" y="1745356"/>
                  <a:pt x="639509" y="1742789"/>
                </a:cubicBezTo>
                <a:cubicBezTo>
                  <a:pt x="630936" y="1740217"/>
                  <a:pt x="636080" y="1744499"/>
                  <a:pt x="623221" y="1756500"/>
                </a:cubicBezTo>
                <a:cubicBezTo>
                  <a:pt x="610362" y="1767644"/>
                  <a:pt x="623221" y="1756500"/>
                  <a:pt x="625793" y="1763359"/>
                </a:cubicBezTo>
                <a:cubicBezTo>
                  <a:pt x="628365" y="1770216"/>
                  <a:pt x="635223" y="1760786"/>
                  <a:pt x="642081" y="1763359"/>
                </a:cubicBezTo>
                <a:cubicBezTo>
                  <a:pt x="648939" y="1765931"/>
                  <a:pt x="647224" y="1765931"/>
                  <a:pt x="656654" y="1767644"/>
                </a:cubicBezTo>
                <a:cubicBezTo>
                  <a:pt x="666085" y="1769359"/>
                  <a:pt x="656654" y="1767644"/>
                  <a:pt x="658369" y="1773647"/>
                </a:cubicBezTo>
                <a:cubicBezTo>
                  <a:pt x="660084" y="1779648"/>
                  <a:pt x="662656" y="1774503"/>
                  <a:pt x="672085" y="1778790"/>
                </a:cubicBezTo>
                <a:cubicBezTo>
                  <a:pt x="681515" y="1783932"/>
                  <a:pt x="675514" y="1781362"/>
                  <a:pt x="672085" y="1788218"/>
                </a:cubicBezTo>
                <a:cubicBezTo>
                  <a:pt x="669514" y="1795076"/>
                  <a:pt x="669514" y="1788218"/>
                  <a:pt x="666085" y="1786504"/>
                </a:cubicBezTo>
                <a:cubicBezTo>
                  <a:pt x="662656" y="1785647"/>
                  <a:pt x="661798" y="1785647"/>
                  <a:pt x="654082" y="1789076"/>
                </a:cubicBezTo>
                <a:cubicBezTo>
                  <a:pt x="646367" y="1793363"/>
                  <a:pt x="645510" y="1789933"/>
                  <a:pt x="642081" y="1791647"/>
                </a:cubicBezTo>
                <a:cubicBezTo>
                  <a:pt x="639509" y="1793363"/>
                  <a:pt x="636937" y="1789933"/>
                  <a:pt x="618935" y="1788218"/>
                </a:cubicBezTo>
                <a:cubicBezTo>
                  <a:pt x="600933" y="1786504"/>
                  <a:pt x="618935" y="1788218"/>
                  <a:pt x="608648" y="1798505"/>
                </a:cubicBezTo>
                <a:cubicBezTo>
                  <a:pt x="598361" y="1808794"/>
                  <a:pt x="608648" y="1798505"/>
                  <a:pt x="601790" y="1798505"/>
                </a:cubicBezTo>
                <a:cubicBezTo>
                  <a:pt x="594932" y="1798505"/>
                  <a:pt x="592360" y="1795935"/>
                  <a:pt x="588074" y="1793363"/>
                </a:cubicBezTo>
                <a:cubicBezTo>
                  <a:pt x="582930" y="1790790"/>
                  <a:pt x="585502" y="1789076"/>
                  <a:pt x="576072" y="1789076"/>
                </a:cubicBezTo>
                <a:cubicBezTo>
                  <a:pt x="566643" y="1789076"/>
                  <a:pt x="576072" y="1789076"/>
                  <a:pt x="566643" y="1788218"/>
                </a:cubicBezTo>
                <a:cubicBezTo>
                  <a:pt x="558070" y="1787361"/>
                  <a:pt x="563214" y="1782218"/>
                  <a:pt x="562356" y="1770216"/>
                </a:cubicBezTo>
                <a:cubicBezTo>
                  <a:pt x="561499" y="1758215"/>
                  <a:pt x="562356" y="1770216"/>
                  <a:pt x="557213" y="1769359"/>
                </a:cubicBezTo>
                <a:cubicBezTo>
                  <a:pt x="552069" y="1768504"/>
                  <a:pt x="553784" y="1767644"/>
                  <a:pt x="550355" y="1767644"/>
                </a:cubicBezTo>
                <a:cubicBezTo>
                  <a:pt x="547783" y="1767644"/>
                  <a:pt x="550355" y="1767644"/>
                  <a:pt x="537496" y="1770216"/>
                </a:cubicBezTo>
                <a:cubicBezTo>
                  <a:pt x="524637" y="1772790"/>
                  <a:pt x="533210" y="1771073"/>
                  <a:pt x="528924" y="1771073"/>
                </a:cubicBezTo>
                <a:cubicBezTo>
                  <a:pt x="524637" y="1771073"/>
                  <a:pt x="522923" y="1771933"/>
                  <a:pt x="516065" y="1773647"/>
                </a:cubicBezTo>
                <a:cubicBezTo>
                  <a:pt x="509207" y="1775362"/>
                  <a:pt x="510921" y="1773647"/>
                  <a:pt x="507492" y="1774503"/>
                </a:cubicBezTo>
                <a:cubicBezTo>
                  <a:pt x="504921" y="1775362"/>
                  <a:pt x="498063" y="1782218"/>
                  <a:pt x="493776" y="1786504"/>
                </a:cubicBezTo>
                <a:cubicBezTo>
                  <a:pt x="488633" y="1790790"/>
                  <a:pt x="480918" y="1794219"/>
                  <a:pt x="474060" y="1793363"/>
                </a:cubicBezTo>
                <a:cubicBezTo>
                  <a:pt x="467202" y="1793363"/>
                  <a:pt x="469773" y="1795076"/>
                  <a:pt x="466344" y="1797648"/>
                </a:cubicBezTo>
                <a:cubicBezTo>
                  <a:pt x="462915" y="1799363"/>
                  <a:pt x="460344" y="1807080"/>
                  <a:pt x="458629" y="1810508"/>
                </a:cubicBezTo>
                <a:cubicBezTo>
                  <a:pt x="456915" y="1813080"/>
                  <a:pt x="446628" y="1818224"/>
                  <a:pt x="438912" y="1831938"/>
                </a:cubicBezTo>
                <a:cubicBezTo>
                  <a:pt x="431197" y="1845654"/>
                  <a:pt x="432912" y="1841369"/>
                  <a:pt x="441484" y="1860230"/>
                </a:cubicBezTo>
                <a:cubicBezTo>
                  <a:pt x="450057" y="1879088"/>
                  <a:pt x="436341" y="1865373"/>
                  <a:pt x="436341" y="1874802"/>
                </a:cubicBezTo>
                <a:cubicBezTo>
                  <a:pt x="436341" y="1883375"/>
                  <a:pt x="434626" y="1879088"/>
                  <a:pt x="431197" y="1886803"/>
                </a:cubicBezTo>
                <a:cubicBezTo>
                  <a:pt x="427768" y="1894520"/>
                  <a:pt x="431197" y="1886803"/>
                  <a:pt x="439770" y="1896233"/>
                </a:cubicBezTo>
                <a:cubicBezTo>
                  <a:pt x="448342" y="1905663"/>
                  <a:pt x="439770" y="1896233"/>
                  <a:pt x="444913" y="1902233"/>
                </a:cubicBezTo>
                <a:cubicBezTo>
                  <a:pt x="450914" y="1909093"/>
                  <a:pt x="446628" y="1907378"/>
                  <a:pt x="447485" y="1914235"/>
                </a:cubicBezTo>
                <a:cubicBezTo>
                  <a:pt x="448342" y="1921094"/>
                  <a:pt x="450057" y="1917664"/>
                  <a:pt x="456915" y="1921951"/>
                </a:cubicBezTo>
                <a:cubicBezTo>
                  <a:pt x="463773" y="1926236"/>
                  <a:pt x="460344" y="1925378"/>
                  <a:pt x="463773" y="1933095"/>
                </a:cubicBezTo>
                <a:cubicBezTo>
                  <a:pt x="467202" y="1940810"/>
                  <a:pt x="468059" y="1934810"/>
                  <a:pt x="474917" y="1939095"/>
                </a:cubicBezTo>
                <a:cubicBezTo>
                  <a:pt x="481775" y="1943381"/>
                  <a:pt x="492919" y="1939953"/>
                  <a:pt x="502349" y="1939953"/>
                </a:cubicBezTo>
                <a:cubicBezTo>
                  <a:pt x="511779" y="1939953"/>
                  <a:pt x="514350" y="1940810"/>
                  <a:pt x="521208" y="1937380"/>
                </a:cubicBezTo>
                <a:cubicBezTo>
                  <a:pt x="528924" y="1934810"/>
                  <a:pt x="536639" y="1934810"/>
                  <a:pt x="540925" y="1931380"/>
                </a:cubicBezTo>
                <a:cubicBezTo>
                  <a:pt x="545211" y="1927951"/>
                  <a:pt x="549498" y="1928810"/>
                  <a:pt x="552069" y="1930522"/>
                </a:cubicBezTo>
                <a:cubicBezTo>
                  <a:pt x="554641" y="1932237"/>
                  <a:pt x="552927" y="1936523"/>
                  <a:pt x="559785" y="1941666"/>
                </a:cubicBezTo>
                <a:cubicBezTo>
                  <a:pt x="566643" y="1946811"/>
                  <a:pt x="566643" y="1939953"/>
                  <a:pt x="570929" y="1939095"/>
                </a:cubicBezTo>
                <a:cubicBezTo>
                  <a:pt x="575215" y="1938237"/>
                  <a:pt x="587217" y="1945953"/>
                  <a:pt x="587217" y="1945953"/>
                </a:cubicBezTo>
                <a:cubicBezTo>
                  <a:pt x="587217" y="1945953"/>
                  <a:pt x="586359" y="1951954"/>
                  <a:pt x="583788" y="1962240"/>
                </a:cubicBezTo>
                <a:cubicBezTo>
                  <a:pt x="581216" y="1971670"/>
                  <a:pt x="583788" y="1962240"/>
                  <a:pt x="583788" y="1968242"/>
                </a:cubicBezTo>
                <a:cubicBezTo>
                  <a:pt x="583788" y="1974242"/>
                  <a:pt x="585502" y="1990529"/>
                  <a:pt x="585502" y="1990529"/>
                </a:cubicBezTo>
                <a:cubicBezTo>
                  <a:pt x="585502" y="1990529"/>
                  <a:pt x="588931" y="1994816"/>
                  <a:pt x="593217" y="2001674"/>
                </a:cubicBezTo>
                <a:cubicBezTo>
                  <a:pt x="597504" y="2008532"/>
                  <a:pt x="597504" y="2006817"/>
                  <a:pt x="598361" y="2009389"/>
                </a:cubicBezTo>
                <a:cubicBezTo>
                  <a:pt x="599218" y="2011104"/>
                  <a:pt x="605219" y="2017105"/>
                  <a:pt x="606933" y="2021391"/>
                </a:cubicBezTo>
                <a:cubicBezTo>
                  <a:pt x="608648" y="2024819"/>
                  <a:pt x="608648" y="2027392"/>
                  <a:pt x="609505" y="2033392"/>
                </a:cubicBezTo>
                <a:cubicBezTo>
                  <a:pt x="610362" y="2040250"/>
                  <a:pt x="604362" y="2041107"/>
                  <a:pt x="598361" y="2045393"/>
                </a:cubicBezTo>
                <a:cubicBezTo>
                  <a:pt x="592360" y="2049680"/>
                  <a:pt x="595789" y="2051396"/>
                  <a:pt x="593217" y="2061682"/>
                </a:cubicBezTo>
                <a:cubicBezTo>
                  <a:pt x="590646" y="2071968"/>
                  <a:pt x="593217" y="2061682"/>
                  <a:pt x="588931" y="2071968"/>
                </a:cubicBezTo>
                <a:cubicBezTo>
                  <a:pt x="584645" y="2082255"/>
                  <a:pt x="589788" y="2076254"/>
                  <a:pt x="595789" y="2082255"/>
                </a:cubicBezTo>
                <a:cubicBezTo>
                  <a:pt x="601790" y="2088256"/>
                  <a:pt x="601790" y="2084827"/>
                  <a:pt x="606076" y="2095114"/>
                </a:cubicBezTo>
                <a:cubicBezTo>
                  <a:pt x="611220" y="2104544"/>
                  <a:pt x="607791" y="2098543"/>
                  <a:pt x="608648" y="2107115"/>
                </a:cubicBezTo>
                <a:cubicBezTo>
                  <a:pt x="609505" y="2115689"/>
                  <a:pt x="608648" y="2107115"/>
                  <a:pt x="608648" y="2116545"/>
                </a:cubicBezTo>
                <a:cubicBezTo>
                  <a:pt x="608648" y="2125118"/>
                  <a:pt x="608648" y="2116545"/>
                  <a:pt x="613791" y="2128547"/>
                </a:cubicBezTo>
                <a:cubicBezTo>
                  <a:pt x="618935" y="2140548"/>
                  <a:pt x="614649" y="2133690"/>
                  <a:pt x="620649" y="2144834"/>
                </a:cubicBezTo>
                <a:cubicBezTo>
                  <a:pt x="627507" y="2155979"/>
                  <a:pt x="620649" y="2144834"/>
                  <a:pt x="624936" y="2144834"/>
                </a:cubicBezTo>
                <a:cubicBezTo>
                  <a:pt x="629222" y="2144834"/>
                  <a:pt x="640366" y="2139691"/>
                  <a:pt x="642938" y="2137119"/>
                </a:cubicBezTo>
                <a:cubicBezTo>
                  <a:pt x="645510" y="2134548"/>
                  <a:pt x="660941" y="2128547"/>
                  <a:pt x="665227" y="2127690"/>
                </a:cubicBezTo>
                <a:cubicBezTo>
                  <a:pt x="670371" y="2126832"/>
                  <a:pt x="668656" y="2118260"/>
                  <a:pt x="668656" y="2118260"/>
                </a:cubicBezTo>
                <a:lnTo>
                  <a:pt x="683230" y="2106258"/>
                </a:lnTo>
                <a:lnTo>
                  <a:pt x="695231" y="2088256"/>
                </a:lnTo>
                <a:cubicBezTo>
                  <a:pt x="695231" y="2088256"/>
                  <a:pt x="695231" y="2078826"/>
                  <a:pt x="695231" y="2076254"/>
                </a:cubicBezTo>
                <a:cubicBezTo>
                  <a:pt x="695231" y="2074540"/>
                  <a:pt x="702089" y="2073683"/>
                  <a:pt x="706375" y="2072825"/>
                </a:cubicBezTo>
                <a:cubicBezTo>
                  <a:pt x="709804" y="2071968"/>
                  <a:pt x="708947" y="2067682"/>
                  <a:pt x="710662" y="2065110"/>
                </a:cubicBezTo>
                <a:cubicBezTo>
                  <a:pt x="712376" y="2063397"/>
                  <a:pt x="718377" y="2053966"/>
                  <a:pt x="724378" y="2052252"/>
                </a:cubicBezTo>
                <a:cubicBezTo>
                  <a:pt x="731236" y="2051396"/>
                  <a:pt x="719234" y="2040250"/>
                  <a:pt x="719234" y="2040250"/>
                </a:cubicBezTo>
                <a:cubicBezTo>
                  <a:pt x="719234" y="2040250"/>
                  <a:pt x="727807" y="2034249"/>
                  <a:pt x="729521" y="2028248"/>
                </a:cubicBezTo>
                <a:cubicBezTo>
                  <a:pt x="731236" y="2022248"/>
                  <a:pt x="729521" y="2010247"/>
                  <a:pt x="728664" y="2006817"/>
                </a:cubicBezTo>
                <a:cubicBezTo>
                  <a:pt x="727807" y="2004246"/>
                  <a:pt x="728664" y="1992244"/>
                  <a:pt x="728664" y="1992244"/>
                </a:cubicBezTo>
                <a:lnTo>
                  <a:pt x="735522" y="1983671"/>
                </a:lnTo>
                <a:cubicBezTo>
                  <a:pt x="735522" y="1983671"/>
                  <a:pt x="736379" y="1968242"/>
                  <a:pt x="738951" y="1966526"/>
                </a:cubicBezTo>
                <a:cubicBezTo>
                  <a:pt x="741523" y="1964813"/>
                  <a:pt x="745809" y="1954526"/>
                  <a:pt x="750095" y="1954526"/>
                </a:cubicBezTo>
                <a:cubicBezTo>
                  <a:pt x="754381" y="1954526"/>
                  <a:pt x="753524" y="1931380"/>
                  <a:pt x="753524" y="1931380"/>
                </a:cubicBezTo>
                <a:lnTo>
                  <a:pt x="760382" y="1918520"/>
                </a:lnTo>
                <a:cubicBezTo>
                  <a:pt x="760382" y="1918520"/>
                  <a:pt x="762954" y="1905663"/>
                  <a:pt x="762954" y="1903090"/>
                </a:cubicBezTo>
                <a:cubicBezTo>
                  <a:pt x="762954" y="1900518"/>
                  <a:pt x="756096" y="1895375"/>
                  <a:pt x="756096" y="1895375"/>
                </a:cubicBezTo>
                <a:cubicBezTo>
                  <a:pt x="756096" y="1895375"/>
                  <a:pt x="749238" y="1895375"/>
                  <a:pt x="744094" y="1897947"/>
                </a:cubicBezTo>
                <a:cubicBezTo>
                  <a:pt x="738951" y="1900518"/>
                  <a:pt x="740665" y="1898805"/>
                  <a:pt x="737236" y="1899662"/>
                </a:cubicBezTo>
                <a:cubicBezTo>
                  <a:pt x="733807" y="1900518"/>
                  <a:pt x="732950" y="1897947"/>
                  <a:pt x="727807" y="1896233"/>
                </a:cubicBezTo>
                <a:cubicBezTo>
                  <a:pt x="722663" y="1894520"/>
                  <a:pt x="726949" y="1889375"/>
                  <a:pt x="727807" y="1885088"/>
                </a:cubicBezTo>
                <a:cubicBezTo>
                  <a:pt x="728664" y="1880803"/>
                  <a:pt x="720091" y="1881660"/>
                  <a:pt x="716662" y="1880803"/>
                </a:cubicBezTo>
                <a:cubicBezTo>
                  <a:pt x="714091" y="1879945"/>
                  <a:pt x="713233" y="1870514"/>
                  <a:pt x="710662" y="1867944"/>
                </a:cubicBezTo>
                <a:cubicBezTo>
                  <a:pt x="708947" y="1866229"/>
                  <a:pt x="708090" y="1862801"/>
                  <a:pt x="704661" y="1855941"/>
                </a:cubicBezTo>
                <a:cubicBezTo>
                  <a:pt x="701232" y="1849083"/>
                  <a:pt x="699517" y="1852513"/>
                  <a:pt x="695231" y="1851655"/>
                </a:cubicBezTo>
                <a:cubicBezTo>
                  <a:pt x="690945" y="1850798"/>
                  <a:pt x="696088" y="1842226"/>
                  <a:pt x="691802" y="1834510"/>
                </a:cubicBezTo>
                <a:cubicBezTo>
                  <a:pt x="687516" y="1826796"/>
                  <a:pt x="701232" y="1831082"/>
                  <a:pt x="701232" y="1831082"/>
                </a:cubicBezTo>
                <a:cubicBezTo>
                  <a:pt x="701232" y="1831082"/>
                  <a:pt x="701232" y="1831082"/>
                  <a:pt x="707233" y="1836225"/>
                </a:cubicBezTo>
                <a:cubicBezTo>
                  <a:pt x="713233" y="1842226"/>
                  <a:pt x="708947" y="1840511"/>
                  <a:pt x="713233" y="1846511"/>
                </a:cubicBezTo>
                <a:cubicBezTo>
                  <a:pt x="718377" y="1852513"/>
                  <a:pt x="714091" y="1856798"/>
                  <a:pt x="715805" y="1859371"/>
                </a:cubicBezTo>
                <a:cubicBezTo>
                  <a:pt x="717520" y="1861944"/>
                  <a:pt x="726949" y="1863658"/>
                  <a:pt x="730378" y="1868802"/>
                </a:cubicBezTo>
                <a:cubicBezTo>
                  <a:pt x="733807" y="1873945"/>
                  <a:pt x="738951" y="1879945"/>
                  <a:pt x="738951" y="1879945"/>
                </a:cubicBezTo>
                <a:cubicBezTo>
                  <a:pt x="738951" y="1879945"/>
                  <a:pt x="756096" y="1877374"/>
                  <a:pt x="759525" y="1875660"/>
                </a:cubicBezTo>
                <a:cubicBezTo>
                  <a:pt x="762097" y="1873945"/>
                  <a:pt x="763811" y="1864514"/>
                  <a:pt x="763811" y="1864514"/>
                </a:cubicBezTo>
                <a:cubicBezTo>
                  <a:pt x="763811" y="1864514"/>
                  <a:pt x="767240" y="1855941"/>
                  <a:pt x="767240" y="1852513"/>
                </a:cubicBezTo>
                <a:cubicBezTo>
                  <a:pt x="767240" y="1849940"/>
                  <a:pt x="762954" y="1837940"/>
                  <a:pt x="762954" y="1837940"/>
                </a:cubicBezTo>
                <a:lnTo>
                  <a:pt x="762954" y="1825938"/>
                </a:lnTo>
                <a:cubicBezTo>
                  <a:pt x="762954" y="1825938"/>
                  <a:pt x="756953" y="1819938"/>
                  <a:pt x="758668" y="1815651"/>
                </a:cubicBezTo>
                <a:cubicBezTo>
                  <a:pt x="760382" y="1812222"/>
                  <a:pt x="758668" y="1815651"/>
                  <a:pt x="762097" y="1816508"/>
                </a:cubicBezTo>
                <a:cubicBezTo>
                  <a:pt x="764668" y="1817366"/>
                  <a:pt x="771526" y="1817366"/>
                  <a:pt x="774098" y="1820794"/>
                </a:cubicBezTo>
                <a:cubicBezTo>
                  <a:pt x="776670" y="1824223"/>
                  <a:pt x="779242" y="1833653"/>
                  <a:pt x="782671" y="1837084"/>
                </a:cubicBezTo>
                <a:cubicBezTo>
                  <a:pt x="786100" y="1840511"/>
                  <a:pt x="786100" y="1839654"/>
                  <a:pt x="790386" y="1844797"/>
                </a:cubicBezTo>
                <a:cubicBezTo>
                  <a:pt x="793815" y="1849940"/>
                  <a:pt x="792958" y="1846511"/>
                  <a:pt x="796387" y="1851655"/>
                </a:cubicBezTo>
                <a:cubicBezTo>
                  <a:pt x="799816" y="1857656"/>
                  <a:pt x="796387" y="1855941"/>
                  <a:pt x="800673" y="1863658"/>
                </a:cubicBezTo>
                <a:cubicBezTo>
                  <a:pt x="804959" y="1871372"/>
                  <a:pt x="804959" y="1869657"/>
                  <a:pt x="809245" y="1873945"/>
                </a:cubicBezTo>
                <a:lnTo>
                  <a:pt x="810960" y="1870514"/>
                </a:lnTo>
                <a:cubicBezTo>
                  <a:pt x="776884" y="1746428"/>
                  <a:pt x="670960" y="1679244"/>
                  <a:pt x="620127" y="1653407"/>
                </a:cubicBezTo>
                <a:lnTo>
                  <a:pt x="615617" y="1651278"/>
                </a:lnTo>
                <a:lnTo>
                  <a:pt x="671583" y="1676556"/>
                </a:lnTo>
                <a:cubicBezTo>
                  <a:pt x="838713" y="1774368"/>
                  <a:pt x="881468" y="1966205"/>
                  <a:pt x="792958" y="2119974"/>
                </a:cubicBezTo>
                <a:cubicBezTo>
                  <a:pt x="691802" y="2295710"/>
                  <a:pt x="511779" y="2287139"/>
                  <a:pt x="511779" y="2287139"/>
                </a:cubicBezTo>
                <a:cubicBezTo>
                  <a:pt x="592360" y="2286282"/>
                  <a:pt x="630079" y="2251133"/>
                  <a:pt x="630079" y="2251133"/>
                </a:cubicBezTo>
                <a:cubicBezTo>
                  <a:pt x="630079" y="2251133"/>
                  <a:pt x="616363" y="2250276"/>
                  <a:pt x="613791" y="2251993"/>
                </a:cubicBezTo>
                <a:cubicBezTo>
                  <a:pt x="611220" y="2253706"/>
                  <a:pt x="600075" y="2245133"/>
                  <a:pt x="597504" y="2245133"/>
                </a:cubicBezTo>
                <a:cubicBezTo>
                  <a:pt x="594932" y="2245133"/>
                  <a:pt x="590646" y="2244276"/>
                  <a:pt x="588074" y="2243418"/>
                </a:cubicBezTo>
                <a:cubicBezTo>
                  <a:pt x="585502" y="2242562"/>
                  <a:pt x="577787" y="2245133"/>
                  <a:pt x="572643" y="2245990"/>
                </a:cubicBezTo>
                <a:cubicBezTo>
                  <a:pt x="566643" y="2246848"/>
                  <a:pt x="565785" y="2246848"/>
                  <a:pt x="560642" y="2251993"/>
                </a:cubicBezTo>
                <a:cubicBezTo>
                  <a:pt x="554641" y="2257136"/>
                  <a:pt x="553784" y="2251133"/>
                  <a:pt x="550355" y="2251133"/>
                </a:cubicBezTo>
                <a:cubicBezTo>
                  <a:pt x="546926" y="2251133"/>
                  <a:pt x="537496" y="2251993"/>
                  <a:pt x="537496" y="2251993"/>
                </a:cubicBezTo>
                <a:lnTo>
                  <a:pt x="541782" y="2241705"/>
                </a:lnTo>
                <a:cubicBezTo>
                  <a:pt x="541782" y="2241705"/>
                  <a:pt x="535782" y="2239989"/>
                  <a:pt x="530638" y="2239989"/>
                </a:cubicBezTo>
                <a:cubicBezTo>
                  <a:pt x="525495" y="2239989"/>
                  <a:pt x="526352" y="2244276"/>
                  <a:pt x="523780" y="2248563"/>
                </a:cubicBezTo>
                <a:cubicBezTo>
                  <a:pt x="521208" y="2252849"/>
                  <a:pt x="521208" y="2253706"/>
                  <a:pt x="517779" y="2259708"/>
                </a:cubicBezTo>
                <a:cubicBezTo>
                  <a:pt x="515208" y="2266564"/>
                  <a:pt x="501492" y="2256279"/>
                  <a:pt x="496348" y="2255421"/>
                </a:cubicBezTo>
                <a:cubicBezTo>
                  <a:pt x="491205" y="2254563"/>
                  <a:pt x="488633" y="2255421"/>
                  <a:pt x="484347" y="2252849"/>
                </a:cubicBezTo>
                <a:cubicBezTo>
                  <a:pt x="480060" y="2250276"/>
                  <a:pt x="485204" y="2248563"/>
                  <a:pt x="485204" y="2248563"/>
                </a:cubicBezTo>
                <a:lnTo>
                  <a:pt x="497205" y="2239989"/>
                </a:lnTo>
                <a:lnTo>
                  <a:pt x="509207" y="2233132"/>
                </a:lnTo>
                <a:cubicBezTo>
                  <a:pt x="509207" y="2233132"/>
                  <a:pt x="507492" y="2227131"/>
                  <a:pt x="503206" y="2226275"/>
                </a:cubicBezTo>
                <a:cubicBezTo>
                  <a:pt x="499777" y="2225418"/>
                  <a:pt x="499777" y="2228846"/>
                  <a:pt x="497205" y="2231417"/>
                </a:cubicBezTo>
                <a:cubicBezTo>
                  <a:pt x="494634" y="2233989"/>
                  <a:pt x="472345" y="2232275"/>
                  <a:pt x="472345" y="2232275"/>
                </a:cubicBezTo>
                <a:cubicBezTo>
                  <a:pt x="472345" y="2232275"/>
                  <a:pt x="458629" y="2237419"/>
                  <a:pt x="451771" y="2233989"/>
                </a:cubicBezTo>
                <a:cubicBezTo>
                  <a:pt x="444056" y="2230561"/>
                  <a:pt x="451771" y="2233989"/>
                  <a:pt x="448342" y="2227131"/>
                </a:cubicBezTo>
                <a:cubicBezTo>
                  <a:pt x="445770" y="2220274"/>
                  <a:pt x="438912" y="2231417"/>
                  <a:pt x="433769" y="2233989"/>
                </a:cubicBezTo>
                <a:cubicBezTo>
                  <a:pt x="427768" y="2236562"/>
                  <a:pt x="427768" y="2234846"/>
                  <a:pt x="413195" y="2237419"/>
                </a:cubicBezTo>
                <a:cubicBezTo>
                  <a:pt x="398622" y="2239989"/>
                  <a:pt x="402908" y="2239132"/>
                  <a:pt x="402908" y="2239132"/>
                </a:cubicBezTo>
                <a:lnTo>
                  <a:pt x="402051" y="2233132"/>
                </a:lnTo>
                <a:cubicBezTo>
                  <a:pt x="402051" y="2233132"/>
                  <a:pt x="396050" y="2237419"/>
                  <a:pt x="391764" y="2241705"/>
                </a:cubicBezTo>
                <a:cubicBezTo>
                  <a:pt x="387477" y="2245990"/>
                  <a:pt x="383191" y="2243418"/>
                  <a:pt x="379762" y="2243418"/>
                </a:cubicBezTo>
                <a:cubicBezTo>
                  <a:pt x="376333" y="2243418"/>
                  <a:pt x="378048" y="2257136"/>
                  <a:pt x="378048" y="2257136"/>
                </a:cubicBezTo>
                <a:cubicBezTo>
                  <a:pt x="379548" y="2260779"/>
                  <a:pt x="385388" y="2264528"/>
                  <a:pt x="393304" y="2268105"/>
                </a:cubicBezTo>
                <a:lnTo>
                  <a:pt x="409649" y="2273959"/>
                </a:lnTo>
                <a:lnTo>
                  <a:pt x="353398" y="2258117"/>
                </a:lnTo>
                <a:cubicBezTo>
                  <a:pt x="141567" y="2163439"/>
                  <a:pt x="167164" y="1913378"/>
                  <a:pt x="167164" y="1913378"/>
                </a:cubicBezTo>
                <a:lnTo>
                  <a:pt x="170593" y="1910806"/>
                </a:lnTo>
                <a:cubicBezTo>
                  <a:pt x="170593" y="1910806"/>
                  <a:pt x="172308" y="1918520"/>
                  <a:pt x="173165" y="1921951"/>
                </a:cubicBezTo>
                <a:cubicBezTo>
                  <a:pt x="174879" y="1925378"/>
                  <a:pt x="174879" y="1924521"/>
                  <a:pt x="179166" y="1930522"/>
                </a:cubicBezTo>
                <a:cubicBezTo>
                  <a:pt x="182595" y="1936523"/>
                  <a:pt x="184309" y="1935665"/>
                  <a:pt x="186024" y="1939953"/>
                </a:cubicBezTo>
                <a:cubicBezTo>
                  <a:pt x="187738" y="1945095"/>
                  <a:pt x="186024" y="1939953"/>
                  <a:pt x="181737" y="1954526"/>
                </a:cubicBezTo>
                <a:cubicBezTo>
                  <a:pt x="178308" y="1969098"/>
                  <a:pt x="190310" y="1978528"/>
                  <a:pt x="190310" y="1978528"/>
                </a:cubicBezTo>
                <a:cubicBezTo>
                  <a:pt x="190310" y="1978528"/>
                  <a:pt x="190310" y="1982814"/>
                  <a:pt x="189453" y="2007674"/>
                </a:cubicBezTo>
                <a:cubicBezTo>
                  <a:pt x="188595" y="2031678"/>
                  <a:pt x="199740" y="2037678"/>
                  <a:pt x="208312" y="2052252"/>
                </a:cubicBezTo>
                <a:cubicBezTo>
                  <a:pt x="216027" y="2065968"/>
                  <a:pt x="211741" y="2060824"/>
                  <a:pt x="215170" y="2066825"/>
                </a:cubicBezTo>
                <a:cubicBezTo>
                  <a:pt x="218599" y="2071968"/>
                  <a:pt x="217742" y="2067682"/>
                  <a:pt x="227172" y="2076254"/>
                </a:cubicBezTo>
                <a:cubicBezTo>
                  <a:pt x="236601" y="2084827"/>
                  <a:pt x="228886" y="2084827"/>
                  <a:pt x="233172" y="2101972"/>
                </a:cubicBezTo>
                <a:cubicBezTo>
                  <a:pt x="237459" y="2119117"/>
                  <a:pt x="237459" y="2109687"/>
                  <a:pt x="240888" y="2124260"/>
                </a:cubicBezTo>
                <a:cubicBezTo>
                  <a:pt x="243459" y="2139691"/>
                  <a:pt x="244317" y="2127690"/>
                  <a:pt x="250317" y="2136262"/>
                </a:cubicBezTo>
                <a:cubicBezTo>
                  <a:pt x="256318" y="2144834"/>
                  <a:pt x="250317" y="2136262"/>
                  <a:pt x="257175" y="2149122"/>
                </a:cubicBezTo>
                <a:cubicBezTo>
                  <a:pt x="264033" y="2161979"/>
                  <a:pt x="262319" y="2155122"/>
                  <a:pt x="264891" y="2161123"/>
                </a:cubicBezTo>
                <a:cubicBezTo>
                  <a:pt x="267462" y="2166267"/>
                  <a:pt x="270034" y="2163694"/>
                  <a:pt x="279464" y="2189412"/>
                </a:cubicBezTo>
                <a:cubicBezTo>
                  <a:pt x="288894" y="2215130"/>
                  <a:pt x="281178" y="2193698"/>
                  <a:pt x="286322" y="2199699"/>
                </a:cubicBezTo>
                <a:cubicBezTo>
                  <a:pt x="291465" y="2205701"/>
                  <a:pt x="294037" y="2202272"/>
                  <a:pt x="306039" y="2211701"/>
                </a:cubicBezTo>
                <a:cubicBezTo>
                  <a:pt x="318040" y="2221130"/>
                  <a:pt x="309468" y="2215986"/>
                  <a:pt x="318897" y="2221987"/>
                </a:cubicBezTo>
                <a:cubicBezTo>
                  <a:pt x="328327" y="2227988"/>
                  <a:pt x="320612" y="2219415"/>
                  <a:pt x="320612" y="2215986"/>
                </a:cubicBezTo>
                <a:cubicBezTo>
                  <a:pt x="320612" y="2212557"/>
                  <a:pt x="316326" y="2210843"/>
                  <a:pt x="312897" y="2207414"/>
                </a:cubicBezTo>
                <a:cubicBezTo>
                  <a:pt x="308610" y="2204842"/>
                  <a:pt x="307753" y="2200556"/>
                  <a:pt x="304324" y="2196269"/>
                </a:cubicBezTo>
                <a:cubicBezTo>
                  <a:pt x="301752" y="2192841"/>
                  <a:pt x="301752" y="2191127"/>
                  <a:pt x="300038" y="2186840"/>
                </a:cubicBezTo>
                <a:cubicBezTo>
                  <a:pt x="297466" y="2182553"/>
                  <a:pt x="294894" y="2180840"/>
                  <a:pt x="290608" y="2173981"/>
                </a:cubicBezTo>
                <a:cubicBezTo>
                  <a:pt x="286322" y="2167124"/>
                  <a:pt x="294037" y="2168839"/>
                  <a:pt x="294894" y="2166267"/>
                </a:cubicBezTo>
                <a:cubicBezTo>
                  <a:pt x="295752" y="2163694"/>
                  <a:pt x="297466" y="2164551"/>
                  <a:pt x="298323" y="2161123"/>
                </a:cubicBezTo>
                <a:cubicBezTo>
                  <a:pt x="299181" y="2157693"/>
                  <a:pt x="299181" y="2152550"/>
                  <a:pt x="294894" y="2148263"/>
                </a:cubicBezTo>
                <a:cubicBezTo>
                  <a:pt x="291465" y="2143120"/>
                  <a:pt x="302610" y="2122546"/>
                  <a:pt x="303467" y="2119974"/>
                </a:cubicBezTo>
                <a:cubicBezTo>
                  <a:pt x="304324" y="2117403"/>
                  <a:pt x="303467" y="2104544"/>
                  <a:pt x="303467" y="2104544"/>
                </a:cubicBezTo>
                <a:cubicBezTo>
                  <a:pt x="303467" y="2104544"/>
                  <a:pt x="309468" y="2098543"/>
                  <a:pt x="312897" y="2097686"/>
                </a:cubicBezTo>
                <a:cubicBezTo>
                  <a:pt x="316326" y="2096828"/>
                  <a:pt x="322326" y="2092543"/>
                  <a:pt x="326613" y="2088256"/>
                </a:cubicBezTo>
                <a:cubicBezTo>
                  <a:pt x="330899" y="2083970"/>
                  <a:pt x="324898" y="2079683"/>
                  <a:pt x="324898" y="2079683"/>
                </a:cubicBezTo>
                <a:cubicBezTo>
                  <a:pt x="324898" y="2079683"/>
                  <a:pt x="327470" y="2074540"/>
                  <a:pt x="329184" y="2071111"/>
                </a:cubicBezTo>
                <a:cubicBezTo>
                  <a:pt x="330899" y="2067682"/>
                  <a:pt x="330042" y="2059967"/>
                  <a:pt x="330042" y="2057396"/>
                </a:cubicBezTo>
                <a:cubicBezTo>
                  <a:pt x="330042" y="2054823"/>
                  <a:pt x="327470" y="2050539"/>
                  <a:pt x="325755" y="2046251"/>
                </a:cubicBezTo>
                <a:cubicBezTo>
                  <a:pt x="323184" y="2041964"/>
                  <a:pt x="325755" y="2037678"/>
                  <a:pt x="327470" y="2035106"/>
                </a:cubicBezTo>
                <a:cubicBezTo>
                  <a:pt x="330042" y="2032536"/>
                  <a:pt x="333471" y="2023962"/>
                  <a:pt x="336900" y="2021391"/>
                </a:cubicBezTo>
                <a:cubicBezTo>
                  <a:pt x="340329" y="2018820"/>
                  <a:pt x="341186" y="2014533"/>
                  <a:pt x="342043" y="2008532"/>
                </a:cubicBezTo>
                <a:cubicBezTo>
                  <a:pt x="342900" y="2002531"/>
                  <a:pt x="338614" y="2002531"/>
                  <a:pt x="336900" y="2001674"/>
                </a:cubicBezTo>
                <a:cubicBezTo>
                  <a:pt x="335185" y="2000816"/>
                  <a:pt x="332613" y="1999102"/>
                  <a:pt x="324041" y="1994816"/>
                </a:cubicBezTo>
                <a:cubicBezTo>
                  <a:pt x="316326" y="1989672"/>
                  <a:pt x="318897" y="1986243"/>
                  <a:pt x="315468" y="1983671"/>
                </a:cubicBezTo>
                <a:cubicBezTo>
                  <a:pt x="312039" y="1981100"/>
                  <a:pt x="306039" y="1981957"/>
                  <a:pt x="299181" y="1982814"/>
                </a:cubicBezTo>
                <a:cubicBezTo>
                  <a:pt x="292323" y="1983671"/>
                  <a:pt x="297466" y="1978528"/>
                  <a:pt x="295752" y="1977671"/>
                </a:cubicBezTo>
                <a:cubicBezTo>
                  <a:pt x="294037" y="1976813"/>
                  <a:pt x="288894" y="1974242"/>
                  <a:pt x="282893" y="1972528"/>
                </a:cubicBezTo>
                <a:cubicBezTo>
                  <a:pt x="277749" y="1970814"/>
                  <a:pt x="281178" y="1965669"/>
                  <a:pt x="281178" y="1965669"/>
                </a:cubicBezTo>
                <a:cubicBezTo>
                  <a:pt x="281178" y="1965669"/>
                  <a:pt x="274320" y="1964813"/>
                  <a:pt x="271749" y="1963955"/>
                </a:cubicBezTo>
                <a:cubicBezTo>
                  <a:pt x="269177" y="1963955"/>
                  <a:pt x="269177" y="1959668"/>
                  <a:pt x="270034" y="1957954"/>
                </a:cubicBezTo>
                <a:cubicBezTo>
                  <a:pt x="270891" y="1955382"/>
                  <a:pt x="269177" y="1948525"/>
                  <a:pt x="269177" y="1948525"/>
                </a:cubicBezTo>
                <a:cubicBezTo>
                  <a:pt x="269177" y="1948525"/>
                  <a:pt x="268320" y="1939953"/>
                  <a:pt x="264033" y="1939095"/>
                </a:cubicBezTo>
                <a:cubicBezTo>
                  <a:pt x="259747" y="1937380"/>
                  <a:pt x="261462" y="1933952"/>
                  <a:pt x="259747" y="1933095"/>
                </a:cubicBezTo>
                <a:cubicBezTo>
                  <a:pt x="257175" y="1932237"/>
                  <a:pt x="250317" y="1931380"/>
                  <a:pt x="248603" y="1931380"/>
                </a:cubicBezTo>
                <a:cubicBezTo>
                  <a:pt x="247746" y="1931380"/>
                  <a:pt x="240030" y="1929666"/>
                  <a:pt x="239173" y="1926236"/>
                </a:cubicBezTo>
                <a:cubicBezTo>
                  <a:pt x="238316" y="1923666"/>
                  <a:pt x="238316" y="1918520"/>
                  <a:pt x="236601" y="1917664"/>
                </a:cubicBezTo>
                <a:cubicBezTo>
                  <a:pt x="234887" y="1916808"/>
                  <a:pt x="233172" y="1911663"/>
                  <a:pt x="232315" y="1908233"/>
                </a:cubicBezTo>
                <a:cubicBezTo>
                  <a:pt x="230601" y="1904805"/>
                  <a:pt x="228029" y="1904805"/>
                  <a:pt x="226314" y="1903948"/>
                </a:cubicBezTo>
                <a:cubicBezTo>
                  <a:pt x="224600" y="1903090"/>
                  <a:pt x="216885" y="1907378"/>
                  <a:pt x="214313" y="1906521"/>
                </a:cubicBezTo>
                <a:cubicBezTo>
                  <a:pt x="211741" y="1905663"/>
                  <a:pt x="215170" y="1900518"/>
                  <a:pt x="213456" y="1898805"/>
                </a:cubicBezTo>
                <a:cubicBezTo>
                  <a:pt x="212598" y="1897090"/>
                  <a:pt x="211741" y="1897947"/>
                  <a:pt x="206598" y="1897090"/>
                </a:cubicBezTo>
                <a:cubicBezTo>
                  <a:pt x="201454" y="1896233"/>
                  <a:pt x="201454" y="1900518"/>
                  <a:pt x="201454" y="1900518"/>
                </a:cubicBezTo>
                <a:lnTo>
                  <a:pt x="198882" y="1903948"/>
                </a:lnTo>
                <a:cubicBezTo>
                  <a:pt x="198882" y="1903948"/>
                  <a:pt x="197168" y="1906521"/>
                  <a:pt x="192882" y="1912520"/>
                </a:cubicBezTo>
                <a:cubicBezTo>
                  <a:pt x="188595" y="1918520"/>
                  <a:pt x="192882" y="1912520"/>
                  <a:pt x="191167" y="1910806"/>
                </a:cubicBezTo>
                <a:cubicBezTo>
                  <a:pt x="189453" y="1909093"/>
                  <a:pt x="189453" y="1909093"/>
                  <a:pt x="188595" y="1907378"/>
                </a:cubicBezTo>
                <a:cubicBezTo>
                  <a:pt x="186881" y="1906521"/>
                  <a:pt x="184309" y="1898805"/>
                  <a:pt x="185166" y="1895375"/>
                </a:cubicBezTo>
                <a:cubicBezTo>
                  <a:pt x="186024" y="1891947"/>
                  <a:pt x="187738" y="1888518"/>
                  <a:pt x="188595" y="1885946"/>
                </a:cubicBezTo>
                <a:cubicBezTo>
                  <a:pt x="189453" y="1883375"/>
                  <a:pt x="187738" y="1881660"/>
                  <a:pt x="187738" y="1873087"/>
                </a:cubicBezTo>
                <a:cubicBezTo>
                  <a:pt x="187738" y="1864514"/>
                  <a:pt x="187738" y="1865373"/>
                  <a:pt x="188595" y="1862801"/>
                </a:cubicBezTo>
                <a:cubicBezTo>
                  <a:pt x="188595" y="1860230"/>
                  <a:pt x="187738" y="1857656"/>
                  <a:pt x="187738" y="1855084"/>
                </a:cubicBezTo>
                <a:cubicBezTo>
                  <a:pt x="187738" y="1852513"/>
                  <a:pt x="183452" y="1853370"/>
                  <a:pt x="183452" y="1853370"/>
                </a:cubicBezTo>
                <a:cubicBezTo>
                  <a:pt x="186881" y="1837940"/>
                  <a:pt x="197168" y="1817366"/>
                  <a:pt x="197168" y="1817366"/>
                </a:cubicBezTo>
                <a:cubicBezTo>
                  <a:pt x="197168" y="1817366"/>
                  <a:pt x="195453" y="1826796"/>
                  <a:pt x="195453" y="1828509"/>
                </a:cubicBezTo>
                <a:cubicBezTo>
                  <a:pt x="195453" y="1830225"/>
                  <a:pt x="194596" y="1833653"/>
                  <a:pt x="194596" y="1835368"/>
                </a:cubicBezTo>
                <a:cubicBezTo>
                  <a:pt x="194596" y="1837084"/>
                  <a:pt x="193739" y="1841369"/>
                  <a:pt x="193739" y="1843085"/>
                </a:cubicBezTo>
                <a:cubicBezTo>
                  <a:pt x="193739" y="1844797"/>
                  <a:pt x="195453" y="1843941"/>
                  <a:pt x="196311" y="1843941"/>
                </a:cubicBezTo>
                <a:cubicBezTo>
                  <a:pt x="197168" y="1843085"/>
                  <a:pt x="198882" y="1843941"/>
                  <a:pt x="201454" y="1847369"/>
                </a:cubicBezTo>
                <a:cubicBezTo>
                  <a:pt x="204026" y="1850798"/>
                  <a:pt x="202311" y="1847369"/>
                  <a:pt x="203169" y="1847369"/>
                </a:cubicBezTo>
                <a:cubicBezTo>
                  <a:pt x="204026" y="1847369"/>
                  <a:pt x="206598" y="1850798"/>
                  <a:pt x="207455" y="1852513"/>
                </a:cubicBezTo>
                <a:cubicBezTo>
                  <a:pt x="208312" y="1854227"/>
                  <a:pt x="206598" y="1855941"/>
                  <a:pt x="206598" y="1859371"/>
                </a:cubicBezTo>
                <a:cubicBezTo>
                  <a:pt x="205740" y="1862801"/>
                  <a:pt x="206598" y="1859371"/>
                  <a:pt x="208312" y="1861087"/>
                </a:cubicBezTo>
                <a:cubicBezTo>
                  <a:pt x="210027" y="1862801"/>
                  <a:pt x="212598" y="1862801"/>
                  <a:pt x="213456" y="1863658"/>
                </a:cubicBezTo>
                <a:cubicBezTo>
                  <a:pt x="215170" y="1864514"/>
                  <a:pt x="217742" y="1861944"/>
                  <a:pt x="220314" y="1862801"/>
                </a:cubicBezTo>
                <a:cubicBezTo>
                  <a:pt x="222885" y="1862801"/>
                  <a:pt x="222885" y="1864514"/>
                  <a:pt x="223743" y="1867085"/>
                </a:cubicBezTo>
                <a:cubicBezTo>
                  <a:pt x="224600" y="1870514"/>
                  <a:pt x="224600" y="1870514"/>
                  <a:pt x="225457" y="1870514"/>
                </a:cubicBezTo>
                <a:cubicBezTo>
                  <a:pt x="226314" y="1871372"/>
                  <a:pt x="228029" y="1867944"/>
                  <a:pt x="228886" y="1867085"/>
                </a:cubicBezTo>
                <a:cubicBezTo>
                  <a:pt x="229743" y="1866229"/>
                  <a:pt x="230601" y="1862801"/>
                  <a:pt x="230601" y="1862801"/>
                </a:cubicBezTo>
                <a:lnTo>
                  <a:pt x="227172" y="1860230"/>
                </a:lnTo>
                <a:lnTo>
                  <a:pt x="222028" y="1856798"/>
                </a:lnTo>
                <a:lnTo>
                  <a:pt x="216027" y="1855084"/>
                </a:lnTo>
                <a:cubicBezTo>
                  <a:pt x="216027" y="1855084"/>
                  <a:pt x="212598" y="1854227"/>
                  <a:pt x="210027" y="1854227"/>
                </a:cubicBezTo>
                <a:cubicBezTo>
                  <a:pt x="207455" y="1854227"/>
                  <a:pt x="210027" y="1848226"/>
                  <a:pt x="210027" y="1847369"/>
                </a:cubicBezTo>
                <a:cubicBezTo>
                  <a:pt x="210027" y="1845654"/>
                  <a:pt x="210027" y="1839654"/>
                  <a:pt x="210027" y="1839654"/>
                </a:cubicBezTo>
                <a:cubicBezTo>
                  <a:pt x="210027" y="1839654"/>
                  <a:pt x="206598" y="1838796"/>
                  <a:pt x="205740" y="1838796"/>
                </a:cubicBezTo>
                <a:cubicBezTo>
                  <a:pt x="204883" y="1838796"/>
                  <a:pt x="201454" y="1835368"/>
                  <a:pt x="201454" y="1834510"/>
                </a:cubicBezTo>
                <a:cubicBezTo>
                  <a:pt x="201454" y="1832795"/>
                  <a:pt x="202311" y="1829367"/>
                  <a:pt x="204883" y="1827653"/>
                </a:cubicBezTo>
                <a:cubicBezTo>
                  <a:pt x="206598" y="1825938"/>
                  <a:pt x="214313" y="1823367"/>
                  <a:pt x="215170" y="1823367"/>
                </a:cubicBezTo>
                <a:cubicBezTo>
                  <a:pt x="216027" y="1822508"/>
                  <a:pt x="218599" y="1819938"/>
                  <a:pt x="220314" y="1819081"/>
                </a:cubicBezTo>
                <a:cubicBezTo>
                  <a:pt x="221171" y="1818224"/>
                  <a:pt x="223743" y="1814795"/>
                  <a:pt x="223743" y="1811365"/>
                </a:cubicBezTo>
                <a:cubicBezTo>
                  <a:pt x="224600" y="1808794"/>
                  <a:pt x="226314" y="1804507"/>
                  <a:pt x="227172" y="1802793"/>
                </a:cubicBezTo>
                <a:cubicBezTo>
                  <a:pt x="228029" y="1801078"/>
                  <a:pt x="228029" y="1796791"/>
                  <a:pt x="228886" y="1793363"/>
                </a:cubicBezTo>
                <a:cubicBezTo>
                  <a:pt x="229743" y="1789933"/>
                  <a:pt x="233172" y="1786504"/>
                  <a:pt x="234030" y="1786504"/>
                </a:cubicBezTo>
                <a:cubicBezTo>
                  <a:pt x="234887" y="1786504"/>
                  <a:pt x="243459" y="1780505"/>
                  <a:pt x="246031" y="1777076"/>
                </a:cubicBezTo>
                <a:cubicBezTo>
                  <a:pt x="249460" y="1773647"/>
                  <a:pt x="252889" y="1771073"/>
                  <a:pt x="252889" y="1771073"/>
                </a:cubicBezTo>
                <a:lnTo>
                  <a:pt x="255461" y="1765075"/>
                </a:lnTo>
                <a:cubicBezTo>
                  <a:pt x="255461" y="1765075"/>
                  <a:pt x="256318" y="1763359"/>
                  <a:pt x="261462" y="1762502"/>
                </a:cubicBezTo>
                <a:cubicBezTo>
                  <a:pt x="266605" y="1760786"/>
                  <a:pt x="269177" y="1758215"/>
                  <a:pt x="269177" y="1758215"/>
                </a:cubicBezTo>
                <a:cubicBezTo>
                  <a:pt x="269177" y="1758215"/>
                  <a:pt x="271749" y="1752214"/>
                  <a:pt x="271749" y="1750501"/>
                </a:cubicBezTo>
                <a:cubicBezTo>
                  <a:pt x="271749" y="1748785"/>
                  <a:pt x="274320" y="1747928"/>
                  <a:pt x="274320" y="1747928"/>
                </a:cubicBezTo>
                <a:cubicBezTo>
                  <a:pt x="274320" y="1747928"/>
                  <a:pt x="282893" y="1742789"/>
                  <a:pt x="282893" y="1741932"/>
                </a:cubicBezTo>
                <a:cubicBezTo>
                  <a:pt x="282893" y="1741075"/>
                  <a:pt x="283750" y="1740217"/>
                  <a:pt x="286322" y="1739360"/>
                </a:cubicBezTo>
                <a:cubicBezTo>
                  <a:pt x="288894" y="1738503"/>
                  <a:pt x="290608" y="1739360"/>
                  <a:pt x="293180" y="1740217"/>
                </a:cubicBezTo>
                <a:cubicBezTo>
                  <a:pt x="294894" y="1741075"/>
                  <a:pt x="298323" y="1741932"/>
                  <a:pt x="302610" y="1742789"/>
                </a:cubicBezTo>
                <a:cubicBezTo>
                  <a:pt x="306896" y="1743646"/>
                  <a:pt x="307753" y="1741932"/>
                  <a:pt x="307753" y="1741932"/>
                </a:cubicBezTo>
                <a:cubicBezTo>
                  <a:pt x="307753" y="1741932"/>
                  <a:pt x="309468" y="1737646"/>
                  <a:pt x="309468" y="1735930"/>
                </a:cubicBezTo>
                <a:cubicBezTo>
                  <a:pt x="309468" y="1734216"/>
                  <a:pt x="308610" y="1732501"/>
                  <a:pt x="308610" y="1732501"/>
                </a:cubicBezTo>
                <a:cubicBezTo>
                  <a:pt x="308610" y="1732501"/>
                  <a:pt x="305181" y="1730788"/>
                  <a:pt x="304324" y="1730788"/>
                </a:cubicBezTo>
                <a:cubicBezTo>
                  <a:pt x="303467" y="1730788"/>
                  <a:pt x="306039" y="1723929"/>
                  <a:pt x="306039" y="1723929"/>
                </a:cubicBezTo>
                <a:lnTo>
                  <a:pt x="312039" y="1719643"/>
                </a:lnTo>
                <a:cubicBezTo>
                  <a:pt x="312039" y="1719643"/>
                  <a:pt x="317183" y="1715357"/>
                  <a:pt x="320612" y="1714500"/>
                </a:cubicBezTo>
                <a:cubicBezTo>
                  <a:pt x="324041" y="1713642"/>
                  <a:pt x="324041" y="1717928"/>
                  <a:pt x="325755" y="1718786"/>
                </a:cubicBezTo>
                <a:cubicBezTo>
                  <a:pt x="327470" y="1720500"/>
                  <a:pt x="326613" y="1721357"/>
                  <a:pt x="326613" y="1721357"/>
                </a:cubicBezTo>
                <a:lnTo>
                  <a:pt x="319755" y="1725643"/>
                </a:lnTo>
                <a:cubicBezTo>
                  <a:pt x="319755" y="1725643"/>
                  <a:pt x="320612" y="1730788"/>
                  <a:pt x="323184" y="1731644"/>
                </a:cubicBezTo>
                <a:cubicBezTo>
                  <a:pt x="324898" y="1732501"/>
                  <a:pt x="330899" y="1731644"/>
                  <a:pt x="330899" y="1731644"/>
                </a:cubicBezTo>
                <a:lnTo>
                  <a:pt x="336042" y="1728216"/>
                </a:lnTo>
                <a:lnTo>
                  <a:pt x="337757" y="1723929"/>
                </a:lnTo>
                <a:lnTo>
                  <a:pt x="337757" y="1717072"/>
                </a:lnTo>
                <a:cubicBezTo>
                  <a:pt x="337757" y="1717072"/>
                  <a:pt x="336900" y="1713642"/>
                  <a:pt x="336900" y="1711070"/>
                </a:cubicBezTo>
                <a:cubicBezTo>
                  <a:pt x="336900" y="1708499"/>
                  <a:pt x="338614" y="1707642"/>
                  <a:pt x="339471" y="1706785"/>
                </a:cubicBezTo>
                <a:cubicBezTo>
                  <a:pt x="340329" y="1705069"/>
                  <a:pt x="342900" y="1704213"/>
                  <a:pt x="342900" y="1704213"/>
                </a:cubicBezTo>
                <a:lnTo>
                  <a:pt x="345472" y="1699927"/>
                </a:lnTo>
                <a:cubicBezTo>
                  <a:pt x="345472" y="1699927"/>
                  <a:pt x="345472" y="1694782"/>
                  <a:pt x="345472" y="1693069"/>
                </a:cubicBezTo>
                <a:cubicBezTo>
                  <a:pt x="345472" y="1692212"/>
                  <a:pt x="350616" y="1685352"/>
                  <a:pt x="351473" y="1684495"/>
                </a:cubicBezTo>
                <a:cubicBezTo>
                  <a:pt x="353187" y="1683638"/>
                  <a:pt x="354045" y="1680211"/>
                  <a:pt x="354045" y="1680211"/>
                </a:cubicBezTo>
                <a:lnTo>
                  <a:pt x="345472" y="1676780"/>
                </a:lnTo>
                <a:cubicBezTo>
                  <a:pt x="336471" y="1676780"/>
                  <a:pt x="325970" y="1680637"/>
                  <a:pt x="315281" y="1686424"/>
                </a:cubicBezTo>
                <a:lnTo>
                  <a:pt x="289975" y="1703570"/>
                </a:lnTo>
                <a:lnTo>
                  <a:pt x="311879" y="1684683"/>
                </a:lnTo>
                <a:cubicBezTo>
                  <a:pt x="376494" y="1642972"/>
                  <a:pt x="440627" y="1634775"/>
                  <a:pt x="440627" y="1634775"/>
                </a:cubicBezTo>
                <a:cubicBezTo>
                  <a:pt x="451771" y="1632204"/>
                  <a:pt x="494634" y="1632204"/>
                  <a:pt x="493776" y="1630488"/>
                </a:cubicBezTo>
                <a:close/>
                <a:moveTo>
                  <a:pt x="5782152" y="1596198"/>
                </a:moveTo>
                <a:cubicBezTo>
                  <a:pt x="5813334" y="1596198"/>
                  <a:pt x="5842226" y="1621875"/>
                  <a:pt x="5866161" y="1665861"/>
                </a:cubicBezTo>
                <a:lnTo>
                  <a:pt x="5894202" y="1735228"/>
                </a:lnTo>
                <a:lnTo>
                  <a:pt x="5937599" y="1713557"/>
                </a:lnTo>
                <a:cubicBezTo>
                  <a:pt x="5963155" y="1703749"/>
                  <a:pt x="5986632" y="1697925"/>
                  <a:pt x="6007126" y="1696509"/>
                </a:cubicBezTo>
                <a:cubicBezTo>
                  <a:pt x="6034451" y="1694620"/>
                  <a:pt x="6056472" y="1700567"/>
                  <a:pt x="6071045" y="1715354"/>
                </a:cubicBezTo>
                <a:cubicBezTo>
                  <a:pt x="6100192" y="1744499"/>
                  <a:pt x="6094406" y="1803436"/>
                  <a:pt x="6061402" y="1875016"/>
                </a:cubicBezTo>
                <a:lnTo>
                  <a:pt x="6052430" y="1891847"/>
                </a:lnTo>
                <a:lnTo>
                  <a:pt x="6120539" y="1919379"/>
                </a:lnTo>
                <a:cubicBezTo>
                  <a:pt x="6164526" y="1943315"/>
                  <a:pt x="6190203" y="1972206"/>
                  <a:pt x="6190203" y="2003388"/>
                </a:cubicBezTo>
                <a:cubicBezTo>
                  <a:pt x="6190203" y="2034571"/>
                  <a:pt x="6164526" y="2063583"/>
                  <a:pt x="6120539" y="2087623"/>
                </a:cubicBezTo>
                <a:lnTo>
                  <a:pt x="6052202" y="2115361"/>
                </a:lnTo>
                <a:lnTo>
                  <a:pt x="6061402" y="2132621"/>
                </a:lnTo>
                <a:cubicBezTo>
                  <a:pt x="6094406" y="2204202"/>
                  <a:pt x="6100192" y="2263137"/>
                  <a:pt x="6071045" y="2292283"/>
                </a:cubicBezTo>
                <a:cubicBezTo>
                  <a:pt x="6041470" y="2321858"/>
                  <a:pt x="5982534" y="2316072"/>
                  <a:pt x="5911061" y="2282960"/>
                </a:cubicBezTo>
                <a:lnTo>
                  <a:pt x="5893744" y="2273685"/>
                </a:lnTo>
                <a:lnTo>
                  <a:pt x="5865784" y="2342634"/>
                </a:lnTo>
                <a:cubicBezTo>
                  <a:pt x="5841825" y="2386620"/>
                  <a:pt x="5813013" y="2412297"/>
                  <a:pt x="5782152" y="2412297"/>
                </a:cubicBezTo>
                <a:cubicBezTo>
                  <a:pt x="5751291" y="2412297"/>
                  <a:pt x="5722479" y="2386620"/>
                  <a:pt x="5698520" y="2342634"/>
                </a:cubicBezTo>
                <a:lnTo>
                  <a:pt x="5670749" y="2274150"/>
                </a:lnTo>
                <a:lnTo>
                  <a:pt x="5653242" y="2283496"/>
                </a:lnTo>
                <a:cubicBezTo>
                  <a:pt x="5581769" y="2316501"/>
                  <a:pt x="5522833" y="2322286"/>
                  <a:pt x="5493258" y="2293141"/>
                </a:cubicBezTo>
                <a:cubicBezTo>
                  <a:pt x="5464112" y="2263565"/>
                  <a:pt x="5469898" y="2204628"/>
                  <a:pt x="5502902" y="2133155"/>
                </a:cubicBezTo>
                <a:lnTo>
                  <a:pt x="5512498" y="2115182"/>
                </a:lnTo>
                <a:lnTo>
                  <a:pt x="5443764" y="2087397"/>
                </a:lnTo>
                <a:cubicBezTo>
                  <a:pt x="5399777" y="2063462"/>
                  <a:pt x="5374100" y="2034570"/>
                  <a:pt x="5374100" y="2003388"/>
                </a:cubicBezTo>
                <a:cubicBezTo>
                  <a:pt x="5374100" y="1972207"/>
                  <a:pt x="5399777" y="1943315"/>
                  <a:pt x="5443764" y="1919379"/>
                </a:cubicBezTo>
                <a:lnTo>
                  <a:pt x="5512121" y="1891747"/>
                </a:lnTo>
                <a:lnTo>
                  <a:pt x="5502902" y="1874480"/>
                </a:lnTo>
                <a:cubicBezTo>
                  <a:pt x="5469898" y="1803007"/>
                  <a:pt x="5464112" y="1744073"/>
                  <a:pt x="5493258" y="1714497"/>
                </a:cubicBezTo>
                <a:cubicBezTo>
                  <a:pt x="5522833" y="1685351"/>
                  <a:pt x="5581769" y="1691138"/>
                  <a:pt x="5653242" y="1724143"/>
                </a:cubicBezTo>
                <a:lnTo>
                  <a:pt x="5670795" y="1733514"/>
                </a:lnTo>
                <a:lnTo>
                  <a:pt x="5698143" y="1665860"/>
                </a:lnTo>
                <a:cubicBezTo>
                  <a:pt x="5722077" y="1621875"/>
                  <a:pt x="5750969" y="1596198"/>
                  <a:pt x="5782152" y="1596198"/>
                </a:cubicBezTo>
                <a:close/>
                <a:moveTo>
                  <a:pt x="3595306" y="1531906"/>
                </a:moveTo>
                <a:cubicBezTo>
                  <a:pt x="3530155" y="1531906"/>
                  <a:pt x="3477006" y="1585913"/>
                  <a:pt x="3477006" y="1651922"/>
                </a:cubicBezTo>
                <a:cubicBezTo>
                  <a:pt x="3477006" y="1717929"/>
                  <a:pt x="3530155" y="1771933"/>
                  <a:pt x="3595306" y="1771933"/>
                </a:cubicBezTo>
                <a:cubicBezTo>
                  <a:pt x="3661315" y="1771933"/>
                  <a:pt x="3714464" y="1717929"/>
                  <a:pt x="3713607" y="1651922"/>
                </a:cubicBezTo>
                <a:cubicBezTo>
                  <a:pt x="3713607" y="1585913"/>
                  <a:pt x="3660458" y="1531906"/>
                  <a:pt x="3595306" y="1531906"/>
                </a:cubicBezTo>
                <a:close/>
                <a:moveTo>
                  <a:pt x="1682785" y="1496755"/>
                </a:moveTo>
                <a:lnTo>
                  <a:pt x="2037137" y="1655346"/>
                </a:lnTo>
                <a:lnTo>
                  <a:pt x="2042829" y="1655346"/>
                </a:lnTo>
                <a:lnTo>
                  <a:pt x="2042829" y="1657894"/>
                </a:lnTo>
                <a:lnTo>
                  <a:pt x="2050545" y="1661347"/>
                </a:lnTo>
                <a:lnTo>
                  <a:pt x="2042829" y="1664864"/>
                </a:lnTo>
                <a:lnTo>
                  <a:pt x="2042829" y="1878511"/>
                </a:lnTo>
                <a:lnTo>
                  <a:pt x="2057832" y="1884660"/>
                </a:lnTo>
                <a:cubicBezTo>
                  <a:pt x="2064475" y="1891304"/>
                  <a:pt x="2068547" y="1900519"/>
                  <a:pt x="2068547" y="1910806"/>
                </a:cubicBezTo>
                <a:cubicBezTo>
                  <a:pt x="2068547" y="1921093"/>
                  <a:pt x="2064475" y="1930523"/>
                  <a:pt x="2057832" y="1937274"/>
                </a:cubicBezTo>
                <a:lnTo>
                  <a:pt x="2057578" y="1937375"/>
                </a:lnTo>
                <a:lnTo>
                  <a:pt x="2065332" y="1965456"/>
                </a:lnTo>
                <a:cubicBezTo>
                  <a:pt x="2071119" y="1992674"/>
                  <a:pt x="2075405" y="2031679"/>
                  <a:pt x="2069404" y="2078827"/>
                </a:cubicBezTo>
                <a:lnTo>
                  <a:pt x="2038543" y="2078827"/>
                </a:lnTo>
                <a:lnTo>
                  <a:pt x="2027398" y="2078827"/>
                </a:lnTo>
                <a:lnTo>
                  <a:pt x="1996538" y="2078827"/>
                </a:lnTo>
                <a:cubicBezTo>
                  <a:pt x="1990966" y="2031679"/>
                  <a:pt x="1995467" y="1992674"/>
                  <a:pt x="2001360" y="1965456"/>
                </a:cubicBezTo>
                <a:lnTo>
                  <a:pt x="2008928" y="1938341"/>
                </a:lnTo>
                <a:lnTo>
                  <a:pt x="2005539" y="1936952"/>
                </a:lnTo>
                <a:cubicBezTo>
                  <a:pt x="1998895" y="1930309"/>
                  <a:pt x="1994823" y="1921093"/>
                  <a:pt x="1994823" y="1910806"/>
                </a:cubicBezTo>
                <a:cubicBezTo>
                  <a:pt x="1994823" y="1900519"/>
                  <a:pt x="1998895" y="1891304"/>
                  <a:pt x="2005539" y="1884660"/>
                </a:cubicBezTo>
                <a:lnTo>
                  <a:pt x="2019683" y="1878863"/>
                </a:lnTo>
                <a:lnTo>
                  <a:pt x="2019683" y="1675413"/>
                </a:lnTo>
                <a:lnTo>
                  <a:pt x="1672498" y="1833654"/>
                </a:lnTo>
                <a:lnTo>
                  <a:pt x="1300450" y="1665634"/>
                </a:lnTo>
                <a:close/>
                <a:moveTo>
                  <a:pt x="5080921" y="1438462"/>
                </a:moveTo>
                <a:lnTo>
                  <a:pt x="5143500" y="1438462"/>
                </a:lnTo>
                <a:cubicBezTo>
                  <a:pt x="5151215" y="1438462"/>
                  <a:pt x="5158931" y="1447035"/>
                  <a:pt x="5158931" y="1457322"/>
                </a:cubicBezTo>
                <a:cubicBezTo>
                  <a:pt x="5158931" y="1467609"/>
                  <a:pt x="5152073" y="1476181"/>
                  <a:pt x="5143500" y="1476181"/>
                </a:cubicBezTo>
                <a:lnTo>
                  <a:pt x="5080921" y="1476181"/>
                </a:lnTo>
                <a:cubicBezTo>
                  <a:pt x="5072348" y="1476181"/>
                  <a:pt x="5065490" y="1467609"/>
                  <a:pt x="5065490" y="1457322"/>
                </a:cubicBezTo>
                <a:cubicBezTo>
                  <a:pt x="5065490" y="1447035"/>
                  <a:pt x="5072348" y="1438462"/>
                  <a:pt x="5080921" y="1438462"/>
                </a:cubicBezTo>
                <a:close/>
                <a:moveTo>
                  <a:pt x="2660050" y="1421316"/>
                </a:moveTo>
                <a:cubicBezTo>
                  <a:pt x="2660050" y="1421316"/>
                  <a:pt x="2765491" y="1532758"/>
                  <a:pt x="2760348" y="1591909"/>
                </a:cubicBezTo>
                <a:cubicBezTo>
                  <a:pt x="2755204" y="1651059"/>
                  <a:pt x="2643762" y="1672490"/>
                  <a:pt x="2643762" y="1672490"/>
                </a:cubicBezTo>
                <a:cubicBezTo>
                  <a:pt x="2643762" y="1672490"/>
                  <a:pt x="2795495" y="1672490"/>
                  <a:pt x="2797210" y="1599624"/>
                </a:cubicBezTo>
                <a:cubicBezTo>
                  <a:pt x="2798067" y="1527615"/>
                  <a:pt x="2660050" y="1421316"/>
                  <a:pt x="2660050" y="1421316"/>
                </a:cubicBezTo>
                <a:close/>
                <a:moveTo>
                  <a:pt x="5060347" y="1398171"/>
                </a:moveTo>
                <a:lnTo>
                  <a:pt x="5164075" y="1398171"/>
                </a:lnTo>
                <a:cubicBezTo>
                  <a:pt x="5177791" y="1398171"/>
                  <a:pt x="5189792" y="1406744"/>
                  <a:pt x="5189792" y="1417031"/>
                </a:cubicBezTo>
                <a:cubicBezTo>
                  <a:pt x="5189792" y="1427318"/>
                  <a:pt x="5177791" y="1435890"/>
                  <a:pt x="5164075" y="1435890"/>
                </a:cubicBezTo>
                <a:lnTo>
                  <a:pt x="5060347" y="1435890"/>
                </a:lnTo>
                <a:cubicBezTo>
                  <a:pt x="5045774" y="1435890"/>
                  <a:pt x="5034629" y="1427318"/>
                  <a:pt x="5034629" y="1417031"/>
                </a:cubicBezTo>
                <a:cubicBezTo>
                  <a:pt x="5034629" y="1406744"/>
                  <a:pt x="5046631" y="1398171"/>
                  <a:pt x="5060347" y="1398171"/>
                </a:cubicBezTo>
                <a:close/>
                <a:moveTo>
                  <a:pt x="3397282" y="1360456"/>
                </a:moveTo>
                <a:cubicBezTo>
                  <a:pt x="3336417" y="1360456"/>
                  <a:pt x="3287554" y="1410176"/>
                  <a:pt x="3287554" y="1471897"/>
                </a:cubicBezTo>
                <a:cubicBezTo>
                  <a:pt x="3287554" y="1532763"/>
                  <a:pt x="3336417" y="1582484"/>
                  <a:pt x="3397282" y="1582484"/>
                </a:cubicBezTo>
                <a:cubicBezTo>
                  <a:pt x="3458146" y="1582484"/>
                  <a:pt x="3507010" y="1532763"/>
                  <a:pt x="3507010" y="1471897"/>
                </a:cubicBezTo>
                <a:cubicBezTo>
                  <a:pt x="3507010" y="1410176"/>
                  <a:pt x="3458146" y="1360456"/>
                  <a:pt x="3397282" y="1360456"/>
                </a:cubicBezTo>
                <a:close/>
                <a:moveTo>
                  <a:pt x="5060347" y="1358738"/>
                </a:moveTo>
                <a:lnTo>
                  <a:pt x="5164075" y="1358738"/>
                </a:lnTo>
                <a:cubicBezTo>
                  <a:pt x="5177791" y="1358738"/>
                  <a:pt x="5189792" y="1367311"/>
                  <a:pt x="5189792" y="1377598"/>
                </a:cubicBezTo>
                <a:cubicBezTo>
                  <a:pt x="5189792" y="1387886"/>
                  <a:pt x="5177791" y="1396458"/>
                  <a:pt x="5164075" y="1396458"/>
                </a:cubicBezTo>
                <a:lnTo>
                  <a:pt x="5060347" y="1396458"/>
                </a:lnTo>
                <a:cubicBezTo>
                  <a:pt x="5045774" y="1396458"/>
                  <a:pt x="5034629" y="1387886"/>
                  <a:pt x="5034629" y="1377598"/>
                </a:cubicBezTo>
                <a:cubicBezTo>
                  <a:pt x="5034629" y="1367311"/>
                  <a:pt x="5046631" y="1358738"/>
                  <a:pt x="5060347" y="1358738"/>
                </a:cubicBezTo>
                <a:close/>
                <a:moveTo>
                  <a:pt x="3329559" y="1134999"/>
                </a:moveTo>
                <a:cubicBezTo>
                  <a:pt x="3276409" y="1134999"/>
                  <a:pt x="3233547" y="1178718"/>
                  <a:pt x="3233547" y="1232725"/>
                </a:cubicBezTo>
                <a:cubicBezTo>
                  <a:pt x="3233547" y="1286732"/>
                  <a:pt x="3277267" y="1330451"/>
                  <a:pt x="3329559" y="1330451"/>
                </a:cubicBezTo>
                <a:cubicBezTo>
                  <a:pt x="3382708" y="1330451"/>
                  <a:pt x="3425571" y="1286732"/>
                  <a:pt x="3425571" y="1232725"/>
                </a:cubicBezTo>
                <a:cubicBezTo>
                  <a:pt x="3425571" y="1178718"/>
                  <a:pt x="3382708" y="1134999"/>
                  <a:pt x="3329559" y="1134999"/>
                </a:cubicBezTo>
                <a:close/>
                <a:moveTo>
                  <a:pt x="2545178" y="997834"/>
                </a:moveTo>
                <a:cubicBezTo>
                  <a:pt x="2602614" y="997834"/>
                  <a:pt x="2649763" y="1015837"/>
                  <a:pt x="2649763" y="1038125"/>
                </a:cubicBezTo>
                <a:cubicBezTo>
                  <a:pt x="2649763" y="1038982"/>
                  <a:pt x="2649763" y="1039840"/>
                  <a:pt x="2649763" y="1040697"/>
                </a:cubicBezTo>
                <a:lnTo>
                  <a:pt x="2654049" y="1040697"/>
                </a:lnTo>
                <a:lnTo>
                  <a:pt x="2654049" y="1116135"/>
                </a:lnTo>
                <a:lnTo>
                  <a:pt x="2649763" y="1116135"/>
                </a:lnTo>
                <a:cubicBezTo>
                  <a:pt x="2648905" y="1124707"/>
                  <a:pt x="2643762" y="1132423"/>
                  <a:pt x="2632618" y="1138423"/>
                </a:cubicBezTo>
                <a:cubicBezTo>
                  <a:pt x="2632618" y="1174428"/>
                  <a:pt x="2632618" y="1282441"/>
                  <a:pt x="2632618" y="1309873"/>
                </a:cubicBezTo>
                <a:cubicBezTo>
                  <a:pt x="2632618" y="1343306"/>
                  <a:pt x="2648905" y="1351879"/>
                  <a:pt x="2648905" y="1351879"/>
                </a:cubicBezTo>
                <a:cubicBezTo>
                  <a:pt x="2688339" y="1374167"/>
                  <a:pt x="2910367" y="1601338"/>
                  <a:pt x="2810926" y="1669918"/>
                </a:cubicBezTo>
                <a:cubicBezTo>
                  <a:pt x="2722629" y="1731640"/>
                  <a:pt x="2575182" y="1729069"/>
                  <a:pt x="2546035" y="1728211"/>
                </a:cubicBezTo>
                <a:cubicBezTo>
                  <a:pt x="2516889" y="1729069"/>
                  <a:pt x="2368584" y="1731640"/>
                  <a:pt x="2281144" y="1669918"/>
                </a:cubicBezTo>
                <a:cubicBezTo>
                  <a:pt x="2183418" y="1601338"/>
                  <a:pt x="2408875" y="1375024"/>
                  <a:pt x="2447452" y="1351879"/>
                </a:cubicBezTo>
                <a:cubicBezTo>
                  <a:pt x="2447452" y="1351879"/>
                  <a:pt x="2470597" y="1343306"/>
                  <a:pt x="2470597" y="1309873"/>
                </a:cubicBezTo>
                <a:cubicBezTo>
                  <a:pt x="2470597" y="1282441"/>
                  <a:pt x="2470597" y="1176142"/>
                  <a:pt x="2470597" y="1139281"/>
                </a:cubicBezTo>
                <a:cubicBezTo>
                  <a:pt x="2449166" y="1133280"/>
                  <a:pt x="2442308" y="1124707"/>
                  <a:pt x="2440594" y="1116135"/>
                </a:cubicBezTo>
                <a:lnTo>
                  <a:pt x="2438022" y="1116135"/>
                </a:lnTo>
                <a:lnTo>
                  <a:pt x="2438022" y="1040697"/>
                </a:lnTo>
                <a:lnTo>
                  <a:pt x="2440594" y="1040697"/>
                </a:lnTo>
                <a:cubicBezTo>
                  <a:pt x="2440594" y="1039840"/>
                  <a:pt x="2440594" y="1038982"/>
                  <a:pt x="2440594" y="1038125"/>
                </a:cubicBezTo>
                <a:cubicBezTo>
                  <a:pt x="2440594" y="1015837"/>
                  <a:pt x="2487742" y="997834"/>
                  <a:pt x="2545178" y="997834"/>
                </a:cubicBezTo>
                <a:close/>
                <a:moveTo>
                  <a:pt x="1963962" y="956688"/>
                </a:moveTo>
                <a:lnTo>
                  <a:pt x="2026541" y="956688"/>
                </a:lnTo>
                <a:cubicBezTo>
                  <a:pt x="2035113" y="956688"/>
                  <a:pt x="2042829" y="964404"/>
                  <a:pt x="2042829" y="975549"/>
                </a:cubicBezTo>
                <a:cubicBezTo>
                  <a:pt x="2042829" y="985836"/>
                  <a:pt x="2035971" y="994408"/>
                  <a:pt x="2027398" y="994408"/>
                </a:cubicBezTo>
                <a:lnTo>
                  <a:pt x="1963962" y="994408"/>
                </a:lnTo>
                <a:cubicBezTo>
                  <a:pt x="1955389" y="994408"/>
                  <a:pt x="1948531" y="985836"/>
                  <a:pt x="1948531" y="975549"/>
                </a:cubicBezTo>
                <a:cubicBezTo>
                  <a:pt x="1948531" y="965262"/>
                  <a:pt x="1955389" y="956688"/>
                  <a:pt x="1963962" y="956688"/>
                </a:cubicBezTo>
                <a:close/>
                <a:moveTo>
                  <a:pt x="3402425" y="943831"/>
                </a:moveTo>
                <a:cubicBezTo>
                  <a:pt x="3362134" y="943831"/>
                  <a:pt x="3329559" y="976409"/>
                  <a:pt x="3330416" y="1016699"/>
                </a:cubicBezTo>
                <a:cubicBezTo>
                  <a:pt x="3330416" y="1056989"/>
                  <a:pt x="3362134" y="1089565"/>
                  <a:pt x="3402425" y="1089565"/>
                </a:cubicBezTo>
                <a:cubicBezTo>
                  <a:pt x="3441859" y="1089565"/>
                  <a:pt x="3474434" y="1056989"/>
                  <a:pt x="3474434" y="1016699"/>
                </a:cubicBezTo>
                <a:cubicBezTo>
                  <a:pt x="3474434" y="976409"/>
                  <a:pt x="3442716" y="943831"/>
                  <a:pt x="3402425" y="943831"/>
                </a:cubicBezTo>
                <a:close/>
                <a:moveTo>
                  <a:pt x="4083082" y="928402"/>
                </a:moveTo>
                <a:cubicBezTo>
                  <a:pt x="4003358" y="928402"/>
                  <a:pt x="3939064" y="992696"/>
                  <a:pt x="3939064" y="1072419"/>
                </a:cubicBezTo>
                <a:cubicBezTo>
                  <a:pt x="3939064" y="1152143"/>
                  <a:pt x="4003358" y="1216437"/>
                  <a:pt x="4083082" y="1216437"/>
                </a:cubicBezTo>
                <a:cubicBezTo>
                  <a:pt x="4162806" y="1216437"/>
                  <a:pt x="4227100" y="1152143"/>
                  <a:pt x="4227100" y="1072419"/>
                </a:cubicBezTo>
                <a:cubicBezTo>
                  <a:pt x="4227100" y="992696"/>
                  <a:pt x="4162806" y="928402"/>
                  <a:pt x="4083082" y="928402"/>
                </a:cubicBezTo>
                <a:close/>
                <a:moveTo>
                  <a:pt x="1944245" y="916397"/>
                </a:moveTo>
                <a:lnTo>
                  <a:pt x="2047973" y="916397"/>
                </a:lnTo>
                <a:cubicBezTo>
                  <a:pt x="2061689" y="916397"/>
                  <a:pt x="2073690" y="924971"/>
                  <a:pt x="2073690" y="935258"/>
                </a:cubicBezTo>
                <a:cubicBezTo>
                  <a:pt x="2073690" y="945545"/>
                  <a:pt x="2061689" y="954117"/>
                  <a:pt x="2047973" y="954117"/>
                </a:cubicBezTo>
                <a:lnTo>
                  <a:pt x="1944245" y="954117"/>
                </a:lnTo>
                <a:cubicBezTo>
                  <a:pt x="1929672" y="954117"/>
                  <a:pt x="1918527" y="945545"/>
                  <a:pt x="1918527" y="935258"/>
                </a:cubicBezTo>
                <a:cubicBezTo>
                  <a:pt x="1918527" y="924971"/>
                  <a:pt x="1930529" y="916397"/>
                  <a:pt x="1944245" y="916397"/>
                </a:cubicBezTo>
                <a:close/>
                <a:moveTo>
                  <a:pt x="1944245" y="876106"/>
                </a:moveTo>
                <a:lnTo>
                  <a:pt x="2047973" y="876106"/>
                </a:lnTo>
                <a:cubicBezTo>
                  <a:pt x="2061689" y="876106"/>
                  <a:pt x="2073690" y="884680"/>
                  <a:pt x="2073690" y="894967"/>
                </a:cubicBezTo>
                <a:cubicBezTo>
                  <a:pt x="2073690" y="905254"/>
                  <a:pt x="2061689" y="913826"/>
                  <a:pt x="2047973" y="913826"/>
                </a:cubicBezTo>
                <a:lnTo>
                  <a:pt x="1944245" y="913826"/>
                </a:lnTo>
                <a:cubicBezTo>
                  <a:pt x="1929672" y="913826"/>
                  <a:pt x="1918527" y="905254"/>
                  <a:pt x="1918527" y="894967"/>
                </a:cubicBezTo>
                <a:cubicBezTo>
                  <a:pt x="1918527" y="884680"/>
                  <a:pt x="1930529" y="876106"/>
                  <a:pt x="1944245" y="876106"/>
                </a:cubicBezTo>
                <a:close/>
                <a:moveTo>
                  <a:pt x="5177790" y="825530"/>
                </a:moveTo>
                <a:cubicBezTo>
                  <a:pt x="5177790" y="825530"/>
                  <a:pt x="5326951" y="909539"/>
                  <a:pt x="5272088" y="1060415"/>
                </a:cubicBezTo>
                <a:cubicBezTo>
                  <a:pt x="5272088" y="1060415"/>
                  <a:pt x="5399818" y="860676"/>
                  <a:pt x="5177790" y="825530"/>
                </a:cubicBezTo>
                <a:close/>
                <a:moveTo>
                  <a:pt x="5101495" y="760378"/>
                </a:moveTo>
                <a:cubicBezTo>
                  <a:pt x="5104710" y="760378"/>
                  <a:pt x="5106531" y="760378"/>
                  <a:pt x="5107496" y="760378"/>
                </a:cubicBezTo>
                <a:lnTo>
                  <a:pt x="5108353" y="760378"/>
                </a:lnTo>
                <a:lnTo>
                  <a:pt x="5114354" y="760378"/>
                </a:lnTo>
                <a:cubicBezTo>
                  <a:pt x="5439252" y="768951"/>
                  <a:pt x="5363813" y="1091277"/>
                  <a:pt x="5275516" y="1171000"/>
                </a:cubicBezTo>
                <a:cubicBezTo>
                  <a:pt x="5185505" y="1250725"/>
                  <a:pt x="5192363" y="1351880"/>
                  <a:pt x="5192363" y="1351880"/>
                </a:cubicBezTo>
                <a:lnTo>
                  <a:pt x="5120354" y="1351880"/>
                </a:lnTo>
                <a:lnTo>
                  <a:pt x="5107496" y="1351880"/>
                </a:lnTo>
                <a:lnTo>
                  <a:pt x="5029486" y="1351880"/>
                </a:lnTo>
                <a:cubicBezTo>
                  <a:pt x="5029486" y="1351880"/>
                  <a:pt x="5032915" y="1251583"/>
                  <a:pt x="4943761" y="1171000"/>
                </a:cubicBezTo>
                <a:cubicBezTo>
                  <a:pt x="4855464" y="1091277"/>
                  <a:pt x="4776597" y="768951"/>
                  <a:pt x="5101495" y="760378"/>
                </a:cubicBezTo>
                <a:close/>
                <a:moveTo>
                  <a:pt x="3975068" y="748379"/>
                </a:moveTo>
                <a:cubicBezTo>
                  <a:pt x="3975068" y="748379"/>
                  <a:pt x="4251103" y="775810"/>
                  <a:pt x="4329113" y="991837"/>
                </a:cubicBezTo>
                <a:cubicBezTo>
                  <a:pt x="4407122" y="1207864"/>
                  <a:pt x="4227100" y="1303876"/>
                  <a:pt x="4023074" y="1384458"/>
                </a:cubicBezTo>
                <a:cubicBezTo>
                  <a:pt x="3818191" y="1465899"/>
                  <a:pt x="3867055" y="1849944"/>
                  <a:pt x="3545586" y="1825939"/>
                </a:cubicBezTo>
                <a:cubicBezTo>
                  <a:pt x="3224974" y="1801937"/>
                  <a:pt x="2732913" y="766380"/>
                  <a:pt x="3975068" y="748379"/>
                </a:cubicBezTo>
                <a:close/>
                <a:moveTo>
                  <a:pt x="912543" y="703049"/>
                </a:moveTo>
                <a:cubicBezTo>
                  <a:pt x="916186" y="704227"/>
                  <a:pt x="919401" y="706799"/>
                  <a:pt x="921544" y="710657"/>
                </a:cubicBezTo>
                <a:lnTo>
                  <a:pt x="942953" y="752806"/>
                </a:lnTo>
                <a:lnTo>
                  <a:pt x="953423" y="749943"/>
                </a:lnTo>
                <a:cubicBezTo>
                  <a:pt x="985731" y="747733"/>
                  <a:pt x="1017557" y="764449"/>
                  <a:pt x="1032987" y="794666"/>
                </a:cubicBezTo>
                <a:cubicBezTo>
                  <a:pt x="1040703" y="810097"/>
                  <a:pt x="1043234" y="826733"/>
                  <a:pt x="1041260" y="842585"/>
                </a:cubicBezTo>
                <a:lnTo>
                  <a:pt x="1028104" y="872891"/>
                </a:lnTo>
                <a:lnTo>
                  <a:pt x="1072875" y="914092"/>
                </a:lnTo>
                <a:cubicBezTo>
                  <a:pt x="1192382" y="1024195"/>
                  <a:pt x="1430752" y="1244724"/>
                  <a:pt x="1425608" y="1247295"/>
                </a:cubicBezTo>
                <a:cubicBezTo>
                  <a:pt x="1418750" y="1250724"/>
                  <a:pt x="1321023" y="1216434"/>
                  <a:pt x="1321023" y="1216434"/>
                </a:cubicBezTo>
                <a:cubicBezTo>
                  <a:pt x="1321023" y="1216434"/>
                  <a:pt x="1119944" y="1035608"/>
                  <a:pt x="1018681" y="943748"/>
                </a:cubicBezTo>
                <a:lnTo>
                  <a:pt x="1011064" y="936811"/>
                </a:lnTo>
                <a:lnTo>
                  <a:pt x="1026129" y="1357885"/>
                </a:lnTo>
                <a:lnTo>
                  <a:pt x="993553" y="1456468"/>
                </a:lnTo>
                <a:lnTo>
                  <a:pt x="966978" y="1357028"/>
                </a:lnTo>
                <a:lnTo>
                  <a:pt x="946039" y="912474"/>
                </a:lnTo>
                <a:lnTo>
                  <a:pt x="933546" y="910931"/>
                </a:lnTo>
                <a:cubicBezTo>
                  <a:pt x="913401" y="904395"/>
                  <a:pt x="895827" y="890250"/>
                  <a:pt x="885540" y="870104"/>
                </a:cubicBezTo>
                <a:cubicBezTo>
                  <a:pt x="870110" y="839243"/>
                  <a:pt x="875414" y="803561"/>
                  <a:pt x="896028" y="778968"/>
                </a:cubicBezTo>
                <a:lnTo>
                  <a:pt x="914412" y="764338"/>
                </a:lnTo>
                <a:lnTo>
                  <a:pt x="894112" y="724373"/>
                </a:lnTo>
                <a:cubicBezTo>
                  <a:pt x="890683" y="716657"/>
                  <a:pt x="893254" y="708085"/>
                  <a:pt x="900970" y="703799"/>
                </a:cubicBezTo>
                <a:cubicBezTo>
                  <a:pt x="904828" y="702085"/>
                  <a:pt x="908900" y="701870"/>
                  <a:pt x="912543" y="703049"/>
                </a:cubicBezTo>
                <a:close/>
                <a:moveTo>
                  <a:pt x="2061687" y="342898"/>
                </a:moveTo>
                <a:cubicBezTo>
                  <a:pt x="2061687" y="342898"/>
                  <a:pt x="2210848" y="426910"/>
                  <a:pt x="2155984" y="577785"/>
                </a:cubicBezTo>
                <a:cubicBezTo>
                  <a:pt x="2155984" y="577785"/>
                  <a:pt x="2283715" y="378904"/>
                  <a:pt x="2061687" y="342898"/>
                </a:cubicBezTo>
                <a:close/>
                <a:moveTo>
                  <a:pt x="1985392" y="278605"/>
                </a:moveTo>
                <a:lnTo>
                  <a:pt x="1991393" y="278605"/>
                </a:lnTo>
                <a:lnTo>
                  <a:pt x="1992250" y="278605"/>
                </a:lnTo>
                <a:lnTo>
                  <a:pt x="1998250" y="278605"/>
                </a:lnTo>
                <a:cubicBezTo>
                  <a:pt x="2323148" y="287178"/>
                  <a:pt x="2247710" y="609504"/>
                  <a:pt x="2159413" y="689228"/>
                </a:cubicBezTo>
                <a:cubicBezTo>
                  <a:pt x="2069402" y="768953"/>
                  <a:pt x="2076260" y="870108"/>
                  <a:pt x="2076260" y="870108"/>
                </a:cubicBezTo>
                <a:lnTo>
                  <a:pt x="2004251" y="870108"/>
                </a:lnTo>
                <a:lnTo>
                  <a:pt x="1991393" y="870108"/>
                </a:lnTo>
                <a:lnTo>
                  <a:pt x="1913383" y="870108"/>
                </a:lnTo>
                <a:cubicBezTo>
                  <a:pt x="1913383" y="870108"/>
                  <a:pt x="1916812" y="769810"/>
                  <a:pt x="1827658" y="689228"/>
                </a:cubicBezTo>
                <a:cubicBezTo>
                  <a:pt x="1739361" y="609504"/>
                  <a:pt x="1660494" y="287178"/>
                  <a:pt x="1985392" y="278605"/>
                </a:cubicBezTo>
                <a:close/>
                <a:moveTo>
                  <a:pt x="2776633" y="269173"/>
                </a:moveTo>
                <a:cubicBezTo>
                  <a:pt x="2776633" y="270888"/>
                  <a:pt x="2959228" y="355756"/>
                  <a:pt x="2994375" y="372043"/>
                </a:cubicBezTo>
                <a:cubicBezTo>
                  <a:pt x="3029522" y="355756"/>
                  <a:pt x="3212117" y="270888"/>
                  <a:pt x="3212117" y="269173"/>
                </a:cubicBezTo>
                <a:lnTo>
                  <a:pt x="3212117" y="519491"/>
                </a:lnTo>
                <a:cubicBezTo>
                  <a:pt x="3152966" y="581213"/>
                  <a:pt x="3037238" y="591500"/>
                  <a:pt x="3000376" y="593215"/>
                </a:cubicBezTo>
                <a:cubicBezTo>
                  <a:pt x="3000376" y="593215"/>
                  <a:pt x="2997804" y="593215"/>
                  <a:pt x="2994375" y="593215"/>
                </a:cubicBezTo>
                <a:cubicBezTo>
                  <a:pt x="2990089" y="593215"/>
                  <a:pt x="2988374" y="593215"/>
                  <a:pt x="2988374" y="593215"/>
                </a:cubicBezTo>
                <a:cubicBezTo>
                  <a:pt x="2951513" y="592358"/>
                  <a:pt x="2835784" y="582071"/>
                  <a:pt x="2776633" y="519491"/>
                </a:cubicBezTo>
                <a:close/>
                <a:moveTo>
                  <a:pt x="4064357" y="122787"/>
                </a:moveTo>
                <a:cubicBezTo>
                  <a:pt x="4089994" y="126765"/>
                  <a:pt x="4114801" y="137373"/>
                  <a:pt x="4135375" y="158590"/>
                </a:cubicBezTo>
                <a:lnTo>
                  <a:pt x="4367690" y="158590"/>
                </a:lnTo>
                <a:lnTo>
                  <a:pt x="4367690" y="498920"/>
                </a:lnTo>
                <a:lnTo>
                  <a:pt x="4130231" y="500634"/>
                </a:lnTo>
                <a:cubicBezTo>
                  <a:pt x="4130231" y="500634"/>
                  <a:pt x="4050506" y="420052"/>
                  <a:pt x="3903059" y="497205"/>
                </a:cubicBezTo>
                <a:lnTo>
                  <a:pt x="3903059" y="158590"/>
                </a:lnTo>
                <a:cubicBezTo>
                  <a:pt x="3903059" y="158590"/>
                  <a:pt x="3987445" y="110852"/>
                  <a:pt x="4064357" y="122787"/>
                </a:cubicBezTo>
                <a:close/>
                <a:moveTo>
                  <a:pt x="3009805" y="0"/>
                </a:moveTo>
                <a:lnTo>
                  <a:pt x="3364979" y="158588"/>
                </a:lnTo>
                <a:lnTo>
                  <a:pt x="3370707" y="158588"/>
                </a:lnTo>
                <a:lnTo>
                  <a:pt x="3370707" y="161146"/>
                </a:lnTo>
                <a:lnTo>
                  <a:pt x="3378423" y="164591"/>
                </a:lnTo>
                <a:lnTo>
                  <a:pt x="3370707" y="168108"/>
                </a:lnTo>
                <a:lnTo>
                  <a:pt x="3370707" y="381755"/>
                </a:lnTo>
                <a:lnTo>
                  <a:pt x="3385709" y="387903"/>
                </a:lnTo>
                <a:cubicBezTo>
                  <a:pt x="3392353" y="394547"/>
                  <a:pt x="3396425" y="403762"/>
                  <a:pt x="3396425" y="414049"/>
                </a:cubicBezTo>
                <a:cubicBezTo>
                  <a:pt x="3396425" y="424336"/>
                  <a:pt x="3392139" y="433766"/>
                  <a:pt x="3385388" y="440517"/>
                </a:cubicBezTo>
                <a:lnTo>
                  <a:pt x="3384653" y="440813"/>
                </a:lnTo>
                <a:lnTo>
                  <a:pt x="3392352" y="468698"/>
                </a:lnTo>
                <a:cubicBezTo>
                  <a:pt x="3398139" y="495916"/>
                  <a:pt x="3402425" y="534921"/>
                  <a:pt x="3396424" y="582069"/>
                </a:cubicBezTo>
                <a:lnTo>
                  <a:pt x="3366421" y="582069"/>
                </a:lnTo>
                <a:lnTo>
                  <a:pt x="3324416" y="582069"/>
                </a:lnTo>
                <a:cubicBezTo>
                  <a:pt x="3318844" y="534921"/>
                  <a:pt x="3323345" y="495916"/>
                  <a:pt x="3329238" y="468698"/>
                </a:cubicBezTo>
                <a:lnTo>
                  <a:pt x="3336806" y="441584"/>
                </a:lnTo>
                <a:lnTo>
                  <a:pt x="3333417" y="440196"/>
                </a:lnTo>
                <a:cubicBezTo>
                  <a:pt x="3326773" y="433552"/>
                  <a:pt x="3322701" y="424336"/>
                  <a:pt x="3322701" y="414049"/>
                </a:cubicBezTo>
                <a:cubicBezTo>
                  <a:pt x="3322701" y="403762"/>
                  <a:pt x="3326773" y="394547"/>
                  <a:pt x="3333417" y="387903"/>
                </a:cubicBezTo>
                <a:lnTo>
                  <a:pt x="3347562" y="382106"/>
                </a:lnTo>
                <a:lnTo>
                  <a:pt x="3347562" y="178657"/>
                </a:lnTo>
                <a:lnTo>
                  <a:pt x="3000375" y="336899"/>
                </a:lnTo>
                <a:lnTo>
                  <a:pt x="2628328" y="168878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2D62C5-198E-7AF5-D18A-228D78DA2FE6}"/>
              </a:ext>
            </a:extLst>
          </p:cNvPr>
          <p:cNvSpPr/>
          <p:nvPr userDrawn="1"/>
        </p:nvSpPr>
        <p:spPr>
          <a:xfrm>
            <a:off x="433800" y="1342997"/>
            <a:ext cx="5990400" cy="336960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551D2A-011C-0998-00FC-871B023E7184}"/>
              </a:ext>
            </a:extLst>
          </p:cNvPr>
          <p:cNvSpPr/>
          <p:nvPr userDrawn="1"/>
        </p:nvSpPr>
        <p:spPr>
          <a:xfrm>
            <a:off x="433800" y="5353022"/>
            <a:ext cx="5990400" cy="336960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E1ADE4-2DF4-A39F-9848-7D69EA9D3C4D}"/>
              </a:ext>
            </a:extLst>
          </p:cNvPr>
          <p:cNvSpPr/>
          <p:nvPr userDrawn="1"/>
        </p:nvSpPr>
        <p:spPr>
          <a:xfrm>
            <a:off x="415572" y="295119"/>
            <a:ext cx="3095329" cy="439839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rgbClr val="1A495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0E6452C-B528-AF49-CB09-53560928AD03}"/>
              </a:ext>
            </a:extLst>
          </p:cNvPr>
          <p:cNvGrpSpPr/>
          <p:nvPr userDrawn="1"/>
        </p:nvGrpSpPr>
        <p:grpSpPr>
          <a:xfrm>
            <a:off x="3657132" y="160566"/>
            <a:ext cx="2900381" cy="538609"/>
            <a:chOff x="3657132" y="444690"/>
            <a:chExt cx="2900381" cy="538609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9338AD9-8077-CC09-9700-87C7C6A89EBB}"/>
                </a:ext>
              </a:extLst>
            </p:cNvPr>
            <p:cNvSpPr txBox="1"/>
            <p:nvPr/>
          </p:nvSpPr>
          <p:spPr>
            <a:xfrm>
              <a:off x="4832198" y="487734"/>
              <a:ext cx="17253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>
                  <a:solidFill>
                    <a:srgbClr val="D3F1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法贝实验室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5126342-EBBA-1DD7-BA9C-CEB128C733AD}"/>
                </a:ext>
              </a:extLst>
            </p:cNvPr>
            <p:cNvSpPr txBox="1"/>
            <p:nvPr/>
          </p:nvSpPr>
          <p:spPr>
            <a:xfrm>
              <a:off x="3657132" y="444690"/>
              <a:ext cx="133722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900" b="1" dirty="0">
                  <a:solidFill>
                    <a:srgbClr val="D3F1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Light SemiCondensed" panose="020B0502040204020203" pitchFamily="34" charset="0"/>
                </a:rPr>
                <a:t>FABLAB</a:t>
              </a:r>
              <a:endParaRPr lang="zh-CN" altLang="en-US" sz="2900" b="1" dirty="0">
                <a:solidFill>
                  <a:srgbClr val="D3F1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F3318228-EB02-6D88-F443-3D2DBFEB6C31}"/>
              </a:ext>
            </a:extLst>
          </p:cNvPr>
          <p:cNvSpPr txBox="1"/>
          <p:nvPr userDrawn="1"/>
        </p:nvSpPr>
        <p:spPr>
          <a:xfrm>
            <a:off x="3778946" y="580460"/>
            <a:ext cx="2779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A6E3E2"/>
                </a:solidFill>
              </a:rPr>
              <a:t>致力于培养 未来科技工程 领军人才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4E2A3B-C36D-E22B-92C7-966520ABA56A}"/>
              </a:ext>
            </a:extLst>
          </p:cNvPr>
          <p:cNvSpPr txBox="1"/>
          <p:nvPr userDrawn="1"/>
        </p:nvSpPr>
        <p:spPr>
          <a:xfrm>
            <a:off x="313970" y="212200"/>
            <a:ext cx="2300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D3F1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精彩瞬间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FE672A-4B67-E000-CE9D-345D20C4F598}"/>
              </a:ext>
            </a:extLst>
          </p:cNvPr>
          <p:cNvSpPr txBox="1"/>
          <p:nvPr userDrawn="1"/>
        </p:nvSpPr>
        <p:spPr>
          <a:xfrm>
            <a:off x="309188" y="9113077"/>
            <a:ext cx="52387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A6E3E2"/>
                </a:solidFill>
              </a:rPr>
              <a:t>如果您对课程或授课教师有任何投诉意见，请随时联系</a:t>
            </a:r>
            <a:r>
              <a:rPr lang="en-US" altLang="zh-CN" sz="1100" dirty="0">
                <a:solidFill>
                  <a:srgbClr val="A6E3E2"/>
                </a:solidFill>
              </a:rPr>
              <a:t>FABLAB</a:t>
            </a:r>
            <a:r>
              <a:rPr lang="zh-CN" altLang="en-US" sz="1100" dirty="0">
                <a:solidFill>
                  <a:srgbClr val="A6E3E2"/>
                </a:solidFill>
              </a:rPr>
              <a:t>法贝实验室负责人于老师，手机拨打 </a:t>
            </a:r>
            <a:r>
              <a:rPr lang="en-US" altLang="zh-CN" sz="1100" dirty="0">
                <a:solidFill>
                  <a:srgbClr val="A6E3E2"/>
                </a:solidFill>
              </a:rPr>
              <a:t>18768118065 </a:t>
            </a:r>
            <a:r>
              <a:rPr lang="zh-CN" altLang="en-US" sz="1100" dirty="0">
                <a:solidFill>
                  <a:srgbClr val="A6E3E2"/>
                </a:solidFill>
              </a:rPr>
              <a:t>或扫描右侧二维码添加微信进行反馈。我们将尽一切努力为您提供满意的解决方案。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90476C-2030-288B-0F94-3C6F830581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124" y="9032144"/>
            <a:ext cx="769390" cy="76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00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bg>
      <p:bgPr>
        <a:gradFill>
          <a:gsLst>
            <a:gs pos="0">
              <a:srgbClr val="184E5F"/>
            </a:gs>
            <a:gs pos="74000">
              <a:srgbClr val="213745"/>
            </a:gs>
            <a:gs pos="83000">
              <a:srgbClr val="1D2C3C"/>
            </a:gs>
            <a:gs pos="100000">
              <a:srgbClr val="0B202B"/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02158E4-F4BE-22BE-DBA5-34D9E0ABAF06}"/>
              </a:ext>
            </a:extLst>
          </p:cNvPr>
          <p:cNvSpPr/>
          <p:nvPr userDrawn="1"/>
        </p:nvSpPr>
        <p:spPr>
          <a:xfrm>
            <a:off x="303133" y="2048639"/>
            <a:ext cx="6251734" cy="5808721"/>
          </a:xfrm>
          <a:custGeom>
            <a:avLst/>
            <a:gdLst>
              <a:gd name="connsiteX0" fmla="*/ 3807697 w 6251734"/>
              <a:gd name="connsiteY0" fmla="*/ 5598000 h 5808721"/>
              <a:gd name="connsiteX1" fmla="*/ 3792649 w 6251734"/>
              <a:gd name="connsiteY1" fmla="*/ 5610966 h 5808721"/>
              <a:gd name="connsiteX2" fmla="*/ 3724407 w 6251734"/>
              <a:gd name="connsiteY2" fmla="*/ 5654281 h 5808721"/>
              <a:gd name="connsiteX3" fmla="*/ 3737518 w 6251734"/>
              <a:gd name="connsiteY3" fmla="*/ 5683584 h 5808721"/>
              <a:gd name="connsiteX4" fmla="*/ 3807904 w 6251734"/>
              <a:gd name="connsiteY4" fmla="*/ 5741855 h 5808721"/>
              <a:gd name="connsiteX5" fmla="*/ 3878291 w 6251734"/>
              <a:gd name="connsiteY5" fmla="*/ 5683584 h 5808721"/>
              <a:gd name="connsiteX6" fmla="*/ 3891370 w 6251734"/>
              <a:gd name="connsiteY6" fmla="*/ 5654352 h 5808721"/>
              <a:gd name="connsiteX7" fmla="*/ 3821929 w 6251734"/>
              <a:gd name="connsiteY7" fmla="*/ 5610228 h 5808721"/>
              <a:gd name="connsiteX8" fmla="*/ 3827101 w 6251734"/>
              <a:gd name="connsiteY8" fmla="*/ 5549255 h 5808721"/>
              <a:gd name="connsiteX9" fmla="*/ 3807904 w 6251734"/>
              <a:gd name="connsiteY9" fmla="*/ 5550689 h 5808721"/>
              <a:gd name="connsiteX10" fmla="*/ 3788212 w 6251734"/>
              <a:gd name="connsiteY10" fmla="*/ 5549599 h 5808721"/>
              <a:gd name="connsiteX11" fmla="*/ 3807470 w 6251734"/>
              <a:gd name="connsiteY11" fmla="*/ 5566172 h 5808721"/>
              <a:gd name="connsiteX12" fmla="*/ 3694058 w 6251734"/>
              <a:gd name="connsiteY12" fmla="*/ 5544387 h 5808721"/>
              <a:gd name="connsiteX13" fmla="*/ 3703452 w 6251734"/>
              <a:gd name="connsiteY13" fmla="*/ 5591293 h 5808721"/>
              <a:gd name="connsiteX14" fmla="*/ 3714172 w 6251734"/>
              <a:gd name="connsiteY14" fmla="*/ 5626491 h 5808721"/>
              <a:gd name="connsiteX15" fmla="*/ 3722717 w 6251734"/>
              <a:gd name="connsiteY15" fmla="*/ 5622628 h 5808721"/>
              <a:gd name="connsiteX16" fmla="*/ 3788068 w 6251734"/>
              <a:gd name="connsiteY16" fmla="*/ 5581136 h 5808721"/>
              <a:gd name="connsiteX17" fmla="*/ 3748826 w 6251734"/>
              <a:gd name="connsiteY17" fmla="*/ 5547419 h 5808721"/>
              <a:gd name="connsiteX18" fmla="*/ 3922198 w 6251734"/>
              <a:gd name="connsiteY18" fmla="*/ 5542152 h 5808721"/>
              <a:gd name="connsiteX19" fmla="*/ 3867799 w 6251734"/>
              <a:gd name="connsiteY19" fmla="*/ 5546215 h 5808721"/>
              <a:gd name="connsiteX20" fmla="*/ 3827145 w 6251734"/>
              <a:gd name="connsiteY20" fmla="*/ 5581244 h 5808721"/>
              <a:gd name="connsiteX21" fmla="*/ 3901775 w 6251734"/>
              <a:gd name="connsiteY21" fmla="*/ 5626039 h 5808721"/>
              <a:gd name="connsiteX22" fmla="*/ 3912357 w 6251734"/>
              <a:gd name="connsiteY22" fmla="*/ 5591293 h 5808721"/>
              <a:gd name="connsiteX23" fmla="*/ 3568695 w 6251734"/>
              <a:gd name="connsiteY23" fmla="*/ 5521810 h 5808721"/>
              <a:gd name="connsiteX24" fmla="*/ 3557706 w 6251734"/>
              <a:gd name="connsiteY24" fmla="*/ 5550648 h 5808721"/>
              <a:gd name="connsiteX25" fmla="*/ 3566160 w 6251734"/>
              <a:gd name="connsiteY25" fmla="*/ 5641559 h 5808721"/>
              <a:gd name="connsiteX26" fmla="*/ 3672538 w 6251734"/>
              <a:gd name="connsiteY26" fmla="*/ 5645312 h 5808721"/>
              <a:gd name="connsiteX27" fmla="*/ 3686711 w 6251734"/>
              <a:gd name="connsiteY27" fmla="*/ 5638905 h 5808721"/>
              <a:gd name="connsiteX28" fmla="*/ 3683653 w 6251734"/>
              <a:gd name="connsiteY28" fmla="*/ 5628857 h 5808721"/>
              <a:gd name="connsiteX29" fmla="*/ 3669753 w 6251734"/>
              <a:gd name="connsiteY29" fmla="*/ 5559542 h 5808721"/>
              <a:gd name="connsiteX30" fmla="*/ 3668350 w 6251734"/>
              <a:gd name="connsiteY30" fmla="*/ 5540767 h 5808721"/>
              <a:gd name="connsiteX31" fmla="*/ 3579717 w 6251734"/>
              <a:gd name="connsiteY31" fmla="*/ 5525147 h 5808721"/>
              <a:gd name="connsiteX32" fmla="*/ 4046585 w 6251734"/>
              <a:gd name="connsiteY32" fmla="*/ 5520939 h 5808721"/>
              <a:gd name="connsiteX33" fmla="*/ 3966777 w 6251734"/>
              <a:gd name="connsiteY33" fmla="*/ 5538822 h 5808721"/>
              <a:gd name="connsiteX34" fmla="*/ 3947602 w 6251734"/>
              <a:gd name="connsiteY34" fmla="*/ 5540254 h 5808721"/>
              <a:gd name="connsiteX35" fmla="*/ 3946176 w 6251734"/>
              <a:gd name="connsiteY35" fmla="*/ 5559542 h 5808721"/>
              <a:gd name="connsiteX36" fmla="*/ 3932381 w 6251734"/>
              <a:gd name="connsiteY36" fmla="*/ 5628857 h 5808721"/>
              <a:gd name="connsiteX37" fmla="*/ 3929132 w 6251734"/>
              <a:gd name="connsiteY37" fmla="*/ 5639587 h 5808721"/>
              <a:gd name="connsiteX38" fmla="*/ 3958740 w 6251734"/>
              <a:gd name="connsiteY38" fmla="*/ 5650869 h 5808721"/>
              <a:gd name="connsiteX39" fmla="*/ 4049650 w 6251734"/>
              <a:gd name="connsiteY39" fmla="*/ 5642415 h 5808721"/>
              <a:gd name="connsiteX40" fmla="*/ 4058104 w 6251734"/>
              <a:gd name="connsiteY40" fmla="*/ 5551128 h 5808721"/>
              <a:gd name="connsiteX41" fmla="*/ 3688846 w 6251734"/>
              <a:gd name="connsiteY41" fmla="*/ 5493292 h 5808721"/>
              <a:gd name="connsiteX42" fmla="*/ 3690677 w 6251734"/>
              <a:gd name="connsiteY42" fmla="*/ 5517905 h 5808721"/>
              <a:gd name="connsiteX43" fmla="*/ 3706306 w 6251734"/>
              <a:gd name="connsiteY43" fmla="*/ 5520689 h 5808721"/>
              <a:gd name="connsiteX44" fmla="*/ 3718556 w 6251734"/>
              <a:gd name="connsiteY44" fmla="*/ 5521412 h 5808721"/>
              <a:gd name="connsiteX45" fmla="*/ 3700748 w 6251734"/>
              <a:gd name="connsiteY45" fmla="*/ 5506112 h 5808721"/>
              <a:gd name="connsiteX46" fmla="*/ 3927084 w 6251734"/>
              <a:gd name="connsiteY46" fmla="*/ 5491676 h 5808721"/>
              <a:gd name="connsiteX47" fmla="*/ 3913348 w 6251734"/>
              <a:gd name="connsiteY47" fmla="*/ 5506970 h 5808721"/>
              <a:gd name="connsiteX48" fmla="*/ 3898270 w 6251734"/>
              <a:gd name="connsiteY48" fmla="*/ 5519961 h 5808721"/>
              <a:gd name="connsiteX49" fmla="*/ 3925127 w 6251734"/>
              <a:gd name="connsiteY49" fmla="*/ 5517962 h 5808721"/>
              <a:gd name="connsiteX50" fmla="*/ 2666906 w 6251734"/>
              <a:gd name="connsiteY50" fmla="*/ 5428104 h 5808721"/>
              <a:gd name="connsiteX51" fmla="*/ 2906936 w 6251734"/>
              <a:gd name="connsiteY51" fmla="*/ 5566121 h 5808721"/>
              <a:gd name="connsiteX52" fmla="*/ 2986661 w 6251734"/>
              <a:gd name="connsiteY52" fmla="*/ 5428961 h 5808721"/>
              <a:gd name="connsiteX53" fmla="*/ 2421698 w 6251734"/>
              <a:gd name="connsiteY53" fmla="*/ 5427947 h 5808721"/>
              <a:gd name="connsiteX54" fmla="*/ 2911499 w 6251734"/>
              <a:gd name="connsiteY54" fmla="*/ 5711122 h 5808721"/>
              <a:gd name="connsiteX55" fmla="*/ 2873313 w 6251734"/>
              <a:gd name="connsiteY55" fmla="*/ 5777171 h 5808721"/>
              <a:gd name="connsiteX56" fmla="*/ 2383512 w 6251734"/>
              <a:gd name="connsiteY56" fmla="*/ 5493996 h 5808721"/>
              <a:gd name="connsiteX57" fmla="*/ 3626020 w 6251734"/>
              <a:gd name="connsiteY57" fmla="*/ 5422235 h 5808721"/>
              <a:gd name="connsiteX58" fmla="*/ 3598818 w 6251734"/>
              <a:gd name="connsiteY58" fmla="*/ 5461243 h 5808721"/>
              <a:gd name="connsiteX59" fmla="*/ 3581388 w 6251734"/>
              <a:gd name="connsiteY59" fmla="*/ 5494011 h 5808721"/>
              <a:gd name="connsiteX60" fmla="*/ 3616801 w 6251734"/>
              <a:gd name="connsiteY60" fmla="*/ 5504746 h 5808721"/>
              <a:gd name="connsiteX61" fmla="*/ 3666318 w 6251734"/>
              <a:gd name="connsiteY61" fmla="*/ 5513566 h 5808721"/>
              <a:gd name="connsiteX62" fmla="*/ 3662700 w 6251734"/>
              <a:gd name="connsiteY62" fmla="*/ 5465131 h 5808721"/>
              <a:gd name="connsiteX63" fmla="*/ 3644732 w 6251734"/>
              <a:gd name="connsiteY63" fmla="*/ 5445778 h 5808721"/>
              <a:gd name="connsiteX64" fmla="*/ 3990100 w 6251734"/>
              <a:gd name="connsiteY64" fmla="*/ 5421513 h 5808721"/>
              <a:gd name="connsiteX65" fmla="*/ 3953357 w 6251734"/>
              <a:gd name="connsiteY65" fmla="*/ 5462423 h 5808721"/>
              <a:gd name="connsiteX66" fmla="*/ 3949475 w 6251734"/>
              <a:gd name="connsiteY66" fmla="*/ 5514925 h 5808721"/>
              <a:gd name="connsiteX67" fmla="*/ 4025703 w 6251734"/>
              <a:gd name="connsiteY67" fmla="*/ 5497859 h 5808721"/>
              <a:gd name="connsiteX68" fmla="*/ 4034309 w 6251734"/>
              <a:gd name="connsiteY68" fmla="*/ 5494362 h 5808721"/>
              <a:gd name="connsiteX69" fmla="*/ 4016993 w 6251734"/>
              <a:gd name="connsiteY69" fmla="*/ 5461874 h 5808721"/>
              <a:gd name="connsiteX70" fmla="*/ 3956426 w 6251734"/>
              <a:gd name="connsiteY70" fmla="*/ 5380419 h 5808721"/>
              <a:gd name="connsiteX71" fmla="*/ 3957923 w 6251734"/>
              <a:gd name="connsiteY71" fmla="*/ 5400670 h 5808721"/>
              <a:gd name="connsiteX72" fmla="*/ 3956295 w 6251734"/>
              <a:gd name="connsiteY72" fmla="*/ 5422687 h 5808721"/>
              <a:gd name="connsiteX73" fmla="*/ 3964989 w 6251734"/>
              <a:gd name="connsiteY73" fmla="*/ 5412959 h 5808721"/>
              <a:gd name="connsiteX74" fmla="*/ 3973699 w 6251734"/>
              <a:gd name="connsiteY74" fmla="*/ 5400468 h 5808721"/>
              <a:gd name="connsiteX75" fmla="*/ 3659650 w 6251734"/>
              <a:gd name="connsiteY75" fmla="*/ 5376790 h 5808721"/>
              <a:gd name="connsiteX76" fmla="*/ 3650822 w 6251734"/>
              <a:gd name="connsiteY76" fmla="*/ 5386669 h 5808721"/>
              <a:gd name="connsiteX77" fmla="*/ 3641492 w 6251734"/>
              <a:gd name="connsiteY77" fmla="*/ 5400048 h 5808721"/>
              <a:gd name="connsiteX78" fmla="*/ 3659392 w 6251734"/>
              <a:gd name="connsiteY78" fmla="*/ 5420848 h 5808721"/>
              <a:gd name="connsiteX79" fmla="*/ 3657885 w 6251734"/>
              <a:gd name="connsiteY79" fmla="*/ 5400670 h 5808721"/>
              <a:gd name="connsiteX80" fmla="*/ 2450878 w 6251734"/>
              <a:gd name="connsiteY80" fmla="*/ 5356093 h 5808721"/>
              <a:gd name="connsiteX81" fmla="*/ 3103247 w 6251734"/>
              <a:gd name="connsiteY81" fmla="*/ 5381811 h 5808721"/>
              <a:gd name="connsiteX82" fmla="*/ 2950656 w 6251734"/>
              <a:gd name="connsiteY82" fmla="*/ 5644988 h 5808721"/>
              <a:gd name="connsiteX83" fmla="*/ 3808763 w 6251734"/>
              <a:gd name="connsiteY83" fmla="*/ 5338091 h 5808721"/>
              <a:gd name="connsiteX84" fmla="*/ 3871342 w 6251734"/>
              <a:gd name="connsiteY84" fmla="*/ 5400671 h 5808721"/>
              <a:gd name="connsiteX85" fmla="*/ 3808763 w 6251734"/>
              <a:gd name="connsiteY85" fmla="*/ 5463250 h 5808721"/>
              <a:gd name="connsiteX86" fmla="*/ 3746183 w 6251734"/>
              <a:gd name="connsiteY86" fmla="*/ 5400671 h 5808721"/>
              <a:gd name="connsiteX87" fmla="*/ 3808763 w 6251734"/>
              <a:gd name="connsiteY87" fmla="*/ 5338091 h 5808721"/>
              <a:gd name="connsiteX88" fmla="*/ 3553198 w 6251734"/>
              <a:gd name="connsiteY88" fmla="*/ 5318476 h 5808721"/>
              <a:gd name="connsiteX89" fmla="*/ 3524133 w 6251734"/>
              <a:gd name="connsiteY89" fmla="*/ 5330284 h 5808721"/>
              <a:gd name="connsiteX90" fmla="*/ 3465862 w 6251734"/>
              <a:gd name="connsiteY90" fmla="*/ 5400670 h 5808721"/>
              <a:gd name="connsiteX91" fmla="*/ 3524359 w 6251734"/>
              <a:gd name="connsiteY91" fmla="*/ 5470831 h 5808721"/>
              <a:gd name="connsiteX92" fmla="*/ 3552494 w 6251734"/>
              <a:gd name="connsiteY92" fmla="*/ 5483326 h 5808721"/>
              <a:gd name="connsiteX93" fmla="*/ 3557534 w 6251734"/>
              <a:gd name="connsiteY93" fmla="*/ 5473887 h 5808721"/>
              <a:gd name="connsiteX94" fmla="*/ 3608797 w 6251734"/>
              <a:gd name="connsiteY94" fmla="*/ 5400567 h 5808721"/>
              <a:gd name="connsiteX95" fmla="*/ 3596753 w 6251734"/>
              <a:gd name="connsiteY95" fmla="*/ 5385414 h 5808721"/>
              <a:gd name="connsiteX96" fmla="*/ 3557534 w 6251734"/>
              <a:gd name="connsiteY96" fmla="*/ 5326597 h 5808721"/>
              <a:gd name="connsiteX97" fmla="*/ 4062445 w 6251734"/>
              <a:gd name="connsiteY97" fmla="*/ 5317336 h 5808721"/>
              <a:gd name="connsiteX98" fmla="*/ 4057165 w 6251734"/>
              <a:gd name="connsiteY98" fmla="*/ 5327229 h 5808721"/>
              <a:gd name="connsiteX99" fmla="*/ 4006091 w 6251734"/>
              <a:gd name="connsiteY99" fmla="*/ 5400156 h 5808721"/>
              <a:gd name="connsiteX100" fmla="*/ 4017343 w 6251734"/>
              <a:gd name="connsiteY100" fmla="*/ 5414333 h 5808721"/>
              <a:gd name="connsiteX101" fmla="*/ 4056562 w 6251734"/>
              <a:gd name="connsiteY101" fmla="*/ 5473256 h 5808721"/>
              <a:gd name="connsiteX102" fmla="*/ 4061849 w 6251734"/>
              <a:gd name="connsiteY102" fmla="*/ 5483174 h 5808721"/>
              <a:gd name="connsiteX103" fmla="*/ 4091676 w 6251734"/>
              <a:gd name="connsiteY103" fmla="*/ 5471057 h 5808721"/>
              <a:gd name="connsiteX104" fmla="*/ 4149947 w 6251734"/>
              <a:gd name="connsiteY104" fmla="*/ 5400670 h 5808721"/>
              <a:gd name="connsiteX105" fmla="*/ 4091450 w 6251734"/>
              <a:gd name="connsiteY105" fmla="*/ 5330284 h 5808721"/>
              <a:gd name="connsiteX106" fmla="*/ 3949551 w 6251734"/>
              <a:gd name="connsiteY106" fmla="*/ 5287441 h 5808721"/>
              <a:gd name="connsiteX107" fmla="*/ 3953173 w 6251734"/>
              <a:gd name="connsiteY107" fmla="*/ 5336435 h 5808721"/>
              <a:gd name="connsiteX108" fmla="*/ 3969364 w 6251734"/>
              <a:gd name="connsiteY108" fmla="*/ 5353884 h 5808721"/>
              <a:gd name="connsiteX109" fmla="*/ 3988964 w 6251734"/>
              <a:gd name="connsiteY109" fmla="*/ 5378578 h 5808721"/>
              <a:gd name="connsiteX110" fmla="*/ 4016993 w 6251734"/>
              <a:gd name="connsiteY110" fmla="*/ 5338385 h 5808721"/>
              <a:gd name="connsiteX111" fmla="*/ 4033793 w 6251734"/>
              <a:gd name="connsiteY111" fmla="*/ 5306800 h 5808721"/>
              <a:gd name="connsiteX112" fmla="*/ 3999007 w 6251734"/>
              <a:gd name="connsiteY112" fmla="*/ 5296218 h 5808721"/>
              <a:gd name="connsiteX113" fmla="*/ 3666333 w 6251734"/>
              <a:gd name="connsiteY113" fmla="*/ 5286416 h 5808721"/>
              <a:gd name="connsiteX114" fmla="*/ 3590106 w 6251734"/>
              <a:gd name="connsiteY114" fmla="*/ 5303482 h 5808721"/>
              <a:gd name="connsiteX115" fmla="*/ 3581629 w 6251734"/>
              <a:gd name="connsiteY115" fmla="*/ 5306926 h 5808721"/>
              <a:gd name="connsiteX116" fmla="*/ 3598818 w 6251734"/>
              <a:gd name="connsiteY116" fmla="*/ 5339241 h 5808721"/>
              <a:gd name="connsiteX117" fmla="*/ 3625164 w 6251734"/>
              <a:gd name="connsiteY117" fmla="*/ 5378866 h 5808721"/>
              <a:gd name="connsiteX118" fmla="*/ 3662590 w 6251734"/>
              <a:gd name="connsiteY118" fmla="*/ 5337028 h 5808721"/>
              <a:gd name="connsiteX119" fmla="*/ 1925384 w 6251734"/>
              <a:gd name="connsiteY119" fmla="*/ 5284084 h 5808721"/>
              <a:gd name="connsiteX120" fmla="*/ 1867091 w 6251734"/>
              <a:gd name="connsiteY120" fmla="*/ 5343235 h 5808721"/>
              <a:gd name="connsiteX121" fmla="*/ 1925384 w 6251734"/>
              <a:gd name="connsiteY121" fmla="*/ 5402385 h 5808721"/>
              <a:gd name="connsiteX122" fmla="*/ 1983677 w 6251734"/>
              <a:gd name="connsiteY122" fmla="*/ 5343235 h 5808721"/>
              <a:gd name="connsiteX123" fmla="*/ 1925384 w 6251734"/>
              <a:gd name="connsiteY123" fmla="*/ 5284084 h 5808721"/>
              <a:gd name="connsiteX124" fmla="*/ 3715682 w 6251734"/>
              <a:gd name="connsiteY124" fmla="*/ 5281518 h 5808721"/>
              <a:gd name="connsiteX125" fmla="*/ 3690553 w 6251734"/>
              <a:gd name="connsiteY125" fmla="*/ 5283388 h 5808721"/>
              <a:gd name="connsiteX126" fmla="*/ 3688737 w 6251734"/>
              <a:gd name="connsiteY126" fmla="*/ 5307799 h 5808721"/>
              <a:gd name="connsiteX127" fmla="*/ 3700748 w 6251734"/>
              <a:gd name="connsiteY127" fmla="*/ 5294372 h 5808721"/>
              <a:gd name="connsiteX128" fmla="*/ 3897255 w 6251734"/>
              <a:gd name="connsiteY128" fmla="*/ 5279649 h 5808721"/>
              <a:gd name="connsiteX129" fmla="*/ 3913348 w 6251734"/>
              <a:gd name="connsiteY129" fmla="*/ 5293515 h 5808721"/>
              <a:gd name="connsiteX130" fmla="*/ 3927113 w 6251734"/>
              <a:gd name="connsiteY130" fmla="*/ 5308350 h 5808721"/>
              <a:gd name="connsiteX131" fmla="*/ 3925236 w 6251734"/>
              <a:gd name="connsiteY131" fmla="*/ 5283126 h 5808721"/>
              <a:gd name="connsiteX132" fmla="*/ 3909502 w 6251734"/>
              <a:gd name="connsiteY132" fmla="*/ 5280333 h 5808721"/>
              <a:gd name="connsiteX133" fmla="*/ 3807904 w 6251734"/>
              <a:gd name="connsiteY133" fmla="*/ 5274654 h 5808721"/>
              <a:gd name="connsiteX134" fmla="*/ 3756063 w 6251734"/>
              <a:gd name="connsiteY134" fmla="*/ 5278512 h 5808721"/>
              <a:gd name="connsiteX135" fmla="*/ 3718751 w 6251734"/>
              <a:gd name="connsiteY135" fmla="*/ 5310660 h 5808721"/>
              <a:gd name="connsiteX136" fmla="*/ 3685778 w 6251734"/>
              <a:gd name="connsiteY136" fmla="*/ 5347555 h 5808721"/>
              <a:gd name="connsiteX137" fmla="*/ 3681889 w 6251734"/>
              <a:gd name="connsiteY137" fmla="*/ 5399812 h 5808721"/>
              <a:gd name="connsiteX138" fmla="*/ 3685732 w 6251734"/>
              <a:gd name="connsiteY138" fmla="*/ 5451455 h 5808721"/>
              <a:gd name="connsiteX139" fmla="*/ 3718751 w 6251734"/>
              <a:gd name="connsiteY139" fmla="*/ 5489824 h 5808721"/>
              <a:gd name="connsiteX140" fmla="*/ 3758175 w 6251734"/>
              <a:gd name="connsiteY140" fmla="*/ 5523751 h 5808721"/>
              <a:gd name="connsiteX141" fmla="*/ 3807904 w 6251734"/>
              <a:gd name="connsiteY141" fmla="*/ 5526686 h 5808721"/>
              <a:gd name="connsiteX142" fmla="*/ 3857581 w 6251734"/>
              <a:gd name="connsiteY142" fmla="*/ 5522989 h 5808721"/>
              <a:gd name="connsiteX143" fmla="*/ 3897060 w 6251734"/>
              <a:gd name="connsiteY143" fmla="*/ 5488968 h 5808721"/>
              <a:gd name="connsiteX144" fmla="*/ 3930031 w 6251734"/>
              <a:gd name="connsiteY144" fmla="*/ 5452075 h 5808721"/>
              <a:gd name="connsiteX145" fmla="*/ 3933920 w 6251734"/>
              <a:gd name="connsiteY145" fmla="*/ 5399812 h 5808721"/>
              <a:gd name="connsiteX146" fmla="*/ 3930213 w 6251734"/>
              <a:gd name="connsiteY146" fmla="*/ 5349995 h 5808721"/>
              <a:gd name="connsiteX147" fmla="*/ 3897060 w 6251734"/>
              <a:gd name="connsiteY147" fmla="*/ 5311517 h 5808721"/>
              <a:gd name="connsiteX148" fmla="*/ 3857442 w 6251734"/>
              <a:gd name="connsiteY148" fmla="*/ 5277423 h 5808721"/>
              <a:gd name="connsiteX149" fmla="*/ 3807355 w 6251734"/>
              <a:gd name="connsiteY149" fmla="*/ 5234320 h 5808721"/>
              <a:gd name="connsiteX150" fmla="*/ 3786569 w 6251734"/>
              <a:gd name="connsiteY150" fmla="*/ 5252229 h 5808721"/>
              <a:gd name="connsiteX151" fmla="*/ 3807904 w 6251734"/>
              <a:gd name="connsiteY151" fmla="*/ 5250651 h 5808721"/>
              <a:gd name="connsiteX152" fmla="*/ 3827599 w 6251734"/>
              <a:gd name="connsiteY152" fmla="*/ 5251741 h 5808721"/>
              <a:gd name="connsiteX153" fmla="*/ 1827657 w 6251734"/>
              <a:gd name="connsiteY153" fmla="*/ 5200074 h 5808721"/>
              <a:gd name="connsiteX154" fmla="*/ 1773650 w 6251734"/>
              <a:gd name="connsiteY154" fmla="*/ 5254938 h 5808721"/>
              <a:gd name="connsiteX155" fmla="*/ 1827657 w 6251734"/>
              <a:gd name="connsiteY155" fmla="*/ 5309802 h 5808721"/>
              <a:gd name="connsiteX156" fmla="*/ 1881664 w 6251734"/>
              <a:gd name="connsiteY156" fmla="*/ 5254938 h 5808721"/>
              <a:gd name="connsiteX157" fmla="*/ 1827657 w 6251734"/>
              <a:gd name="connsiteY157" fmla="*/ 5200074 h 5808721"/>
              <a:gd name="connsiteX158" fmla="*/ 3713592 w 6251734"/>
              <a:gd name="connsiteY158" fmla="*/ 5175036 h 5808721"/>
              <a:gd name="connsiteX159" fmla="*/ 3703452 w 6251734"/>
              <a:gd name="connsiteY159" fmla="*/ 5208333 h 5808721"/>
              <a:gd name="connsiteX160" fmla="*/ 3693280 w 6251734"/>
              <a:gd name="connsiteY160" fmla="*/ 5259127 h 5808721"/>
              <a:gd name="connsiteX161" fmla="*/ 3746245 w 6251734"/>
              <a:gd name="connsiteY161" fmla="*/ 5255210 h 5808721"/>
              <a:gd name="connsiteX162" fmla="*/ 3787708 w 6251734"/>
              <a:gd name="connsiteY162" fmla="*/ 5219522 h 5808721"/>
              <a:gd name="connsiteX163" fmla="*/ 3901951 w 6251734"/>
              <a:gd name="connsiteY163" fmla="*/ 5174164 h 5808721"/>
              <a:gd name="connsiteX164" fmla="*/ 3827088 w 6251734"/>
              <a:gd name="connsiteY164" fmla="*/ 5219192 h 5808721"/>
              <a:gd name="connsiteX165" fmla="*/ 3867424 w 6251734"/>
              <a:gd name="connsiteY165" fmla="*/ 5253946 h 5808721"/>
              <a:gd name="connsiteX166" fmla="*/ 3922098 w 6251734"/>
              <a:gd name="connsiteY166" fmla="*/ 5256973 h 5808721"/>
              <a:gd name="connsiteX167" fmla="*/ 3912357 w 6251734"/>
              <a:gd name="connsiteY167" fmla="*/ 5208333 h 5808721"/>
              <a:gd name="connsiteX168" fmla="*/ 4932831 w 6251734"/>
              <a:gd name="connsiteY168" fmla="*/ 5171785 h 5808721"/>
              <a:gd name="connsiteX169" fmla="*/ 4857179 w 6251734"/>
              <a:gd name="connsiteY169" fmla="*/ 5190645 h 5808721"/>
              <a:gd name="connsiteX170" fmla="*/ 4836605 w 6251734"/>
              <a:gd name="connsiteY170" fmla="*/ 5332091 h 5808721"/>
              <a:gd name="connsiteX171" fmla="*/ 4978051 w 6251734"/>
              <a:gd name="connsiteY171" fmla="*/ 5353523 h 5808721"/>
              <a:gd name="connsiteX172" fmla="*/ 4999483 w 6251734"/>
              <a:gd name="connsiteY172" fmla="*/ 5212076 h 5808721"/>
              <a:gd name="connsiteX173" fmla="*/ 4932831 w 6251734"/>
              <a:gd name="connsiteY173" fmla="*/ 5171785 h 5808721"/>
              <a:gd name="connsiteX174" fmla="*/ 3619671 w 6251734"/>
              <a:gd name="connsiteY174" fmla="*/ 5143348 h 5808721"/>
              <a:gd name="connsiteX175" fmla="*/ 3566160 w 6251734"/>
              <a:gd name="connsiteY175" fmla="*/ 5158925 h 5808721"/>
              <a:gd name="connsiteX176" fmla="*/ 3557706 w 6251734"/>
              <a:gd name="connsiteY176" fmla="*/ 5249836 h 5808721"/>
              <a:gd name="connsiteX177" fmla="*/ 3569257 w 6251734"/>
              <a:gd name="connsiteY177" fmla="*/ 5280149 h 5808721"/>
              <a:gd name="connsiteX178" fmla="*/ 3649032 w 6251734"/>
              <a:gd name="connsiteY178" fmla="*/ 5262398 h 5808721"/>
              <a:gd name="connsiteX179" fmla="*/ 3668214 w 6251734"/>
              <a:gd name="connsiteY179" fmla="*/ 5260980 h 5808721"/>
              <a:gd name="connsiteX180" fmla="*/ 3669632 w 6251734"/>
              <a:gd name="connsiteY180" fmla="*/ 5241797 h 5808721"/>
              <a:gd name="connsiteX181" fmla="*/ 3683427 w 6251734"/>
              <a:gd name="connsiteY181" fmla="*/ 5172482 h 5808721"/>
              <a:gd name="connsiteX182" fmla="*/ 3686676 w 6251734"/>
              <a:gd name="connsiteY182" fmla="*/ 5161753 h 5808721"/>
              <a:gd name="connsiteX183" fmla="*/ 3657070 w 6251734"/>
              <a:gd name="connsiteY183" fmla="*/ 5150472 h 5808721"/>
              <a:gd name="connsiteX184" fmla="*/ 3619671 w 6251734"/>
              <a:gd name="connsiteY184" fmla="*/ 5143348 h 5808721"/>
              <a:gd name="connsiteX185" fmla="*/ 3995778 w 6251734"/>
              <a:gd name="connsiteY185" fmla="*/ 5142491 h 5808721"/>
              <a:gd name="connsiteX186" fmla="*/ 3958364 w 6251734"/>
              <a:gd name="connsiteY186" fmla="*/ 5149615 h 5808721"/>
              <a:gd name="connsiteX187" fmla="*/ 3928865 w 6251734"/>
              <a:gd name="connsiteY187" fmla="*/ 5160870 h 5808721"/>
              <a:gd name="connsiteX188" fmla="*/ 3932381 w 6251734"/>
              <a:gd name="connsiteY188" fmla="*/ 5172482 h 5808721"/>
              <a:gd name="connsiteX189" fmla="*/ 3946176 w 6251734"/>
              <a:gd name="connsiteY189" fmla="*/ 5241797 h 5808721"/>
              <a:gd name="connsiteX190" fmla="*/ 3947566 w 6251734"/>
              <a:gd name="connsiteY190" fmla="*/ 5260592 h 5808721"/>
              <a:gd name="connsiteX191" fmla="*/ 4036092 w 6251734"/>
              <a:gd name="connsiteY191" fmla="*/ 5276193 h 5808721"/>
              <a:gd name="connsiteX192" fmla="*/ 4046530 w 6251734"/>
              <a:gd name="connsiteY192" fmla="*/ 5279354 h 5808721"/>
              <a:gd name="connsiteX193" fmla="*/ 4058104 w 6251734"/>
              <a:gd name="connsiteY193" fmla="*/ 5248980 h 5808721"/>
              <a:gd name="connsiteX194" fmla="*/ 4049650 w 6251734"/>
              <a:gd name="connsiteY194" fmla="*/ 5158069 h 5808721"/>
              <a:gd name="connsiteX195" fmla="*/ 3995778 w 6251734"/>
              <a:gd name="connsiteY195" fmla="*/ 5142491 h 5808721"/>
              <a:gd name="connsiteX196" fmla="*/ 1795082 w 6251734"/>
              <a:gd name="connsiteY196" fmla="*/ 5089489 h 5808721"/>
              <a:gd name="connsiteX197" fmla="*/ 1747933 w 6251734"/>
              <a:gd name="connsiteY197" fmla="*/ 5137495 h 5808721"/>
              <a:gd name="connsiteX198" fmla="*/ 1795082 w 6251734"/>
              <a:gd name="connsiteY198" fmla="*/ 5185501 h 5808721"/>
              <a:gd name="connsiteX199" fmla="*/ 1813298 w 6251734"/>
              <a:gd name="connsiteY199" fmla="*/ 5181737 h 5808721"/>
              <a:gd name="connsiteX200" fmla="*/ 1824372 w 6251734"/>
              <a:gd name="connsiteY200" fmla="*/ 5174153 h 5808721"/>
              <a:gd name="connsiteX201" fmla="*/ 1839840 w 6251734"/>
              <a:gd name="connsiteY201" fmla="*/ 5131531 h 5808721"/>
              <a:gd name="connsiteX202" fmla="*/ 1828621 w 6251734"/>
              <a:gd name="connsiteY202" fmla="*/ 5103526 h 5808721"/>
              <a:gd name="connsiteX203" fmla="*/ 1795082 w 6251734"/>
              <a:gd name="connsiteY203" fmla="*/ 5089489 h 5808721"/>
              <a:gd name="connsiteX204" fmla="*/ 3807904 w 6251734"/>
              <a:gd name="connsiteY204" fmla="*/ 5057770 h 5808721"/>
              <a:gd name="connsiteX205" fmla="*/ 3737518 w 6251734"/>
              <a:gd name="connsiteY205" fmla="*/ 5116041 h 5808721"/>
              <a:gd name="connsiteX206" fmla="*/ 3724435 w 6251734"/>
              <a:gd name="connsiteY206" fmla="*/ 5145282 h 5808721"/>
              <a:gd name="connsiteX207" fmla="*/ 3733832 w 6251734"/>
              <a:gd name="connsiteY207" fmla="*/ 5150300 h 5808721"/>
              <a:gd name="connsiteX208" fmla="*/ 3792649 w 6251734"/>
              <a:gd name="connsiteY208" fmla="*/ 5189519 h 5808721"/>
              <a:gd name="connsiteX209" fmla="*/ 3807599 w 6251734"/>
              <a:gd name="connsiteY209" fmla="*/ 5202400 h 5808721"/>
              <a:gd name="connsiteX210" fmla="*/ 3821568 w 6251734"/>
              <a:gd name="connsiteY210" fmla="*/ 5190377 h 5808721"/>
              <a:gd name="connsiteX211" fmla="*/ 3880491 w 6251734"/>
              <a:gd name="connsiteY211" fmla="*/ 5151158 h 5808721"/>
              <a:gd name="connsiteX212" fmla="*/ 3891401 w 6251734"/>
              <a:gd name="connsiteY212" fmla="*/ 5145342 h 5808721"/>
              <a:gd name="connsiteX213" fmla="*/ 3878291 w 6251734"/>
              <a:gd name="connsiteY213" fmla="*/ 5116041 h 5808721"/>
              <a:gd name="connsiteX214" fmla="*/ 3807904 w 6251734"/>
              <a:gd name="connsiteY214" fmla="*/ 5057770 h 5808721"/>
              <a:gd name="connsiteX215" fmla="*/ 1830229 w 6251734"/>
              <a:gd name="connsiteY215" fmla="*/ 4995190 h 5808721"/>
              <a:gd name="connsiteX216" fmla="*/ 1795082 w 6251734"/>
              <a:gd name="connsiteY216" fmla="*/ 5031195 h 5808721"/>
              <a:gd name="connsiteX217" fmla="*/ 1830229 w 6251734"/>
              <a:gd name="connsiteY217" fmla="*/ 5067200 h 5808721"/>
              <a:gd name="connsiteX218" fmla="*/ 1865376 w 6251734"/>
              <a:gd name="connsiteY218" fmla="*/ 5031195 h 5808721"/>
              <a:gd name="connsiteX219" fmla="*/ 1830229 w 6251734"/>
              <a:gd name="connsiteY219" fmla="*/ 4995190 h 5808721"/>
              <a:gd name="connsiteX220" fmla="*/ 3807904 w 6251734"/>
              <a:gd name="connsiteY220" fmla="*/ 4992618 h 5808721"/>
              <a:gd name="connsiteX221" fmla="*/ 3914096 w 6251734"/>
              <a:gd name="connsiteY221" fmla="*/ 5112098 h 5808721"/>
              <a:gd name="connsiteX222" fmla="*/ 3919610 w 6251734"/>
              <a:gd name="connsiteY222" fmla="*/ 5130307 h 5808721"/>
              <a:gd name="connsiteX223" fmla="*/ 3936279 w 6251734"/>
              <a:gd name="connsiteY223" fmla="*/ 5121422 h 5808721"/>
              <a:gd name="connsiteX224" fmla="*/ 4032023 w 6251734"/>
              <a:gd name="connsiteY224" fmla="*/ 5093293 h 5808721"/>
              <a:gd name="connsiteX225" fmla="*/ 4095942 w 6251734"/>
              <a:gd name="connsiteY225" fmla="*/ 5111777 h 5808721"/>
              <a:gd name="connsiteX226" fmla="*/ 4086941 w 6251734"/>
              <a:gd name="connsiteY226" fmla="*/ 5271440 h 5808721"/>
              <a:gd name="connsiteX227" fmla="*/ 4077682 w 6251734"/>
              <a:gd name="connsiteY227" fmla="*/ 5288787 h 5808721"/>
              <a:gd name="connsiteX228" fmla="*/ 4096476 w 6251734"/>
              <a:gd name="connsiteY228" fmla="*/ 5294478 h 5808721"/>
              <a:gd name="connsiteX229" fmla="*/ 4215956 w 6251734"/>
              <a:gd name="connsiteY229" fmla="*/ 5400670 h 5808721"/>
              <a:gd name="connsiteX230" fmla="*/ 4146292 w 6251734"/>
              <a:gd name="connsiteY230" fmla="*/ 5484302 h 5808721"/>
              <a:gd name="connsiteX231" fmla="*/ 4077351 w 6251734"/>
              <a:gd name="connsiteY231" fmla="*/ 5512259 h 5808721"/>
              <a:gd name="connsiteX232" fmla="*/ 4086298 w 6251734"/>
              <a:gd name="connsiteY232" fmla="*/ 5529044 h 5808721"/>
              <a:gd name="connsiteX233" fmla="*/ 4095942 w 6251734"/>
              <a:gd name="connsiteY233" fmla="*/ 5688707 h 5808721"/>
              <a:gd name="connsiteX234" fmla="*/ 3987551 w 6251734"/>
              <a:gd name="connsiteY234" fmla="*/ 5698969 h 5808721"/>
              <a:gd name="connsiteX235" fmla="*/ 3919857 w 6251734"/>
              <a:gd name="connsiteY235" fmla="*/ 5670215 h 5808721"/>
              <a:gd name="connsiteX236" fmla="*/ 3914096 w 6251734"/>
              <a:gd name="connsiteY236" fmla="*/ 5689242 h 5808721"/>
              <a:gd name="connsiteX237" fmla="*/ 3807904 w 6251734"/>
              <a:gd name="connsiteY237" fmla="*/ 5808721 h 5808721"/>
              <a:gd name="connsiteX238" fmla="*/ 3702033 w 6251734"/>
              <a:gd name="connsiteY238" fmla="*/ 5689242 h 5808721"/>
              <a:gd name="connsiteX239" fmla="*/ 3696238 w 6251734"/>
              <a:gd name="connsiteY239" fmla="*/ 5670203 h 5808721"/>
              <a:gd name="connsiteX240" fmla="*/ 3627147 w 6251734"/>
              <a:gd name="connsiteY240" fmla="*/ 5699451 h 5808721"/>
              <a:gd name="connsiteX241" fmla="*/ 3518154 w 6251734"/>
              <a:gd name="connsiteY241" fmla="*/ 5689565 h 5808721"/>
              <a:gd name="connsiteX242" fmla="*/ 3527798 w 6251734"/>
              <a:gd name="connsiteY242" fmla="*/ 5529580 h 5808721"/>
              <a:gd name="connsiteX243" fmla="*/ 3537061 w 6251734"/>
              <a:gd name="connsiteY243" fmla="*/ 5512231 h 5808721"/>
              <a:gd name="connsiteX244" fmla="*/ 3519332 w 6251734"/>
              <a:gd name="connsiteY244" fmla="*/ 5506862 h 5808721"/>
              <a:gd name="connsiteX245" fmla="*/ 3399853 w 6251734"/>
              <a:gd name="connsiteY245" fmla="*/ 5400670 h 5808721"/>
              <a:gd name="connsiteX246" fmla="*/ 3469516 w 6251734"/>
              <a:gd name="connsiteY246" fmla="*/ 5316662 h 5808721"/>
              <a:gd name="connsiteX247" fmla="*/ 3537546 w 6251734"/>
              <a:gd name="connsiteY247" fmla="*/ 5289161 h 5808721"/>
              <a:gd name="connsiteX248" fmla="*/ 3527798 w 6251734"/>
              <a:gd name="connsiteY248" fmla="*/ 5270904 h 5808721"/>
              <a:gd name="connsiteX249" fmla="*/ 3518154 w 6251734"/>
              <a:gd name="connsiteY249" fmla="*/ 5110919 h 5808721"/>
              <a:gd name="connsiteX250" fmla="*/ 3582435 w 6251734"/>
              <a:gd name="connsiteY250" fmla="*/ 5092435 h 5808721"/>
              <a:gd name="connsiteX251" fmla="*/ 3678139 w 6251734"/>
              <a:gd name="connsiteY251" fmla="*/ 5120564 h 5808721"/>
              <a:gd name="connsiteX252" fmla="*/ 3696224 w 6251734"/>
              <a:gd name="connsiteY252" fmla="*/ 5130220 h 5808721"/>
              <a:gd name="connsiteX253" fmla="*/ 3701712 w 6251734"/>
              <a:gd name="connsiteY253" fmla="*/ 5112098 h 5808721"/>
              <a:gd name="connsiteX254" fmla="*/ 3807904 w 6251734"/>
              <a:gd name="connsiteY254" fmla="*/ 4992618 h 5808721"/>
              <a:gd name="connsiteX255" fmla="*/ 2165414 w 6251734"/>
              <a:gd name="connsiteY255" fmla="*/ 4987475 h 5808721"/>
              <a:gd name="connsiteX256" fmla="*/ 2099834 w 6251734"/>
              <a:gd name="connsiteY256" fmla="*/ 5030874 h 5808721"/>
              <a:gd name="connsiteX257" fmla="*/ 2095529 w 6251734"/>
              <a:gd name="connsiteY257" fmla="*/ 5052318 h 5808721"/>
              <a:gd name="connsiteX258" fmla="*/ 2115842 w 6251734"/>
              <a:gd name="connsiteY258" fmla="*/ 5109524 h 5808721"/>
              <a:gd name="connsiteX259" fmla="*/ 2137660 w 6251734"/>
              <a:gd name="connsiteY259" fmla="*/ 5124207 h 5808721"/>
              <a:gd name="connsiteX260" fmla="*/ 2165414 w 6251734"/>
              <a:gd name="connsiteY260" fmla="*/ 5129779 h 5808721"/>
              <a:gd name="connsiteX261" fmla="*/ 2236565 w 6251734"/>
              <a:gd name="connsiteY261" fmla="*/ 5058628 h 5808721"/>
              <a:gd name="connsiteX262" fmla="*/ 2165414 w 6251734"/>
              <a:gd name="connsiteY262" fmla="*/ 4987475 h 5808721"/>
              <a:gd name="connsiteX263" fmla="*/ 5334024 w 6251734"/>
              <a:gd name="connsiteY263" fmla="*/ 4966796 h 5808721"/>
              <a:gd name="connsiteX264" fmla="*/ 5296091 w 6251734"/>
              <a:gd name="connsiteY264" fmla="*/ 4976333 h 5808721"/>
              <a:gd name="connsiteX265" fmla="*/ 5285804 w 6251734"/>
              <a:gd name="connsiteY265" fmla="*/ 5048341 h 5808721"/>
              <a:gd name="connsiteX266" fmla="*/ 5356956 w 6251734"/>
              <a:gd name="connsiteY266" fmla="*/ 5059486 h 5808721"/>
              <a:gd name="connsiteX267" fmla="*/ 5368100 w 6251734"/>
              <a:gd name="connsiteY267" fmla="*/ 4987477 h 5808721"/>
              <a:gd name="connsiteX268" fmla="*/ 5334024 w 6251734"/>
              <a:gd name="connsiteY268" fmla="*/ 4966796 h 5808721"/>
              <a:gd name="connsiteX269" fmla="*/ 1939100 w 6251734"/>
              <a:gd name="connsiteY269" fmla="*/ 4858031 h 5808721"/>
              <a:gd name="connsiteX270" fmla="*/ 2026539 w 6251734"/>
              <a:gd name="connsiteY270" fmla="*/ 4858031 h 5808721"/>
              <a:gd name="connsiteX271" fmla="*/ 2042850 w 6251734"/>
              <a:gd name="connsiteY271" fmla="*/ 4903966 h 5808721"/>
              <a:gd name="connsiteX272" fmla="*/ 2112264 w 6251734"/>
              <a:gd name="connsiteY272" fmla="*/ 4899178 h 5808721"/>
              <a:gd name="connsiteX273" fmla="*/ 2286286 w 6251734"/>
              <a:gd name="connsiteY273" fmla="*/ 5018336 h 5808721"/>
              <a:gd name="connsiteX274" fmla="*/ 2136267 w 6251734"/>
              <a:gd name="connsiteY274" fmla="*/ 5212076 h 5808721"/>
              <a:gd name="connsiteX275" fmla="*/ 1901381 w 6251734"/>
              <a:gd name="connsiteY275" fmla="*/ 5428960 h 5808721"/>
              <a:gd name="connsiteX276" fmla="*/ 1852317 w 6251734"/>
              <a:gd name="connsiteY276" fmla="*/ 4950224 h 5808721"/>
              <a:gd name="connsiteX277" fmla="*/ 1914216 w 6251734"/>
              <a:gd name="connsiteY277" fmla="*/ 4926595 h 5808721"/>
              <a:gd name="connsiteX278" fmla="*/ 5285697 w 6251734"/>
              <a:gd name="connsiteY278" fmla="*/ 4798238 h 5808721"/>
              <a:gd name="connsiteX279" fmla="*/ 5235226 w 6251734"/>
              <a:gd name="connsiteY279" fmla="*/ 4810882 h 5808721"/>
              <a:gd name="connsiteX280" fmla="*/ 5221511 w 6251734"/>
              <a:gd name="connsiteY280" fmla="*/ 4906038 h 5808721"/>
              <a:gd name="connsiteX281" fmla="*/ 5316665 w 6251734"/>
              <a:gd name="connsiteY281" fmla="*/ 4920611 h 5808721"/>
              <a:gd name="connsiteX282" fmla="*/ 5330381 w 6251734"/>
              <a:gd name="connsiteY282" fmla="*/ 4825456 h 5808721"/>
              <a:gd name="connsiteX283" fmla="*/ 5285697 w 6251734"/>
              <a:gd name="connsiteY283" fmla="*/ 4798238 h 5808721"/>
              <a:gd name="connsiteX284" fmla="*/ 5149716 w 6251734"/>
              <a:gd name="connsiteY284" fmla="*/ 4681759 h 5808721"/>
              <a:gd name="connsiteX285" fmla="*/ 5092066 w 6251734"/>
              <a:gd name="connsiteY285" fmla="*/ 4696011 h 5808721"/>
              <a:gd name="connsiteX286" fmla="*/ 5076635 w 6251734"/>
              <a:gd name="connsiteY286" fmla="*/ 4804881 h 5808721"/>
              <a:gd name="connsiteX287" fmla="*/ 5185506 w 6251734"/>
              <a:gd name="connsiteY287" fmla="*/ 4822027 h 5808721"/>
              <a:gd name="connsiteX288" fmla="*/ 5200936 w 6251734"/>
              <a:gd name="connsiteY288" fmla="*/ 4713156 h 5808721"/>
              <a:gd name="connsiteX289" fmla="*/ 5149716 w 6251734"/>
              <a:gd name="connsiteY289" fmla="*/ 4681759 h 5808721"/>
              <a:gd name="connsiteX290" fmla="*/ 4961978 w 6251734"/>
              <a:gd name="connsiteY290" fmla="*/ 4656899 h 5808721"/>
              <a:gd name="connsiteX291" fmla="*/ 4900042 w 6251734"/>
              <a:gd name="connsiteY291" fmla="*/ 4672008 h 5808721"/>
              <a:gd name="connsiteX292" fmla="*/ 4882897 w 6251734"/>
              <a:gd name="connsiteY292" fmla="*/ 4789451 h 5808721"/>
              <a:gd name="connsiteX293" fmla="*/ 5000340 w 6251734"/>
              <a:gd name="connsiteY293" fmla="*/ 4807453 h 5808721"/>
              <a:gd name="connsiteX294" fmla="*/ 5017485 w 6251734"/>
              <a:gd name="connsiteY294" fmla="*/ 4690010 h 5808721"/>
              <a:gd name="connsiteX295" fmla="*/ 4961978 w 6251734"/>
              <a:gd name="connsiteY295" fmla="*/ 4656899 h 5808721"/>
              <a:gd name="connsiteX296" fmla="*/ 4998395 w 6251734"/>
              <a:gd name="connsiteY296" fmla="*/ 4598030 h 5808721"/>
              <a:gd name="connsiteX297" fmla="*/ 5114354 w 6251734"/>
              <a:gd name="connsiteY297" fmla="*/ 5410101 h 5808721"/>
              <a:gd name="connsiteX298" fmla="*/ 4811745 w 6251734"/>
              <a:gd name="connsiteY298" fmla="*/ 5421245 h 5808721"/>
              <a:gd name="connsiteX299" fmla="*/ 4821175 w 6251734"/>
              <a:gd name="connsiteY299" fmla="*/ 5069772 h 5808721"/>
              <a:gd name="connsiteX300" fmla="*/ 4906043 w 6251734"/>
              <a:gd name="connsiteY300" fmla="*/ 4620573 h 5808721"/>
              <a:gd name="connsiteX301" fmla="*/ 4998395 w 6251734"/>
              <a:gd name="connsiteY301" fmla="*/ 4598030 h 5808721"/>
              <a:gd name="connsiteX302" fmla="*/ 4274249 w 6251734"/>
              <a:gd name="connsiteY302" fmla="*/ 4584568 h 5808721"/>
              <a:gd name="connsiteX303" fmla="*/ 4374548 w 6251734"/>
              <a:gd name="connsiteY303" fmla="*/ 4755161 h 5808721"/>
              <a:gd name="connsiteX304" fmla="*/ 4257961 w 6251734"/>
              <a:gd name="connsiteY304" fmla="*/ 4835742 h 5808721"/>
              <a:gd name="connsiteX305" fmla="*/ 4411409 w 6251734"/>
              <a:gd name="connsiteY305" fmla="*/ 4762876 h 5808721"/>
              <a:gd name="connsiteX306" fmla="*/ 4274249 w 6251734"/>
              <a:gd name="connsiteY306" fmla="*/ 4584568 h 5808721"/>
              <a:gd name="connsiteX307" fmla="*/ 3351982 w 6251734"/>
              <a:gd name="connsiteY307" fmla="*/ 4540192 h 5808721"/>
              <a:gd name="connsiteX308" fmla="*/ 3423000 w 6251734"/>
              <a:gd name="connsiteY308" fmla="*/ 4575995 h 5808721"/>
              <a:gd name="connsiteX309" fmla="*/ 3655315 w 6251734"/>
              <a:gd name="connsiteY309" fmla="*/ 4575995 h 5808721"/>
              <a:gd name="connsiteX310" fmla="*/ 3655315 w 6251734"/>
              <a:gd name="connsiteY310" fmla="*/ 4916325 h 5808721"/>
              <a:gd name="connsiteX311" fmla="*/ 3417856 w 6251734"/>
              <a:gd name="connsiteY311" fmla="*/ 4918039 h 5808721"/>
              <a:gd name="connsiteX312" fmla="*/ 3190684 w 6251734"/>
              <a:gd name="connsiteY312" fmla="*/ 4914610 h 5808721"/>
              <a:gd name="connsiteX313" fmla="*/ 3190684 w 6251734"/>
              <a:gd name="connsiteY313" fmla="*/ 4575995 h 5808721"/>
              <a:gd name="connsiteX314" fmla="*/ 3351982 w 6251734"/>
              <a:gd name="connsiteY314" fmla="*/ 4540192 h 5808721"/>
              <a:gd name="connsiteX315" fmla="*/ 2448416 w 6251734"/>
              <a:gd name="connsiteY315" fmla="*/ 4421371 h 5808721"/>
              <a:gd name="connsiteX316" fmla="*/ 2457738 w 6251734"/>
              <a:gd name="connsiteY316" fmla="*/ 4427692 h 5808721"/>
              <a:gd name="connsiteX317" fmla="*/ 2484119 w 6251734"/>
              <a:gd name="connsiteY317" fmla="*/ 4467601 h 5808721"/>
              <a:gd name="connsiteX318" fmla="*/ 2494346 w 6251734"/>
              <a:gd name="connsiteY318" fmla="*/ 4463537 h 5808721"/>
              <a:gd name="connsiteX319" fmla="*/ 2578610 w 6251734"/>
              <a:gd name="connsiteY319" fmla="*/ 4499701 h 5808721"/>
              <a:gd name="connsiteX320" fmla="*/ 2590397 w 6251734"/>
              <a:gd name="connsiteY320" fmla="*/ 4561960 h 5808721"/>
              <a:gd name="connsiteX321" fmla="*/ 2583304 w 6251734"/>
              <a:gd name="connsiteY321" fmla="*/ 4578864 h 5808721"/>
              <a:gd name="connsiteX322" fmla="*/ 2600248 w 6251734"/>
              <a:gd name="connsiteY322" fmla="*/ 4591301 h 5808721"/>
              <a:gd name="connsiteX323" fmla="*/ 3017521 w 6251734"/>
              <a:gd name="connsiteY323" fmla="*/ 4906038 h 5808721"/>
              <a:gd name="connsiteX324" fmla="*/ 2910365 w 6251734"/>
              <a:gd name="connsiteY324" fmla="*/ 4886321 h 5808721"/>
              <a:gd name="connsiteX325" fmla="*/ 2580176 w 6251734"/>
              <a:gd name="connsiteY325" fmla="*/ 4648353 h 5808721"/>
              <a:gd name="connsiteX326" fmla="*/ 2571469 w 6251734"/>
              <a:gd name="connsiteY326" fmla="*/ 4642020 h 5808721"/>
              <a:gd name="connsiteX327" fmla="*/ 2632617 w 6251734"/>
              <a:gd name="connsiteY327" fmla="*/ 5059485 h 5808721"/>
              <a:gd name="connsiteX328" fmla="*/ 2611186 w 6251734"/>
              <a:gd name="connsiteY328" fmla="*/ 5161498 h 5808721"/>
              <a:gd name="connsiteX329" fmla="*/ 2574324 w 6251734"/>
              <a:gd name="connsiteY329" fmla="*/ 5065486 h 5808721"/>
              <a:gd name="connsiteX330" fmla="*/ 2504337 w 6251734"/>
              <a:gd name="connsiteY330" fmla="*/ 4626262 h 5808721"/>
              <a:gd name="connsiteX331" fmla="*/ 2492028 w 6251734"/>
              <a:gd name="connsiteY331" fmla="*/ 4626039 h 5808721"/>
              <a:gd name="connsiteX332" fmla="*/ 2439736 w 6251734"/>
              <a:gd name="connsiteY332" fmla="*/ 4590570 h 5808721"/>
              <a:gd name="connsiteX333" fmla="*/ 2440218 w 6251734"/>
              <a:gd name="connsiteY333" fmla="*/ 4499073 h 5808721"/>
              <a:gd name="connsiteX334" fmla="*/ 2457768 w 6251734"/>
              <a:gd name="connsiteY334" fmla="*/ 4481633 h 5808721"/>
              <a:gd name="connsiteX335" fmla="*/ 2432878 w 6251734"/>
              <a:gd name="connsiteY335" fmla="*/ 4443980 h 5808721"/>
              <a:gd name="connsiteX336" fmla="*/ 2437164 w 6251734"/>
              <a:gd name="connsiteY336" fmla="*/ 4423406 h 5808721"/>
              <a:gd name="connsiteX337" fmla="*/ 2448416 w 6251734"/>
              <a:gd name="connsiteY337" fmla="*/ 4421371 h 5808721"/>
              <a:gd name="connsiteX338" fmla="*/ 1177862 w 6251734"/>
              <a:gd name="connsiteY338" fmla="*/ 4374542 h 5808721"/>
              <a:gd name="connsiteX339" fmla="*/ 1272159 w 6251734"/>
              <a:gd name="connsiteY339" fmla="*/ 4609429 h 5808721"/>
              <a:gd name="connsiteX340" fmla="*/ 1177862 w 6251734"/>
              <a:gd name="connsiteY340" fmla="*/ 4374542 h 5808721"/>
              <a:gd name="connsiteX341" fmla="*/ 1102424 w 6251734"/>
              <a:gd name="connsiteY341" fmla="*/ 4309391 h 5808721"/>
              <a:gd name="connsiteX342" fmla="*/ 1108424 w 6251734"/>
              <a:gd name="connsiteY342" fmla="*/ 4309391 h 5808721"/>
              <a:gd name="connsiteX343" fmla="*/ 1109281 w 6251734"/>
              <a:gd name="connsiteY343" fmla="*/ 4309391 h 5808721"/>
              <a:gd name="connsiteX344" fmla="*/ 1115282 w 6251734"/>
              <a:gd name="connsiteY344" fmla="*/ 4309391 h 5808721"/>
              <a:gd name="connsiteX345" fmla="*/ 1276445 w 6251734"/>
              <a:gd name="connsiteY345" fmla="*/ 4720014 h 5808721"/>
              <a:gd name="connsiteX346" fmla="*/ 1193292 w 6251734"/>
              <a:gd name="connsiteY346" fmla="*/ 4900894 h 5808721"/>
              <a:gd name="connsiteX347" fmla="*/ 1121283 w 6251734"/>
              <a:gd name="connsiteY347" fmla="*/ 4900894 h 5808721"/>
              <a:gd name="connsiteX348" fmla="*/ 1108424 w 6251734"/>
              <a:gd name="connsiteY348" fmla="*/ 4900894 h 5808721"/>
              <a:gd name="connsiteX349" fmla="*/ 1030415 w 6251734"/>
              <a:gd name="connsiteY349" fmla="*/ 4900894 h 5808721"/>
              <a:gd name="connsiteX350" fmla="*/ 944690 w 6251734"/>
              <a:gd name="connsiteY350" fmla="*/ 4720014 h 5808721"/>
              <a:gd name="connsiteX351" fmla="*/ 1102424 w 6251734"/>
              <a:gd name="connsiteY351" fmla="*/ 4309391 h 5808721"/>
              <a:gd name="connsiteX352" fmla="*/ 4160235 w 6251734"/>
              <a:gd name="connsiteY352" fmla="*/ 4161086 h 5808721"/>
              <a:gd name="connsiteX353" fmla="*/ 4264820 w 6251734"/>
              <a:gd name="connsiteY353" fmla="*/ 4201377 h 5808721"/>
              <a:gd name="connsiteX354" fmla="*/ 4264820 w 6251734"/>
              <a:gd name="connsiteY354" fmla="*/ 4203949 h 5808721"/>
              <a:gd name="connsiteX355" fmla="*/ 4269106 w 6251734"/>
              <a:gd name="connsiteY355" fmla="*/ 4203949 h 5808721"/>
              <a:gd name="connsiteX356" fmla="*/ 4269106 w 6251734"/>
              <a:gd name="connsiteY356" fmla="*/ 4279387 h 5808721"/>
              <a:gd name="connsiteX357" fmla="*/ 4264820 w 6251734"/>
              <a:gd name="connsiteY357" fmla="*/ 4279387 h 5808721"/>
              <a:gd name="connsiteX358" fmla="*/ 4247675 w 6251734"/>
              <a:gd name="connsiteY358" fmla="*/ 4301676 h 5808721"/>
              <a:gd name="connsiteX359" fmla="*/ 4247675 w 6251734"/>
              <a:gd name="connsiteY359" fmla="*/ 4473126 h 5808721"/>
              <a:gd name="connsiteX360" fmla="*/ 4263962 w 6251734"/>
              <a:gd name="connsiteY360" fmla="*/ 4515131 h 5808721"/>
              <a:gd name="connsiteX361" fmla="*/ 4425983 w 6251734"/>
              <a:gd name="connsiteY361" fmla="*/ 4833171 h 5808721"/>
              <a:gd name="connsiteX362" fmla="*/ 4161091 w 6251734"/>
              <a:gd name="connsiteY362" fmla="*/ 4891464 h 5808721"/>
              <a:gd name="connsiteX363" fmla="*/ 3896201 w 6251734"/>
              <a:gd name="connsiteY363" fmla="*/ 4833171 h 5808721"/>
              <a:gd name="connsiteX364" fmla="*/ 4062507 w 6251734"/>
              <a:gd name="connsiteY364" fmla="*/ 4515131 h 5808721"/>
              <a:gd name="connsiteX365" fmla="*/ 4085653 w 6251734"/>
              <a:gd name="connsiteY365" fmla="*/ 4473126 h 5808721"/>
              <a:gd name="connsiteX366" fmla="*/ 4085653 w 6251734"/>
              <a:gd name="connsiteY366" fmla="*/ 4302533 h 5808721"/>
              <a:gd name="connsiteX367" fmla="*/ 4055650 w 6251734"/>
              <a:gd name="connsiteY367" fmla="*/ 4279387 h 5808721"/>
              <a:gd name="connsiteX368" fmla="*/ 4053935 w 6251734"/>
              <a:gd name="connsiteY368" fmla="*/ 4279387 h 5808721"/>
              <a:gd name="connsiteX369" fmla="*/ 4053935 w 6251734"/>
              <a:gd name="connsiteY369" fmla="*/ 4203949 h 5808721"/>
              <a:gd name="connsiteX370" fmla="*/ 4055650 w 6251734"/>
              <a:gd name="connsiteY370" fmla="*/ 4203949 h 5808721"/>
              <a:gd name="connsiteX371" fmla="*/ 4055650 w 6251734"/>
              <a:gd name="connsiteY371" fmla="*/ 4201377 h 5808721"/>
              <a:gd name="connsiteX372" fmla="*/ 4160235 w 6251734"/>
              <a:gd name="connsiteY372" fmla="*/ 4161086 h 5808721"/>
              <a:gd name="connsiteX373" fmla="*/ 1690622 w 6251734"/>
              <a:gd name="connsiteY373" fmla="*/ 3905928 h 5808721"/>
              <a:gd name="connsiteX374" fmla="*/ 1557624 w 6251734"/>
              <a:gd name="connsiteY374" fmla="*/ 3959633 h 5808721"/>
              <a:gd name="connsiteX375" fmla="*/ 1521619 w 6251734"/>
              <a:gd name="connsiteY375" fmla="*/ 4304248 h 5808721"/>
              <a:gd name="connsiteX376" fmla="*/ 1866235 w 6251734"/>
              <a:gd name="connsiteY376" fmla="*/ 4340253 h 5808721"/>
              <a:gd name="connsiteX377" fmla="*/ 1902239 w 6251734"/>
              <a:gd name="connsiteY377" fmla="*/ 3995637 h 5808721"/>
              <a:gd name="connsiteX378" fmla="*/ 1690622 w 6251734"/>
              <a:gd name="connsiteY378" fmla="*/ 3905928 h 5808721"/>
              <a:gd name="connsiteX379" fmla="*/ 1684921 w 6251734"/>
              <a:gd name="connsiteY379" fmla="*/ 3849926 h 5808721"/>
              <a:gd name="connsiteX380" fmla="*/ 1945102 w 6251734"/>
              <a:gd name="connsiteY380" fmla="*/ 3960490 h 5808721"/>
              <a:gd name="connsiteX381" fmla="*/ 1944751 w 6251734"/>
              <a:gd name="connsiteY381" fmla="*/ 4341023 h 5808721"/>
              <a:gd name="connsiteX382" fmla="*/ 1930222 w 6251734"/>
              <a:gd name="connsiteY382" fmla="*/ 4355411 h 5808721"/>
              <a:gd name="connsiteX383" fmla="*/ 1980119 w 6251734"/>
              <a:gd name="connsiteY383" fmla="*/ 4416919 h 5808721"/>
              <a:gd name="connsiteX384" fmla="*/ 1986891 w 6251734"/>
              <a:gd name="connsiteY384" fmla="*/ 4416333 h 5808721"/>
              <a:gd name="connsiteX385" fmla="*/ 2030826 w 6251734"/>
              <a:gd name="connsiteY385" fmla="*/ 4439693 h 5808721"/>
              <a:gd name="connsiteX386" fmla="*/ 2204848 w 6251734"/>
              <a:gd name="connsiteY386" fmla="*/ 4654864 h 5808721"/>
              <a:gd name="connsiteX387" fmla="*/ 2195418 w 6251734"/>
              <a:gd name="connsiteY387" fmla="*/ 4746590 h 5808721"/>
              <a:gd name="connsiteX388" fmla="*/ 2103692 w 6251734"/>
              <a:gd name="connsiteY388" fmla="*/ 4737160 h 5808721"/>
              <a:gd name="connsiteX389" fmla="*/ 1929670 w 6251734"/>
              <a:gd name="connsiteY389" fmla="*/ 4521990 h 5808721"/>
              <a:gd name="connsiteX390" fmla="*/ 1915740 w 6251734"/>
              <a:gd name="connsiteY390" fmla="*/ 4474198 h 5808721"/>
              <a:gd name="connsiteX391" fmla="*/ 1917360 w 6251734"/>
              <a:gd name="connsiteY391" fmla="*/ 4468826 h 5808721"/>
              <a:gd name="connsiteX392" fmla="*/ 1866912 w 6251734"/>
              <a:gd name="connsiteY392" fmla="*/ 4406639 h 5808721"/>
              <a:gd name="connsiteX393" fmla="*/ 1850557 w 6251734"/>
              <a:gd name="connsiteY393" fmla="*/ 4417393 h 5808721"/>
              <a:gd name="connsiteX394" fmla="*/ 1477899 w 6251734"/>
              <a:gd name="connsiteY394" fmla="*/ 4339396 h 5808721"/>
              <a:gd name="connsiteX395" fmla="*/ 1521619 w 6251734"/>
              <a:gd name="connsiteY395" fmla="*/ 3915913 h 5808721"/>
              <a:gd name="connsiteX396" fmla="*/ 1684921 w 6251734"/>
              <a:gd name="connsiteY396" fmla="*/ 3849926 h 5808721"/>
              <a:gd name="connsiteX397" fmla="*/ 812246 w 6251734"/>
              <a:gd name="connsiteY397" fmla="*/ 3781539 h 5808721"/>
              <a:gd name="connsiteX398" fmla="*/ 822961 w 6251734"/>
              <a:gd name="connsiteY398" fmla="*/ 3785611 h 5808721"/>
              <a:gd name="connsiteX399" fmla="*/ 823818 w 6251734"/>
              <a:gd name="connsiteY399" fmla="*/ 3807042 h 5808721"/>
              <a:gd name="connsiteX400" fmla="*/ 792194 w 6251734"/>
              <a:gd name="connsiteY400" fmla="*/ 3842032 h 5808721"/>
              <a:gd name="connsiteX401" fmla="*/ 798502 w 6251734"/>
              <a:gd name="connsiteY401" fmla="*/ 3850722 h 5808721"/>
              <a:gd name="connsiteX402" fmla="*/ 785241 w 6251734"/>
              <a:gd name="connsiteY402" fmla="*/ 3940773 h 5808721"/>
              <a:gd name="connsiteX403" fmla="*/ 727912 w 6251734"/>
              <a:gd name="connsiteY403" fmla="*/ 3967562 h 5808721"/>
              <a:gd name="connsiteX404" fmla="*/ 709923 w 6251734"/>
              <a:gd name="connsiteY404" fmla="*/ 3965051 h 5808721"/>
              <a:gd name="connsiteX405" fmla="*/ 701209 w 6251734"/>
              <a:gd name="connsiteY405" fmla="*/ 3986914 h 5808721"/>
              <a:gd name="connsiteX406" fmla="*/ 501492 w 6251734"/>
              <a:gd name="connsiteY406" fmla="*/ 4469697 h 5808721"/>
              <a:gd name="connsiteX407" fmla="*/ 493776 w 6251734"/>
              <a:gd name="connsiteY407" fmla="*/ 4360826 h 5808721"/>
              <a:gd name="connsiteX408" fmla="*/ 640969 w 6251734"/>
              <a:gd name="connsiteY408" fmla="*/ 3980729 h 5808721"/>
              <a:gd name="connsiteX409" fmla="*/ 644840 w 6251734"/>
              <a:gd name="connsiteY409" fmla="*/ 3970847 h 5808721"/>
              <a:gd name="connsiteX410" fmla="*/ 257175 w 6251734"/>
              <a:gd name="connsiteY410" fmla="*/ 4134512 h 5808721"/>
              <a:gd name="connsiteX411" fmla="*/ 152590 w 6251734"/>
              <a:gd name="connsiteY411" fmla="*/ 4139655 h 5808721"/>
              <a:gd name="connsiteX412" fmla="*/ 236601 w 6251734"/>
              <a:gd name="connsiteY412" fmla="*/ 4079647 h 5808721"/>
              <a:gd name="connsiteX413" fmla="*/ 644257 w 6251734"/>
              <a:gd name="connsiteY413" fmla="*/ 3901600 h 5808721"/>
              <a:gd name="connsiteX414" fmla="*/ 641223 w 6251734"/>
              <a:gd name="connsiteY414" fmla="*/ 3889445 h 5808721"/>
              <a:gd name="connsiteX415" fmla="*/ 662654 w 6251734"/>
              <a:gd name="connsiteY415" fmla="*/ 3830188 h 5808721"/>
              <a:gd name="connsiteX416" fmla="*/ 719983 w 6251734"/>
              <a:gd name="connsiteY416" fmla="*/ 3802756 h 5808721"/>
              <a:gd name="connsiteX417" fmla="*/ 751260 w 6251734"/>
              <a:gd name="connsiteY417" fmla="*/ 3807283 h 5808721"/>
              <a:gd name="connsiteX418" fmla="*/ 771606 w 6251734"/>
              <a:gd name="connsiteY418" fmla="*/ 3819575 h 5808721"/>
              <a:gd name="connsiteX419" fmla="*/ 801530 w 6251734"/>
              <a:gd name="connsiteY419" fmla="*/ 3786468 h 5808721"/>
              <a:gd name="connsiteX420" fmla="*/ 812246 w 6251734"/>
              <a:gd name="connsiteY420" fmla="*/ 3781539 h 5808721"/>
              <a:gd name="connsiteX421" fmla="*/ 5496913 w 6251734"/>
              <a:gd name="connsiteY421" fmla="*/ 3702672 h 5808721"/>
              <a:gd name="connsiteX422" fmla="*/ 5456397 w 6251734"/>
              <a:gd name="connsiteY422" fmla="*/ 3737606 h 5808721"/>
              <a:gd name="connsiteX423" fmla="*/ 5490901 w 6251734"/>
              <a:gd name="connsiteY423" fmla="*/ 3706745 h 5808721"/>
              <a:gd name="connsiteX424" fmla="*/ 5797583 w 6251734"/>
              <a:gd name="connsiteY424" fmla="*/ 3639879 h 5808721"/>
              <a:gd name="connsiteX425" fmla="*/ 5805112 w 6251734"/>
              <a:gd name="connsiteY425" fmla="*/ 3642965 h 5808721"/>
              <a:gd name="connsiteX426" fmla="*/ 5820840 w 6251734"/>
              <a:gd name="connsiteY426" fmla="*/ 3650383 h 5808721"/>
              <a:gd name="connsiteX427" fmla="*/ 5699857 w 6251734"/>
              <a:gd name="connsiteY427" fmla="*/ 3627877 h 5808721"/>
              <a:gd name="connsiteX428" fmla="*/ 5704143 w 6251734"/>
              <a:gd name="connsiteY428" fmla="*/ 3631306 h 5808721"/>
              <a:gd name="connsiteX429" fmla="*/ 5699857 w 6251734"/>
              <a:gd name="connsiteY429" fmla="*/ 3638164 h 5808721"/>
              <a:gd name="connsiteX430" fmla="*/ 5703285 w 6251734"/>
              <a:gd name="connsiteY430" fmla="*/ 3639022 h 5808721"/>
              <a:gd name="connsiteX431" fmla="*/ 5717002 w 6251734"/>
              <a:gd name="connsiteY431" fmla="*/ 3648451 h 5808721"/>
              <a:gd name="connsiteX432" fmla="*/ 5698999 w 6251734"/>
              <a:gd name="connsiteY432" fmla="*/ 3652738 h 5808721"/>
              <a:gd name="connsiteX433" fmla="*/ 5677567 w 6251734"/>
              <a:gd name="connsiteY433" fmla="*/ 3646737 h 5808721"/>
              <a:gd name="connsiteX434" fmla="*/ 5656993 w 6251734"/>
              <a:gd name="connsiteY434" fmla="*/ 3664739 h 5808721"/>
              <a:gd name="connsiteX435" fmla="*/ 5645849 w 6251734"/>
              <a:gd name="connsiteY435" fmla="*/ 3681027 h 5808721"/>
              <a:gd name="connsiteX436" fmla="*/ 5656136 w 6251734"/>
              <a:gd name="connsiteY436" fmla="*/ 3687028 h 5808721"/>
              <a:gd name="connsiteX437" fmla="*/ 5665566 w 6251734"/>
              <a:gd name="connsiteY437" fmla="*/ 3687885 h 5808721"/>
              <a:gd name="connsiteX438" fmla="*/ 5689569 w 6251734"/>
              <a:gd name="connsiteY438" fmla="*/ 3683599 h 5808721"/>
              <a:gd name="connsiteX439" fmla="*/ 5695569 w 6251734"/>
              <a:gd name="connsiteY439" fmla="*/ 3698172 h 5808721"/>
              <a:gd name="connsiteX440" fmla="*/ 5717859 w 6251734"/>
              <a:gd name="connsiteY440" fmla="*/ 3709316 h 5808721"/>
              <a:gd name="connsiteX441" fmla="*/ 5730718 w 6251734"/>
              <a:gd name="connsiteY441" fmla="*/ 3723889 h 5808721"/>
              <a:gd name="connsiteX442" fmla="*/ 5715287 w 6251734"/>
              <a:gd name="connsiteY442" fmla="*/ 3734176 h 5808721"/>
              <a:gd name="connsiteX443" fmla="*/ 5699857 w 6251734"/>
              <a:gd name="connsiteY443" fmla="*/ 3744463 h 5808721"/>
              <a:gd name="connsiteX444" fmla="*/ 5705857 w 6251734"/>
              <a:gd name="connsiteY444" fmla="*/ 3753893 h 5808721"/>
              <a:gd name="connsiteX445" fmla="*/ 5722145 w 6251734"/>
              <a:gd name="connsiteY445" fmla="*/ 3750464 h 5808721"/>
              <a:gd name="connsiteX446" fmla="*/ 5729003 w 6251734"/>
              <a:gd name="connsiteY446" fmla="*/ 3748750 h 5808721"/>
              <a:gd name="connsiteX447" fmla="*/ 5747863 w 6251734"/>
              <a:gd name="connsiteY447" fmla="*/ 3745321 h 5808721"/>
              <a:gd name="connsiteX448" fmla="*/ 5750435 w 6251734"/>
              <a:gd name="connsiteY448" fmla="*/ 3742749 h 5808721"/>
              <a:gd name="connsiteX449" fmla="*/ 5760722 w 6251734"/>
              <a:gd name="connsiteY449" fmla="*/ 3738463 h 5808721"/>
              <a:gd name="connsiteX450" fmla="*/ 5794154 w 6251734"/>
              <a:gd name="connsiteY450" fmla="*/ 3741892 h 5808721"/>
              <a:gd name="connsiteX451" fmla="*/ 5806156 w 6251734"/>
              <a:gd name="connsiteY451" fmla="*/ 3753036 h 5808721"/>
              <a:gd name="connsiteX452" fmla="*/ 5810442 w 6251734"/>
              <a:gd name="connsiteY452" fmla="*/ 3749607 h 5808721"/>
              <a:gd name="connsiteX453" fmla="*/ 5814728 w 6251734"/>
              <a:gd name="connsiteY453" fmla="*/ 3733319 h 5808721"/>
              <a:gd name="connsiteX454" fmla="*/ 5825015 w 6251734"/>
              <a:gd name="connsiteY454" fmla="*/ 3737606 h 5808721"/>
              <a:gd name="connsiteX455" fmla="*/ 5849018 w 6251734"/>
              <a:gd name="connsiteY455" fmla="*/ 3723032 h 5808721"/>
              <a:gd name="connsiteX456" fmla="*/ 5861877 w 6251734"/>
              <a:gd name="connsiteY456" fmla="*/ 3731605 h 5808721"/>
              <a:gd name="connsiteX457" fmla="*/ 5856733 w 6251734"/>
              <a:gd name="connsiteY457" fmla="*/ 3746178 h 5808721"/>
              <a:gd name="connsiteX458" fmla="*/ 5844732 w 6251734"/>
              <a:gd name="connsiteY458" fmla="*/ 3741034 h 5808721"/>
              <a:gd name="connsiteX459" fmla="*/ 5828444 w 6251734"/>
              <a:gd name="connsiteY459" fmla="*/ 3754751 h 5808721"/>
              <a:gd name="connsiteX460" fmla="*/ 5831016 w 6251734"/>
              <a:gd name="connsiteY460" fmla="*/ 3761608 h 5808721"/>
              <a:gd name="connsiteX461" fmla="*/ 5847304 w 6251734"/>
              <a:gd name="connsiteY461" fmla="*/ 3761608 h 5808721"/>
              <a:gd name="connsiteX462" fmla="*/ 5861877 w 6251734"/>
              <a:gd name="connsiteY462" fmla="*/ 3765895 h 5808721"/>
              <a:gd name="connsiteX463" fmla="*/ 5863592 w 6251734"/>
              <a:gd name="connsiteY463" fmla="*/ 3771896 h 5808721"/>
              <a:gd name="connsiteX464" fmla="*/ 5877308 w 6251734"/>
              <a:gd name="connsiteY464" fmla="*/ 3777039 h 5808721"/>
              <a:gd name="connsiteX465" fmla="*/ 5877308 w 6251734"/>
              <a:gd name="connsiteY465" fmla="*/ 3786469 h 5808721"/>
              <a:gd name="connsiteX466" fmla="*/ 5871307 w 6251734"/>
              <a:gd name="connsiteY466" fmla="*/ 3784754 h 5808721"/>
              <a:gd name="connsiteX467" fmla="*/ 5859305 w 6251734"/>
              <a:gd name="connsiteY467" fmla="*/ 3787326 h 5808721"/>
              <a:gd name="connsiteX468" fmla="*/ 5847304 w 6251734"/>
              <a:gd name="connsiteY468" fmla="*/ 3789898 h 5808721"/>
              <a:gd name="connsiteX469" fmla="*/ 5824158 w 6251734"/>
              <a:gd name="connsiteY469" fmla="*/ 3786469 h 5808721"/>
              <a:gd name="connsiteX470" fmla="*/ 5813871 w 6251734"/>
              <a:gd name="connsiteY470" fmla="*/ 3796756 h 5808721"/>
              <a:gd name="connsiteX471" fmla="*/ 5807013 w 6251734"/>
              <a:gd name="connsiteY471" fmla="*/ 3796756 h 5808721"/>
              <a:gd name="connsiteX472" fmla="*/ 5793297 w 6251734"/>
              <a:gd name="connsiteY472" fmla="*/ 3791612 h 5808721"/>
              <a:gd name="connsiteX473" fmla="*/ 5781295 w 6251734"/>
              <a:gd name="connsiteY473" fmla="*/ 3787326 h 5808721"/>
              <a:gd name="connsiteX474" fmla="*/ 5771866 w 6251734"/>
              <a:gd name="connsiteY474" fmla="*/ 3786469 h 5808721"/>
              <a:gd name="connsiteX475" fmla="*/ 5767580 w 6251734"/>
              <a:gd name="connsiteY475" fmla="*/ 3768466 h 5808721"/>
              <a:gd name="connsiteX476" fmla="*/ 5762436 w 6251734"/>
              <a:gd name="connsiteY476" fmla="*/ 3767609 h 5808721"/>
              <a:gd name="connsiteX477" fmla="*/ 5755578 w 6251734"/>
              <a:gd name="connsiteY477" fmla="*/ 3765895 h 5808721"/>
              <a:gd name="connsiteX478" fmla="*/ 5742719 w 6251734"/>
              <a:gd name="connsiteY478" fmla="*/ 3768466 h 5808721"/>
              <a:gd name="connsiteX479" fmla="*/ 5734147 w 6251734"/>
              <a:gd name="connsiteY479" fmla="*/ 3769324 h 5808721"/>
              <a:gd name="connsiteX480" fmla="*/ 5721288 w 6251734"/>
              <a:gd name="connsiteY480" fmla="*/ 3771896 h 5808721"/>
              <a:gd name="connsiteX481" fmla="*/ 5712715 w 6251734"/>
              <a:gd name="connsiteY481" fmla="*/ 3772753 h 5808721"/>
              <a:gd name="connsiteX482" fmla="*/ 5698999 w 6251734"/>
              <a:gd name="connsiteY482" fmla="*/ 3784754 h 5808721"/>
              <a:gd name="connsiteX483" fmla="*/ 5679282 w 6251734"/>
              <a:gd name="connsiteY483" fmla="*/ 3791612 h 5808721"/>
              <a:gd name="connsiteX484" fmla="*/ 5671567 w 6251734"/>
              <a:gd name="connsiteY484" fmla="*/ 3795898 h 5808721"/>
              <a:gd name="connsiteX485" fmla="*/ 5663851 w 6251734"/>
              <a:gd name="connsiteY485" fmla="*/ 3808757 h 5808721"/>
              <a:gd name="connsiteX486" fmla="*/ 5644134 w 6251734"/>
              <a:gd name="connsiteY486" fmla="*/ 3830188 h 5808721"/>
              <a:gd name="connsiteX487" fmla="*/ 5646706 w 6251734"/>
              <a:gd name="connsiteY487" fmla="*/ 3858478 h 5808721"/>
              <a:gd name="connsiteX488" fmla="*/ 5641563 w 6251734"/>
              <a:gd name="connsiteY488" fmla="*/ 3873051 h 5808721"/>
              <a:gd name="connsiteX489" fmla="*/ 5636419 w 6251734"/>
              <a:gd name="connsiteY489" fmla="*/ 3885052 h 5808721"/>
              <a:gd name="connsiteX490" fmla="*/ 5644992 w 6251734"/>
              <a:gd name="connsiteY490" fmla="*/ 3894482 h 5808721"/>
              <a:gd name="connsiteX491" fmla="*/ 5650135 w 6251734"/>
              <a:gd name="connsiteY491" fmla="*/ 3900483 h 5808721"/>
              <a:gd name="connsiteX492" fmla="*/ 5652707 w 6251734"/>
              <a:gd name="connsiteY492" fmla="*/ 3912484 h 5808721"/>
              <a:gd name="connsiteX493" fmla="*/ 5662137 w 6251734"/>
              <a:gd name="connsiteY493" fmla="*/ 3920200 h 5808721"/>
              <a:gd name="connsiteX494" fmla="*/ 5668995 w 6251734"/>
              <a:gd name="connsiteY494" fmla="*/ 3931344 h 5808721"/>
              <a:gd name="connsiteX495" fmla="*/ 5680139 w 6251734"/>
              <a:gd name="connsiteY495" fmla="*/ 3937345 h 5808721"/>
              <a:gd name="connsiteX496" fmla="*/ 5707571 w 6251734"/>
              <a:gd name="connsiteY496" fmla="*/ 3938202 h 5808721"/>
              <a:gd name="connsiteX497" fmla="*/ 5726432 w 6251734"/>
              <a:gd name="connsiteY497" fmla="*/ 3935630 h 5808721"/>
              <a:gd name="connsiteX498" fmla="*/ 5746148 w 6251734"/>
              <a:gd name="connsiteY498" fmla="*/ 3929629 h 5808721"/>
              <a:gd name="connsiteX499" fmla="*/ 5757293 w 6251734"/>
              <a:gd name="connsiteY499" fmla="*/ 3928772 h 5808721"/>
              <a:gd name="connsiteX500" fmla="*/ 5765008 w 6251734"/>
              <a:gd name="connsiteY500" fmla="*/ 3939916 h 5808721"/>
              <a:gd name="connsiteX501" fmla="*/ 5776152 w 6251734"/>
              <a:gd name="connsiteY501" fmla="*/ 3937345 h 5808721"/>
              <a:gd name="connsiteX502" fmla="*/ 5792440 w 6251734"/>
              <a:gd name="connsiteY502" fmla="*/ 3944203 h 5808721"/>
              <a:gd name="connsiteX503" fmla="*/ 5789011 w 6251734"/>
              <a:gd name="connsiteY503" fmla="*/ 3960491 h 5808721"/>
              <a:gd name="connsiteX504" fmla="*/ 5789011 w 6251734"/>
              <a:gd name="connsiteY504" fmla="*/ 3966491 h 5808721"/>
              <a:gd name="connsiteX505" fmla="*/ 5790725 w 6251734"/>
              <a:gd name="connsiteY505" fmla="*/ 3988780 h 5808721"/>
              <a:gd name="connsiteX506" fmla="*/ 5798440 w 6251734"/>
              <a:gd name="connsiteY506" fmla="*/ 3999924 h 5808721"/>
              <a:gd name="connsiteX507" fmla="*/ 5803584 w 6251734"/>
              <a:gd name="connsiteY507" fmla="*/ 4007639 h 5808721"/>
              <a:gd name="connsiteX508" fmla="*/ 5812157 w 6251734"/>
              <a:gd name="connsiteY508" fmla="*/ 4020498 h 5808721"/>
              <a:gd name="connsiteX509" fmla="*/ 5814728 w 6251734"/>
              <a:gd name="connsiteY509" fmla="*/ 4032499 h 5808721"/>
              <a:gd name="connsiteX510" fmla="*/ 5803584 w 6251734"/>
              <a:gd name="connsiteY510" fmla="*/ 4044501 h 5808721"/>
              <a:gd name="connsiteX511" fmla="*/ 5798440 w 6251734"/>
              <a:gd name="connsiteY511" fmla="*/ 4060789 h 5808721"/>
              <a:gd name="connsiteX512" fmla="*/ 5794154 w 6251734"/>
              <a:gd name="connsiteY512" fmla="*/ 4071075 h 5808721"/>
              <a:gd name="connsiteX513" fmla="*/ 5801012 w 6251734"/>
              <a:gd name="connsiteY513" fmla="*/ 4081363 h 5808721"/>
              <a:gd name="connsiteX514" fmla="*/ 5811299 w 6251734"/>
              <a:gd name="connsiteY514" fmla="*/ 4094221 h 5808721"/>
              <a:gd name="connsiteX515" fmla="*/ 5813871 w 6251734"/>
              <a:gd name="connsiteY515" fmla="*/ 4106223 h 5808721"/>
              <a:gd name="connsiteX516" fmla="*/ 5813871 w 6251734"/>
              <a:gd name="connsiteY516" fmla="*/ 4115653 h 5808721"/>
              <a:gd name="connsiteX517" fmla="*/ 5819015 w 6251734"/>
              <a:gd name="connsiteY517" fmla="*/ 4127654 h 5808721"/>
              <a:gd name="connsiteX518" fmla="*/ 5825873 w 6251734"/>
              <a:gd name="connsiteY518" fmla="*/ 4143942 h 5808721"/>
              <a:gd name="connsiteX519" fmla="*/ 5830159 w 6251734"/>
              <a:gd name="connsiteY519" fmla="*/ 4143942 h 5808721"/>
              <a:gd name="connsiteX520" fmla="*/ 5848161 w 6251734"/>
              <a:gd name="connsiteY520" fmla="*/ 4136227 h 5808721"/>
              <a:gd name="connsiteX521" fmla="*/ 5870450 w 6251734"/>
              <a:gd name="connsiteY521" fmla="*/ 4126797 h 5808721"/>
              <a:gd name="connsiteX522" fmla="*/ 5873878 w 6251734"/>
              <a:gd name="connsiteY522" fmla="*/ 4117367 h 5808721"/>
              <a:gd name="connsiteX523" fmla="*/ 5888452 w 6251734"/>
              <a:gd name="connsiteY523" fmla="*/ 4105365 h 5808721"/>
              <a:gd name="connsiteX524" fmla="*/ 5900453 w 6251734"/>
              <a:gd name="connsiteY524" fmla="*/ 4087363 h 5808721"/>
              <a:gd name="connsiteX525" fmla="*/ 5900453 w 6251734"/>
              <a:gd name="connsiteY525" fmla="*/ 4075362 h 5808721"/>
              <a:gd name="connsiteX526" fmla="*/ 5911598 w 6251734"/>
              <a:gd name="connsiteY526" fmla="*/ 4071933 h 5808721"/>
              <a:gd name="connsiteX527" fmla="*/ 5915884 w 6251734"/>
              <a:gd name="connsiteY527" fmla="*/ 4064218 h 5808721"/>
              <a:gd name="connsiteX528" fmla="*/ 5929600 w 6251734"/>
              <a:gd name="connsiteY528" fmla="*/ 4051359 h 5808721"/>
              <a:gd name="connsiteX529" fmla="*/ 5924456 w 6251734"/>
              <a:gd name="connsiteY529" fmla="*/ 4039358 h 5808721"/>
              <a:gd name="connsiteX530" fmla="*/ 5934743 w 6251734"/>
              <a:gd name="connsiteY530" fmla="*/ 4027356 h 5808721"/>
              <a:gd name="connsiteX531" fmla="*/ 5933886 w 6251734"/>
              <a:gd name="connsiteY531" fmla="*/ 4005925 h 5808721"/>
              <a:gd name="connsiteX532" fmla="*/ 5933886 w 6251734"/>
              <a:gd name="connsiteY532" fmla="*/ 3991351 h 5808721"/>
              <a:gd name="connsiteX533" fmla="*/ 5940744 w 6251734"/>
              <a:gd name="connsiteY533" fmla="*/ 3982779 h 5808721"/>
              <a:gd name="connsiteX534" fmla="*/ 5944173 w 6251734"/>
              <a:gd name="connsiteY534" fmla="*/ 3965634 h 5808721"/>
              <a:gd name="connsiteX535" fmla="*/ 5955317 w 6251734"/>
              <a:gd name="connsiteY535" fmla="*/ 3953632 h 5808721"/>
              <a:gd name="connsiteX536" fmla="*/ 5958746 w 6251734"/>
              <a:gd name="connsiteY536" fmla="*/ 3930487 h 5808721"/>
              <a:gd name="connsiteX537" fmla="*/ 5965604 w 6251734"/>
              <a:gd name="connsiteY537" fmla="*/ 3917628 h 5808721"/>
              <a:gd name="connsiteX538" fmla="*/ 5968176 w 6251734"/>
              <a:gd name="connsiteY538" fmla="*/ 3902197 h 5808721"/>
              <a:gd name="connsiteX539" fmla="*/ 5961318 w 6251734"/>
              <a:gd name="connsiteY539" fmla="*/ 3894482 h 5808721"/>
              <a:gd name="connsiteX540" fmla="*/ 5949317 w 6251734"/>
              <a:gd name="connsiteY540" fmla="*/ 3897054 h 5808721"/>
              <a:gd name="connsiteX541" fmla="*/ 5942458 w 6251734"/>
              <a:gd name="connsiteY541" fmla="*/ 3898768 h 5808721"/>
              <a:gd name="connsiteX542" fmla="*/ 5933029 w 6251734"/>
              <a:gd name="connsiteY542" fmla="*/ 3895339 h 5808721"/>
              <a:gd name="connsiteX543" fmla="*/ 5933029 w 6251734"/>
              <a:gd name="connsiteY543" fmla="*/ 3884195 h 5808721"/>
              <a:gd name="connsiteX544" fmla="*/ 5921885 w 6251734"/>
              <a:gd name="connsiteY544" fmla="*/ 3879909 h 5808721"/>
              <a:gd name="connsiteX545" fmla="*/ 5915884 w 6251734"/>
              <a:gd name="connsiteY545" fmla="*/ 3867050 h 5808721"/>
              <a:gd name="connsiteX546" fmla="*/ 5909883 w 6251734"/>
              <a:gd name="connsiteY546" fmla="*/ 3855049 h 5808721"/>
              <a:gd name="connsiteX547" fmla="*/ 5900453 w 6251734"/>
              <a:gd name="connsiteY547" fmla="*/ 3850762 h 5808721"/>
              <a:gd name="connsiteX548" fmla="*/ 5897024 w 6251734"/>
              <a:gd name="connsiteY548" fmla="*/ 3833617 h 5808721"/>
              <a:gd name="connsiteX549" fmla="*/ 5906454 w 6251734"/>
              <a:gd name="connsiteY549" fmla="*/ 3830188 h 5808721"/>
              <a:gd name="connsiteX550" fmla="*/ 5912455 w 6251734"/>
              <a:gd name="connsiteY550" fmla="*/ 3835332 h 5808721"/>
              <a:gd name="connsiteX551" fmla="*/ 5918455 w 6251734"/>
              <a:gd name="connsiteY551" fmla="*/ 3845619 h 5808721"/>
              <a:gd name="connsiteX552" fmla="*/ 5921027 w 6251734"/>
              <a:gd name="connsiteY552" fmla="*/ 3858478 h 5808721"/>
              <a:gd name="connsiteX553" fmla="*/ 5935600 w 6251734"/>
              <a:gd name="connsiteY553" fmla="*/ 3867907 h 5808721"/>
              <a:gd name="connsiteX554" fmla="*/ 5944173 w 6251734"/>
              <a:gd name="connsiteY554" fmla="*/ 3879052 h 5808721"/>
              <a:gd name="connsiteX555" fmla="*/ 5964747 w 6251734"/>
              <a:gd name="connsiteY555" fmla="*/ 3874766 h 5808721"/>
              <a:gd name="connsiteX556" fmla="*/ 5969033 w 6251734"/>
              <a:gd name="connsiteY556" fmla="*/ 3863621 h 5808721"/>
              <a:gd name="connsiteX557" fmla="*/ 5972462 w 6251734"/>
              <a:gd name="connsiteY557" fmla="*/ 3851620 h 5808721"/>
              <a:gd name="connsiteX558" fmla="*/ 5968176 w 6251734"/>
              <a:gd name="connsiteY558" fmla="*/ 3837046 h 5808721"/>
              <a:gd name="connsiteX559" fmla="*/ 5968176 w 6251734"/>
              <a:gd name="connsiteY559" fmla="*/ 3825045 h 5808721"/>
              <a:gd name="connsiteX560" fmla="*/ 5963890 w 6251734"/>
              <a:gd name="connsiteY560" fmla="*/ 3814758 h 5808721"/>
              <a:gd name="connsiteX561" fmla="*/ 5967319 w 6251734"/>
              <a:gd name="connsiteY561" fmla="*/ 3815615 h 5808721"/>
              <a:gd name="connsiteX562" fmla="*/ 5979320 w 6251734"/>
              <a:gd name="connsiteY562" fmla="*/ 3819901 h 5808721"/>
              <a:gd name="connsiteX563" fmla="*/ 5987893 w 6251734"/>
              <a:gd name="connsiteY563" fmla="*/ 3836189 h 5808721"/>
              <a:gd name="connsiteX564" fmla="*/ 5995608 w 6251734"/>
              <a:gd name="connsiteY564" fmla="*/ 3843904 h 5808721"/>
              <a:gd name="connsiteX565" fmla="*/ 6001609 w 6251734"/>
              <a:gd name="connsiteY565" fmla="*/ 3850762 h 5808721"/>
              <a:gd name="connsiteX566" fmla="*/ 6005895 w 6251734"/>
              <a:gd name="connsiteY566" fmla="*/ 3862764 h 5808721"/>
              <a:gd name="connsiteX567" fmla="*/ 6014468 w 6251734"/>
              <a:gd name="connsiteY567" fmla="*/ 3873051 h 5808721"/>
              <a:gd name="connsiteX568" fmla="*/ 6016182 w 6251734"/>
              <a:gd name="connsiteY568" fmla="*/ 3869622 h 5808721"/>
              <a:gd name="connsiteX569" fmla="*/ 5825350 w 6251734"/>
              <a:gd name="connsiteY569" fmla="*/ 3652510 h 5808721"/>
              <a:gd name="connsiteX570" fmla="*/ 5820840 w 6251734"/>
              <a:gd name="connsiteY570" fmla="*/ 3650383 h 5808721"/>
              <a:gd name="connsiteX571" fmla="*/ 5876805 w 6251734"/>
              <a:gd name="connsiteY571" fmla="*/ 3675659 h 5808721"/>
              <a:gd name="connsiteX572" fmla="*/ 5998180 w 6251734"/>
              <a:gd name="connsiteY572" fmla="*/ 4119082 h 5808721"/>
              <a:gd name="connsiteX573" fmla="*/ 5717002 w 6251734"/>
              <a:gd name="connsiteY573" fmla="*/ 4286246 h 5808721"/>
              <a:gd name="connsiteX574" fmla="*/ 5835302 w 6251734"/>
              <a:gd name="connsiteY574" fmla="*/ 4250241 h 5808721"/>
              <a:gd name="connsiteX575" fmla="*/ 5819015 w 6251734"/>
              <a:gd name="connsiteY575" fmla="*/ 4251098 h 5808721"/>
              <a:gd name="connsiteX576" fmla="*/ 5802727 w 6251734"/>
              <a:gd name="connsiteY576" fmla="*/ 4244240 h 5808721"/>
              <a:gd name="connsiteX577" fmla="*/ 5793297 w 6251734"/>
              <a:gd name="connsiteY577" fmla="*/ 4242525 h 5808721"/>
              <a:gd name="connsiteX578" fmla="*/ 5777867 w 6251734"/>
              <a:gd name="connsiteY578" fmla="*/ 4245098 h 5808721"/>
              <a:gd name="connsiteX579" fmla="*/ 5765865 w 6251734"/>
              <a:gd name="connsiteY579" fmla="*/ 4251098 h 5808721"/>
              <a:gd name="connsiteX580" fmla="*/ 5755578 w 6251734"/>
              <a:gd name="connsiteY580" fmla="*/ 4250241 h 5808721"/>
              <a:gd name="connsiteX581" fmla="*/ 5742719 w 6251734"/>
              <a:gd name="connsiteY581" fmla="*/ 4251098 h 5808721"/>
              <a:gd name="connsiteX582" fmla="*/ 5747005 w 6251734"/>
              <a:gd name="connsiteY582" fmla="*/ 4240811 h 5808721"/>
              <a:gd name="connsiteX583" fmla="*/ 5735861 w 6251734"/>
              <a:gd name="connsiteY583" fmla="*/ 4239097 h 5808721"/>
              <a:gd name="connsiteX584" fmla="*/ 5729003 w 6251734"/>
              <a:gd name="connsiteY584" fmla="*/ 4247669 h 5808721"/>
              <a:gd name="connsiteX585" fmla="*/ 5723003 w 6251734"/>
              <a:gd name="connsiteY585" fmla="*/ 4258813 h 5808721"/>
              <a:gd name="connsiteX586" fmla="*/ 5701571 w 6251734"/>
              <a:gd name="connsiteY586" fmla="*/ 4254527 h 5808721"/>
              <a:gd name="connsiteX587" fmla="*/ 5689569 w 6251734"/>
              <a:gd name="connsiteY587" fmla="*/ 4251956 h 5808721"/>
              <a:gd name="connsiteX588" fmla="*/ 5690426 w 6251734"/>
              <a:gd name="connsiteY588" fmla="*/ 4247669 h 5808721"/>
              <a:gd name="connsiteX589" fmla="*/ 5702427 w 6251734"/>
              <a:gd name="connsiteY589" fmla="*/ 4239097 h 5808721"/>
              <a:gd name="connsiteX590" fmla="*/ 5714430 w 6251734"/>
              <a:gd name="connsiteY590" fmla="*/ 4232239 h 5808721"/>
              <a:gd name="connsiteX591" fmla="*/ 5708429 w 6251734"/>
              <a:gd name="connsiteY591" fmla="*/ 4225380 h 5808721"/>
              <a:gd name="connsiteX592" fmla="*/ 5702427 w 6251734"/>
              <a:gd name="connsiteY592" fmla="*/ 4230524 h 5808721"/>
              <a:gd name="connsiteX593" fmla="*/ 5677567 w 6251734"/>
              <a:gd name="connsiteY593" fmla="*/ 4231381 h 5808721"/>
              <a:gd name="connsiteX594" fmla="*/ 5656993 w 6251734"/>
              <a:gd name="connsiteY594" fmla="*/ 4233096 h 5808721"/>
              <a:gd name="connsiteX595" fmla="*/ 5653564 w 6251734"/>
              <a:gd name="connsiteY595" fmla="*/ 4226238 h 5808721"/>
              <a:gd name="connsiteX596" fmla="*/ 5638991 w 6251734"/>
              <a:gd name="connsiteY596" fmla="*/ 4233096 h 5808721"/>
              <a:gd name="connsiteX597" fmla="*/ 5618417 w 6251734"/>
              <a:gd name="connsiteY597" fmla="*/ 4236525 h 5808721"/>
              <a:gd name="connsiteX598" fmla="*/ 5608130 w 6251734"/>
              <a:gd name="connsiteY598" fmla="*/ 4238239 h 5808721"/>
              <a:gd name="connsiteX599" fmla="*/ 5607273 w 6251734"/>
              <a:gd name="connsiteY599" fmla="*/ 4232239 h 5808721"/>
              <a:gd name="connsiteX600" fmla="*/ 5596986 w 6251734"/>
              <a:gd name="connsiteY600" fmla="*/ 4240811 h 5808721"/>
              <a:gd name="connsiteX601" fmla="*/ 5584984 w 6251734"/>
              <a:gd name="connsiteY601" fmla="*/ 4242525 h 5808721"/>
              <a:gd name="connsiteX602" fmla="*/ 5583270 w 6251734"/>
              <a:gd name="connsiteY602" fmla="*/ 4256242 h 5808721"/>
              <a:gd name="connsiteX603" fmla="*/ 5664709 w 6251734"/>
              <a:gd name="connsiteY603" fmla="*/ 4287103 h 5808721"/>
              <a:gd name="connsiteX604" fmla="*/ 5372386 w 6251734"/>
              <a:gd name="connsiteY604" fmla="*/ 3912484 h 5808721"/>
              <a:gd name="connsiteX605" fmla="*/ 5375815 w 6251734"/>
              <a:gd name="connsiteY605" fmla="*/ 3909913 h 5808721"/>
              <a:gd name="connsiteX606" fmla="*/ 5378387 w 6251734"/>
              <a:gd name="connsiteY606" fmla="*/ 3921057 h 5808721"/>
              <a:gd name="connsiteX607" fmla="*/ 5384388 w 6251734"/>
              <a:gd name="connsiteY607" fmla="*/ 3929629 h 5808721"/>
              <a:gd name="connsiteX608" fmla="*/ 5391246 w 6251734"/>
              <a:gd name="connsiteY608" fmla="*/ 3939059 h 5808721"/>
              <a:gd name="connsiteX609" fmla="*/ 5386959 w 6251734"/>
              <a:gd name="connsiteY609" fmla="*/ 3953632 h 5808721"/>
              <a:gd name="connsiteX610" fmla="*/ 5395532 w 6251734"/>
              <a:gd name="connsiteY610" fmla="*/ 3977636 h 5808721"/>
              <a:gd name="connsiteX611" fmla="*/ 5394675 w 6251734"/>
              <a:gd name="connsiteY611" fmla="*/ 4006782 h 5808721"/>
              <a:gd name="connsiteX612" fmla="*/ 5413534 w 6251734"/>
              <a:gd name="connsiteY612" fmla="*/ 4051359 h 5808721"/>
              <a:gd name="connsiteX613" fmla="*/ 5420392 w 6251734"/>
              <a:gd name="connsiteY613" fmla="*/ 4065932 h 5808721"/>
              <a:gd name="connsiteX614" fmla="*/ 5432394 w 6251734"/>
              <a:gd name="connsiteY614" fmla="*/ 4075362 h 5808721"/>
              <a:gd name="connsiteX615" fmla="*/ 5438394 w 6251734"/>
              <a:gd name="connsiteY615" fmla="*/ 4101079 h 5808721"/>
              <a:gd name="connsiteX616" fmla="*/ 5446110 w 6251734"/>
              <a:gd name="connsiteY616" fmla="*/ 4123368 h 5808721"/>
              <a:gd name="connsiteX617" fmla="*/ 5455539 w 6251734"/>
              <a:gd name="connsiteY617" fmla="*/ 4135369 h 5808721"/>
              <a:gd name="connsiteX618" fmla="*/ 5462397 w 6251734"/>
              <a:gd name="connsiteY618" fmla="*/ 4148228 h 5808721"/>
              <a:gd name="connsiteX619" fmla="*/ 5470113 w 6251734"/>
              <a:gd name="connsiteY619" fmla="*/ 4160230 h 5808721"/>
              <a:gd name="connsiteX620" fmla="*/ 5484686 w 6251734"/>
              <a:gd name="connsiteY620" fmla="*/ 4188519 h 5808721"/>
              <a:gd name="connsiteX621" fmla="*/ 5491544 w 6251734"/>
              <a:gd name="connsiteY621" fmla="*/ 4198806 h 5808721"/>
              <a:gd name="connsiteX622" fmla="*/ 5511261 w 6251734"/>
              <a:gd name="connsiteY622" fmla="*/ 4210808 h 5808721"/>
              <a:gd name="connsiteX623" fmla="*/ 5524119 w 6251734"/>
              <a:gd name="connsiteY623" fmla="*/ 4221094 h 5808721"/>
              <a:gd name="connsiteX624" fmla="*/ 5525834 w 6251734"/>
              <a:gd name="connsiteY624" fmla="*/ 4215094 h 5808721"/>
              <a:gd name="connsiteX625" fmla="*/ 5518119 w 6251734"/>
              <a:gd name="connsiteY625" fmla="*/ 4206521 h 5808721"/>
              <a:gd name="connsiteX626" fmla="*/ 5509546 w 6251734"/>
              <a:gd name="connsiteY626" fmla="*/ 4195377 h 5808721"/>
              <a:gd name="connsiteX627" fmla="*/ 5505260 w 6251734"/>
              <a:gd name="connsiteY627" fmla="*/ 4185947 h 5808721"/>
              <a:gd name="connsiteX628" fmla="*/ 5495830 w 6251734"/>
              <a:gd name="connsiteY628" fmla="*/ 4173088 h 5808721"/>
              <a:gd name="connsiteX629" fmla="*/ 5500117 w 6251734"/>
              <a:gd name="connsiteY629" fmla="*/ 4165373 h 5808721"/>
              <a:gd name="connsiteX630" fmla="*/ 5503546 w 6251734"/>
              <a:gd name="connsiteY630" fmla="*/ 4160230 h 5808721"/>
              <a:gd name="connsiteX631" fmla="*/ 5500117 w 6251734"/>
              <a:gd name="connsiteY631" fmla="*/ 4147371 h 5808721"/>
              <a:gd name="connsiteX632" fmla="*/ 5508689 w 6251734"/>
              <a:gd name="connsiteY632" fmla="*/ 4119082 h 5808721"/>
              <a:gd name="connsiteX633" fmla="*/ 5508689 w 6251734"/>
              <a:gd name="connsiteY633" fmla="*/ 4103651 h 5808721"/>
              <a:gd name="connsiteX634" fmla="*/ 5518119 w 6251734"/>
              <a:gd name="connsiteY634" fmla="*/ 4096793 h 5808721"/>
              <a:gd name="connsiteX635" fmla="*/ 5531835 w 6251734"/>
              <a:gd name="connsiteY635" fmla="*/ 4087363 h 5808721"/>
              <a:gd name="connsiteX636" fmla="*/ 5530120 w 6251734"/>
              <a:gd name="connsiteY636" fmla="*/ 4078791 h 5808721"/>
              <a:gd name="connsiteX637" fmla="*/ 5534407 w 6251734"/>
              <a:gd name="connsiteY637" fmla="*/ 4070218 h 5808721"/>
              <a:gd name="connsiteX638" fmla="*/ 5535264 w 6251734"/>
              <a:gd name="connsiteY638" fmla="*/ 4056503 h 5808721"/>
              <a:gd name="connsiteX639" fmla="*/ 5530977 w 6251734"/>
              <a:gd name="connsiteY639" fmla="*/ 4045358 h 5808721"/>
              <a:gd name="connsiteX640" fmla="*/ 5532692 w 6251734"/>
              <a:gd name="connsiteY640" fmla="*/ 4034214 h 5808721"/>
              <a:gd name="connsiteX641" fmla="*/ 5542122 w 6251734"/>
              <a:gd name="connsiteY641" fmla="*/ 4020498 h 5808721"/>
              <a:gd name="connsiteX642" fmla="*/ 5547265 w 6251734"/>
              <a:gd name="connsiteY642" fmla="*/ 4007639 h 5808721"/>
              <a:gd name="connsiteX643" fmla="*/ 5542122 w 6251734"/>
              <a:gd name="connsiteY643" fmla="*/ 4000781 h 5808721"/>
              <a:gd name="connsiteX644" fmla="*/ 5529263 w 6251734"/>
              <a:gd name="connsiteY644" fmla="*/ 3993923 h 5808721"/>
              <a:gd name="connsiteX645" fmla="*/ 5520691 w 6251734"/>
              <a:gd name="connsiteY645" fmla="*/ 3982779 h 5808721"/>
              <a:gd name="connsiteX646" fmla="*/ 5504403 w 6251734"/>
              <a:gd name="connsiteY646" fmla="*/ 3981922 h 5808721"/>
              <a:gd name="connsiteX647" fmla="*/ 5500974 w 6251734"/>
              <a:gd name="connsiteY647" fmla="*/ 3976778 h 5808721"/>
              <a:gd name="connsiteX648" fmla="*/ 5488115 w 6251734"/>
              <a:gd name="connsiteY648" fmla="*/ 3971635 h 5808721"/>
              <a:gd name="connsiteX649" fmla="*/ 5486401 w 6251734"/>
              <a:gd name="connsiteY649" fmla="*/ 3964777 h 5808721"/>
              <a:gd name="connsiteX650" fmla="*/ 5476971 w 6251734"/>
              <a:gd name="connsiteY650" fmla="*/ 3963062 h 5808721"/>
              <a:gd name="connsiteX651" fmla="*/ 5475256 w 6251734"/>
              <a:gd name="connsiteY651" fmla="*/ 3957061 h 5808721"/>
              <a:gd name="connsiteX652" fmla="*/ 5474399 w 6251734"/>
              <a:gd name="connsiteY652" fmla="*/ 3947632 h 5808721"/>
              <a:gd name="connsiteX653" fmla="*/ 5469256 w 6251734"/>
              <a:gd name="connsiteY653" fmla="*/ 3938202 h 5808721"/>
              <a:gd name="connsiteX654" fmla="*/ 5464969 w 6251734"/>
              <a:gd name="connsiteY654" fmla="*/ 3932201 h 5808721"/>
              <a:gd name="connsiteX655" fmla="*/ 5453825 w 6251734"/>
              <a:gd name="connsiteY655" fmla="*/ 3930487 h 5808721"/>
              <a:gd name="connsiteX656" fmla="*/ 5444395 w 6251734"/>
              <a:gd name="connsiteY656" fmla="*/ 3925343 h 5808721"/>
              <a:gd name="connsiteX657" fmla="*/ 5441824 w 6251734"/>
              <a:gd name="connsiteY657" fmla="*/ 3916771 h 5808721"/>
              <a:gd name="connsiteX658" fmla="*/ 5437537 w 6251734"/>
              <a:gd name="connsiteY658" fmla="*/ 3907341 h 5808721"/>
              <a:gd name="connsiteX659" fmla="*/ 5431536 w 6251734"/>
              <a:gd name="connsiteY659" fmla="*/ 3903055 h 5808721"/>
              <a:gd name="connsiteX660" fmla="*/ 5419535 w 6251734"/>
              <a:gd name="connsiteY660" fmla="*/ 3905626 h 5808721"/>
              <a:gd name="connsiteX661" fmla="*/ 5418678 w 6251734"/>
              <a:gd name="connsiteY661" fmla="*/ 3897911 h 5808721"/>
              <a:gd name="connsiteX662" fmla="*/ 5411820 w 6251734"/>
              <a:gd name="connsiteY662" fmla="*/ 3896197 h 5808721"/>
              <a:gd name="connsiteX663" fmla="*/ 5406676 w 6251734"/>
              <a:gd name="connsiteY663" fmla="*/ 3899626 h 5808721"/>
              <a:gd name="connsiteX664" fmla="*/ 5404104 w 6251734"/>
              <a:gd name="connsiteY664" fmla="*/ 3903055 h 5808721"/>
              <a:gd name="connsiteX665" fmla="*/ 5398104 w 6251734"/>
              <a:gd name="connsiteY665" fmla="*/ 3911627 h 5808721"/>
              <a:gd name="connsiteX666" fmla="*/ 5396389 w 6251734"/>
              <a:gd name="connsiteY666" fmla="*/ 3909913 h 5808721"/>
              <a:gd name="connsiteX667" fmla="*/ 5393817 w 6251734"/>
              <a:gd name="connsiteY667" fmla="*/ 3906484 h 5808721"/>
              <a:gd name="connsiteX668" fmla="*/ 5390389 w 6251734"/>
              <a:gd name="connsiteY668" fmla="*/ 3893625 h 5808721"/>
              <a:gd name="connsiteX669" fmla="*/ 5393817 w 6251734"/>
              <a:gd name="connsiteY669" fmla="*/ 3884195 h 5808721"/>
              <a:gd name="connsiteX670" fmla="*/ 5392960 w 6251734"/>
              <a:gd name="connsiteY670" fmla="*/ 3871336 h 5808721"/>
              <a:gd name="connsiteX671" fmla="*/ 5393817 w 6251734"/>
              <a:gd name="connsiteY671" fmla="*/ 3861049 h 5808721"/>
              <a:gd name="connsiteX672" fmla="*/ 5392960 w 6251734"/>
              <a:gd name="connsiteY672" fmla="*/ 3853334 h 5808721"/>
              <a:gd name="connsiteX673" fmla="*/ 5388674 w 6251734"/>
              <a:gd name="connsiteY673" fmla="*/ 3851620 h 5808721"/>
              <a:gd name="connsiteX674" fmla="*/ 5402390 w 6251734"/>
              <a:gd name="connsiteY674" fmla="*/ 3815615 h 5808721"/>
              <a:gd name="connsiteX675" fmla="*/ 5400676 w 6251734"/>
              <a:gd name="connsiteY675" fmla="*/ 3826759 h 5808721"/>
              <a:gd name="connsiteX676" fmla="*/ 5399818 w 6251734"/>
              <a:gd name="connsiteY676" fmla="*/ 3833617 h 5808721"/>
              <a:gd name="connsiteX677" fmla="*/ 5398961 w 6251734"/>
              <a:gd name="connsiteY677" fmla="*/ 3841333 h 5808721"/>
              <a:gd name="connsiteX678" fmla="*/ 5401533 w 6251734"/>
              <a:gd name="connsiteY678" fmla="*/ 3842190 h 5808721"/>
              <a:gd name="connsiteX679" fmla="*/ 5406676 w 6251734"/>
              <a:gd name="connsiteY679" fmla="*/ 3845619 h 5808721"/>
              <a:gd name="connsiteX680" fmla="*/ 5408391 w 6251734"/>
              <a:gd name="connsiteY680" fmla="*/ 3845619 h 5808721"/>
              <a:gd name="connsiteX681" fmla="*/ 5412677 w 6251734"/>
              <a:gd name="connsiteY681" fmla="*/ 3850762 h 5808721"/>
              <a:gd name="connsiteX682" fmla="*/ 5411820 w 6251734"/>
              <a:gd name="connsiteY682" fmla="*/ 3857621 h 5808721"/>
              <a:gd name="connsiteX683" fmla="*/ 5413534 w 6251734"/>
              <a:gd name="connsiteY683" fmla="*/ 3859335 h 5808721"/>
              <a:gd name="connsiteX684" fmla="*/ 5418678 w 6251734"/>
              <a:gd name="connsiteY684" fmla="*/ 3861907 h 5808721"/>
              <a:gd name="connsiteX685" fmla="*/ 5425536 w 6251734"/>
              <a:gd name="connsiteY685" fmla="*/ 3861049 h 5808721"/>
              <a:gd name="connsiteX686" fmla="*/ 5428965 w 6251734"/>
              <a:gd name="connsiteY686" fmla="*/ 3865336 h 5808721"/>
              <a:gd name="connsiteX687" fmla="*/ 5430679 w 6251734"/>
              <a:gd name="connsiteY687" fmla="*/ 3868765 h 5808721"/>
              <a:gd name="connsiteX688" fmla="*/ 5434108 w 6251734"/>
              <a:gd name="connsiteY688" fmla="*/ 3865336 h 5808721"/>
              <a:gd name="connsiteX689" fmla="*/ 5435823 w 6251734"/>
              <a:gd name="connsiteY689" fmla="*/ 3861049 h 5808721"/>
              <a:gd name="connsiteX690" fmla="*/ 5432394 w 6251734"/>
              <a:gd name="connsiteY690" fmla="*/ 3858478 h 5808721"/>
              <a:gd name="connsiteX691" fmla="*/ 5427250 w 6251734"/>
              <a:gd name="connsiteY691" fmla="*/ 3855049 h 5808721"/>
              <a:gd name="connsiteX692" fmla="*/ 5421249 w 6251734"/>
              <a:gd name="connsiteY692" fmla="*/ 3853334 h 5808721"/>
              <a:gd name="connsiteX693" fmla="*/ 5415249 w 6251734"/>
              <a:gd name="connsiteY693" fmla="*/ 3852477 h 5808721"/>
              <a:gd name="connsiteX694" fmla="*/ 5415249 w 6251734"/>
              <a:gd name="connsiteY694" fmla="*/ 3845619 h 5808721"/>
              <a:gd name="connsiteX695" fmla="*/ 5415249 w 6251734"/>
              <a:gd name="connsiteY695" fmla="*/ 3837904 h 5808721"/>
              <a:gd name="connsiteX696" fmla="*/ 5410962 w 6251734"/>
              <a:gd name="connsiteY696" fmla="*/ 3837046 h 5808721"/>
              <a:gd name="connsiteX697" fmla="*/ 5406676 w 6251734"/>
              <a:gd name="connsiteY697" fmla="*/ 3833617 h 5808721"/>
              <a:gd name="connsiteX698" fmla="*/ 5410105 w 6251734"/>
              <a:gd name="connsiteY698" fmla="*/ 3826759 h 5808721"/>
              <a:gd name="connsiteX699" fmla="*/ 5420392 w 6251734"/>
              <a:gd name="connsiteY699" fmla="*/ 3822473 h 5808721"/>
              <a:gd name="connsiteX700" fmla="*/ 5425536 w 6251734"/>
              <a:gd name="connsiteY700" fmla="*/ 3818187 h 5808721"/>
              <a:gd name="connsiteX701" fmla="*/ 5428965 w 6251734"/>
              <a:gd name="connsiteY701" fmla="*/ 3810472 h 5808721"/>
              <a:gd name="connsiteX702" fmla="*/ 5432394 w 6251734"/>
              <a:gd name="connsiteY702" fmla="*/ 3801899 h 5808721"/>
              <a:gd name="connsiteX703" fmla="*/ 5434108 w 6251734"/>
              <a:gd name="connsiteY703" fmla="*/ 3792469 h 5808721"/>
              <a:gd name="connsiteX704" fmla="*/ 5439252 w 6251734"/>
              <a:gd name="connsiteY704" fmla="*/ 3785611 h 5808721"/>
              <a:gd name="connsiteX705" fmla="*/ 5451253 w 6251734"/>
              <a:gd name="connsiteY705" fmla="*/ 3776182 h 5808721"/>
              <a:gd name="connsiteX706" fmla="*/ 5458111 w 6251734"/>
              <a:gd name="connsiteY706" fmla="*/ 3770181 h 5808721"/>
              <a:gd name="connsiteX707" fmla="*/ 5460683 w 6251734"/>
              <a:gd name="connsiteY707" fmla="*/ 3764180 h 5808721"/>
              <a:gd name="connsiteX708" fmla="*/ 5466684 w 6251734"/>
              <a:gd name="connsiteY708" fmla="*/ 3761608 h 5808721"/>
              <a:gd name="connsiteX709" fmla="*/ 5474399 w 6251734"/>
              <a:gd name="connsiteY709" fmla="*/ 3757322 h 5808721"/>
              <a:gd name="connsiteX710" fmla="*/ 5476971 w 6251734"/>
              <a:gd name="connsiteY710" fmla="*/ 3749607 h 5808721"/>
              <a:gd name="connsiteX711" fmla="*/ 5479542 w 6251734"/>
              <a:gd name="connsiteY711" fmla="*/ 3747035 h 5808721"/>
              <a:gd name="connsiteX712" fmla="*/ 5488115 w 6251734"/>
              <a:gd name="connsiteY712" fmla="*/ 3741034 h 5808721"/>
              <a:gd name="connsiteX713" fmla="*/ 5491544 w 6251734"/>
              <a:gd name="connsiteY713" fmla="*/ 3738463 h 5808721"/>
              <a:gd name="connsiteX714" fmla="*/ 5498402 w 6251734"/>
              <a:gd name="connsiteY714" fmla="*/ 3739320 h 5808721"/>
              <a:gd name="connsiteX715" fmla="*/ 5507832 w 6251734"/>
              <a:gd name="connsiteY715" fmla="*/ 3741892 h 5808721"/>
              <a:gd name="connsiteX716" fmla="*/ 5512975 w 6251734"/>
              <a:gd name="connsiteY716" fmla="*/ 3741034 h 5808721"/>
              <a:gd name="connsiteX717" fmla="*/ 5514690 w 6251734"/>
              <a:gd name="connsiteY717" fmla="*/ 3735034 h 5808721"/>
              <a:gd name="connsiteX718" fmla="*/ 5513832 w 6251734"/>
              <a:gd name="connsiteY718" fmla="*/ 3731605 h 5808721"/>
              <a:gd name="connsiteX719" fmla="*/ 5509546 w 6251734"/>
              <a:gd name="connsiteY719" fmla="*/ 3729890 h 5808721"/>
              <a:gd name="connsiteX720" fmla="*/ 5511261 w 6251734"/>
              <a:gd name="connsiteY720" fmla="*/ 3723032 h 5808721"/>
              <a:gd name="connsiteX721" fmla="*/ 5517262 w 6251734"/>
              <a:gd name="connsiteY721" fmla="*/ 3718746 h 5808721"/>
              <a:gd name="connsiteX722" fmla="*/ 5525834 w 6251734"/>
              <a:gd name="connsiteY722" fmla="*/ 3713602 h 5808721"/>
              <a:gd name="connsiteX723" fmla="*/ 5530977 w 6251734"/>
              <a:gd name="connsiteY723" fmla="*/ 3717889 h 5808721"/>
              <a:gd name="connsiteX724" fmla="*/ 5531835 w 6251734"/>
              <a:gd name="connsiteY724" fmla="*/ 3720461 h 5808721"/>
              <a:gd name="connsiteX725" fmla="*/ 5524977 w 6251734"/>
              <a:gd name="connsiteY725" fmla="*/ 3724747 h 5808721"/>
              <a:gd name="connsiteX726" fmla="*/ 5528406 w 6251734"/>
              <a:gd name="connsiteY726" fmla="*/ 3730747 h 5808721"/>
              <a:gd name="connsiteX727" fmla="*/ 5536978 w 6251734"/>
              <a:gd name="connsiteY727" fmla="*/ 3730747 h 5808721"/>
              <a:gd name="connsiteX728" fmla="*/ 5542122 w 6251734"/>
              <a:gd name="connsiteY728" fmla="*/ 3727318 h 5808721"/>
              <a:gd name="connsiteX729" fmla="*/ 5543836 w 6251734"/>
              <a:gd name="connsiteY729" fmla="*/ 3723032 h 5808721"/>
              <a:gd name="connsiteX730" fmla="*/ 5543836 w 6251734"/>
              <a:gd name="connsiteY730" fmla="*/ 3716174 h 5808721"/>
              <a:gd name="connsiteX731" fmla="*/ 5542979 w 6251734"/>
              <a:gd name="connsiteY731" fmla="*/ 3710173 h 5808721"/>
              <a:gd name="connsiteX732" fmla="*/ 5545551 w 6251734"/>
              <a:gd name="connsiteY732" fmla="*/ 3705887 h 5808721"/>
              <a:gd name="connsiteX733" fmla="*/ 5548980 w 6251734"/>
              <a:gd name="connsiteY733" fmla="*/ 3703316 h 5808721"/>
              <a:gd name="connsiteX734" fmla="*/ 5551552 w 6251734"/>
              <a:gd name="connsiteY734" fmla="*/ 3699029 h 5808721"/>
              <a:gd name="connsiteX735" fmla="*/ 5551552 w 6251734"/>
              <a:gd name="connsiteY735" fmla="*/ 3692171 h 5808721"/>
              <a:gd name="connsiteX736" fmla="*/ 5557552 w 6251734"/>
              <a:gd name="connsiteY736" fmla="*/ 3683599 h 5808721"/>
              <a:gd name="connsiteX737" fmla="*/ 5560124 w 6251734"/>
              <a:gd name="connsiteY737" fmla="*/ 3679312 h 5808721"/>
              <a:gd name="connsiteX738" fmla="*/ 5552409 w 6251734"/>
              <a:gd name="connsiteY738" fmla="*/ 3675883 h 5808721"/>
              <a:gd name="connsiteX739" fmla="*/ 5522218 w 6251734"/>
              <a:gd name="connsiteY739" fmla="*/ 3685527 h 5808721"/>
              <a:gd name="connsiteX740" fmla="*/ 5496913 w 6251734"/>
              <a:gd name="connsiteY740" fmla="*/ 3702672 h 5808721"/>
              <a:gd name="connsiteX741" fmla="*/ 5518815 w 6251734"/>
              <a:gd name="connsiteY741" fmla="*/ 3683786 h 5808721"/>
              <a:gd name="connsiteX742" fmla="*/ 5647564 w 6251734"/>
              <a:gd name="connsiteY742" fmla="*/ 3633878 h 5808721"/>
              <a:gd name="connsiteX743" fmla="*/ 5699857 w 6251734"/>
              <a:gd name="connsiteY743" fmla="*/ 3627877 h 5808721"/>
              <a:gd name="connsiteX744" fmla="*/ 4861612 w 6251734"/>
              <a:gd name="connsiteY744" fmla="*/ 3580313 h 5808721"/>
              <a:gd name="connsiteX745" fmla="*/ 4631722 w 6251734"/>
              <a:gd name="connsiteY745" fmla="*/ 3723889 h 5808721"/>
              <a:gd name="connsiteX746" fmla="*/ 4753451 w 6251734"/>
              <a:gd name="connsiteY746" fmla="*/ 4048788 h 5808721"/>
              <a:gd name="connsiteX747" fmla="*/ 5078350 w 6251734"/>
              <a:gd name="connsiteY747" fmla="*/ 3927058 h 5808721"/>
              <a:gd name="connsiteX748" fmla="*/ 4956620 w 6251734"/>
              <a:gd name="connsiteY748" fmla="*/ 3602159 h 5808721"/>
              <a:gd name="connsiteX749" fmla="*/ 4861612 w 6251734"/>
              <a:gd name="connsiteY749" fmla="*/ 3580313 h 5808721"/>
              <a:gd name="connsiteX750" fmla="*/ 4863113 w 6251734"/>
              <a:gd name="connsiteY750" fmla="*/ 3524739 h 5808721"/>
              <a:gd name="connsiteX751" fmla="*/ 4979766 w 6251734"/>
              <a:gd name="connsiteY751" fmla="*/ 3551582 h 5808721"/>
              <a:gd name="connsiteX752" fmla="*/ 5128928 w 6251734"/>
              <a:gd name="connsiteY752" fmla="*/ 3950204 h 5808721"/>
              <a:gd name="connsiteX753" fmla="*/ 4788185 w 6251734"/>
              <a:gd name="connsiteY753" fmla="*/ 4118835 h 5808721"/>
              <a:gd name="connsiteX754" fmla="*/ 4769854 w 6251734"/>
              <a:gd name="connsiteY754" fmla="*/ 4112669 h 5808721"/>
              <a:gd name="connsiteX755" fmla="*/ 4736576 w 6251734"/>
              <a:gd name="connsiteY755" fmla="*/ 4185841 h 5808721"/>
              <a:gd name="connsiteX756" fmla="*/ 4739414 w 6251734"/>
              <a:gd name="connsiteY756" fmla="*/ 4190448 h 5808721"/>
              <a:gd name="connsiteX757" fmla="*/ 4738021 w 6251734"/>
              <a:gd name="connsiteY757" fmla="*/ 4240811 h 5808721"/>
              <a:gd name="connsiteX758" fmla="*/ 4623149 w 6251734"/>
              <a:gd name="connsiteY758" fmla="*/ 4492842 h 5808721"/>
              <a:gd name="connsiteX759" fmla="*/ 4536567 w 6251734"/>
              <a:gd name="connsiteY759" fmla="*/ 4525418 h 5808721"/>
              <a:gd name="connsiteX760" fmla="*/ 4503991 w 6251734"/>
              <a:gd name="connsiteY760" fmla="*/ 4438835 h 5808721"/>
              <a:gd name="connsiteX761" fmla="*/ 4618863 w 6251734"/>
              <a:gd name="connsiteY761" fmla="*/ 4186804 h 5808721"/>
              <a:gd name="connsiteX762" fmla="*/ 4643847 w 6251734"/>
              <a:gd name="connsiteY762" fmla="*/ 4158339 h 5808721"/>
              <a:gd name="connsiteX763" fmla="*/ 4661831 w 6251734"/>
              <a:gd name="connsiteY763" fmla="*/ 4153470 h 5808721"/>
              <a:gd name="connsiteX764" fmla="*/ 4695622 w 6251734"/>
              <a:gd name="connsiteY764" fmla="*/ 4079170 h 5808721"/>
              <a:gd name="connsiteX765" fmla="*/ 4677765 w 6251734"/>
              <a:gd name="connsiteY765" fmla="*/ 4068771 h 5808721"/>
              <a:gd name="connsiteX766" fmla="*/ 4581144 w 6251734"/>
              <a:gd name="connsiteY766" fmla="*/ 3700743 h 5808721"/>
              <a:gd name="connsiteX767" fmla="*/ 4863113 w 6251734"/>
              <a:gd name="connsiteY767" fmla="*/ 3524739 h 5808721"/>
              <a:gd name="connsiteX768" fmla="*/ 1544765 w 6251734"/>
              <a:gd name="connsiteY768" fmla="*/ 3428138 h 5808721"/>
              <a:gd name="connsiteX769" fmla="*/ 1620204 w 6251734"/>
              <a:gd name="connsiteY769" fmla="*/ 3555010 h 5808721"/>
              <a:gd name="connsiteX770" fmla="*/ 1532764 w 6251734"/>
              <a:gd name="connsiteY770" fmla="*/ 3615018 h 5808721"/>
              <a:gd name="connsiteX771" fmla="*/ 1646779 w 6251734"/>
              <a:gd name="connsiteY771" fmla="*/ 3561011 h 5808721"/>
              <a:gd name="connsiteX772" fmla="*/ 1544765 w 6251734"/>
              <a:gd name="connsiteY772" fmla="*/ 3428138 h 5808721"/>
              <a:gd name="connsiteX773" fmla="*/ 408910 w 6251734"/>
              <a:gd name="connsiteY773" fmla="*/ 3284263 h 5808721"/>
              <a:gd name="connsiteX774" fmla="*/ 393653 w 6251734"/>
              <a:gd name="connsiteY774" fmla="*/ 3296390 h 5808721"/>
              <a:gd name="connsiteX775" fmla="*/ 334836 w 6251734"/>
              <a:gd name="connsiteY775" fmla="*/ 3335610 h 5808721"/>
              <a:gd name="connsiteX776" fmla="*/ 325136 w 6251734"/>
              <a:gd name="connsiteY776" fmla="*/ 3340789 h 5808721"/>
              <a:gd name="connsiteX777" fmla="*/ 330318 w 6251734"/>
              <a:gd name="connsiteY777" fmla="*/ 3354497 h 5808721"/>
              <a:gd name="connsiteX778" fmla="*/ 408051 w 6251734"/>
              <a:gd name="connsiteY778" fmla="*/ 3427281 h 5808721"/>
              <a:gd name="connsiteX779" fmla="*/ 478438 w 6251734"/>
              <a:gd name="connsiteY779" fmla="*/ 3369010 h 5808721"/>
              <a:gd name="connsiteX780" fmla="*/ 491268 w 6251734"/>
              <a:gd name="connsiteY780" fmla="*/ 3340334 h 5808721"/>
              <a:gd name="connsiteX781" fmla="*/ 481268 w 6251734"/>
              <a:gd name="connsiteY781" fmla="*/ 3334978 h 5808721"/>
              <a:gd name="connsiteX782" fmla="*/ 385103 w 6251734"/>
              <a:gd name="connsiteY782" fmla="*/ 3234417 h 5808721"/>
              <a:gd name="connsiteX783" fmla="*/ 394907 w 6251734"/>
              <a:gd name="connsiteY783" fmla="*/ 3243179 h 5808721"/>
              <a:gd name="connsiteX784" fmla="*/ 407331 w 6251734"/>
              <a:gd name="connsiteY784" fmla="*/ 3251843 h 5808721"/>
              <a:gd name="connsiteX785" fmla="*/ 427247 w 6251734"/>
              <a:gd name="connsiteY785" fmla="*/ 3234680 h 5808721"/>
              <a:gd name="connsiteX786" fmla="*/ 408051 w 6251734"/>
              <a:gd name="connsiteY786" fmla="*/ 3236114 h 5808721"/>
              <a:gd name="connsiteX787" fmla="*/ 293992 w 6251734"/>
              <a:gd name="connsiteY787" fmla="*/ 3227681 h 5808721"/>
              <a:gd name="connsiteX788" fmla="*/ 310863 w 6251734"/>
              <a:gd name="connsiteY788" fmla="*/ 3303036 h 5808721"/>
              <a:gd name="connsiteX789" fmla="*/ 314200 w 6251734"/>
              <a:gd name="connsiteY789" fmla="*/ 3311864 h 5808721"/>
              <a:gd name="connsiteX790" fmla="*/ 346623 w 6251734"/>
              <a:gd name="connsiteY790" fmla="*/ 3294552 h 5808721"/>
              <a:gd name="connsiteX791" fmla="*/ 386844 w 6251734"/>
              <a:gd name="connsiteY791" fmla="*/ 3267724 h 5808721"/>
              <a:gd name="connsiteX792" fmla="*/ 346453 w 6251734"/>
              <a:gd name="connsiteY792" fmla="*/ 3231560 h 5808721"/>
              <a:gd name="connsiteX793" fmla="*/ 521204 w 6251734"/>
              <a:gd name="connsiteY793" fmla="*/ 3227662 h 5808721"/>
              <a:gd name="connsiteX794" fmla="*/ 472442 w 6251734"/>
              <a:gd name="connsiteY794" fmla="*/ 3231304 h 5808721"/>
              <a:gd name="connsiteX795" fmla="*/ 454017 w 6251734"/>
              <a:gd name="connsiteY795" fmla="*/ 3248411 h 5808721"/>
              <a:gd name="connsiteX796" fmla="*/ 429899 w 6251734"/>
              <a:gd name="connsiteY796" fmla="*/ 3267581 h 5808721"/>
              <a:gd name="connsiteX797" fmla="*/ 469481 w 6251734"/>
              <a:gd name="connsiteY797" fmla="*/ 3295183 h 5808721"/>
              <a:gd name="connsiteX798" fmla="*/ 501667 w 6251734"/>
              <a:gd name="connsiteY798" fmla="*/ 3312302 h 5808721"/>
              <a:gd name="connsiteX799" fmla="*/ 512504 w 6251734"/>
              <a:gd name="connsiteY799" fmla="*/ 3276718 h 5808721"/>
              <a:gd name="connsiteX800" fmla="*/ 645944 w 6251734"/>
              <a:gd name="connsiteY800" fmla="*/ 3207392 h 5808721"/>
              <a:gd name="connsiteX801" fmla="*/ 636239 w 6251734"/>
              <a:gd name="connsiteY801" fmla="*/ 3210346 h 5808721"/>
              <a:gd name="connsiteX802" fmla="*/ 566924 w 6251734"/>
              <a:gd name="connsiteY802" fmla="*/ 3224247 h 5808721"/>
              <a:gd name="connsiteX803" fmla="*/ 548148 w 6251734"/>
              <a:gd name="connsiteY803" fmla="*/ 3225649 h 5808721"/>
              <a:gd name="connsiteX804" fmla="*/ 532529 w 6251734"/>
              <a:gd name="connsiteY804" fmla="*/ 3314283 h 5808721"/>
              <a:gd name="connsiteX805" fmla="*/ 529280 w 6251734"/>
              <a:gd name="connsiteY805" fmla="*/ 3325012 h 5808721"/>
              <a:gd name="connsiteX806" fmla="*/ 558887 w 6251734"/>
              <a:gd name="connsiteY806" fmla="*/ 3336294 h 5808721"/>
              <a:gd name="connsiteX807" fmla="*/ 649797 w 6251734"/>
              <a:gd name="connsiteY807" fmla="*/ 3327840 h 5808721"/>
              <a:gd name="connsiteX808" fmla="*/ 658251 w 6251734"/>
              <a:gd name="connsiteY808" fmla="*/ 3236553 h 5808721"/>
              <a:gd name="connsiteX809" fmla="*/ 169104 w 6251734"/>
              <a:gd name="connsiteY809" fmla="*/ 3206549 h 5808721"/>
              <a:gd name="connsiteX810" fmla="*/ 157854 w 6251734"/>
              <a:gd name="connsiteY810" fmla="*/ 3236073 h 5808721"/>
              <a:gd name="connsiteX811" fmla="*/ 166307 w 6251734"/>
              <a:gd name="connsiteY811" fmla="*/ 3326984 h 5808721"/>
              <a:gd name="connsiteX812" fmla="*/ 257218 w 6251734"/>
              <a:gd name="connsiteY812" fmla="*/ 3335814 h 5808721"/>
              <a:gd name="connsiteX813" fmla="*/ 287649 w 6251734"/>
              <a:gd name="connsiteY813" fmla="*/ 3324179 h 5808721"/>
              <a:gd name="connsiteX814" fmla="*/ 269900 w 6251734"/>
              <a:gd name="connsiteY814" fmla="*/ 3244968 h 5808721"/>
              <a:gd name="connsiteX815" fmla="*/ 268468 w 6251734"/>
              <a:gd name="connsiteY815" fmla="*/ 3225793 h 5808721"/>
              <a:gd name="connsiteX816" fmla="*/ 249179 w 6251734"/>
              <a:gd name="connsiteY816" fmla="*/ 3224367 h 5808721"/>
              <a:gd name="connsiteX817" fmla="*/ 288917 w 6251734"/>
              <a:gd name="connsiteY817" fmla="*/ 3177713 h 5808721"/>
              <a:gd name="connsiteX818" fmla="*/ 290802 w 6251734"/>
              <a:gd name="connsiteY818" fmla="*/ 3203043 h 5808721"/>
              <a:gd name="connsiteX819" fmla="*/ 316853 w 6251734"/>
              <a:gd name="connsiteY819" fmla="*/ 3205057 h 5808721"/>
              <a:gd name="connsiteX820" fmla="*/ 301752 w 6251734"/>
              <a:gd name="connsiteY820" fmla="*/ 3191537 h 5808721"/>
              <a:gd name="connsiteX821" fmla="*/ 528974 w 6251734"/>
              <a:gd name="connsiteY821" fmla="*/ 3176635 h 5808721"/>
              <a:gd name="connsiteX822" fmla="*/ 514351 w 6251734"/>
              <a:gd name="connsiteY822" fmla="*/ 3192395 h 5808721"/>
              <a:gd name="connsiteX823" fmla="*/ 500527 w 6251734"/>
              <a:gd name="connsiteY823" fmla="*/ 3205229 h 5808721"/>
              <a:gd name="connsiteX824" fmla="*/ 525512 w 6251734"/>
              <a:gd name="connsiteY824" fmla="*/ 3203370 h 5808721"/>
              <a:gd name="connsiteX825" fmla="*/ 528388 w 6251734"/>
              <a:gd name="connsiteY825" fmla="*/ 3187154 h 5808721"/>
              <a:gd name="connsiteX826" fmla="*/ 1459898 w 6251734"/>
              <a:gd name="connsiteY826" fmla="*/ 3111812 h 5808721"/>
              <a:gd name="connsiteX827" fmla="*/ 1537907 w 6251734"/>
              <a:gd name="connsiteY827" fmla="*/ 3141816 h 5808721"/>
              <a:gd name="connsiteX828" fmla="*/ 1537907 w 6251734"/>
              <a:gd name="connsiteY828" fmla="*/ 3143530 h 5808721"/>
              <a:gd name="connsiteX829" fmla="*/ 1540479 w 6251734"/>
              <a:gd name="connsiteY829" fmla="*/ 3143530 h 5808721"/>
              <a:gd name="connsiteX830" fmla="*/ 1540479 w 6251734"/>
              <a:gd name="connsiteY830" fmla="*/ 3199252 h 5808721"/>
              <a:gd name="connsiteX831" fmla="*/ 1537907 w 6251734"/>
              <a:gd name="connsiteY831" fmla="*/ 3199252 h 5808721"/>
              <a:gd name="connsiteX832" fmla="*/ 1525048 w 6251734"/>
              <a:gd name="connsiteY832" fmla="*/ 3216397 h 5808721"/>
              <a:gd name="connsiteX833" fmla="*/ 1525048 w 6251734"/>
              <a:gd name="connsiteY833" fmla="*/ 3344127 h 5808721"/>
              <a:gd name="connsiteX834" fmla="*/ 1537050 w 6251734"/>
              <a:gd name="connsiteY834" fmla="*/ 3375845 h 5808721"/>
              <a:gd name="connsiteX835" fmla="*/ 1658780 w 6251734"/>
              <a:gd name="connsiteY835" fmla="*/ 3612446 h 5808721"/>
              <a:gd name="connsiteX836" fmla="*/ 1461612 w 6251734"/>
              <a:gd name="connsiteY836" fmla="*/ 3655309 h 5808721"/>
              <a:gd name="connsiteX837" fmla="*/ 1263587 w 6251734"/>
              <a:gd name="connsiteY837" fmla="*/ 3612446 h 5808721"/>
              <a:gd name="connsiteX838" fmla="*/ 1387888 w 6251734"/>
              <a:gd name="connsiteY838" fmla="*/ 3374988 h 5808721"/>
              <a:gd name="connsiteX839" fmla="*/ 1405033 w 6251734"/>
              <a:gd name="connsiteY839" fmla="*/ 3343270 h 5808721"/>
              <a:gd name="connsiteX840" fmla="*/ 1405033 w 6251734"/>
              <a:gd name="connsiteY840" fmla="*/ 3216397 h 5808721"/>
              <a:gd name="connsiteX841" fmla="*/ 1382745 w 6251734"/>
              <a:gd name="connsiteY841" fmla="*/ 3199252 h 5808721"/>
              <a:gd name="connsiteX842" fmla="*/ 1381030 w 6251734"/>
              <a:gd name="connsiteY842" fmla="*/ 3199252 h 5808721"/>
              <a:gd name="connsiteX843" fmla="*/ 1381030 w 6251734"/>
              <a:gd name="connsiteY843" fmla="*/ 3143530 h 5808721"/>
              <a:gd name="connsiteX844" fmla="*/ 1381888 w 6251734"/>
              <a:gd name="connsiteY844" fmla="*/ 3143530 h 5808721"/>
              <a:gd name="connsiteX845" fmla="*/ 1381888 w 6251734"/>
              <a:gd name="connsiteY845" fmla="*/ 3141816 h 5808721"/>
              <a:gd name="connsiteX846" fmla="*/ 1459898 w 6251734"/>
              <a:gd name="connsiteY846" fmla="*/ 3111812 h 5808721"/>
              <a:gd name="connsiteX847" fmla="*/ 590102 w 6251734"/>
              <a:gd name="connsiteY847" fmla="*/ 3107161 h 5808721"/>
              <a:gd name="connsiteX848" fmla="*/ 570367 w 6251734"/>
              <a:gd name="connsiteY848" fmla="*/ 3132026 h 5808721"/>
              <a:gd name="connsiteX849" fmla="*/ 554587 w 6251734"/>
              <a:gd name="connsiteY849" fmla="*/ 3149033 h 5808721"/>
              <a:gd name="connsiteX850" fmla="*/ 551759 w 6251734"/>
              <a:gd name="connsiteY850" fmla="*/ 3200115 h 5808721"/>
              <a:gd name="connsiteX851" fmla="*/ 599532 w 6251734"/>
              <a:gd name="connsiteY851" fmla="*/ 3190547 h 5808721"/>
              <a:gd name="connsiteX852" fmla="*/ 634360 w 6251734"/>
              <a:gd name="connsiteY852" fmla="*/ 3179941 h 5808721"/>
              <a:gd name="connsiteX853" fmla="*/ 630590 w 6251734"/>
              <a:gd name="connsiteY853" fmla="*/ 3171008 h 5808721"/>
              <a:gd name="connsiteX854" fmla="*/ 226426 w 6251734"/>
              <a:gd name="connsiteY854" fmla="*/ 3105365 h 5808721"/>
              <a:gd name="connsiteX855" fmla="*/ 198965 w 6251734"/>
              <a:gd name="connsiteY855" fmla="*/ 3146668 h 5808721"/>
              <a:gd name="connsiteX856" fmla="*/ 181775 w 6251734"/>
              <a:gd name="connsiteY856" fmla="*/ 3178985 h 5808721"/>
              <a:gd name="connsiteX857" fmla="*/ 216948 w 6251734"/>
              <a:gd name="connsiteY857" fmla="*/ 3190170 h 5808721"/>
              <a:gd name="connsiteX858" fmla="*/ 266550 w 6251734"/>
              <a:gd name="connsiteY858" fmla="*/ 3200120 h 5808721"/>
              <a:gd name="connsiteX859" fmla="*/ 262773 w 6251734"/>
              <a:gd name="connsiteY859" fmla="*/ 3149552 h 5808721"/>
              <a:gd name="connsiteX860" fmla="*/ 245737 w 6251734"/>
              <a:gd name="connsiteY860" fmla="*/ 3131203 h 5808721"/>
              <a:gd name="connsiteX861" fmla="*/ 556573 w 6251734"/>
              <a:gd name="connsiteY861" fmla="*/ 3065846 h 5808721"/>
              <a:gd name="connsiteX862" fmla="*/ 558070 w 6251734"/>
              <a:gd name="connsiteY862" fmla="*/ 3086095 h 5808721"/>
              <a:gd name="connsiteX863" fmla="*/ 557031 w 6251734"/>
              <a:gd name="connsiteY863" fmla="*/ 3104875 h 5808721"/>
              <a:gd name="connsiteX864" fmla="*/ 573606 w 6251734"/>
              <a:gd name="connsiteY864" fmla="*/ 3085614 h 5808721"/>
              <a:gd name="connsiteX865" fmla="*/ 259173 w 6251734"/>
              <a:gd name="connsiteY865" fmla="*/ 3065486 h 5808721"/>
              <a:gd name="connsiteX866" fmla="*/ 241966 w 6251734"/>
              <a:gd name="connsiteY866" fmla="*/ 3085481 h 5808721"/>
              <a:gd name="connsiteX867" fmla="*/ 259516 w 6251734"/>
              <a:gd name="connsiteY867" fmla="*/ 3105960 h 5808721"/>
              <a:gd name="connsiteX868" fmla="*/ 258032 w 6251734"/>
              <a:gd name="connsiteY868" fmla="*/ 3086095 h 5808721"/>
              <a:gd name="connsiteX869" fmla="*/ 408909 w 6251734"/>
              <a:gd name="connsiteY869" fmla="*/ 3023515 h 5808721"/>
              <a:gd name="connsiteX870" fmla="*/ 471488 w 6251734"/>
              <a:gd name="connsiteY870" fmla="*/ 3086095 h 5808721"/>
              <a:gd name="connsiteX871" fmla="*/ 408909 w 6251734"/>
              <a:gd name="connsiteY871" fmla="*/ 3148674 h 5808721"/>
              <a:gd name="connsiteX872" fmla="*/ 346329 w 6251734"/>
              <a:gd name="connsiteY872" fmla="*/ 3086095 h 5808721"/>
              <a:gd name="connsiteX873" fmla="*/ 408909 w 6251734"/>
              <a:gd name="connsiteY873" fmla="*/ 3023515 h 5808721"/>
              <a:gd name="connsiteX874" fmla="*/ 153678 w 6251734"/>
              <a:gd name="connsiteY874" fmla="*/ 3002555 h 5808721"/>
              <a:gd name="connsiteX875" fmla="*/ 124280 w 6251734"/>
              <a:gd name="connsiteY875" fmla="*/ 3015709 h 5808721"/>
              <a:gd name="connsiteX876" fmla="*/ 66009 w 6251734"/>
              <a:gd name="connsiteY876" fmla="*/ 3086095 h 5808721"/>
              <a:gd name="connsiteX877" fmla="*/ 107354 w 6251734"/>
              <a:gd name="connsiteY877" fmla="*/ 3145918 h 5808721"/>
              <a:gd name="connsiteX878" fmla="*/ 153101 w 6251734"/>
              <a:gd name="connsiteY878" fmla="*/ 3169496 h 5808721"/>
              <a:gd name="connsiteX879" fmla="*/ 158538 w 6251734"/>
              <a:gd name="connsiteY879" fmla="*/ 3159312 h 5808721"/>
              <a:gd name="connsiteX880" fmla="*/ 197758 w 6251734"/>
              <a:gd name="connsiteY880" fmla="*/ 3100495 h 5808721"/>
              <a:gd name="connsiteX881" fmla="*/ 210657 w 6251734"/>
              <a:gd name="connsiteY881" fmla="*/ 3084265 h 5808721"/>
              <a:gd name="connsiteX882" fmla="*/ 167482 w 6251734"/>
              <a:gd name="connsiteY882" fmla="*/ 3026495 h 5808721"/>
              <a:gd name="connsiteX883" fmla="*/ 663026 w 6251734"/>
              <a:gd name="connsiteY883" fmla="*/ 3002411 h 5808721"/>
              <a:gd name="connsiteX884" fmla="*/ 657566 w 6251734"/>
              <a:gd name="connsiteY884" fmla="*/ 3012654 h 5808721"/>
              <a:gd name="connsiteX885" fmla="*/ 618347 w 6251734"/>
              <a:gd name="connsiteY885" fmla="*/ 3071576 h 5808721"/>
              <a:gd name="connsiteX886" fmla="*/ 606027 w 6251734"/>
              <a:gd name="connsiteY886" fmla="*/ 3087098 h 5808721"/>
              <a:gd name="connsiteX887" fmla="*/ 648622 w 6251734"/>
              <a:gd name="connsiteY887" fmla="*/ 3144181 h 5808721"/>
              <a:gd name="connsiteX888" fmla="*/ 663100 w 6251734"/>
              <a:gd name="connsiteY888" fmla="*/ 3169333 h 5808721"/>
              <a:gd name="connsiteX889" fmla="*/ 691823 w 6251734"/>
              <a:gd name="connsiteY889" fmla="*/ 3156482 h 5808721"/>
              <a:gd name="connsiteX890" fmla="*/ 750094 w 6251734"/>
              <a:gd name="connsiteY890" fmla="*/ 3086095 h 5808721"/>
              <a:gd name="connsiteX891" fmla="*/ 708749 w 6251734"/>
              <a:gd name="connsiteY891" fmla="*/ 3026099 h 5808721"/>
              <a:gd name="connsiteX892" fmla="*/ 264344 w 6251734"/>
              <a:gd name="connsiteY892" fmla="*/ 2972075 h 5808721"/>
              <a:gd name="connsiteX893" fmla="*/ 216572 w 6251734"/>
              <a:gd name="connsiteY893" fmla="*/ 2981643 h 5808721"/>
              <a:gd name="connsiteX894" fmla="*/ 182153 w 6251734"/>
              <a:gd name="connsiteY894" fmla="*/ 2992125 h 5808721"/>
              <a:gd name="connsiteX895" fmla="*/ 185871 w 6251734"/>
              <a:gd name="connsiteY895" fmla="*/ 3000908 h 5808721"/>
              <a:gd name="connsiteX896" fmla="*/ 226227 w 6251734"/>
              <a:gd name="connsiteY896" fmla="*/ 3064676 h 5808721"/>
              <a:gd name="connsiteX897" fmla="*/ 245737 w 6251734"/>
              <a:gd name="connsiteY897" fmla="*/ 3040131 h 5808721"/>
              <a:gd name="connsiteX898" fmla="*/ 261518 w 6251734"/>
              <a:gd name="connsiteY898" fmla="*/ 3023133 h 5808721"/>
              <a:gd name="connsiteX899" fmla="*/ 549613 w 6251734"/>
              <a:gd name="connsiteY899" fmla="*/ 2971718 h 5808721"/>
              <a:gd name="connsiteX900" fmla="*/ 553247 w 6251734"/>
              <a:gd name="connsiteY900" fmla="*/ 3020858 h 5808721"/>
              <a:gd name="connsiteX901" fmla="*/ 570367 w 6251734"/>
              <a:gd name="connsiteY901" fmla="*/ 3039308 h 5808721"/>
              <a:gd name="connsiteX902" fmla="*/ 589651 w 6251734"/>
              <a:gd name="connsiteY902" fmla="*/ 3065152 h 5808721"/>
              <a:gd name="connsiteX903" fmla="*/ 617139 w 6251734"/>
              <a:gd name="connsiteY903" fmla="*/ 3023810 h 5808721"/>
              <a:gd name="connsiteX904" fmla="*/ 633701 w 6251734"/>
              <a:gd name="connsiteY904" fmla="*/ 2992672 h 5808721"/>
              <a:gd name="connsiteX905" fmla="*/ 599155 w 6251734"/>
              <a:gd name="connsiteY905" fmla="*/ 2981643 h 5808721"/>
              <a:gd name="connsiteX906" fmla="*/ 501023 w 6251734"/>
              <a:gd name="connsiteY906" fmla="*/ 2967017 h 5808721"/>
              <a:gd name="connsiteX907" fmla="*/ 514350 w 6251734"/>
              <a:gd name="connsiteY907" fmla="*/ 2978939 h 5808721"/>
              <a:gd name="connsiteX908" fmla="*/ 527186 w 6251734"/>
              <a:gd name="connsiteY908" fmla="*/ 2992772 h 5808721"/>
              <a:gd name="connsiteX909" fmla="*/ 525405 w 6251734"/>
              <a:gd name="connsiteY909" fmla="*/ 2968836 h 5808721"/>
              <a:gd name="connsiteX910" fmla="*/ 315586 w 6251734"/>
              <a:gd name="connsiteY910" fmla="*/ 2966960 h 5808721"/>
              <a:gd name="connsiteX911" fmla="*/ 290341 w 6251734"/>
              <a:gd name="connsiteY911" fmla="*/ 2968839 h 5808721"/>
              <a:gd name="connsiteX912" fmla="*/ 287715 w 6251734"/>
              <a:gd name="connsiteY912" fmla="*/ 2983640 h 5808721"/>
              <a:gd name="connsiteX913" fmla="*/ 287044 w 6251734"/>
              <a:gd name="connsiteY913" fmla="*/ 2995639 h 5808721"/>
              <a:gd name="connsiteX914" fmla="*/ 301753 w 6251734"/>
              <a:gd name="connsiteY914" fmla="*/ 2979796 h 5808721"/>
              <a:gd name="connsiteX915" fmla="*/ 408051 w 6251734"/>
              <a:gd name="connsiteY915" fmla="*/ 2960079 h 5808721"/>
              <a:gd name="connsiteX916" fmla="*/ 356209 w 6251734"/>
              <a:gd name="connsiteY916" fmla="*/ 2963937 h 5808721"/>
              <a:gd name="connsiteX917" fmla="*/ 318898 w 6251734"/>
              <a:gd name="connsiteY917" fmla="*/ 2996084 h 5808721"/>
              <a:gd name="connsiteX918" fmla="*/ 284805 w 6251734"/>
              <a:gd name="connsiteY918" fmla="*/ 3035702 h 5808721"/>
              <a:gd name="connsiteX919" fmla="*/ 282035 w 6251734"/>
              <a:gd name="connsiteY919" fmla="*/ 3085238 h 5808721"/>
              <a:gd name="connsiteX920" fmla="*/ 285866 w 6251734"/>
              <a:gd name="connsiteY920" fmla="*/ 3136706 h 5808721"/>
              <a:gd name="connsiteX921" fmla="*/ 318897 w 6251734"/>
              <a:gd name="connsiteY921" fmla="*/ 3175250 h 5808721"/>
              <a:gd name="connsiteX922" fmla="*/ 355604 w 6251734"/>
              <a:gd name="connsiteY922" fmla="*/ 3208055 h 5808721"/>
              <a:gd name="connsiteX923" fmla="*/ 408051 w 6251734"/>
              <a:gd name="connsiteY923" fmla="*/ 3212111 h 5808721"/>
              <a:gd name="connsiteX924" fmla="*/ 457727 w 6251734"/>
              <a:gd name="connsiteY924" fmla="*/ 3208414 h 5808721"/>
              <a:gd name="connsiteX925" fmla="*/ 497206 w 6251734"/>
              <a:gd name="connsiteY925" fmla="*/ 3174393 h 5808721"/>
              <a:gd name="connsiteX926" fmla="*/ 531308 w 6251734"/>
              <a:gd name="connsiteY926" fmla="*/ 3134766 h 5808721"/>
              <a:gd name="connsiteX927" fmla="*/ 534067 w 6251734"/>
              <a:gd name="connsiteY927" fmla="*/ 3085238 h 5808721"/>
              <a:gd name="connsiteX928" fmla="*/ 530360 w 6251734"/>
              <a:gd name="connsiteY928" fmla="*/ 3035422 h 5808721"/>
              <a:gd name="connsiteX929" fmla="*/ 497205 w 6251734"/>
              <a:gd name="connsiteY929" fmla="*/ 2996941 h 5808721"/>
              <a:gd name="connsiteX930" fmla="*/ 460323 w 6251734"/>
              <a:gd name="connsiteY930" fmla="*/ 2963980 h 5808721"/>
              <a:gd name="connsiteX931" fmla="*/ 407682 w 6251734"/>
              <a:gd name="connsiteY931" fmla="*/ 2919589 h 5808721"/>
              <a:gd name="connsiteX932" fmla="*/ 386715 w 6251734"/>
              <a:gd name="connsiteY932" fmla="*/ 2937654 h 5808721"/>
              <a:gd name="connsiteX933" fmla="*/ 408051 w 6251734"/>
              <a:gd name="connsiteY933" fmla="*/ 2936076 h 5808721"/>
              <a:gd name="connsiteX934" fmla="*/ 430998 w 6251734"/>
              <a:gd name="connsiteY934" fmla="*/ 2937773 h 5808721"/>
              <a:gd name="connsiteX935" fmla="*/ 421196 w 6251734"/>
              <a:gd name="connsiteY935" fmla="*/ 2929013 h 5808721"/>
              <a:gd name="connsiteX936" fmla="*/ 313772 w 6251734"/>
              <a:gd name="connsiteY936" fmla="*/ 2860695 h 5808721"/>
              <a:gd name="connsiteX937" fmla="*/ 303599 w 6251734"/>
              <a:gd name="connsiteY937" fmla="*/ 2894135 h 5808721"/>
              <a:gd name="connsiteX938" fmla="*/ 294668 w 6251734"/>
              <a:gd name="connsiteY938" fmla="*/ 2944460 h 5808721"/>
              <a:gd name="connsiteX939" fmla="*/ 343747 w 6251734"/>
              <a:gd name="connsiteY939" fmla="*/ 2940831 h 5808721"/>
              <a:gd name="connsiteX940" fmla="*/ 362122 w 6251734"/>
              <a:gd name="connsiteY940" fmla="*/ 2923781 h 5808721"/>
              <a:gd name="connsiteX941" fmla="*/ 386241 w 6251734"/>
              <a:gd name="connsiteY941" fmla="*/ 2904637 h 5808721"/>
              <a:gd name="connsiteX942" fmla="*/ 346622 w 6251734"/>
              <a:gd name="connsiteY942" fmla="*/ 2877008 h 5808721"/>
              <a:gd name="connsiteX943" fmla="*/ 501946 w 6251734"/>
              <a:gd name="connsiteY943" fmla="*/ 2858728 h 5808721"/>
              <a:gd name="connsiteX944" fmla="*/ 469255 w 6251734"/>
              <a:gd name="connsiteY944" fmla="*/ 2876151 h 5808721"/>
              <a:gd name="connsiteX945" fmla="*/ 429247 w 6251734"/>
              <a:gd name="connsiteY945" fmla="*/ 2902810 h 5808721"/>
              <a:gd name="connsiteX946" fmla="*/ 471695 w 6251734"/>
              <a:gd name="connsiteY946" fmla="*/ 2940782 h 5808721"/>
              <a:gd name="connsiteX947" fmla="*/ 522501 w 6251734"/>
              <a:gd name="connsiteY947" fmla="*/ 2944539 h 5808721"/>
              <a:gd name="connsiteX948" fmla="*/ 505240 w 6251734"/>
              <a:gd name="connsiteY948" fmla="*/ 2867440 h 5808721"/>
              <a:gd name="connsiteX949" fmla="*/ 219818 w 6251734"/>
              <a:gd name="connsiteY949" fmla="*/ 2828773 h 5808721"/>
              <a:gd name="connsiteX950" fmla="*/ 166307 w 6251734"/>
              <a:gd name="connsiteY950" fmla="*/ 2844350 h 5808721"/>
              <a:gd name="connsiteX951" fmla="*/ 158080 w 6251734"/>
              <a:gd name="connsiteY951" fmla="*/ 2935262 h 5808721"/>
              <a:gd name="connsiteX952" fmla="*/ 170445 w 6251734"/>
              <a:gd name="connsiteY952" fmla="*/ 2964470 h 5808721"/>
              <a:gd name="connsiteX953" fmla="*/ 179864 w 6251734"/>
              <a:gd name="connsiteY953" fmla="*/ 2961618 h 5808721"/>
              <a:gd name="connsiteX954" fmla="*/ 249179 w 6251734"/>
              <a:gd name="connsiteY954" fmla="*/ 2947823 h 5808721"/>
              <a:gd name="connsiteX955" fmla="*/ 267973 w 6251734"/>
              <a:gd name="connsiteY955" fmla="*/ 2946434 h 5808721"/>
              <a:gd name="connsiteX956" fmla="*/ 283574 w 6251734"/>
              <a:gd name="connsiteY956" fmla="*/ 2857908 h 5808721"/>
              <a:gd name="connsiteX957" fmla="*/ 286788 w 6251734"/>
              <a:gd name="connsiteY957" fmla="*/ 2847295 h 5808721"/>
              <a:gd name="connsiteX958" fmla="*/ 277993 w 6251734"/>
              <a:gd name="connsiteY958" fmla="*/ 2842929 h 5808721"/>
              <a:gd name="connsiteX959" fmla="*/ 219818 w 6251734"/>
              <a:gd name="connsiteY959" fmla="*/ 2828773 h 5808721"/>
              <a:gd name="connsiteX960" fmla="*/ 595924 w 6251734"/>
              <a:gd name="connsiteY960" fmla="*/ 2827916 h 5808721"/>
              <a:gd name="connsiteX961" fmla="*/ 558510 w 6251734"/>
              <a:gd name="connsiteY961" fmla="*/ 2835040 h 5808721"/>
              <a:gd name="connsiteX962" fmla="*/ 528370 w 6251734"/>
              <a:gd name="connsiteY962" fmla="*/ 2846540 h 5808721"/>
              <a:gd name="connsiteX963" fmla="*/ 546323 w 6251734"/>
              <a:gd name="connsiteY963" fmla="*/ 2927223 h 5808721"/>
              <a:gd name="connsiteX964" fmla="*/ 547742 w 6251734"/>
              <a:gd name="connsiteY964" fmla="*/ 2946405 h 5808721"/>
              <a:gd name="connsiteX965" fmla="*/ 566924 w 6251734"/>
              <a:gd name="connsiteY965" fmla="*/ 2947823 h 5808721"/>
              <a:gd name="connsiteX966" fmla="*/ 646399 w 6251734"/>
              <a:gd name="connsiteY966" fmla="*/ 2965508 h 5808721"/>
              <a:gd name="connsiteX967" fmla="*/ 658251 w 6251734"/>
              <a:gd name="connsiteY967" fmla="*/ 2934405 h 5808721"/>
              <a:gd name="connsiteX968" fmla="*/ 649797 w 6251734"/>
              <a:gd name="connsiteY968" fmla="*/ 2843494 h 5808721"/>
              <a:gd name="connsiteX969" fmla="*/ 595924 w 6251734"/>
              <a:gd name="connsiteY969" fmla="*/ 2827916 h 5808721"/>
              <a:gd name="connsiteX970" fmla="*/ 408051 w 6251734"/>
              <a:gd name="connsiteY970" fmla="*/ 2743195 h 5808721"/>
              <a:gd name="connsiteX971" fmla="*/ 337665 w 6251734"/>
              <a:gd name="connsiteY971" fmla="*/ 2801693 h 5808721"/>
              <a:gd name="connsiteX972" fmla="*/ 324723 w 6251734"/>
              <a:gd name="connsiteY972" fmla="*/ 2830683 h 5808721"/>
              <a:gd name="connsiteX973" fmla="*/ 334835 w 6251734"/>
              <a:gd name="connsiteY973" fmla="*/ 2835724 h 5808721"/>
              <a:gd name="connsiteX974" fmla="*/ 408327 w 6251734"/>
              <a:gd name="connsiteY974" fmla="*/ 2887107 h 5808721"/>
              <a:gd name="connsiteX975" fmla="*/ 422572 w 6251734"/>
              <a:gd name="connsiteY975" fmla="*/ 2875801 h 5808721"/>
              <a:gd name="connsiteX976" fmla="*/ 481495 w 6251734"/>
              <a:gd name="connsiteY976" fmla="*/ 2836582 h 5808721"/>
              <a:gd name="connsiteX977" fmla="*/ 491548 w 6251734"/>
              <a:gd name="connsiteY977" fmla="*/ 2831224 h 5808721"/>
              <a:gd name="connsiteX978" fmla="*/ 485785 w 6251734"/>
              <a:gd name="connsiteY978" fmla="*/ 2815980 h 5808721"/>
              <a:gd name="connsiteX979" fmla="*/ 408051 w 6251734"/>
              <a:gd name="connsiteY979" fmla="*/ 2743195 h 5808721"/>
              <a:gd name="connsiteX980" fmla="*/ 6236067 w 6251734"/>
              <a:gd name="connsiteY980" fmla="*/ 2687689 h 5808721"/>
              <a:gd name="connsiteX981" fmla="*/ 6246782 w 6251734"/>
              <a:gd name="connsiteY981" fmla="*/ 2691760 h 5808721"/>
              <a:gd name="connsiteX982" fmla="*/ 6247640 w 6251734"/>
              <a:gd name="connsiteY982" fmla="*/ 2713192 h 5808721"/>
              <a:gd name="connsiteX983" fmla="*/ 6216014 w 6251734"/>
              <a:gd name="connsiteY983" fmla="*/ 2748180 h 5808721"/>
              <a:gd name="connsiteX984" fmla="*/ 6222322 w 6251734"/>
              <a:gd name="connsiteY984" fmla="*/ 2756871 h 5808721"/>
              <a:gd name="connsiteX985" fmla="*/ 6209062 w 6251734"/>
              <a:gd name="connsiteY985" fmla="*/ 2846922 h 5808721"/>
              <a:gd name="connsiteX986" fmla="*/ 6151734 w 6251734"/>
              <a:gd name="connsiteY986" fmla="*/ 2873711 h 5808721"/>
              <a:gd name="connsiteX987" fmla="*/ 6133744 w 6251734"/>
              <a:gd name="connsiteY987" fmla="*/ 2871200 h 5808721"/>
              <a:gd name="connsiteX988" fmla="*/ 6125031 w 6251734"/>
              <a:gd name="connsiteY988" fmla="*/ 2893063 h 5808721"/>
              <a:gd name="connsiteX989" fmla="*/ 5925312 w 6251734"/>
              <a:gd name="connsiteY989" fmla="*/ 3375846 h 5808721"/>
              <a:gd name="connsiteX990" fmla="*/ 5917597 w 6251734"/>
              <a:gd name="connsiteY990" fmla="*/ 3266975 h 5808721"/>
              <a:gd name="connsiteX991" fmla="*/ 6056644 w 6251734"/>
              <a:gd name="connsiteY991" fmla="*/ 2907754 h 5808721"/>
              <a:gd name="connsiteX992" fmla="*/ 6068648 w 6251734"/>
              <a:gd name="connsiteY992" fmla="*/ 2877062 h 5808721"/>
              <a:gd name="connsiteX993" fmla="*/ 5680138 w 6251734"/>
              <a:gd name="connsiteY993" fmla="*/ 3041518 h 5808721"/>
              <a:gd name="connsiteX994" fmla="*/ 5576411 w 6251734"/>
              <a:gd name="connsiteY994" fmla="*/ 3046661 h 5808721"/>
              <a:gd name="connsiteX995" fmla="*/ 5660422 w 6251734"/>
              <a:gd name="connsiteY995" fmla="*/ 2986654 h 5808721"/>
              <a:gd name="connsiteX996" fmla="*/ 6069879 w 6251734"/>
              <a:gd name="connsiteY996" fmla="*/ 2807820 h 5808721"/>
              <a:gd name="connsiteX997" fmla="*/ 6065771 w 6251734"/>
              <a:gd name="connsiteY997" fmla="*/ 2780383 h 5808721"/>
              <a:gd name="connsiteX998" fmla="*/ 6086476 w 6251734"/>
              <a:gd name="connsiteY998" fmla="*/ 2736337 h 5808721"/>
              <a:gd name="connsiteX999" fmla="*/ 6143804 w 6251734"/>
              <a:gd name="connsiteY999" fmla="*/ 2709228 h 5808721"/>
              <a:gd name="connsiteX1000" fmla="*/ 6175080 w 6251734"/>
              <a:gd name="connsiteY1000" fmla="*/ 2713794 h 5808721"/>
              <a:gd name="connsiteX1001" fmla="*/ 6195368 w 6251734"/>
              <a:gd name="connsiteY1001" fmla="*/ 2725788 h 5808721"/>
              <a:gd name="connsiteX1002" fmla="*/ 6225351 w 6251734"/>
              <a:gd name="connsiteY1002" fmla="*/ 2692617 h 5808721"/>
              <a:gd name="connsiteX1003" fmla="*/ 6236067 w 6251734"/>
              <a:gd name="connsiteY1003" fmla="*/ 2687689 h 5808721"/>
              <a:gd name="connsiteX1004" fmla="*/ 408051 w 6251734"/>
              <a:gd name="connsiteY1004" fmla="*/ 2678044 h 5808721"/>
              <a:gd name="connsiteX1005" fmla="*/ 492060 w 6251734"/>
              <a:gd name="connsiteY1005" fmla="*/ 2747708 h 5808721"/>
              <a:gd name="connsiteX1006" fmla="*/ 519745 w 6251734"/>
              <a:gd name="connsiteY1006" fmla="*/ 2816195 h 5808721"/>
              <a:gd name="connsiteX1007" fmla="*/ 537283 w 6251734"/>
              <a:gd name="connsiteY1007" fmla="*/ 2806846 h 5808721"/>
              <a:gd name="connsiteX1008" fmla="*/ 696946 w 6251734"/>
              <a:gd name="connsiteY1008" fmla="*/ 2797202 h 5808721"/>
              <a:gd name="connsiteX1009" fmla="*/ 687302 w 6251734"/>
              <a:gd name="connsiteY1009" fmla="*/ 2956865 h 5808721"/>
              <a:gd name="connsiteX1010" fmla="*/ 677955 w 6251734"/>
              <a:gd name="connsiteY1010" fmla="*/ 2974402 h 5808721"/>
              <a:gd name="connsiteX1011" fmla="*/ 746440 w 6251734"/>
              <a:gd name="connsiteY1011" fmla="*/ 3002086 h 5808721"/>
              <a:gd name="connsiteX1012" fmla="*/ 816103 w 6251734"/>
              <a:gd name="connsiteY1012" fmla="*/ 3086095 h 5808721"/>
              <a:gd name="connsiteX1013" fmla="*/ 696624 w 6251734"/>
              <a:gd name="connsiteY1013" fmla="*/ 3191966 h 5808721"/>
              <a:gd name="connsiteX1014" fmla="*/ 678828 w 6251734"/>
              <a:gd name="connsiteY1014" fmla="*/ 3197383 h 5808721"/>
              <a:gd name="connsiteX1015" fmla="*/ 698388 w 6251734"/>
              <a:gd name="connsiteY1015" fmla="*/ 3240686 h 5808721"/>
              <a:gd name="connsiteX1016" fmla="*/ 696946 w 6251734"/>
              <a:gd name="connsiteY1016" fmla="*/ 3374132 h 5808721"/>
              <a:gd name="connsiteX1017" fmla="*/ 536961 w 6251734"/>
              <a:gd name="connsiteY1017" fmla="*/ 3364809 h 5808721"/>
              <a:gd name="connsiteX1018" fmla="*/ 519982 w 6251734"/>
              <a:gd name="connsiteY1018" fmla="*/ 3355715 h 5808721"/>
              <a:gd name="connsiteX1019" fmla="*/ 514243 w 6251734"/>
              <a:gd name="connsiteY1019" fmla="*/ 3374667 h 5808721"/>
              <a:gd name="connsiteX1020" fmla="*/ 408051 w 6251734"/>
              <a:gd name="connsiteY1020" fmla="*/ 3494146 h 5808721"/>
              <a:gd name="connsiteX1021" fmla="*/ 324419 w 6251734"/>
              <a:gd name="connsiteY1021" fmla="*/ 3424483 h 5808721"/>
              <a:gd name="connsiteX1022" fmla="*/ 296648 w 6251734"/>
              <a:gd name="connsiteY1022" fmla="*/ 3355999 h 5808721"/>
              <a:gd name="connsiteX1023" fmla="*/ 279143 w 6251734"/>
              <a:gd name="connsiteY1023" fmla="*/ 3365346 h 5808721"/>
              <a:gd name="connsiteX1024" fmla="*/ 119158 w 6251734"/>
              <a:gd name="connsiteY1024" fmla="*/ 3374990 h 5808721"/>
              <a:gd name="connsiteX1025" fmla="*/ 128803 w 6251734"/>
              <a:gd name="connsiteY1025" fmla="*/ 3215005 h 5808721"/>
              <a:gd name="connsiteX1026" fmla="*/ 138022 w 6251734"/>
              <a:gd name="connsiteY1026" fmla="*/ 3197737 h 5808721"/>
              <a:gd name="connsiteX1027" fmla="*/ 69663 w 6251734"/>
              <a:gd name="connsiteY1027" fmla="*/ 3170104 h 5808721"/>
              <a:gd name="connsiteX1028" fmla="*/ 0 w 6251734"/>
              <a:gd name="connsiteY1028" fmla="*/ 3086095 h 5808721"/>
              <a:gd name="connsiteX1029" fmla="*/ 119480 w 6251734"/>
              <a:gd name="connsiteY1029" fmla="*/ 2979903 h 5808721"/>
              <a:gd name="connsiteX1030" fmla="*/ 137725 w 6251734"/>
              <a:gd name="connsiteY1030" fmla="*/ 2974378 h 5808721"/>
              <a:gd name="connsiteX1031" fmla="*/ 117717 w 6251734"/>
              <a:gd name="connsiteY1031" fmla="*/ 2930147 h 5808721"/>
              <a:gd name="connsiteX1032" fmla="*/ 119158 w 6251734"/>
              <a:gd name="connsiteY1032" fmla="*/ 2796344 h 5808721"/>
              <a:gd name="connsiteX1033" fmla="*/ 183438 w 6251734"/>
              <a:gd name="connsiteY1033" fmla="*/ 2777860 h 5808721"/>
              <a:gd name="connsiteX1034" fmla="*/ 252960 w 6251734"/>
              <a:gd name="connsiteY1034" fmla="*/ 2794903 h 5808721"/>
              <a:gd name="connsiteX1035" fmla="*/ 296135 w 6251734"/>
              <a:gd name="connsiteY1035" fmla="*/ 2816430 h 5808721"/>
              <a:gd name="connsiteX1036" fmla="*/ 301859 w 6251734"/>
              <a:gd name="connsiteY1036" fmla="*/ 2797524 h 5808721"/>
              <a:gd name="connsiteX1037" fmla="*/ 408051 w 6251734"/>
              <a:gd name="connsiteY1037" fmla="*/ 2678044 h 5808721"/>
              <a:gd name="connsiteX1038" fmla="*/ 5013199 w 6251734"/>
              <a:gd name="connsiteY1038" fmla="*/ 2674617 h 5808721"/>
              <a:gd name="connsiteX1039" fmla="*/ 5013199 w 6251734"/>
              <a:gd name="connsiteY1039" fmla="*/ 3173535 h 5808721"/>
              <a:gd name="connsiteX1040" fmla="*/ 5299521 w 6251734"/>
              <a:gd name="connsiteY1040" fmla="*/ 3173535 h 5808721"/>
              <a:gd name="connsiteX1041" fmla="*/ 1456470 w 6251734"/>
              <a:gd name="connsiteY1041" fmla="*/ 2362577 h 5808721"/>
              <a:gd name="connsiteX1042" fmla="*/ 1669068 w 6251734"/>
              <a:gd name="connsiteY1042" fmla="*/ 2628325 h 5808721"/>
              <a:gd name="connsiteX1043" fmla="*/ 1485616 w 6251734"/>
              <a:gd name="connsiteY1043" fmla="*/ 2776629 h 5808721"/>
              <a:gd name="connsiteX1044" fmla="*/ 1306451 w 6251734"/>
              <a:gd name="connsiteY1044" fmla="*/ 2916361 h 5808721"/>
              <a:gd name="connsiteX1045" fmla="*/ 1094710 w 6251734"/>
              <a:gd name="connsiteY1045" fmla="*/ 2652328 h 5808721"/>
              <a:gd name="connsiteX1046" fmla="*/ 1275590 w 6251734"/>
              <a:gd name="connsiteY1046" fmla="*/ 2507453 h 5808721"/>
              <a:gd name="connsiteX1047" fmla="*/ 4655725 w 6251734"/>
              <a:gd name="connsiteY1047" fmla="*/ 2293138 h 5808721"/>
              <a:gd name="connsiteX1048" fmla="*/ 4792886 w 6251734"/>
              <a:gd name="connsiteY1048" fmla="*/ 2293138 h 5808721"/>
              <a:gd name="connsiteX1049" fmla="*/ 4792886 w 6251734"/>
              <a:gd name="connsiteY1049" fmla="*/ 3310694 h 5808721"/>
              <a:gd name="connsiteX1050" fmla="*/ 4655725 w 6251734"/>
              <a:gd name="connsiteY1050" fmla="*/ 3310694 h 5808721"/>
              <a:gd name="connsiteX1051" fmla="*/ 409649 w 6251734"/>
              <a:gd name="connsiteY1051" fmla="*/ 2273959 h 5808721"/>
              <a:gd name="connsiteX1052" fmla="*/ 459486 w 6251734"/>
              <a:gd name="connsiteY1052" fmla="*/ 2287996 h 5808721"/>
              <a:gd name="connsiteX1053" fmla="*/ 421017 w 6251734"/>
              <a:gd name="connsiteY1053" fmla="*/ 2278031 h 5808721"/>
              <a:gd name="connsiteX1054" fmla="*/ 4930045 w 6251734"/>
              <a:gd name="connsiteY1054" fmla="*/ 2273422 h 5808721"/>
              <a:gd name="connsiteX1055" fmla="*/ 5477829 w 6251734"/>
              <a:gd name="connsiteY1055" fmla="*/ 3311552 h 5808721"/>
              <a:gd name="connsiteX1056" fmla="*/ 4930045 w 6251734"/>
              <a:gd name="connsiteY1056" fmla="*/ 3311552 h 5808721"/>
              <a:gd name="connsiteX1057" fmla="*/ 5782627 w 6251734"/>
              <a:gd name="connsiteY1057" fmla="*/ 2202717 h 5808721"/>
              <a:gd name="connsiteX1058" fmla="*/ 5767752 w 6251734"/>
              <a:gd name="connsiteY1058" fmla="*/ 2214541 h 5808721"/>
              <a:gd name="connsiteX1059" fmla="*/ 5708935 w 6251734"/>
              <a:gd name="connsiteY1059" fmla="*/ 2253760 h 5808721"/>
              <a:gd name="connsiteX1060" fmla="*/ 5698749 w 6251734"/>
              <a:gd name="connsiteY1060" fmla="*/ 2259199 h 5808721"/>
              <a:gd name="connsiteX1061" fmla="*/ 5722156 w 6251734"/>
              <a:gd name="connsiteY1061" fmla="*/ 2304260 h 5808721"/>
              <a:gd name="connsiteX1062" fmla="*/ 5782152 w 6251734"/>
              <a:gd name="connsiteY1062" fmla="*/ 2345431 h 5808721"/>
              <a:gd name="connsiteX1063" fmla="*/ 5842148 w 6251734"/>
              <a:gd name="connsiteY1063" fmla="*/ 2304260 h 5808721"/>
              <a:gd name="connsiteX1064" fmla="*/ 5865804 w 6251734"/>
              <a:gd name="connsiteY1064" fmla="*/ 2258720 h 5808721"/>
              <a:gd name="connsiteX1065" fmla="*/ 5855368 w 6251734"/>
              <a:gd name="connsiteY1065" fmla="*/ 2253129 h 5808721"/>
              <a:gd name="connsiteX1066" fmla="*/ 5796551 w 6251734"/>
              <a:gd name="connsiteY1066" fmla="*/ 2213804 h 5808721"/>
              <a:gd name="connsiteX1067" fmla="*/ 5760901 w 6251734"/>
              <a:gd name="connsiteY1067" fmla="*/ 2151836 h 5808721"/>
              <a:gd name="connsiteX1068" fmla="*/ 5781715 w 6251734"/>
              <a:gd name="connsiteY1068" fmla="*/ 2169748 h 5808721"/>
              <a:gd name="connsiteX1069" fmla="*/ 5802358 w 6251734"/>
              <a:gd name="connsiteY1069" fmla="*/ 2151959 h 5808721"/>
              <a:gd name="connsiteX1070" fmla="*/ 5782152 w 6251734"/>
              <a:gd name="connsiteY1070" fmla="*/ 2153407 h 5808721"/>
              <a:gd name="connsiteX1071" fmla="*/ 5896549 w 6251734"/>
              <a:gd name="connsiteY1071" fmla="*/ 2145209 h 5808721"/>
              <a:gd name="connsiteX1072" fmla="*/ 5847314 w 6251734"/>
              <a:gd name="connsiteY1072" fmla="*/ 2148737 h 5808721"/>
              <a:gd name="connsiteX1073" fmla="*/ 5828117 w 6251734"/>
              <a:gd name="connsiteY1073" fmla="*/ 2166561 h 5808721"/>
              <a:gd name="connsiteX1074" fmla="*/ 5803118 w 6251734"/>
              <a:gd name="connsiteY1074" fmla="*/ 2186431 h 5808721"/>
              <a:gd name="connsiteX1075" fmla="*/ 5843581 w 6251734"/>
              <a:gd name="connsiteY1075" fmla="*/ 2213334 h 5808721"/>
              <a:gd name="connsiteX1076" fmla="*/ 5875307 w 6251734"/>
              <a:gd name="connsiteY1076" fmla="*/ 2230209 h 5808721"/>
              <a:gd name="connsiteX1077" fmla="*/ 5886604 w 6251734"/>
              <a:gd name="connsiteY1077" fmla="*/ 2194868 h 5808721"/>
              <a:gd name="connsiteX1078" fmla="*/ 5667701 w 6251734"/>
              <a:gd name="connsiteY1078" fmla="*/ 2144945 h 5808721"/>
              <a:gd name="connsiteX1079" fmla="*/ 5677700 w 6251734"/>
              <a:gd name="connsiteY1079" fmla="*/ 2194868 h 5808721"/>
              <a:gd name="connsiteX1080" fmla="*/ 5688842 w 6251734"/>
              <a:gd name="connsiteY1080" fmla="*/ 2229724 h 5808721"/>
              <a:gd name="connsiteX1081" fmla="*/ 5720722 w 6251734"/>
              <a:gd name="connsiteY1081" fmla="*/ 2212702 h 5808721"/>
              <a:gd name="connsiteX1082" fmla="*/ 5761232 w 6251734"/>
              <a:gd name="connsiteY1082" fmla="*/ 2185681 h 5808721"/>
              <a:gd name="connsiteX1083" fmla="*/ 5736186 w 6251734"/>
              <a:gd name="connsiteY1083" fmla="*/ 2165739 h 5808721"/>
              <a:gd name="connsiteX1084" fmla="*/ 5717789 w 6251734"/>
              <a:gd name="connsiteY1084" fmla="*/ 2148648 h 5808721"/>
              <a:gd name="connsiteX1085" fmla="*/ 6020742 w 6251734"/>
              <a:gd name="connsiteY1085" fmla="*/ 2124279 h 5808721"/>
              <a:gd name="connsiteX1086" fmla="*/ 5941024 w 6251734"/>
              <a:gd name="connsiteY1086" fmla="*/ 2142022 h 5808721"/>
              <a:gd name="connsiteX1087" fmla="*/ 5921776 w 6251734"/>
              <a:gd name="connsiteY1087" fmla="*/ 2143401 h 5808721"/>
              <a:gd name="connsiteX1088" fmla="*/ 5920303 w 6251734"/>
              <a:gd name="connsiteY1088" fmla="*/ 2163118 h 5808721"/>
              <a:gd name="connsiteX1089" fmla="*/ 5902447 w 6251734"/>
              <a:gd name="connsiteY1089" fmla="*/ 2242808 h 5808721"/>
              <a:gd name="connsiteX1090" fmla="*/ 5932987 w 6251734"/>
              <a:gd name="connsiteY1090" fmla="*/ 2254446 h 5808721"/>
              <a:gd name="connsiteX1091" fmla="*/ 6023897 w 6251734"/>
              <a:gd name="connsiteY1091" fmla="*/ 2245992 h 5808721"/>
              <a:gd name="connsiteX1092" fmla="*/ 6032350 w 6251734"/>
              <a:gd name="connsiteY1092" fmla="*/ 2154704 h 5808721"/>
              <a:gd name="connsiteX1093" fmla="*/ 5543504 w 6251734"/>
              <a:gd name="connsiteY1093" fmla="*/ 2123909 h 5808721"/>
              <a:gd name="connsiteX1094" fmla="*/ 5531953 w 6251734"/>
              <a:gd name="connsiteY1094" fmla="*/ 2154223 h 5808721"/>
              <a:gd name="connsiteX1095" fmla="*/ 5540407 w 6251734"/>
              <a:gd name="connsiteY1095" fmla="*/ 2245135 h 5808721"/>
              <a:gd name="connsiteX1096" fmla="*/ 5631317 w 6251734"/>
              <a:gd name="connsiteY1096" fmla="*/ 2253964 h 5808721"/>
              <a:gd name="connsiteX1097" fmla="*/ 5661749 w 6251734"/>
              <a:gd name="connsiteY1097" fmla="*/ 2242328 h 5808721"/>
              <a:gd name="connsiteX1098" fmla="*/ 5644001 w 6251734"/>
              <a:gd name="connsiteY1098" fmla="*/ 2163118 h 5808721"/>
              <a:gd name="connsiteX1099" fmla="*/ 5642504 w 6251734"/>
              <a:gd name="connsiteY1099" fmla="*/ 2143082 h 5808721"/>
              <a:gd name="connsiteX1100" fmla="*/ 5623279 w 6251734"/>
              <a:gd name="connsiteY1100" fmla="*/ 2141660 h 5808721"/>
              <a:gd name="connsiteX1101" fmla="*/ 5901217 w 6251734"/>
              <a:gd name="connsiteY1101" fmla="*/ 2096788 h 5808721"/>
              <a:gd name="connsiteX1102" fmla="*/ 5888451 w 6251734"/>
              <a:gd name="connsiteY1102" fmla="*/ 2110545 h 5808721"/>
              <a:gd name="connsiteX1103" fmla="*/ 5875630 w 6251734"/>
              <a:gd name="connsiteY1103" fmla="*/ 2122448 h 5808721"/>
              <a:gd name="connsiteX1104" fmla="*/ 5899439 w 6251734"/>
              <a:gd name="connsiteY1104" fmla="*/ 2120676 h 5808721"/>
              <a:gd name="connsiteX1105" fmla="*/ 5663018 w 6251734"/>
              <a:gd name="connsiteY1105" fmla="*/ 2095865 h 5808721"/>
              <a:gd name="connsiteX1106" fmla="*/ 5664871 w 6251734"/>
              <a:gd name="connsiteY1106" fmla="*/ 2120759 h 5808721"/>
              <a:gd name="connsiteX1107" fmla="*/ 5689742 w 6251734"/>
              <a:gd name="connsiteY1107" fmla="*/ 2122592 h 5808721"/>
              <a:gd name="connsiteX1108" fmla="*/ 5675852 w 6251734"/>
              <a:gd name="connsiteY1108" fmla="*/ 2109688 h 5808721"/>
              <a:gd name="connsiteX1109" fmla="*/ 5964361 w 6251734"/>
              <a:gd name="connsiteY1109" fmla="*/ 2025112 h 5808721"/>
              <a:gd name="connsiteX1110" fmla="*/ 5944467 w 6251734"/>
              <a:gd name="connsiteY1110" fmla="*/ 2050176 h 5808721"/>
              <a:gd name="connsiteX1111" fmla="*/ 5927363 w 6251734"/>
              <a:gd name="connsiteY1111" fmla="*/ 2068609 h 5808721"/>
              <a:gd name="connsiteX1112" fmla="*/ 5923685 w 6251734"/>
              <a:gd name="connsiteY1112" fmla="*/ 2117844 h 5808721"/>
              <a:gd name="connsiteX1113" fmla="*/ 5973632 w 6251734"/>
              <a:gd name="connsiteY1113" fmla="*/ 2107841 h 5808721"/>
              <a:gd name="connsiteX1114" fmla="*/ 6007981 w 6251734"/>
              <a:gd name="connsiteY1114" fmla="*/ 2096861 h 5808721"/>
              <a:gd name="connsiteX1115" fmla="*/ 5991239 w 6251734"/>
              <a:gd name="connsiteY1115" fmla="*/ 2065450 h 5808721"/>
              <a:gd name="connsiteX1116" fmla="*/ 5599967 w 6251734"/>
              <a:gd name="connsiteY1116" fmla="*/ 2024356 h 5808721"/>
              <a:gd name="connsiteX1117" fmla="*/ 5573064 w 6251734"/>
              <a:gd name="connsiteY1117" fmla="*/ 2064817 h 5808721"/>
              <a:gd name="connsiteX1118" fmla="*/ 5555981 w 6251734"/>
              <a:gd name="connsiteY1118" fmla="*/ 2096936 h 5808721"/>
              <a:gd name="connsiteX1119" fmla="*/ 5591049 w 6251734"/>
              <a:gd name="connsiteY1119" fmla="*/ 2108067 h 5808721"/>
              <a:gd name="connsiteX1120" fmla="*/ 5640623 w 6251734"/>
              <a:gd name="connsiteY1120" fmla="*/ 2117908 h 5808721"/>
              <a:gd name="connsiteX1121" fmla="*/ 5636873 w 6251734"/>
              <a:gd name="connsiteY1121" fmla="*/ 2067704 h 5808721"/>
              <a:gd name="connsiteX1122" fmla="*/ 5619836 w 6251734"/>
              <a:gd name="connsiteY1122" fmla="*/ 2049354 h 5808721"/>
              <a:gd name="connsiteX1123" fmla="*/ 5930674 w 6251734"/>
              <a:gd name="connsiteY1123" fmla="*/ 1983998 h 5808721"/>
              <a:gd name="connsiteX1124" fmla="*/ 5932171 w 6251734"/>
              <a:gd name="connsiteY1124" fmla="*/ 2004246 h 5808721"/>
              <a:gd name="connsiteX1125" fmla="*/ 5930734 w 6251734"/>
              <a:gd name="connsiteY1125" fmla="*/ 2023487 h 5808721"/>
              <a:gd name="connsiteX1126" fmla="*/ 5947705 w 6251734"/>
              <a:gd name="connsiteY1126" fmla="*/ 2003765 h 5808721"/>
              <a:gd name="connsiteX1127" fmla="*/ 5633693 w 6251734"/>
              <a:gd name="connsiteY1127" fmla="*/ 1983147 h 5808721"/>
              <a:gd name="connsiteX1128" fmla="*/ 5615905 w 6251734"/>
              <a:gd name="connsiteY1128" fmla="*/ 2003818 h 5808721"/>
              <a:gd name="connsiteX1129" fmla="*/ 5633640 w 6251734"/>
              <a:gd name="connsiteY1129" fmla="*/ 2024428 h 5808721"/>
              <a:gd name="connsiteX1130" fmla="*/ 5632133 w 6251734"/>
              <a:gd name="connsiteY1130" fmla="*/ 2004246 h 5808721"/>
              <a:gd name="connsiteX1131" fmla="*/ 5783009 w 6251734"/>
              <a:gd name="connsiteY1131" fmla="*/ 1940810 h 5808721"/>
              <a:gd name="connsiteX1132" fmla="*/ 5845588 w 6251734"/>
              <a:gd name="connsiteY1132" fmla="*/ 2003389 h 5808721"/>
              <a:gd name="connsiteX1133" fmla="*/ 5783009 w 6251734"/>
              <a:gd name="connsiteY1133" fmla="*/ 2065968 h 5808721"/>
              <a:gd name="connsiteX1134" fmla="*/ 5720429 w 6251734"/>
              <a:gd name="connsiteY1134" fmla="*/ 2003389 h 5808721"/>
              <a:gd name="connsiteX1135" fmla="*/ 5783009 w 6251734"/>
              <a:gd name="connsiteY1135" fmla="*/ 1940810 h 5808721"/>
              <a:gd name="connsiteX1136" fmla="*/ 6037483 w 6251734"/>
              <a:gd name="connsiteY1136" fmla="*/ 1919889 h 5808721"/>
              <a:gd name="connsiteX1137" fmla="*/ 6031666 w 6251734"/>
              <a:gd name="connsiteY1137" fmla="*/ 1930805 h 5808721"/>
              <a:gd name="connsiteX1138" fmla="*/ 5992446 w 6251734"/>
              <a:gd name="connsiteY1138" fmla="*/ 1989726 h 5808721"/>
              <a:gd name="connsiteX1139" fmla="*/ 5981262 w 6251734"/>
              <a:gd name="connsiteY1139" fmla="*/ 2003818 h 5808721"/>
              <a:gd name="connsiteX1140" fmla="*/ 5992446 w 6251734"/>
              <a:gd name="connsiteY1140" fmla="*/ 2017909 h 5808721"/>
              <a:gd name="connsiteX1141" fmla="*/ 6031666 w 6251734"/>
              <a:gd name="connsiteY1141" fmla="*/ 2076831 h 5808721"/>
              <a:gd name="connsiteX1142" fmla="*/ 6037189 w 6251734"/>
              <a:gd name="connsiteY1142" fmla="*/ 2087193 h 5808721"/>
              <a:gd name="connsiteX1143" fmla="*/ 6083022 w 6251734"/>
              <a:gd name="connsiteY1143" fmla="*/ 2063384 h 5808721"/>
              <a:gd name="connsiteX1144" fmla="*/ 6124194 w 6251734"/>
              <a:gd name="connsiteY1144" fmla="*/ 2003388 h 5808721"/>
              <a:gd name="connsiteX1145" fmla="*/ 6082849 w 6251734"/>
              <a:gd name="connsiteY1145" fmla="*/ 1943392 h 5808721"/>
              <a:gd name="connsiteX1146" fmla="*/ 5527012 w 6251734"/>
              <a:gd name="connsiteY1146" fmla="*/ 1919637 h 5808721"/>
              <a:gd name="connsiteX1147" fmla="*/ 5481281 w 6251734"/>
              <a:gd name="connsiteY1147" fmla="*/ 1943393 h 5808721"/>
              <a:gd name="connsiteX1148" fmla="*/ 5440109 w 6251734"/>
              <a:gd name="connsiteY1148" fmla="*/ 2003388 h 5808721"/>
              <a:gd name="connsiteX1149" fmla="*/ 5481454 w 6251734"/>
              <a:gd name="connsiteY1149" fmla="*/ 2063765 h 5808721"/>
              <a:gd name="connsiteX1150" fmla="*/ 5527292 w 6251734"/>
              <a:gd name="connsiteY1150" fmla="*/ 2087474 h 5808721"/>
              <a:gd name="connsiteX1151" fmla="*/ 5532638 w 6251734"/>
              <a:gd name="connsiteY1151" fmla="*/ 2077462 h 5808721"/>
              <a:gd name="connsiteX1152" fmla="*/ 5571857 w 6251734"/>
              <a:gd name="connsiteY1152" fmla="*/ 2018645 h 5808721"/>
              <a:gd name="connsiteX1153" fmla="*/ 5583642 w 6251734"/>
              <a:gd name="connsiteY1153" fmla="*/ 2003818 h 5808721"/>
              <a:gd name="connsiteX1154" fmla="*/ 5571857 w 6251734"/>
              <a:gd name="connsiteY1154" fmla="*/ 1988990 h 5808721"/>
              <a:gd name="connsiteX1155" fmla="*/ 5532638 w 6251734"/>
              <a:gd name="connsiteY1155" fmla="*/ 1930175 h 5808721"/>
              <a:gd name="connsiteX1156" fmla="*/ 5923650 w 6251734"/>
              <a:gd name="connsiteY1156" fmla="*/ 1888999 h 5808721"/>
              <a:gd name="connsiteX1157" fmla="*/ 5927348 w 6251734"/>
              <a:gd name="connsiteY1157" fmla="*/ 1939009 h 5808721"/>
              <a:gd name="connsiteX1158" fmla="*/ 5944467 w 6251734"/>
              <a:gd name="connsiteY1158" fmla="*/ 1957460 h 5808721"/>
              <a:gd name="connsiteX1159" fmla="*/ 5964311 w 6251734"/>
              <a:gd name="connsiteY1159" fmla="*/ 1982460 h 5808721"/>
              <a:gd name="connsiteX1160" fmla="*/ 5991239 w 6251734"/>
              <a:gd name="connsiteY1160" fmla="*/ 1941959 h 5808721"/>
              <a:gd name="connsiteX1161" fmla="*/ 6008190 w 6251734"/>
              <a:gd name="connsiteY1161" fmla="*/ 1910091 h 5808721"/>
              <a:gd name="connsiteX1162" fmla="*/ 5973255 w 6251734"/>
              <a:gd name="connsiteY1162" fmla="*/ 1898937 h 5808721"/>
              <a:gd name="connsiteX1163" fmla="*/ 5640660 w 6251734"/>
              <a:gd name="connsiteY1163" fmla="*/ 1888926 h 5808721"/>
              <a:gd name="connsiteX1164" fmla="*/ 5590672 w 6251734"/>
              <a:gd name="connsiteY1164" fmla="*/ 1898937 h 5808721"/>
              <a:gd name="connsiteX1165" fmla="*/ 5555674 w 6251734"/>
              <a:gd name="connsiteY1165" fmla="*/ 1910123 h 5808721"/>
              <a:gd name="connsiteX1166" fmla="*/ 5573064 w 6251734"/>
              <a:gd name="connsiteY1166" fmla="*/ 1942817 h 5808721"/>
              <a:gd name="connsiteX1167" fmla="*/ 5599967 w 6251734"/>
              <a:gd name="connsiteY1167" fmla="*/ 1983279 h 5808721"/>
              <a:gd name="connsiteX1168" fmla="*/ 5619836 w 6251734"/>
              <a:gd name="connsiteY1168" fmla="*/ 1958282 h 5808721"/>
              <a:gd name="connsiteX1169" fmla="*/ 5636890 w 6251734"/>
              <a:gd name="connsiteY1169" fmla="*/ 1939913 h 5808721"/>
              <a:gd name="connsiteX1170" fmla="*/ 5874649 w 6251734"/>
              <a:gd name="connsiteY1170" fmla="*/ 1884276 h 5808721"/>
              <a:gd name="connsiteX1171" fmla="*/ 5888451 w 6251734"/>
              <a:gd name="connsiteY1171" fmla="*/ 1897089 h 5808721"/>
              <a:gd name="connsiteX1172" fmla="*/ 5901285 w 6251734"/>
              <a:gd name="connsiteY1172" fmla="*/ 1910921 h 5808721"/>
              <a:gd name="connsiteX1173" fmla="*/ 5899440 w 6251734"/>
              <a:gd name="connsiteY1173" fmla="*/ 1886125 h 5808721"/>
              <a:gd name="connsiteX1174" fmla="*/ 5691290 w 6251734"/>
              <a:gd name="connsiteY1174" fmla="*/ 1884137 h 5808721"/>
              <a:gd name="connsiteX1175" fmla="*/ 5664888 w 6251734"/>
              <a:gd name="connsiteY1175" fmla="*/ 1886102 h 5808721"/>
              <a:gd name="connsiteX1176" fmla="*/ 5662969 w 6251734"/>
              <a:gd name="connsiteY1176" fmla="*/ 1911824 h 5808721"/>
              <a:gd name="connsiteX1177" fmla="*/ 5675852 w 6251734"/>
              <a:gd name="connsiteY1177" fmla="*/ 1897947 h 5808721"/>
              <a:gd name="connsiteX1178" fmla="*/ 5782152 w 6251734"/>
              <a:gd name="connsiteY1178" fmla="*/ 1877374 h 5808721"/>
              <a:gd name="connsiteX1179" fmla="*/ 5729852 w 6251734"/>
              <a:gd name="connsiteY1179" fmla="*/ 1881266 h 5808721"/>
              <a:gd name="connsiteX1180" fmla="*/ 5692997 w 6251734"/>
              <a:gd name="connsiteY1180" fmla="*/ 1914234 h 5808721"/>
              <a:gd name="connsiteX1181" fmla="*/ 5659921 w 6251734"/>
              <a:gd name="connsiteY1181" fmla="*/ 1952671 h 5808721"/>
              <a:gd name="connsiteX1182" fmla="*/ 5656136 w 6251734"/>
              <a:gd name="connsiteY1182" fmla="*/ 2003388 h 5808721"/>
              <a:gd name="connsiteX1183" fmla="*/ 5659980 w 6251734"/>
              <a:gd name="connsiteY1183" fmla="*/ 2055033 h 5808721"/>
              <a:gd name="connsiteX1184" fmla="*/ 5692997 w 6251734"/>
              <a:gd name="connsiteY1184" fmla="*/ 2093401 h 5808721"/>
              <a:gd name="connsiteX1185" fmla="*/ 5730401 w 6251734"/>
              <a:gd name="connsiteY1185" fmla="*/ 2125589 h 5808721"/>
              <a:gd name="connsiteX1186" fmla="*/ 5782152 w 6251734"/>
              <a:gd name="connsiteY1186" fmla="*/ 2129404 h 5808721"/>
              <a:gd name="connsiteX1187" fmla="*/ 5832915 w 6251734"/>
              <a:gd name="connsiteY1187" fmla="*/ 2125626 h 5808721"/>
              <a:gd name="connsiteX1188" fmla="*/ 5871306 w 6251734"/>
              <a:gd name="connsiteY1188" fmla="*/ 2092543 h 5808721"/>
              <a:gd name="connsiteX1189" fmla="*/ 5904394 w 6251734"/>
              <a:gd name="connsiteY1189" fmla="*/ 2054095 h 5808721"/>
              <a:gd name="connsiteX1190" fmla="*/ 5908167 w 6251734"/>
              <a:gd name="connsiteY1190" fmla="*/ 2003388 h 5808721"/>
              <a:gd name="connsiteX1191" fmla="*/ 5904460 w 6251734"/>
              <a:gd name="connsiteY1191" fmla="*/ 1953572 h 5808721"/>
              <a:gd name="connsiteX1192" fmla="*/ 5871306 w 6251734"/>
              <a:gd name="connsiteY1192" fmla="*/ 1915093 h 5808721"/>
              <a:gd name="connsiteX1193" fmla="*/ 5831778 w 6251734"/>
              <a:gd name="connsiteY1193" fmla="*/ 1881078 h 5808721"/>
              <a:gd name="connsiteX1194" fmla="*/ 5781317 w 6251734"/>
              <a:gd name="connsiteY1194" fmla="*/ 1837652 h 5808721"/>
              <a:gd name="connsiteX1195" fmla="*/ 5768933 w 6251734"/>
              <a:gd name="connsiteY1195" fmla="*/ 1846306 h 5808721"/>
              <a:gd name="connsiteX1196" fmla="*/ 5759134 w 6251734"/>
              <a:gd name="connsiteY1196" fmla="*/ 1855072 h 5808721"/>
              <a:gd name="connsiteX1197" fmla="*/ 5782152 w 6251734"/>
              <a:gd name="connsiteY1197" fmla="*/ 1853370 h 5808721"/>
              <a:gd name="connsiteX1198" fmla="*/ 5801220 w 6251734"/>
              <a:gd name="connsiteY1198" fmla="*/ 1854779 h 5808721"/>
              <a:gd name="connsiteX1199" fmla="*/ 5875814 w 6251734"/>
              <a:gd name="connsiteY1199" fmla="*/ 1778152 h 5808721"/>
              <a:gd name="connsiteX1200" fmla="*/ 5843355 w 6251734"/>
              <a:gd name="connsiteY1200" fmla="*/ 1794301 h 5808721"/>
              <a:gd name="connsiteX1201" fmla="*/ 5803931 w 6251734"/>
              <a:gd name="connsiteY1201" fmla="*/ 1821851 h 5808721"/>
              <a:gd name="connsiteX1202" fmla="*/ 5828117 w 6251734"/>
              <a:gd name="connsiteY1202" fmla="*/ 1841074 h 5808721"/>
              <a:gd name="connsiteX1203" fmla="*/ 5846484 w 6251734"/>
              <a:gd name="connsiteY1203" fmla="*/ 1858127 h 5808721"/>
              <a:gd name="connsiteX1204" fmla="*/ 5896602 w 6251734"/>
              <a:gd name="connsiteY1204" fmla="*/ 1861833 h 5808721"/>
              <a:gd name="connsiteX1205" fmla="*/ 5886604 w 6251734"/>
              <a:gd name="connsiteY1205" fmla="*/ 1811909 h 5808721"/>
              <a:gd name="connsiteX1206" fmla="*/ 5688619 w 6251734"/>
              <a:gd name="connsiteY1206" fmla="*/ 1778083 h 5808721"/>
              <a:gd name="connsiteX1207" fmla="*/ 5677700 w 6251734"/>
              <a:gd name="connsiteY1207" fmla="*/ 1812285 h 5808721"/>
              <a:gd name="connsiteX1208" fmla="*/ 5667775 w 6251734"/>
              <a:gd name="connsiteY1208" fmla="*/ 1861826 h 5808721"/>
              <a:gd name="connsiteX1209" fmla="*/ 5720592 w 6251734"/>
              <a:gd name="connsiteY1209" fmla="*/ 1857921 h 5808721"/>
              <a:gd name="connsiteX1210" fmla="*/ 5760892 w 6251734"/>
              <a:gd name="connsiteY1210" fmla="*/ 1821868 h 5808721"/>
              <a:gd name="connsiteX1211" fmla="*/ 5720722 w 6251734"/>
              <a:gd name="connsiteY1211" fmla="*/ 1795160 h 5808721"/>
              <a:gd name="connsiteX1212" fmla="*/ 1448754 w 6251734"/>
              <a:gd name="connsiteY1212" fmla="*/ 1765931 h 5808721"/>
              <a:gd name="connsiteX1213" fmla="*/ 1666496 w 6251734"/>
              <a:gd name="connsiteY1213" fmla="*/ 1868802 h 5808721"/>
              <a:gd name="connsiteX1214" fmla="*/ 1884238 w 6251734"/>
              <a:gd name="connsiteY1214" fmla="*/ 1765931 h 5808721"/>
              <a:gd name="connsiteX1215" fmla="*/ 1884238 w 6251734"/>
              <a:gd name="connsiteY1215" fmla="*/ 2016249 h 5808721"/>
              <a:gd name="connsiteX1216" fmla="*/ 1672497 w 6251734"/>
              <a:gd name="connsiteY1216" fmla="*/ 2089973 h 5808721"/>
              <a:gd name="connsiteX1217" fmla="*/ 1666496 w 6251734"/>
              <a:gd name="connsiteY1217" fmla="*/ 2089973 h 5808721"/>
              <a:gd name="connsiteX1218" fmla="*/ 1660495 w 6251734"/>
              <a:gd name="connsiteY1218" fmla="*/ 2089973 h 5808721"/>
              <a:gd name="connsiteX1219" fmla="*/ 1448754 w 6251734"/>
              <a:gd name="connsiteY1219" fmla="*/ 2016249 h 5808721"/>
              <a:gd name="connsiteX1220" fmla="*/ 5593918 w 6251734"/>
              <a:gd name="connsiteY1220" fmla="*/ 1746924 h 5808721"/>
              <a:gd name="connsiteX1221" fmla="*/ 5540407 w 6251734"/>
              <a:gd name="connsiteY1221" fmla="*/ 1762502 h 5808721"/>
              <a:gd name="connsiteX1222" fmla="*/ 5531953 w 6251734"/>
              <a:gd name="connsiteY1222" fmla="*/ 1853413 h 5808721"/>
              <a:gd name="connsiteX1223" fmla="*/ 5543203 w 6251734"/>
              <a:gd name="connsiteY1223" fmla="*/ 1882935 h 5808721"/>
              <a:gd name="connsiteX1224" fmla="*/ 5623279 w 6251734"/>
              <a:gd name="connsiteY1224" fmla="*/ 1865117 h 5808721"/>
              <a:gd name="connsiteX1225" fmla="*/ 5642525 w 6251734"/>
              <a:gd name="connsiteY1225" fmla="*/ 1863694 h 5808721"/>
              <a:gd name="connsiteX1226" fmla="*/ 5643880 w 6251734"/>
              <a:gd name="connsiteY1226" fmla="*/ 1845375 h 5808721"/>
              <a:gd name="connsiteX1227" fmla="*/ 5661631 w 6251734"/>
              <a:gd name="connsiteY1227" fmla="*/ 1765599 h 5808721"/>
              <a:gd name="connsiteX1228" fmla="*/ 5631317 w 6251734"/>
              <a:gd name="connsiteY1228" fmla="*/ 1754048 h 5808721"/>
              <a:gd name="connsiteX1229" fmla="*/ 5593918 w 6251734"/>
              <a:gd name="connsiteY1229" fmla="*/ 1746924 h 5808721"/>
              <a:gd name="connsiteX1230" fmla="*/ 5970024 w 6251734"/>
              <a:gd name="connsiteY1230" fmla="*/ 1746066 h 5808721"/>
              <a:gd name="connsiteX1231" fmla="*/ 5911854 w 6251734"/>
              <a:gd name="connsiteY1231" fmla="*/ 1760221 h 5808721"/>
              <a:gd name="connsiteX1232" fmla="*/ 5902511 w 6251734"/>
              <a:gd name="connsiteY1232" fmla="*/ 1764870 h 5808721"/>
              <a:gd name="connsiteX1233" fmla="*/ 5920424 w 6251734"/>
              <a:gd name="connsiteY1233" fmla="*/ 1845375 h 5808721"/>
              <a:gd name="connsiteX1234" fmla="*/ 5921779 w 6251734"/>
              <a:gd name="connsiteY1234" fmla="*/ 1863694 h 5808721"/>
              <a:gd name="connsiteX1235" fmla="*/ 5941024 w 6251734"/>
              <a:gd name="connsiteY1235" fmla="*/ 1865117 h 5808721"/>
              <a:gd name="connsiteX1236" fmla="*/ 6020799 w 6251734"/>
              <a:gd name="connsiteY1236" fmla="*/ 1882868 h 5808721"/>
              <a:gd name="connsiteX1237" fmla="*/ 6032350 w 6251734"/>
              <a:gd name="connsiteY1237" fmla="*/ 1852555 h 5808721"/>
              <a:gd name="connsiteX1238" fmla="*/ 6023897 w 6251734"/>
              <a:gd name="connsiteY1238" fmla="*/ 1761646 h 5808721"/>
              <a:gd name="connsiteX1239" fmla="*/ 5970024 w 6251734"/>
              <a:gd name="connsiteY1239" fmla="*/ 1746066 h 5808721"/>
              <a:gd name="connsiteX1240" fmla="*/ 289975 w 6251734"/>
              <a:gd name="connsiteY1240" fmla="*/ 1703570 h 5808721"/>
              <a:gd name="connsiteX1241" fmla="*/ 249460 w 6251734"/>
              <a:gd name="connsiteY1241" fmla="*/ 1738503 h 5808721"/>
              <a:gd name="connsiteX1242" fmla="*/ 283964 w 6251734"/>
              <a:gd name="connsiteY1242" fmla="*/ 1707642 h 5808721"/>
              <a:gd name="connsiteX1243" fmla="*/ 4368605 w 6251734"/>
              <a:gd name="connsiteY1243" fmla="*/ 1696916 h 5808721"/>
              <a:gd name="connsiteX1244" fmla="*/ 4478277 w 6251734"/>
              <a:gd name="connsiteY1244" fmla="*/ 1734211 h 5808721"/>
              <a:gd name="connsiteX1245" fmla="*/ 4710592 w 6251734"/>
              <a:gd name="connsiteY1245" fmla="*/ 1734211 h 5808721"/>
              <a:gd name="connsiteX1246" fmla="*/ 4710592 w 6251734"/>
              <a:gd name="connsiteY1246" fmla="*/ 2074541 h 5808721"/>
              <a:gd name="connsiteX1247" fmla="*/ 4473133 w 6251734"/>
              <a:gd name="connsiteY1247" fmla="*/ 2076255 h 5808721"/>
              <a:gd name="connsiteX1248" fmla="*/ 4245961 w 6251734"/>
              <a:gd name="connsiteY1248" fmla="*/ 2072826 h 5808721"/>
              <a:gd name="connsiteX1249" fmla="*/ 4245961 w 6251734"/>
              <a:gd name="connsiteY1249" fmla="*/ 1734211 h 5808721"/>
              <a:gd name="connsiteX1250" fmla="*/ 4368605 w 6251734"/>
              <a:gd name="connsiteY1250" fmla="*/ 1696916 h 5808721"/>
              <a:gd name="connsiteX1251" fmla="*/ 5782152 w 6251734"/>
              <a:gd name="connsiteY1251" fmla="*/ 1661348 h 5808721"/>
              <a:gd name="connsiteX1252" fmla="*/ 5722156 w 6251734"/>
              <a:gd name="connsiteY1252" fmla="*/ 1702693 h 5808721"/>
              <a:gd name="connsiteX1253" fmla="*/ 5698519 w 6251734"/>
              <a:gd name="connsiteY1253" fmla="*/ 1748314 h 5808721"/>
              <a:gd name="connsiteX1254" fmla="*/ 5708935 w 6251734"/>
              <a:gd name="connsiteY1254" fmla="*/ 1753875 h 5808721"/>
              <a:gd name="connsiteX1255" fmla="*/ 5767753 w 6251734"/>
              <a:gd name="connsiteY1255" fmla="*/ 1793094 h 5808721"/>
              <a:gd name="connsiteX1256" fmla="*/ 5783057 w 6251734"/>
              <a:gd name="connsiteY1256" fmla="*/ 1805259 h 5808721"/>
              <a:gd name="connsiteX1257" fmla="*/ 5855594 w 6251734"/>
              <a:gd name="connsiteY1257" fmla="*/ 1754507 h 5808721"/>
              <a:gd name="connsiteX1258" fmla="*/ 5866361 w 6251734"/>
              <a:gd name="connsiteY1258" fmla="*/ 1749129 h 5808721"/>
              <a:gd name="connsiteX1259" fmla="*/ 5842148 w 6251734"/>
              <a:gd name="connsiteY1259" fmla="*/ 1702521 h 5808721"/>
              <a:gd name="connsiteX1260" fmla="*/ 5782152 w 6251734"/>
              <a:gd name="connsiteY1260" fmla="*/ 1661348 h 5808721"/>
              <a:gd name="connsiteX1261" fmla="*/ 592360 w 6251734"/>
              <a:gd name="connsiteY1261" fmla="*/ 1640776 h 5808721"/>
              <a:gd name="connsiteX1262" fmla="*/ 599890 w 6251734"/>
              <a:gd name="connsiteY1262" fmla="*/ 1643860 h 5808721"/>
              <a:gd name="connsiteX1263" fmla="*/ 615617 w 6251734"/>
              <a:gd name="connsiteY1263" fmla="*/ 1651278 h 5808721"/>
              <a:gd name="connsiteX1264" fmla="*/ 493776 w 6251734"/>
              <a:gd name="connsiteY1264" fmla="*/ 1630488 h 5808721"/>
              <a:gd name="connsiteX1265" fmla="*/ 498063 w 6251734"/>
              <a:gd name="connsiteY1265" fmla="*/ 1633917 h 5808721"/>
              <a:gd name="connsiteX1266" fmla="*/ 493776 w 6251734"/>
              <a:gd name="connsiteY1266" fmla="*/ 1640776 h 5808721"/>
              <a:gd name="connsiteX1267" fmla="*/ 497205 w 6251734"/>
              <a:gd name="connsiteY1267" fmla="*/ 1641634 h 5808721"/>
              <a:gd name="connsiteX1268" fmla="*/ 510921 w 6251734"/>
              <a:gd name="connsiteY1268" fmla="*/ 1651062 h 5808721"/>
              <a:gd name="connsiteX1269" fmla="*/ 492919 w 6251734"/>
              <a:gd name="connsiteY1269" fmla="*/ 1655350 h 5808721"/>
              <a:gd name="connsiteX1270" fmla="*/ 471488 w 6251734"/>
              <a:gd name="connsiteY1270" fmla="*/ 1649348 h 5808721"/>
              <a:gd name="connsiteX1271" fmla="*/ 451771 w 6251734"/>
              <a:gd name="connsiteY1271" fmla="*/ 1667351 h 5808721"/>
              <a:gd name="connsiteX1272" fmla="*/ 440627 w 6251734"/>
              <a:gd name="connsiteY1272" fmla="*/ 1683638 h 5808721"/>
              <a:gd name="connsiteX1273" fmla="*/ 450914 w 6251734"/>
              <a:gd name="connsiteY1273" fmla="*/ 1689640 h 5808721"/>
              <a:gd name="connsiteX1274" fmla="*/ 460344 w 6251734"/>
              <a:gd name="connsiteY1274" fmla="*/ 1690497 h 5808721"/>
              <a:gd name="connsiteX1275" fmla="*/ 484347 w 6251734"/>
              <a:gd name="connsiteY1275" fmla="*/ 1686210 h 5808721"/>
              <a:gd name="connsiteX1276" fmla="*/ 490347 w 6251734"/>
              <a:gd name="connsiteY1276" fmla="*/ 1700784 h 5808721"/>
              <a:gd name="connsiteX1277" fmla="*/ 512636 w 6251734"/>
              <a:gd name="connsiteY1277" fmla="*/ 1711927 h 5808721"/>
              <a:gd name="connsiteX1278" fmla="*/ 525495 w 6251734"/>
              <a:gd name="connsiteY1278" fmla="*/ 1726501 h 5808721"/>
              <a:gd name="connsiteX1279" fmla="*/ 510064 w 6251734"/>
              <a:gd name="connsiteY1279" fmla="*/ 1736787 h 5808721"/>
              <a:gd name="connsiteX1280" fmla="*/ 494634 w 6251734"/>
              <a:gd name="connsiteY1280" fmla="*/ 1747070 h 5808721"/>
              <a:gd name="connsiteX1281" fmla="*/ 500634 w 6251734"/>
              <a:gd name="connsiteY1281" fmla="*/ 1756500 h 5808721"/>
              <a:gd name="connsiteX1282" fmla="*/ 516922 w 6251734"/>
              <a:gd name="connsiteY1282" fmla="*/ 1753071 h 5808721"/>
              <a:gd name="connsiteX1283" fmla="*/ 523780 w 6251734"/>
              <a:gd name="connsiteY1283" fmla="*/ 1751357 h 5808721"/>
              <a:gd name="connsiteX1284" fmla="*/ 542640 w 6251734"/>
              <a:gd name="connsiteY1284" fmla="*/ 1747928 h 5808721"/>
              <a:gd name="connsiteX1285" fmla="*/ 545211 w 6251734"/>
              <a:gd name="connsiteY1285" fmla="*/ 1745356 h 5808721"/>
              <a:gd name="connsiteX1286" fmla="*/ 555498 w 6251734"/>
              <a:gd name="connsiteY1286" fmla="*/ 1741075 h 5808721"/>
              <a:gd name="connsiteX1287" fmla="*/ 588931 w 6251734"/>
              <a:gd name="connsiteY1287" fmla="*/ 1744499 h 5808721"/>
              <a:gd name="connsiteX1288" fmla="*/ 600933 w 6251734"/>
              <a:gd name="connsiteY1288" fmla="*/ 1755643 h 5808721"/>
              <a:gd name="connsiteX1289" fmla="*/ 605219 w 6251734"/>
              <a:gd name="connsiteY1289" fmla="*/ 1752214 h 5808721"/>
              <a:gd name="connsiteX1290" fmla="*/ 609505 w 6251734"/>
              <a:gd name="connsiteY1290" fmla="*/ 1735930 h 5808721"/>
              <a:gd name="connsiteX1291" fmla="*/ 619792 w 6251734"/>
              <a:gd name="connsiteY1291" fmla="*/ 1739360 h 5808721"/>
              <a:gd name="connsiteX1292" fmla="*/ 643795 w 6251734"/>
              <a:gd name="connsiteY1292" fmla="*/ 1724786 h 5808721"/>
              <a:gd name="connsiteX1293" fmla="*/ 656654 w 6251734"/>
              <a:gd name="connsiteY1293" fmla="*/ 1733358 h 5808721"/>
              <a:gd name="connsiteX1294" fmla="*/ 651510 w 6251734"/>
              <a:gd name="connsiteY1294" fmla="*/ 1747928 h 5808721"/>
              <a:gd name="connsiteX1295" fmla="*/ 639509 w 6251734"/>
              <a:gd name="connsiteY1295" fmla="*/ 1742789 h 5808721"/>
              <a:gd name="connsiteX1296" fmla="*/ 623221 w 6251734"/>
              <a:gd name="connsiteY1296" fmla="*/ 1756500 h 5808721"/>
              <a:gd name="connsiteX1297" fmla="*/ 625793 w 6251734"/>
              <a:gd name="connsiteY1297" fmla="*/ 1763359 h 5808721"/>
              <a:gd name="connsiteX1298" fmla="*/ 642081 w 6251734"/>
              <a:gd name="connsiteY1298" fmla="*/ 1763359 h 5808721"/>
              <a:gd name="connsiteX1299" fmla="*/ 656654 w 6251734"/>
              <a:gd name="connsiteY1299" fmla="*/ 1767644 h 5808721"/>
              <a:gd name="connsiteX1300" fmla="*/ 658369 w 6251734"/>
              <a:gd name="connsiteY1300" fmla="*/ 1773647 h 5808721"/>
              <a:gd name="connsiteX1301" fmla="*/ 672085 w 6251734"/>
              <a:gd name="connsiteY1301" fmla="*/ 1778790 h 5808721"/>
              <a:gd name="connsiteX1302" fmla="*/ 672085 w 6251734"/>
              <a:gd name="connsiteY1302" fmla="*/ 1788218 h 5808721"/>
              <a:gd name="connsiteX1303" fmla="*/ 666085 w 6251734"/>
              <a:gd name="connsiteY1303" fmla="*/ 1786504 h 5808721"/>
              <a:gd name="connsiteX1304" fmla="*/ 654082 w 6251734"/>
              <a:gd name="connsiteY1304" fmla="*/ 1789076 h 5808721"/>
              <a:gd name="connsiteX1305" fmla="*/ 642081 w 6251734"/>
              <a:gd name="connsiteY1305" fmla="*/ 1791647 h 5808721"/>
              <a:gd name="connsiteX1306" fmla="*/ 618935 w 6251734"/>
              <a:gd name="connsiteY1306" fmla="*/ 1788218 h 5808721"/>
              <a:gd name="connsiteX1307" fmla="*/ 608648 w 6251734"/>
              <a:gd name="connsiteY1307" fmla="*/ 1798505 h 5808721"/>
              <a:gd name="connsiteX1308" fmla="*/ 601790 w 6251734"/>
              <a:gd name="connsiteY1308" fmla="*/ 1798505 h 5808721"/>
              <a:gd name="connsiteX1309" fmla="*/ 588074 w 6251734"/>
              <a:gd name="connsiteY1309" fmla="*/ 1793363 h 5808721"/>
              <a:gd name="connsiteX1310" fmla="*/ 576072 w 6251734"/>
              <a:gd name="connsiteY1310" fmla="*/ 1789076 h 5808721"/>
              <a:gd name="connsiteX1311" fmla="*/ 566643 w 6251734"/>
              <a:gd name="connsiteY1311" fmla="*/ 1788218 h 5808721"/>
              <a:gd name="connsiteX1312" fmla="*/ 562356 w 6251734"/>
              <a:gd name="connsiteY1312" fmla="*/ 1770216 h 5808721"/>
              <a:gd name="connsiteX1313" fmla="*/ 557213 w 6251734"/>
              <a:gd name="connsiteY1313" fmla="*/ 1769359 h 5808721"/>
              <a:gd name="connsiteX1314" fmla="*/ 550355 w 6251734"/>
              <a:gd name="connsiteY1314" fmla="*/ 1767644 h 5808721"/>
              <a:gd name="connsiteX1315" fmla="*/ 537496 w 6251734"/>
              <a:gd name="connsiteY1315" fmla="*/ 1770216 h 5808721"/>
              <a:gd name="connsiteX1316" fmla="*/ 528924 w 6251734"/>
              <a:gd name="connsiteY1316" fmla="*/ 1771073 h 5808721"/>
              <a:gd name="connsiteX1317" fmla="*/ 516065 w 6251734"/>
              <a:gd name="connsiteY1317" fmla="*/ 1773647 h 5808721"/>
              <a:gd name="connsiteX1318" fmla="*/ 507492 w 6251734"/>
              <a:gd name="connsiteY1318" fmla="*/ 1774503 h 5808721"/>
              <a:gd name="connsiteX1319" fmla="*/ 493776 w 6251734"/>
              <a:gd name="connsiteY1319" fmla="*/ 1786504 h 5808721"/>
              <a:gd name="connsiteX1320" fmla="*/ 474060 w 6251734"/>
              <a:gd name="connsiteY1320" fmla="*/ 1793363 h 5808721"/>
              <a:gd name="connsiteX1321" fmla="*/ 466344 w 6251734"/>
              <a:gd name="connsiteY1321" fmla="*/ 1797648 h 5808721"/>
              <a:gd name="connsiteX1322" fmla="*/ 458629 w 6251734"/>
              <a:gd name="connsiteY1322" fmla="*/ 1810508 h 5808721"/>
              <a:gd name="connsiteX1323" fmla="*/ 438912 w 6251734"/>
              <a:gd name="connsiteY1323" fmla="*/ 1831938 h 5808721"/>
              <a:gd name="connsiteX1324" fmla="*/ 441484 w 6251734"/>
              <a:gd name="connsiteY1324" fmla="*/ 1860230 h 5808721"/>
              <a:gd name="connsiteX1325" fmla="*/ 436341 w 6251734"/>
              <a:gd name="connsiteY1325" fmla="*/ 1874802 h 5808721"/>
              <a:gd name="connsiteX1326" fmla="*/ 431197 w 6251734"/>
              <a:gd name="connsiteY1326" fmla="*/ 1886803 h 5808721"/>
              <a:gd name="connsiteX1327" fmla="*/ 439770 w 6251734"/>
              <a:gd name="connsiteY1327" fmla="*/ 1896233 h 5808721"/>
              <a:gd name="connsiteX1328" fmla="*/ 444913 w 6251734"/>
              <a:gd name="connsiteY1328" fmla="*/ 1902233 h 5808721"/>
              <a:gd name="connsiteX1329" fmla="*/ 447485 w 6251734"/>
              <a:gd name="connsiteY1329" fmla="*/ 1914235 h 5808721"/>
              <a:gd name="connsiteX1330" fmla="*/ 456915 w 6251734"/>
              <a:gd name="connsiteY1330" fmla="*/ 1921951 h 5808721"/>
              <a:gd name="connsiteX1331" fmla="*/ 463773 w 6251734"/>
              <a:gd name="connsiteY1331" fmla="*/ 1933095 h 5808721"/>
              <a:gd name="connsiteX1332" fmla="*/ 474917 w 6251734"/>
              <a:gd name="connsiteY1332" fmla="*/ 1939095 h 5808721"/>
              <a:gd name="connsiteX1333" fmla="*/ 502349 w 6251734"/>
              <a:gd name="connsiteY1333" fmla="*/ 1939953 h 5808721"/>
              <a:gd name="connsiteX1334" fmla="*/ 521208 w 6251734"/>
              <a:gd name="connsiteY1334" fmla="*/ 1937380 h 5808721"/>
              <a:gd name="connsiteX1335" fmla="*/ 540925 w 6251734"/>
              <a:gd name="connsiteY1335" fmla="*/ 1931380 h 5808721"/>
              <a:gd name="connsiteX1336" fmla="*/ 552069 w 6251734"/>
              <a:gd name="connsiteY1336" fmla="*/ 1930522 h 5808721"/>
              <a:gd name="connsiteX1337" fmla="*/ 559785 w 6251734"/>
              <a:gd name="connsiteY1337" fmla="*/ 1941666 h 5808721"/>
              <a:gd name="connsiteX1338" fmla="*/ 570929 w 6251734"/>
              <a:gd name="connsiteY1338" fmla="*/ 1939095 h 5808721"/>
              <a:gd name="connsiteX1339" fmla="*/ 587217 w 6251734"/>
              <a:gd name="connsiteY1339" fmla="*/ 1945953 h 5808721"/>
              <a:gd name="connsiteX1340" fmla="*/ 583788 w 6251734"/>
              <a:gd name="connsiteY1340" fmla="*/ 1962240 h 5808721"/>
              <a:gd name="connsiteX1341" fmla="*/ 583788 w 6251734"/>
              <a:gd name="connsiteY1341" fmla="*/ 1968242 h 5808721"/>
              <a:gd name="connsiteX1342" fmla="*/ 585502 w 6251734"/>
              <a:gd name="connsiteY1342" fmla="*/ 1990529 h 5808721"/>
              <a:gd name="connsiteX1343" fmla="*/ 593217 w 6251734"/>
              <a:gd name="connsiteY1343" fmla="*/ 2001674 h 5808721"/>
              <a:gd name="connsiteX1344" fmla="*/ 598361 w 6251734"/>
              <a:gd name="connsiteY1344" fmla="*/ 2009389 h 5808721"/>
              <a:gd name="connsiteX1345" fmla="*/ 606933 w 6251734"/>
              <a:gd name="connsiteY1345" fmla="*/ 2021391 h 5808721"/>
              <a:gd name="connsiteX1346" fmla="*/ 609505 w 6251734"/>
              <a:gd name="connsiteY1346" fmla="*/ 2033392 h 5808721"/>
              <a:gd name="connsiteX1347" fmla="*/ 598361 w 6251734"/>
              <a:gd name="connsiteY1347" fmla="*/ 2045393 h 5808721"/>
              <a:gd name="connsiteX1348" fmla="*/ 593217 w 6251734"/>
              <a:gd name="connsiteY1348" fmla="*/ 2061682 h 5808721"/>
              <a:gd name="connsiteX1349" fmla="*/ 588931 w 6251734"/>
              <a:gd name="connsiteY1349" fmla="*/ 2071968 h 5808721"/>
              <a:gd name="connsiteX1350" fmla="*/ 595789 w 6251734"/>
              <a:gd name="connsiteY1350" fmla="*/ 2082255 h 5808721"/>
              <a:gd name="connsiteX1351" fmla="*/ 606076 w 6251734"/>
              <a:gd name="connsiteY1351" fmla="*/ 2095114 h 5808721"/>
              <a:gd name="connsiteX1352" fmla="*/ 608648 w 6251734"/>
              <a:gd name="connsiteY1352" fmla="*/ 2107115 h 5808721"/>
              <a:gd name="connsiteX1353" fmla="*/ 608648 w 6251734"/>
              <a:gd name="connsiteY1353" fmla="*/ 2116545 h 5808721"/>
              <a:gd name="connsiteX1354" fmla="*/ 613791 w 6251734"/>
              <a:gd name="connsiteY1354" fmla="*/ 2128547 h 5808721"/>
              <a:gd name="connsiteX1355" fmla="*/ 620649 w 6251734"/>
              <a:gd name="connsiteY1355" fmla="*/ 2144834 h 5808721"/>
              <a:gd name="connsiteX1356" fmla="*/ 624936 w 6251734"/>
              <a:gd name="connsiteY1356" fmla="*/ 2144834 h 5808721"/>
              <a:gd name="connsiteX1357" fmla="*/ 642938 w 6251734"/>
              <a:gd name="connsiteY1357" fmla="*/ 2137119 h 5808721"/>
              <a:gd name="connsiteX1358" fmla="*/ 665227 w 6251734"/>
              <a:gd name="connsiteY1358" fmla="*/ 2127690 h 5808721"/>
              <a:gd name="connsiteX1359" fmla="*/ 668656 w 6251734"/>
              <a:gd name="connsiteY1359" fmla="*/ 2118260 h 5808721"/>
              <a:gd name="connsiteX1360" fmla="*/ 683230 w 6251734"/>
              <a:gd name="connsiteY1360" fmla="*/ 2106258 h 5808721"/>
              <a:gd name="connsiteX1361" fmla="*/ 695231 w 6251734"/>
              <a:gd name="connsiteY1361" fmla="*/ 2088256 h 5808721"/>
              <a:gd name="connsiteX1362" fmla="*/ 695231 w 6251734"/>
              <a:gd name="connsiteY1362" fmla="*/ 2076254 h 5808721"/>
              <a:gd name="connsiteX1363" fmla="*/ 706375 w 6251734"/>
              <a:gd name="connsiteY1363" fmla="*/ 2072825 h 5808721"/>
              <a:gd name="connsiteX1364" fmla="*/ 710662 w 6251734"/>
              <a:gd name="connsiteY1364" fmla="*/ 2065110 h 5808721"/>
              <a:gd name="connsiteX1365" fmla="*/ 724378 w 6251734"/>
              <a:gd name="connsiteY1365" fmla="*/ 2052252 h 5808721"/>
              <a:gd name="connsiteX1366" fmla="*/ 719234 w 6251734"/>
              <a:gd name="connsiteY1366" fmla="*/ 2040250 h 5808721"/>
              <a:gd name="connsiteX1367" fmla="*/ 729521 w 6251734"/>
              <a:gd name="connsiteY1367" fmla="*/ 2028248 h 5808721"/>
              <a:gd name="connsiteX1368" fmla="*/ 728664 w 6251734"/>
              <a:gd name="connsiteY1368" fmla="*/ 2006817 h 5808721"/>
              <a:gd name="connsiteX1369" fmla="*/ 728664 w 6251734"/>
              <a:gd name="connsiteY1369" fmla="*/ 1992244 h 5808721"/>
              <a:gd name="connsiteX1370" fmla="*/ 735522 w 6251734"/>
              <a:gd name="connsiteY1370" fmla="*/ 1983671 h 5808721"/>
              <a:gd name="connsiteX1371" fmla="*/ 738951 w 6251734"/>
              <a:gd name="connsiteY1371" fmla="*/ 1966526 h 5808721"/>
              <a:gd name="connsiteX1372" fmla="*/ 750095 w 6251734"/>
              <a:gd name="connsiteY1372" fmla="*/ 1954526 h 5808721"/>
              <a:gd name="connsiteX1373" fmla="*/ 753524 w 6251734"/>
              <a:gd name="connsiteY1373" fmla="*/ 1931380 h 5808721"/>
              <a:gd name="connsiteX1374" fmla="*/ 760382 w 6251734"/>
              <a:gd name="connsiteY1374" fmla="*/ 1918520 h 5808721"/>
              <a:gd name="connsiteX1375" fmla="*/ 762954 w 6251734"/>
              <a:gd name="connsiteY1375" fmla="*/ 1903090 h 5808721"/>
              <a:gd name="connsiteX1376" fmla="*/ 756096 w 6251734"/>
              <a:gd name="connsiteY1376" fmla="*/ 1895375 h 5808721"/>
              <a:gd name="connsiteX1377" fmla="*/ 744094 w 6251734"/>
              <a:gd name="connsiteY1377" fmla="*/ 1897947 h 5808721"/>
              <a:gd name="connsiteX1378" fmla="*/ 737236 w 6251734"/>
              <a:gd name="connsiteY1378" fmla="*/ 1899662 h 5808721"/>
              <a:gd name="connsiteX1379" fmla="*/ 727807 w 6251734"/>
              <a:gd name="connsiteY1379" fmla="*/ 1896233 h 5808721"/>
              <a:gd name="connsiteX1380" fmla="*/ 727807 w 6251734"/>
              <a:gd name="connsiteY1380" fmla="*/ 1885088 h 5808721"/>
              <a:gd name="connsiteX1381" fmla="*/ 716662 w 6251734"/>
              <a:gd name="connsiteY1381" fmla="*/ 1880803 h 5808721"/>
              <a:gd name="connsiteX1382" fmla="*/ 710662 w 6251734"/>
              <a:gd name="connsiteY1382" fmla="*/ 1867944 h 5808721"/>
              <a:gd name="connsiteX1383" fmla="*/ 704661 w 6251734"/>
              <a:gd name="connsiteY1383" fmla="*/ 1855941 h 5808721"/>
              <a:gd name="connsiteX1384" fmla="*/ 695231 w 6251734"/>
              <a:gd name="connsiteY1384" fmla="*/ 1851655 h 5808721"/>
              <a:gd name="connsiteX1385" fmla="*/ 691802 w 6251734"/>
              <a:gd name="connsiteY1385" fmla="*/ 1834510 h 5808721"/>
              <a:gd name="connsiteX1386" fmla="*/ 701232 w 6251734"/>
              <a:gd name="connsiteY1386" fmla="*/ 1831082 h 5808721"/>
              <a:gd name="connsiteX1387" fmla="*/ 707233 w 6251734"/>
              <a:gd name="connsiteY1387" fmla="*/ 1836225 h 5808721"/>
              <a:gd name="connsiteX1388" fmla="*/ 713233 w 6251734"/>
              <a:gd name="connsiteY1388" fmla="*/ 1846511 h 5808721"/>
              <a:gd name="connsiteX1389" fmla="*/ 715805 w 6251734"/>
              <a:gd name="connsiteY1389" fmla="*/ 1859371 h 5808721"/>
              <a:gd name="connsiteX1390" fmla="*/ 730378 w 6251734"/>
              <a:gd name="connsiteY1390" fmla="*/ 1868802 h 5808721"/>
              <a:gd name="connsiteX1391" fmla="*/ 738951 w 6251734"/>
              <a:gd name="connsiteY1391" fmla="*/ 1879945 h 5808721"/>
              <a:gd name="connsiteX1392" fmla="*/ 759525 w 6251734"/>
              <a:gd name="connsiteY1392" fmla="*/ 1875660 h 5808721"/>
              <a:gd name="connsiteX1393" fmla="*/ 763811 w 6251734"/>
              <a:gd name="connsiteY1393" fmla="*/ 1864514 h 5808721"/>
              <a:gd name="connsiteX1394" fmla="*/ 767240 w 6251734"/>
              <a:gd name="connsiteY1394" fmla="*/ 1852513 h 5808721"/>
              <a:gd name="connsiteX1395" fmla="*/ 762954 w 6251734"/>
              <a:gd name="connsiteY1395" fmla="*/ 1837940 h 5808721"/>
              <a:gd name="connsiteX1396" fmla="*/ 762954 w 6251734"/>
              <a:gd name="connsiteY1396" fmla="*/ 1825938 h 5808721"/>
              <a:gd name="connsiteX1397" fmla="*/ 758668 w 6251734"/>
              <a:gd name="connsiteY1397" fmla="*/ 1815651 h 5808721"/>
              <a:gd name="connsiteX1398" fmla="*/ 762097 w 6251734"/>
              <a:gd name="connsiteY1398" fmla="*/ 1816508 h 5808721"/>
              <a:gd name="connsiteX1399" fmla="*/ 774098 w 6251734"/>
              <a:gd name="connsiteY1399" fmla="*/ 1820794 h 5808721"/>
              <a:gd name="connsiteX1400" fmla="*/ 782671 w 6251734"/>
              <a:gd name="connsiteY1400" fmla="*/ 1837084 h 5808721"/>
              <a:gd name="connsiteX1401" fmla="*/ 790386 w 6251734"/>
              <a:gd name="connsiteY1401" fmla="*/ 1844797 h 5808721"/>
              <a:gd name="connsiteX1402" fmla="*/ 796387 w 6251734"/>
              <a:gd name="connsiteY1402" fmla="*/ 1851655 h 5808721"/>
              <a:gd name="connsiteX1403" fmla="*/ 800673 w 6251734"/>
              <a:gd name="connsiteY1403" fmla="*/ 1863658 h 5808721"/>
              <a:gd name="connsiteX1404" fmla="*/ 809245 w 6251734"/>
              <a:gd name="connsiteY1404" fmla="*/ 1873945 h 5808721"/>
              <a:gd name="connsiteX1405" fmla="*/ 810960 w 6251734"/>
              <a:gd name="connsiteY1405" fmla="*/ 1870514 h 5808721"/>
              <a:gd name="connsiteX1406" fmla="*/ 620127 w 6251734"/>
              <a:gd name="connsiteY1406" fmla="*/ 1653407 h 5808721"/>
              <a:gd name="connsiteX1407" fmla="*/ 615617 w 6251734"/>
              <a:gd name="connsiteY1407" fmla="*/ 1651278 h 5808721"/>
              <a:gd name="connsiteX1408" fmla="*/ 671583 w 6251734"/>
              <a:gd name="connsiteY1408" fmla="*/ 1676556 h 5808721"/>
              <a:gd name="connsiteX1409" fmla="*/ 792958 w 6251734"/>
              <a:gd name="connsiteY1409" fmla="*/ 2119974 h 5808721"/>
              <a:gd name="connsiteX1410" fmla="*/ 511779 w 6251734"/>
              <a:gd name="connsiteY1410" fmla="*/ 2287139 h 5808721"/>
              <a:gd name="connsiteX1411" fmla="*/ 630079 w 6251734"/>
              <a:gd name="connsiteY1411" fmla="*/ 2251133 h 5808721"/>
              <a:gd name="connsiteX1412" fmla="*/ 613791 w 6251734"/>
              <a:gd name="connsiteY1412" fmla="*/ 2251993 h 5808721"/>
              <a:gd name="connsiteX1413" fmla="*/ 597504 w 6251734"/>
              <a:gd name="connsiteY1413" fmla="*/ 2245133 h 5808721"/>
              <a:gd name="connsiteX1414" fmla="*/ 588074 w 6251734"/>
              <a:gd name="connsiteY1414" fmla="*/ 2243418 h 5808721"/>
              <a:gd name="connsiteX1415" fmla="*/ 572643 w 6251734"/>
              <a:gd name="connsiteY1415" fmla="*/ 2245990 h 5808721"/>
              <a:gd name="connsiteX1416" fmla="*/ 560642 w 6251734"/>
              <a:gd name="connsiteY1416" fmla="*/ 2251993 h 5808721"/>
              <a:gd name="connsiteX1417" fmla="*/ 550355 w 6251734"/>
              <a:gd name="connsiteY1417" fmla="*/ 2251133 h 5808721"/>
              <a:gd name="connsiteX1418" fmla="*/ 537496 w 6251734"/>
              <a:gd name="connsiteY1418" fmla="*/ 2251993 h 5808721"/>
              <a:gd name="connsiteX1419" fmla="*/ 541782 w 6251734"/>
              <a:gd name="connsiteY1419" fmla="*/ 2241705 h 5808721"/>
              <a:gd name="connsiteX1420" fmla="*/ 530638 w 6251734"/>
              <a:gd name="connsiteY1420" fmla="*/ 2239989 h 5808721"/>
              <a:gd name="connsiteX1421" fmla="*/ 523780 w 6251734"/>
              <a:gd name="connsiteY1421" fmla="*/ 2248563 h 5808721"/>
              <a:gd name="connsiteX1422" fmla="*/ 517779 w 6251734"/>
              <a:gd name="connsiteY1422" fmla="*/ 2259708 h 5808721"/>
              <a:gd name="connsiteX1423" fmla="*/ 496348 w 6251734"/>
              <a:gd name="connsiteY1423" fmla="*/ 2255421 h 5808721"/>
              <a:gd name="connsiteX1424" fmla="*/ 484347 w 6251734"/>
              <a:gd name="connsiteY1424" fmla="*/ 2252849 h 5808721"/>
              <a:gd name="connsiteX1425" fmla="*/ 485204 w 6251734"/>
              <a:gd name="connsiteY1425" fmla="*/ 2248563 h 5808721"/>
              <a:gd name="connsiteX1426" fmla="*/ 497205 w 6251734"/>
              <a:gd name="connsiteY1426" fmla="*/ 2239989 h 5808721"/>
              <a:gd name="connsiteX1427" fmla="*/ 509207 w 6251734"/>
              <a:gd name="connsiteY1427" fmla="*/ 2233132 h 5808721"/>
              <a:gd name="connsiteX1428" fmla="*/ 503206 w 6251734"/>
              <a:gd name="connsiteY1428" fmla="*/ 2226275 h 5808721"/>
              <a:gd name="connsiteX1429" fmla="*/ 497205 w 6251734"/>
              <a:gd name="connsiteY1429" fmla="*/ 2231417 h 5808721"/>
              <a:gd name="connsiteX1430" fmla="*/ 472345 w 6251734"/>
              <a:gd name="connsiteY1430" fmla="*/ 2232275 h 5808721"/>
              <a:gd name="connsiteX1431" fmla="*/ 451771 w 6251734"/>
              <a:gd name="connsiteY1431" fmla="*/ 2233989 h 5808721"/>
              <a:gd name="connsiteX1432" fmla="*/ 448342 w 6251734"/>
              <a:gd name="connsiteY1432" fmla="*/ 2227131 h 5808721"/>
              <a:gd name="connsiteX1433" fmla="*/ 433769 w 6251734"/>
              <a:gd name="connsiteY1433" fmla="*/ 2233989 h 5808721"/>
              <a:gd name="connsiteX1434" fmla="*/ 413195 w 6251734"/>
              <a:gd name="connsiteY1434" fmla="*/ 2237419 h 5808721"/>
              <a:gd name="connsiteX1435" fmla="*/ 402908 w 6251734"/>
              <a:gd name="connsiteY1435" fmla="*/ 2239132 h 5808721"/>
              <a:gd name="connsiteX1436" fmla="*/ 402051 w 6251734"/>
              <a:gd name="connsiteY1436" fmla="*/ 2233132 h 5808721"/>
              <a:gd name="connsiteX1437" fmla="*/ 391764 w 6251734"/>
              <a:gd name="connsiteY1437" fmla="*/ 2241705 h 5808721"/>
              <a:gd name="connsiteX1438" fmla="*/ 379762 w 6251734"/>
              <a:gd name="connsiteY1438" fmla="*/ 2243418 h 5808721"/>
              <a:gd name="connsiteX1439" fmla="*/ 378048 w 6251734"/>
              <a:gd name="connsiteY1439" fmla="*/ 2257136 h 5808721"/>
              <a:gd name="connsiteX1440" fmla="*/ 393304 w 6251734"/>
              <a:gd name="connsiteY1440" fmla="*/ 2268105 h 5808721"/>
              <a:gd name="connsiteX1441" fmla="*/ 409649 w 6251734"/>
              <a:gd name="connsiteY1441" fmla="*/ 2273959 h 5808721"/>
              <a:gd name="connsiteX1442" fmla="*/ 353398 w 6251734"/>
              <a:gd name="connsiteY1442" fmla="*/ 2258117 h 5808721"/>
              <a:gd name="connsiteX1443" fmla="*/ 167164 w 6251734"/>
              <a:gd name="connsiteY1443" fmla="*/ 1913378 h 5808721"/>
              <a:gd name="connsiteX1444" fmla="*/ 170593 w 6251734"/>
              <a:gd name="connsiteY1444" fmla="*/ 1910806 h 5808721"/>
              <a:gd name="connsiteX1445" fmla="*/ 173165 w 6251734"/>
              <a:gd name="connsiteY1445" fmla="*/ 1921951 h 5808721"/>
              <a:gd name="connsiteX1446" fmla="*/ 179166 w 6251734"/>
              <a:gd name="connsiteY1446" fmla="*/ 1930522 h 5808721"/>
              <a:gd name="connsiteX1447" fmla="*/ 186024 w 6251734"/>
              <a:gd name="connsiteY1447" fmla="*/ 1939953 h 5808721"/>
              <a:gd name="connsiteX1448" fmla="*/ 181737 w 6251734"/>
              <a:gd name="connsiteY1448" fmla="*/ 1954526 h 5808721"/>
              <a:gd name="connsiteX1449" fmla="*/ 190310 w 6251734"/>
              <a:gd name="connsiteY1449" fmla="*/ 1978528 h 5808721"/>
              <a:gd name="connsiteX1450" fmla="*/ 189453 w 6251734"/>
              <a:gd name="connsiteY1450" fmla="*/ 2007674 h 5808721"/>
              <a:gd name="connsiteX1451" fmla="*/ 208312 w 6251734"/>
              <a:gd name="connsiteY1451" fmla="*/ 2052252 h 5808721"/>
              <a:gd name="connsiteX1452" fmla="*/ 215170 w 6251734"/>
              <a:gd name="connsiteY1452" fmla="*/ 2066825 h 5808721"/>
              <a:gd name="connsiteX1453" fmla="*/ 227172 w 6251734"/>
              <a:gd name="connsiteY1453" fmla="*/ 2076254 h 5808721"/>
              <a:gd name="connsiteX1454" fmla="*/ 233172 w 6251734"/>
              <a:gd name="connsiteY1454" fmla="*/ 2101972 h 5808721"/>
              <a:gd name="connsiteX1455" fmla="*/ 240888 w 6251734"/>
              <a:gd name="connsiteY1455" fmla="*/ 2124260 h 5808721"/>
              <a:gd name="connsiteX1456" fmla="*/ 250317 w 6251734"/>
              <a:gd name="connsiteY1456" fmla="*/ 2136262 h 5808721"/>
              <a:gd name="connsiteX1457" fmla="*/ 257175 w 6251734"/>
              <a:gd name="connsiteY1457" fmla="*/ 2149122 h 5808721"/>
              <a:gd name="connsiteX1458" fmla="*/ 264891 w 6251734"/>
              <a:gd name="connsiteY1458" fmla="*/ 2161123 h 5808721"/>
              <a:gd name="connsiteX1459" fmla="*/ 279464 w 6251734"/>
              <a:gd name="connsiteY1459" fmla="*/ 2189412 h 5808721"/>
              <a:gd name="connsiteX1460" fmla="*/ 286322 w 6251734"/>
              <a:gd name="connsiteY1460" fmla="*/ 2199699 h 5808721"/>
              <a:gd name="connsiteX1461" fmla="*/ 306039 w 6251734"/>
              <a:gd name="connsiteY1461" fmla="*/ 2211701 h 5808721"/>
              <a:gd name="connsiteX1462" fmla="*/ 318897 w 6251734"/>
              <a:gd name="connsiteY1462" fmla="*/ 2221987 h 5808721"/>
              <a:gd name="connsiteX1463" fmla="*/ 320612 w 6251734"/>
              <a:gd name="connsiteY1463" fmla="*/ 2215986 h 5808721"/>
              <a:gd name="connsiteX1464" fmla="*/ 312897 w 6251734"/>
              <a:gd name="connsiteY1464" fmla="*/ 2207414 h 5808721"/>
              <a:gd name="connsiteX1465" fmla="*/ 304324 w 6251734"/>
              <a:gd name="connsiteY1465" fmla="*/ 2196269 h 5808721"/>
              <a:gd name="connsiteX1466" fmla="*/ 300038 w 6251734"/>
              <a:gd name="connsiteY1466" fmla="*/ 2186840 h 5808721"/>
              <a:gd name="connsiteX1467" fmla="*/ 290608 w 6251734"/>
              <a:gd name="connsiteY1467" fmla="*/ 2173981 h 5808721"/>
              <a:gd name="connsiteX1468" fmla="*/ 294894 w 6251734"/>
              <a:gd name="connsiteY1468" fmla="*/ 2166267 h 5808721"/>
              <a:gd name="connsiteX1469" fmla="*/ 298323 w 6251734"/>
              <a:gd name="connsiteY1469" fmla="*/ 2161123 h 5808721"/>
              <a:gd name="connsiteX1470" fmla="*/ 294894 w 6251734"/>
              <a:gd name="connsiteY1470" fmla="*/ 2148263 h 5808721"/>
              <a:gd name="connsiteX1471" fmla="*/ 303467 w 6251734"/>
              <a:gd name="connsiteY1471" fmla="*/ 2119974 h 5808721"/>
              <a:gd name="connsiteX1472" fmla="*/ 303467 w 6251734"/>
              <a:gd name="connsiteY1472" fmla="*/ 2104544 h 5808721"/>
              <a:gd name="connsiteX1473" fmla="*/ 312897 w 6251734"/>
              <a:gd name="connsiteY1473" fmla="*/ 2097686 h 5808721"/>
              <a:gd name="connsiteX1474" fmla="*/ 326613 w 6251734"/>
              <a:gd name="connsiteY1474" fmla="*/ 2088256 h 5808721"/>
              <a:gd name="connsiteX1475" fmla="*/ 324898 w 6251734"/>
              <a:gd name="connsiteY1475" fmla="*/ 2079683 h 5808721"/>
              <a:gd name="connsiteX1476" fmla="*/ 329184 w 6251734"/>
              <a:gd name="connsiteY1476" fmla="*/ 2071111 h 5808721"/>
              <a:gd name="connsiteX1477" fmla="*/ 330042 w 6251734"/>
              <a:gd name="connsiteY1477" fmla="*/ 2057396 h 5808721"/>
              <a:gd name="connsiteX1478" fmla="*/ 325755 w 6251734"/>
              <a:gd name="connsiteY1478" fmla="*/ 2046251 h 5808721"/>
              <a:gd name="connsiteX1479" fmla="*/ 327470 w 6251734"/>
              <a:gd name="connsiteY1479" fmla="*/ 2035106 h 5808721"/>
              <a:gd name="connsiteX1480" fmla="*/ 336900 w 6251734"/>
              <a:gd name="connsiteY1480" fmla="*/ 2021391 h 5808721"/>
              <a:gd name="connsiteX1481" fmla="*/ 342043 w 6251734"/>
              <a:gd name="connsiteY1481" fmla="*/ 2008532 h 5808721"/>
              <a:gd name="connsiteX1482" fmla="*/ 336900 w 6251734"/>
              <a:gd name="connsiteY1482" fmla="*/ 2001674 h 5808721"/>
              <a:gd name="connsiteX1483" fmla="*/ 324041 w 6251734"/>
              <a:gd name="connsiteY1483" fmla="*/ 1994816 h 5808721"/>
              <a:gd name="connsiteX1484" fmla="*/ 315468 w 6251734"/>
              <a:gd name="connsiteY1484" fmla="*/ 1983671 h 5808721"/>
              <a:gd name="connsiteX1485" fmla="*/ 299181 w 6251734"/>
              <a:gd name="connsiteY1485" fmla="*/ 1982814 h 5808721"/>
              <a:gd name="connsiteX1486" fmla="*/ 295752 w 6251734"/>
              <a:gd name="connsiteY1486" fmla="*/ 1977671 h 5808721"/>
              <a:gd name="connsiteX1487" fmla="*/ 282893 w 6251734"/>
              <a:gd name="connsiteY1487" fmla="*/ 1972528 h 5808721"/>
              <a:gd name="connsiteX1488" fmla="*/ 281178 w 6251734"/>
              <a:gd name="connsiteY1488" fmla="*/ 1965669 h 5808721"/>
              <a:gd name="connsiteX1489" fmla="*/ 271749 w 6251734"/>
              <a:gd name="connsiteY1489" fmla="*/ 1963955 h 5808721"/>
              <a:gd name="connsiteX1490" fmla="*/ 270034 w 6251734"/>
              <a:gd name="connsiteY1490" fmla="*/ 1957954 h 5808721"/>
              <a:gd name="connsiteX1491" fmla="*/ 269177 w 6251734"/>
              <a:gd name="connsiteY1491" fmla="*/ 1948525 h 5808721"/>
              <a:gd name="connsiteX1492" fmla="*/ 264033 w 6251734"/>
              <a:gd name="connsiteY1492" fmla="*/ 1939095 h 5808721"/>
              <a:gd name="connsiteX1493" fmla="*/ 259747 w 6251734"/>
              <a:gd name="connsiteY1493" fmla="*/ 1933095 h 5808721"/>
              <a:gd name="connsiteX1494" fmla="*/ 248603 w 6251734"/>
              <a:gd name="connsiteY1494" fmla="*/ 1931380 h 5808721"/>
              <a:gd name="connsiteX1495" fmla="*/ 239173 w 6251734"/>
              <a:gd name="connsiteY1495" fmla="*/ 1926236 h 5808721"/>
              <a:gd name="connsiteX1496" fmla="*/ 236601 w 6251734"/>
              <a:gd name="connsiteY1496" fmla="*/ 1917664 h 5808721"/>
              <a:gd name="connsiteX1497" fmla="*/ 232315 w 6251734"/>
              <a:gd name="connsiteY1497" fmla="*/ 1908233 h 5808721"/>
              <a:gd name="connsiteX1498" fmla="*/ 226314 w 6251734"/>
              <a:gd name="connsiteY1498" fmla="*/ 1903948 h 5808721"/>
              <a:gd name="connsiteX1499" fmla="*/ 214313 w 6251734"/>
              <a:gd name="connsiteY1499" fmla="*/ 1906521 h 5808721"/>
              <a:gd name="connsiteX1500" fmla="*/ 213456 w 6251734"/>
              <a:gd name="connsiteY1500" fmla="*/ 1898805 h 5808721"/>
              <a:gd name="connsiteX1501" fmla="*/ 206598 w 6251734"/>
              <a:gd name="connsiteY1501" fmla="*/ 1897090 h 5808721"/>
              <a:gd name="connsiteX1502" fmla="*/ 201454 w 6251734"/>
              <a:gd name="connsiteY1502" fmla="*/ 1900518 h 5808721"/>
              <a:gd name="connsiteX1503" fmla="*/ 198882 w 6251734"/>
              <a:gd name="connsiteY1503" fmla="*/ 1903948 h 5808721"/>
              <a:gd name="connsiteX1504" fmla="*/ 192882 w 6251734"/>
              <a:gd name="connsiteY1504" fmla="*/ 1912520 h 5808721"/>
              <a:gd name="connsiteX1505" fmla="*/ 191167 w 6251734"/>
              <a:gd name="connsiteY1505" fmla="*/ 1910806 h 5808721"/>
              <a:gd name="connsiteX1506" fmla="*/ 188595 w 6251734"/>
              <a:gd name="connsiteY1506" fmla="*/ 1907378 h 5808721"/>
              <a:gd name="connsiteX1507" fmla="*/ 185166 w 6251734"/>
              <a:gd name="connsiteY1507" fmla="*/ 1895375 h 5808721"/>
              <a:gd name="connsiteX1508" fmla="*/ 188595 w 6251734"/>
              <a:gd name="connsiteY1508" fmla="*/ 1885946 h 5808721"/>
              <a:gd name="connsiteX1509" fmla="*/ 187738 w 6251734"/>
              <a:gd name="connsiteY1509" fmla="*/ 1873087 h 5808721"/>
              <a:gd name="connsiteX1510" fmla="*/ 188595 w 6251734"/>
              <a:gd name="connsiteY1510" fmla="*/ 1862801 h 5808721"/>
              <a:gd name="connsiteX1511" fmla="*/ 187738 w 6251734"/>
              <a:gd name="connsiteY1511" fmla="*/ 1855084 h 5808721"/>
              <a:gd name="connsiteX1512" fmla="*/ 183452 w 6251734"/>
              <a:gd name="connsiteY1512" fmla="*/ 1853370 h 5808721"/>
              <a:gd name="connsiteX1513" fmla="*/ 197168 w 6251734"/>
              <a:gd name="connsiteY1513" fmla="*/ 1817366 h 5808721"/>
              <a:gd name="connsiteX1514" fmla="*/ 195453 w 6251734"/>
              <a:gd name="connsiteY1514" fmla="*/ 1828509 h 5808721"/>
              <a:gd name="connsiteX1515" fmla="*/ 194596 w 6251734"/>
              <a:gd name="connsiteY1515" fmla="*/ 1835368 h 5808721"/>
              <a:gd name="connsiteX1516" fmla="*/ 193739 w 6251734"/>
              <a:gd name="connsiteY1516" fmla="*/ 1843085 h 5808721"/>
              <a:gd name="connsiteX1517" fmla="*/ 196311 w 6251734"/>
              <a:gd name="connsiteY1517" fmla="*/ 1843941 h 5808721"/>
              <a:gd name="connsiteX1518" fmla="*/ 201454 w 6251734"/>
              <a:gd name="connsiteY1518" fmla="*/ 1847369 h 5808721"/>
              <a:gd name="connsiteX1519" fmla="*/ 203169 w 6251734"/>
              <a:gd name="connsiteY1519" fmla="*/ 1847369 h 5808721"/>
              <a:gd name="connsiteX1520" fmla="*/ 207455 w 6251734"/>
              <a:gd name="connsiteY1520" fmla="*/ 1852513 h 5808721"/>
              <a:gd name="connsiteX1521" fmla="*/ 206598 w 6251734"/>
              <a:gd name="connsiteY1521" fmla="*/ 1859371 h 5808721"/>
              <a:gd name="connsiteX1522" fmla="*/ 208312 w 6251734"/>
              <a:gd name="connsiteY1522" fmla="*/ 1861087 h 5808721"/>
              <a:gd name="connsiteX1523" fmla="*/ 213456 w 6251734"/>
              <a:gd name="connsiteY1523" fmla="*/ 1863658 h 5808721"/>
              <a:gd name="connsiteX1524" fmla="*/ 220314 w 6251734"/>
              <a:gd name="connsiteY1524" fmla="*/ 1862801 h 5808721"/>
              <a:gd name="connsiteX1525" fmla="*/ 223743 w 6251734"/>
              <a:gd name="connsiteY1525" fmla="*/ 1867085 h 5808721"/>
              <a:gd name="connsiteX1526" fmla="*/ 225457 w 6251734"/>
              <a:gd name="connsiteY1526" fmla="*/ 1870514 h 5808721"/>
              <a:gd name="connsiteX1527" fmla="*/ 228886 w 6251734"/>
              <a:gd name="connsiteY1527" fmla="*/ 1867085 h 5808721"/>
              <a:gd name="connsiteX1528" fmla="*/ 230601 w 6251734"/>
              <a:gd name="connsiteY1528" fmla="*/ 1862801 h 5808721"/>
              <a:gd name="connsiteX1529" fmla="*/ 227172 w 6251734"/>
              <a:gd name="connsiteY1529" fmla="*/ 1860230 h 5808721"/>
              <a:gd name="connsiteX1530" fmla="*/ 222028 w 6251734"/>
              <a:gd name="connsiteY1530" fmla="*/ 1856798 h 5808721"/>
              <a:gd name="connsiteX1531" fmla="*/ 216027 w 6251734"/>
              <a:gd name="connsiteY1531" fmla="*/ 1855084 h 5808721"/>
              <a:gd name="connsiteX1532" fmla="*/ 210027 w 6251734"/>
              <a:gd name="connsiteY1532" fmla="*/ 1854227 h 5808721"/>
              <a:gd name="connsiteX1533" fmla="*/ 210027 w 6251734"/>
              <a:gd name="connsiteY1533" fmla="*/ 1847369 h 5808721"/>
              <a:gd name="connsiteX1534" fmla="*/ 210027 w 6251734"/>
              <a:gd name="connsiteY1534" fmla="*/ 1839654 h 5808721"/>
              <a:gd name="connsiteX1535" fmla="*/ 205740 w 6251734"/>
              <a:gd name="connsiteY1535" fmla="*/ 1838796 h 5808721"/>
              <a:gd name="connsiteX1536" fmla="*/ 201454 w 6251734"/>
              <a:gd name="connsiteY1536" fmla="*/ 1834510 h 5808721"/>
              <a:gd name="connsiteX1537" fmla="*/ 204883 w 6251734"/>
              <a:gd name="connsiteY1537" fmla="*/ 1827653 h 5808721"/>
              <a:gd name="connsiteX1538" fmla="*/ 215170 w 6251734"/>
              <a:gd name="connsiteY1538" fmla="*/ 1823367 h 5808721"/>
              <a:gd name="connsiteX1539" fmla="*/ 220314 w 6251734"/>
              <a:gd name="connsiteY1539" fmla="*/ 1819081 h 5808721"/>
              <a:gd name="connsiteX1540" fmla="*/ 223743 w 6251734"/>
              <a:gd name="connsiteY1540" fmla="*/ 1811365 h 5808721"/>
              <a:gd name="connsiteX1541" fmla="*/ 227172 w 6251734"/>
              <a:gd name="connsiteY1541" fmla="*/ 1802793 h 5808721"/>
              <a:gd name="connsiteX1542" fmla="*/ 228886 w 6251734"/>
              <a:gd name="connsiteY1542" fmla="*/ 1793363 h 5808721"/>
              <a:gd name="connsiteX1543" fmla="*/ 234030 w 6251734"/>
              <a:gd name="connsiteY1543" fmla="*/ 1786504 h 5808721"/>
              <a:gd name="connsiteX1544" fmla="*/ 246031 w 6251734"/>
              <a:gd name="connsiteY1544" fmla="*/ 1777076 h 5808721"/>
              <a:gd name="connsiteX1545" fmla="*/ 252889 w 6251734"/>
              <a:gd name="connsiteY1545" fmla="*/ 1771073 h 5808721"/>
              <a:gd name="connsiteX1546" fmla="*/ 255461 w 6251734"/>
              <a:gd name="connsiteY1546" fmla="*/ 1765075 h 5808721"/>
              <a:gd name="connsiteX1547" fmla="*/ 261462 w 6251734"/>
              <a:gd name="connsiteY1547" fmla="*/ 1762502 h 5808721"/>
              <a:gd name="connsiteX1548" fmla="*/ 269177 w 6251734"/>
              <a:gd name="connsiteY1548" fmla="*/ 1758215 h 5808721"/>
              <a:gd name="connsiteX1549" fmla="*/ 271749 w 6251734"/>
              <a:gd name="connsiteY1549" fmla="*/ 1750501 h 5808721"/>
              <a:gd name="connsiteX1550" fmla="*/ 274320 w 6251734"/>
              <a:gd name="connsiteY1550" fmla="*/ 1747928 h 5808721"/>
              <a:gd name="connsiteX1551" fmla="*/ 282893 w 6251734"/>
              <a:gd name="connsiteY1551" fmla="*/ 1741932 h 5808721"/>
              <a:gd name="connsiteX1552" fmla="*/ 286322 w 6251734"/>
              <a:gd name="connsiteY1552" fmla="*/ 1739360 h 5808721"/>
              <a:gd name="connsiteX1553" fmla="*/ 293180 w 6251734"/>
              <a:gd name="connsiteY1553" fmla="*/ 1740217 h 5808721"/>
              <a:gd name="connsiteX1554" fmla="*/ 302610 w 6251734"/>
              <a:gd name="connsiteY1554" fmla="*/ 1742789 h 5808721"/>
              <a:gd name="connsiteX1555" fmla="*/ 307753 w 6251734"/>
              <a:gd name="connsiteY1555" fmla="*/ 1741932 h 5808721"/>
              <a:gd name="connsiteX1556" fmla="*/ 309468 w 6251734"/>
              <a:gd name="connsiteY1556" fmla="*/ 1735930 h 5808721"/>
              <a:gd name="connsiteX1557" fmla="*/ 308610 w 6251734"/>
              <a:gd name="connsiteY1557" fmla="*/ 1732501 h 5808721"/>
              <a:gd name="connsiteX1558" fmla="*/ 304324 w 6251734"/>
              <a:gd name="connsiteY1558" fmla="*/ 1730788 h 5808721"/>
              <a:gd name="connsiteX1559" fmla="*/ 306039 w 6251734"/>
              <a:gd name="connsiteY1559" fmla="*/ 1723929 h 5808721"/>
              <a:gd name="connsiteX1560" fmla="*/ 312039 w 6251734"/>
              <a:gd name="connsiteY1560" fmla="*/ 1719643 h 5808721"/>
              <a:gd name="connsiteX1561" fmla="*/ 320612 w 6251734"/>
              <a:gd name="connsiteY1561" fmla="*/ 1714500 h 5808721"/>
              <a:gd name="connsiteX1562" fmla="*/ 325755 w 6251734"/>
              <a:gd name="connsiteY1562" fmla="*/ 1718786 h 5808721"/>
              <a:gd name="connsiteX1563" fmla="*/ 326613 w 6251734"/>
              <a:gd name="connsiteY1563" fmla="*/ 1721357 h 5808721"/>
              <a:gd name="connsiteX1564" fmla="*/ 319755 w 6251734"/>
              <a:gd name="connsiteY1564" fmla="*/ 1725643 h 5808721"/>
              <a:gd name="connsiteX1565" fmla="*/ 323184 w 6251734"/>
              <a:gd name="connsiteY1565" fmla="*/ 1731644 h 5808721"/>
              <a:gd name="connsiteX1566" fmla="*/ 330899 w 6251734"/>
              <a:gd name="connsiteY1566" fmla="*/ 1731644 h 5808721"/>
              <a:gd name="connsiteX1567" fmla="*/ 336042 w 6251734"/>
              <a:gd name="connsiteY1567" fmla="*/ 1728216 h 5808721"/>
              <a:gd name="connsiteX1568" fmla="*/ 337757 w 6251734"/>
              <a:gd name="connsiteY1568" fmla="*/ 1723929 h 5808721"/>
              <a:gd name="connsiteX1569" fmla="*/ 337757 w 6251734"/>
              <a:gd name="connsiteY1569" fmla="*/ 1717072 h 5808721"/>
              <a:gd name="connsiteX1570" fmla="*/ 336900 w 6251734"/>
              <a:gd name="connsiteY1570" fmla="*/ 1711070 h 5808721"/>
              <a:gd name="connsiteX1571" fmla="*/ 339471 w 6251734"/>
              <a:gd name="connsiteY1571" fmla="*/ 1706785 h 5808721"/>
              <a:gd name="connsiteX1572" fmla="*/ 342900 w 6251734"/>
              <a:gd name="connsiteY1572" fmla="*/ 1704213 h 5808721"/>
              <a:gd name="connsiteX1573" fmla="*/ 345472 w 6251734"/>
              <a:gd name="connsiteY1573" fmla="*/ 1699927 h 5808721"/>
              <a:gd name="connsiteX1574" fmla="*/ 345472 w 6251734"/>
              <a:gd name="connsiteY1574" fmla="*/ 1693069 h 5808721"/>
              <a:gd name="connsiteX1575" fmla="*/ 351473 w 6251734"/>
              <a:gd name="connsiteY1575" fmla="*/ 1684495 h 5808721"/>
              <a:gd name="connsiteX1576" fmla="*/ 354045 w 6251734"/>
              <a:gd name="connsiteY1576" fmla="*/ 1680211 h 5808721"/>
              <a:gd name="connsiteX1577" fmla="*/ 345472 w 6251734"/>
              <a:gd name="connsiteY1577" fmla="*/ 1676780 h 5808721"/>
              <a:gd name="connsiteX1578" fmla="*/ 315281 w 6251734"/>
              <a:gd name="connsiteY1578" fmla="*/ 1686424 h 5808721"/>
              <a:gd name="connsiteX1579" fmla="*/ 289975 w 6251734"/>
              <a:gd name="connsiteY1579" fmla="*/ 1703570 h 5808721"/>
              <a:gd name="connsiteX1580" fmla="*/ 311879 w 6251734"/>
              <a:gd name="connsiteY1580" fmla="*/ 1684683 h 5808721"/>
              <a:gd name="connsiteX1581" fmla="*/ 440627 w 6251734"/>
              <a:gd name="connsiteY1581" fmla="*/ 1634775 h 5808721"/>
              <a:gd name="connsiteX1582" fmla="*/ 493776 w 6251734"/>
              <a:gd name="connsiteY1582" fmla="*/ 1630488 h 5808721"/>
              <a:gd name="connsiteX1583" fmla="*/ 5782152 w 6251734"/>
              <a:gd name="connsiteY1583" fmla="*/ 1596198 h 5808721"/>
              <a:gd name="connsiteX1584" fmla="*/ 5866161 w 6251734"/>
              <a:gd name="connsiteY1584" fmla="*/ 1665861 h 5808721"/>
              <a:gd name="connsiteX1585" fmla="*/ 5894202 w 6251734"/>
              <a:gd name="connsiteY1585" fmla="*/ 1735228 h 5808721"/>
              <a:gd name="connsiteX1586" fmla="*/ 5937599 w 6251734"/>
              <a:gd name="connsiteY1586" fmla="*/ 1713557 h 5808721"/>
              <a:gd name="connsiteX1587" fmla="*/ 6007126 w 6251734"/>
              <a:gd name="connsiteY1587" fmla="*/ 1696509 h 5808721"/>
              <a:gd name="connsiteX1588" fmla="*/ 6071045 w 6251734"/>
              <a:gd name="connsiteY1588" fmla="*/ 1715354 h 5808721"/>
              <a:gd name="connsiteX1589" fmla="*/ 6061402 w 6251734"/>
              <a:gd name="connsiteY1589" fmla="*/ 1875016 h 5808721"/>
              <a:gd name="connsiteX1590" fmla="*/ 6052430 w 6251734"/>
              <a:gd name="connsiteY1590" fmla="*/ 1891847 h 5808721"/>
              <a:gd name="connsiteX1591" fmla="*/ 6120539 w 6251734"/>
              <a:gd name="connsiteY1591" fmla="*/ 1919379 h 5808721"/>
              <a:gd name="connsiteX1592" fmla="*/ 6190203 w 6251734"/>
              <a:gd name="connsiteY1592" fmla="*/ 2003388 h 5808721"/>
              <a:gd name="connsiteX1593" fmla="*/ 6120539 w 6251734"/>
              <a:gd name="connsiteY1593" fmla="*/ 2087623 h 5808721"/>
              <a:gd name="connsiteX1594" fmla="*/ 6052202 w 6251734"/>
              <a:gd name="connsiteY1594" fmla="*/ 2115361 h 5808721"/>
              <a:gd name="connsiteX1595" fmla="*/ 6061402 w 6251734"/>
              <a:gd name="connsiteY1595" fmla="*/ 2132621 h 5808721"/>
              <a:gd name="connsiteX1596" fmla="*/ 6071045 w 6251734"/>
              <a:gd name="connsiteY1596" fmla="*/ 2292283 h 5808721"/>
              <a:gd name="connsiteX1597" fmla="*/ 5911061 w 6251734"/>
              <a:gd name="connsiteY1597" fmla="*/ 2282960 h 5808721"/>
              <a:gd name="connsiteX1598" fmla="*/ 5893744 w 6251734"/>
              <a:gd name="connsiteY1598" fmla="*/ 2273685 h 5808721"/>
              <a:gd name="connsiteX1599" fmla="*/ 5865784 w 6251734"/>
              <a:gd name="connsiteY1599" fmla="*/ 2342634 h 5808721"/>
              <a:gd name="connsiteX1600" fmla="*/ 5782152 w 6251734"/>
              <a:gd name="connsiteY1600" fmla="*/ 2412297 h 5808721"/>
              <a:gd name="connsiteX1601" fmla="*/ 5698520 w 6251734"/>
              <a:gd name="connsiteY1601" fmla="*/ 2342634 h 5808721"/>
              <a:gd name="connsiteX1602" fmla="*/ 5670749 w 6251734"/>
              <a:gd name="connsiteY1602" fmla="*/ 2274150 h 5808721"/>
              <a:gd name="connsiteX1603" fmla="*/ 5653242 w 6251734"/>
              <a:gd name="connsiteY1603" fmla="*/ 2283496 h 5808721"/>
              <a:gd name="connsiteX1604" fmla="*/ 5493258 w 6251734"/>
              <a:gd name="connsiteY1604" fmla="*/ 2293141 h 5808721"/>
              <a:gd name="connsiteX1605" fmla="*/ 5502902 w 6251734"/>
              <a:gd name="connsiteY1605" fmla="*/ 2133155 h 5808721"/>
              <a:gd name="connsiteX1606" fmla="*/ 5512498 w 6251734"/>
              <a:gd name="connsiteY1606" fmla="*/ 2115182 h 5808721"/>
              <a:gd name="connsiteX1607" fmla="*/ 5443764 w 6251734"/>
              <a:gd name="connsiteY1607" fmla="*/ 2087397 h 5808721"/>
              <a:gd name="connsiteX1608" fmla="*/ 5374100 w 6251734"/>
              <a:gd name="connsiteY1608" fmla="*/ 2003388 h 5808721"/>
              <a:gd name="connsiteX1609" fmla="*/ 5443764 w 6251734"/>
              <a:gd name="connsiteY1609" fmla="*/ 1919379 h 5808721"/>
              <a:gd name="connsiteX1610" fmla="*/ 5512121 w 6251734"/>
              <a:gd name="connsiteY1610" fmla="*/ 1891747 h 5808721"/>
              <a:gd name="connsiteX1611" fmla="*/ 5502902 w 6251734"/>
              <a:gd name="connsiteY1611" fmla="*/ 1874480 h 5808721"/>
              <a:gd name="connsiteX1612" fmla="*/ 5493258 w 6251734"/>
              <a:gd name="connsiteY1612" fmla="*/ 1714497 h 5808721"/>
              <a:gd name="connsiteX1613" fmla="*/ 5653242 w 6251734"/>
              <a:gd name="connsiteY1613" fmla="*/ 1724143 h 5808721"/>
              <a:gd name="connsiteX1614" fmla="*/ 5670795 w 6251734"/>
              <a:gd name="connsiteY1614" fmla="*/ 1733514 h 5808721"/>
              <a:gd name="connsiteX1615" fmla="*/ 5698143 w 6251734"/>
              <a:gd name="connsiteY1615" fmla="*/ 1665860 h 5808721"/>
              <a:gd name="connsiteX1616" fmla="*/ 5782152 w 6251734"/>
              <a:gd name="connsiteY1616" fmla="*/ 1596198 h 5808721"/>
              <a:gd name="connsiteX1617" fmla="*/ 3595306 w 6251734"/>
              <a:gd name="connsiteY1617" fmla="*/ 1531906 h 5808721"/>
              <a:gd name="connsiteX1618" fmla="*/ 3477006 w 6251734"/>
              <a:gd name="connsiteY1618" fmla="*/ 1651922 h 5808721"/>
              <a:gd name="connsiteX1619" fmla="*/ 3595306 w 6251734"/>
              <a:gd name="connsiteY1619" fmla="*/ 1771933 h 5808721"/>
              <a:gd name="connsiteX1620" fmla="*/ 3713607 w 6251734"/>
              <a:gd name="connsiteY1620" fmla="*/ 1651922 h 5808721"/>
              <a:gd name="connsiteX1621" fmla="*/ 3595306 w 6251734"/>
              <a:gd name="connsiteY1621" fmla="*/ 1531906 h 5808721"/>
              <a:gd name="connsiteX1622" fmla="*/ 1682785 w 6251734"/>
              <a:gd name="connsiteY1622" fmla="*/ 1496755 h 5808721"/>
              <a:gd name="connsiteX1623" fmla="*/ 2037137 w 6251734"/>
              <a:gd name="connsiteY1623" fmla="*/ 1655346 h 5808721"/>
              <a:gd name="connsiteX1624" fmla="*/ 2042829 w 6251734"/>
              <a:gd name="connsiteY1624" fmla="*/ 1655346 h 5808721"/>
              <a:gd name="connsiteX1625" fmla="*/ 2042829 w 6251734"/>
              <a:gd name="connsiteY1625" fmla="*/ 1657894 h 5808721"/>
              <a:gd name="connsiteX1626" fmla="*/ 2050545 w 6251734"/>
              <a:gd name="connsiteY1626" fmla="*/ 1661347 h 5808721"/>
              <a:gd name="connsiteX1627" fmla="*/ 2042829 w 6251734"/>
              <a:gd name="connsiteY1627" fmla="*/ 1664864 h 5808721"/>
              <a:gd name="connsiteX1628" fmla="*/ 2042829 w 6251734"/>
              <a:gd name="connsiteY1628" fmla="*/ 1878511 h 5808721"/>
              <a:gd name="connsiteX1629" fmla="*/ 2057832 w 6251734"/>
              <a:gd name="connsiteY1629" fmla="*/ 1884660 h 5808721"/>
              <a:gd name="connsiteX1630" fmla="*/ 2068547 w 6251734"/>
              <a:gd name="connsiteY1630" fmla="*/ 1910806 h 5808721"/>
              <a:gd name="connsiteX1631" fmla="*/ 2057832 w 6251734"/>
              <a:gd name="connsiteY1631" fmla="*/ 1937274 h 5808721"/>
              <a:gd name="connsiteX1632" fmla="*/ 2057578 w 6251734"/>
              <a:gd name="connsiteY1632" fmla="*/ 1937375 h 5808721"/>
              <a:gd name="connsiteX1633" fmla="*/ 2065332 w 6251734"/>
              <a:gd name="connsiteY1633" fmla="*/ 1965456 h 5808721"/>
              <a:gd name="connsiteX1634" fmla="*/ 2069404 w 6251734"/>
              <a:gd name="connsiteY1634" fmla="*/ 2078827 h 5808721"/>
              <a:gd name="connsiteX1635" fmla="*/ 2038543 w 6251734"/>
              <a:gd name="connsiteY1635" fmla="*/ 2078827 h 5808721"/>
              <a:gd name="connsiteX1636" fmla="*/ 2027398 w 6251734"/>
              <a:gd name="connsiteY1636" fmla="*/ 2078827 h 5808721"/>
              <a:gd name="connsiteX1637" fmla="*/ 1996538 w 6251734"/>
              <a:gd name="connsiteY1637" fmla="*/ 2078827 h 5808721"/>
              <a:gd name="connsiteX1638" fmla="*/ 2001360 w 6251734"/>
              <a:gd name="connsiteY1638" fmla="*/ 1965456 h 5808721"/>
              <a:gd name="connsiteX1639" fmla="*/ 2008928 w 6251734"/>
              <a:gd name="connsiteY1639" fmla="*/ 1938341 h 5808721"/>
              <a:gd name="connsiteX1640" fmla="*/ 2005539 w 6251734"/>
              <a:gd name="connsiteY1640" fmla="*/ 1936952 h 5808721"/>
              <a:gd name="connsiteX1641" fmla="*/ 1994823 w 6251734"/>
              <a:gd name="connsiteY1641" fmla="*/ 1910806 h 5808721"/>
              <a:gd name="connsiteX1642" fmla="*/ 2005539 w 6251734"/>
              <a:gd name="connsiteY1642" fmla="*/ 1884660 h 5808721"/>
              <a:gd name="connsiteX1643" fmla="*/ 2019683 w 6251734"/>
              <a:gd name="connsiteY1643" fmla="*/ 1878863 h 5808721"/>
              <a:gd name="connsiteX1644" fmla="*/ 2019683 w 6251734"/>
              <a:gd name="connsiteY1644" fmla="*/ 1675413 h 5808721"/>
              <a:gd name="connsiteX1645" fmla="*/ 1672498 w 6251734"/>
              <a:gd name="connsiteY1645" fmla="*/ 1833654 h 5808721"/>
              <a:gd name="connsiteX1646" fmla="*/ 1300450 w 6251734"/>
              <a:gd name="connsiteY1646" fmla="*/ 1665634 h 5808721"/>
              <a:gd name="connsiteX1647" fmla="*/ 5080921 w 6251734"/>
              <a:gd name="connsiteY1647" fmla="*/ 1438462 h 5808721"/>
              <a:gd name="connsiteX1648" fmla="*/ 5143500 w 6251734"/>
              <a:gd name="connsiteY1648" fmla="*/ 1438462 h 5808721"/>
              <a:gd name="connsiteX1649" fmla="*/ 5158931 w 6251734"/>
              <a:gd name="connsiteY1649" fmla="*/ 1457322 h 5808721"/>
              <a:gd name="connsiteX1650" fmla="*/ 5143500 w 6251734"/>
              <a:gd name="connsiteY1650" fmla="*/ 1476181 h 5808721"/>
              <a:gd name="connsiteX1651" fmla="*/ 5080921 w 6251734"/>
              <a:gd name="connsiteY1651" fmla="*/ 1476181 h 5808721"/>
              <a:gd name="connsiteX1652" fmla="*/ 5065490 w 6251734"/>
              <a:gd name="connsiteY1652" fmla="*/ 1457322 h 5808721"/>
              <a:gd name="connsiteX1653" fmla="*/ 5080921 w 6251734"/>
              <a:gd name="connsiteY1653" fmla="*/ 1438462 h 5808721"/>
              <a:gd name="connsiteX1654" fmla="*/ 2660050 w 6251734"/>
              <a:gd name="connsiteY1654" fmla="*/ 1421316 h 5808721"/>
              <a:gd name="connsiteX1655" fmla="*/ 2760348 w 6251734"/>
              <a:gd name="connsiteY1655" fmla="*/ 1591909 h 5808721"/>
              <a:gd name="connsiteX1656" fmla="*/ 2643762 w 6251734"/>
              <a:gd name="connsiteY1656" fmla="*/ 1672490 h 5808721"/>
              <a:gd name="connsiteX1657" fmla="*/ 2797210 w 6251734"/>
              <a:gd name="connsiteY1657" fmla="*/ 1599624 h 5808721"/>
              <a:gd name="connsiteX1658" fmla="*/ 2660050 w 6251734"/>
              <a:gd name="connsiteY1658" fmla="*/ 1421316 h 5808721"/>
              <a:gd name="connsiteX1659" fmla="*/ 5060347 w 6251734"/>
              <a:gd name="connsiteY1659" fmla="*/ 1398171 h 5808721"/>
              <a:gd name="connsiteX1660" fmla="*/ 5164075 w 6251734"/>
              <a:gd name="connsiteY1660" fmla="*/ 1398171 h 5808721"/>
              <a:gd name="connsiteX1661" fmla="*/ 5189792 w 6251734"/>
              <a:gd name="connsiteY1661" fmla="*/ 1417031 h 5808721"/>
              <a:gd name="connsiteX1662" fmla="*/ 5164075 w 6251734"/>
              <a:gd name="connsiteY1662" fmla="*/ 1435890 h 5808721"/>
              <a:gd name="connsiteX1663" fmla="*/ 5060347 w 6251734"/>
              <a:gd name="connsiteY1663" fmla="*/ 1435890 h 5808721"/>
              <a:gd name="connsiteX1664" fmla="*/ 5034629 w 6251734"/>
              <a:gd name="connsiteY1664" fmla="*/ 1417031 h 5808721"/>
              <a:gd name="connsiteX1665" fmla="*/ 5060347 w 6251734"/>
              <a:gd name="connsiteY1665" fmla="*/ 1398171 h 5808721"/>
              <a:gd name="connsiteX1666" fmla="*/ 3397282 w 6251734"/>
              <a:gd name="connsiteY1666" fmla="*/ 1360456 h 5808721"/>
              <a:gd name="connsiteX1667" fmla="*/ 3287554 w 6251734"/>
              <a:gd name="connsiteY1667" fmla="*/ 1471897 h 5808721"/>
              <a:gd name="connsiteX1668" fmla="*/ 3397282 w 6251734"/>
              <a:gd name="connsiteY1668" fmla="*/ 1582484 h 5808721"/>
              <a:gd name="connsiteX1669" fmla="*/ 3507010 w 6251734"/>
              <a:gd name="connsiteY1669" fmla="*/ 1471897 h 5808721"/>
              <a:gd name="connsiteX1670" fmla="*/ 3397282 w 6251734"/>
              <a:gd name="connsiteY1670" fmla="*/ 1360456 h 5808721"/>
              <a:gd name="connsiteX1671" fmla="*/ 5060347 w 6251734"/>
              <a:gd name="connsiteY1671" fmla="*/ 1358738 h 5808721"/>
              <a:gd name="connsiteX1672" fmla="*/ 5164075 w 6251734"/>
              <a:gd name="connsiteY1672" fmla="*/ 1358738 h 5808721"/>
              <a:gd name="connsiteX1673" fmla="*/ 5189792 w 6251734"/>
              <a:gd name="connsiteY1673" fmla="*/ 1377598 h 5808721"/>
              <a:gd name="connsiteX1674" fmla="*/ 5164075 w 6251734"/>
              <a:gd name="connsiteY1674" fmla="*/ 1396458 h 5808721"/>
              <a:gd name="connsiteX1675" fmla="*/ 5060347 w 6251734"/>
              <a:gd name="connsiteY1675" fmla="*/ 1396458 h 5808721"/>
              <a:gd name="connsiteX1676" fmla="*/ 5034629 w 6251734"/>
              <a:gd name="connsiteY1676" fmla="*/ 1377598 h 5808721"/>
              <a:gd name="connsiteX1677" fmla="*/ 5060347 w 6251734"/>
              <a:gd name="connsiteY1677" fmla="*/ 1358738 h 5808721"/>
              <a:gd name="connsiteX1678" fmla="*/ 3329559 w 6251734"/>
              <a:gd name="connsiteY1678" fmla="*/ 1134999 h 5808721"/>
              <a:gd name="connsiteX1679" fmla="*/ 3233547 w 6251734"/>
              <a:gd name="connsiteY1679" fmla="*/ 1232725 h 5808721"/>
              <a:gd name="connsiteX1680" fmla="*/ 3329559 w 6251734"/>
              <a:gd name="connsiteY1680" fmla="*/ 1330451 h 5808721"/>
              <a:gd name="connsiteX1681" fmla="*/ 3425571 w 6251734"/>
              <a:gd name="connsiteY1681" fmla="*/ 1232725 h 5808721"/>
              <a:gd name="connsiteX1682" fmla="*/ 3329559 w 6251734"/>
              <a:gd name="connsiteY1682" fmla="*/ 1134999 h 5808721"/>
              <a:gd name="connsiteX1683" fmla="*/ 2545178 w 6251734"/>
              <a:gd name="connsiteY1683" fmla="*/ 997834 h 5808721"/>
              <a:gd name="connsiteX1684" fmla="*/ 2649763 w 6251734"/>
              <a:gd name="connsiteY1684" fmla="*/ 1038125 h 5808721"/>
              <a:gd name="connsiteX1685" fmla="*/ 2649763 w 6251734"/>
              <a:gd name="connsiteY1685" fmla="*/ 1040697 h 5808721"/>
              <a:gd name="connsiteX1686" fmla="*/ 2654049 w 6251734"/>
              <a:gd name="connsiteY1686" fmla="*/ 1040697 h 5808721"/>
              <a:gd name="connsiteX1687" fmla="*/ 2654049 w 6251734"/>
              <a:gd name="connsiteY1687" fmla="*/ 1116135 h 5808721"/>
              <a:gd name="connsiteX1688" fmla="*/ 2649763 w 6251734"/>
              <a:gd name="connsiteY1688" fmla="*/ 1116135 h 5808721"/>
              <a:gd name="connsiteX1689" fmla="*/ 2632618 w 6251734"/>
              <a:gd name="connsiteY1689" fmla="*/ 1138423 h 5808721"/>
              <a:gd name="connsiteX1690" fmla="*/ 2632618 w 6251734"/>
              <a:gd name="connsiteY1690" fmla="*/ 1309873 h 5808721"/>
              <a:gd name="connsiteX1691" fmla="*/ 2648905 w 6251734"/>
              <a:gd name="connsiteY1691" fmla="*/ 1351879 h 5808721"/>
              <a:gd name="connsiteX1692" fmla="*/ 2810926 w 6251734"/>
              <a:gd name="connsiteY1692" fmla="*/ 1669918 h 5808721"/>
              <a:gd name="connsiteX1693" fmla="*/ 2546035 w 6251734"/>
              <a:gd name="connsiteY1693" fmla="*/ 1728211 h 5808721"/>
              <a:gd name="connsiteX1694" fmla="*/ 2281144 w 6251734"/>
              <a:gd name="connsiteY1694" fmla="*/ 1669918 h 5808721"/>
              <a:gd name="connsiteX1695" fmla="*/ 2447452 w 6251734"/>
              <a:gd name="connsiteY1695" fmla="*/ 1351879 h 5808721"/>
              <a:gd name="connsiteX1696" fmla="*/ 2470597 w 6251734"/>
              <a:gd name="connsiteY1696" fmla="*/ 1309873 h 5808721"/>
              <a:gd name="connsiteX1697" fmla="*/ 2470597 w 6251734"/>
              <a:gd name="connsiteY1697" fmla="*/ 1139281 h 5808721"/>
              <a:gd name="connsiteX1698" fmla="*/ 2440594 w 6251734"/>
              <a:gd name="connsiteY1698" fmla="*/ 1116135 h 5808721"/>
              <a:gd name="connsiteX1699" fmla="*/ 2438022 w 6251734"/>
              <a:gd name="connsiteY1699" fmla="*/ 1116135 h 5808721"/>
              <a:gd name="connsiteX1700" fmla="*/ 2438022 w 6251734"/>
              <a:gd name="connsiteY1700" fmla="*/ 1040697 h 5808721"/>
              <a:gd name="connsiteX1701" fmla="*/ 2440594 w 6251734"/>
              <a:gd name="connsiteY1701" fmla="*/ 1040697 h 5808721"/>
              <a:gd name="connsiteX1702" fmla="*/ 2440594 w 6251734"/>
              <a:gd name="connsiteY1702" fmla="*/ 1038125 h 5808721"/>
              <a:gd name="connsiteX1703" fmla="*/ 2545178 w 6251734"/>
              <a:gd name="connsiteY1703" fmla="*/ 997834 h 5808721"/>
              <a:gd name="connsiteX1704" fmla="*/ 1963962 w 6251734"/>
              <a:gd name="connsiteY1704" fmla="*/ 956688 h 5808721"/>
              <a:gd name="connsiteX1705" fmla="*/ 2026541 w 6251734"/>
              <a:gd name="connsiteY1705" fmla="*/ 956688 h 5808721"/>
              <a:gd name="connsiteX1706" fmla="*/ 2042829 w 6251734"/>
              <a:gd name="connsiteY1706" fmla="*/ 975549 h 5808721"/>
              <a:gd name="connsiteX1707" fmla="*/ 2027398 w 6251734"/>
              <a:gd name="connsiteY1707" fmla="*/ 994408 h 5808721"/>
              <a:gd name="connsiteX1708" fmla="*/ 1963962 w 6251734"/>
              <a:gd name="connsiteY1708" fmla="*/ 994408 h 5808721"/>
              <a:gd name="connsiteX1709" fmla="*/ 1948531 w 6251734"/>
              <a:gd name="connsiteY1709" fmla="*/ 975549 h 5808721"/>
              <a:gd name="connsiteX1710" fmla="*/ 1963962 w 6251734"/>
              <a:gd name="connsiteY1710" fmla="*/ 956688 h 5808721"/>
              <a:gd name="connsiteX1711" fmla="*/ 3402425 w 6251734"/>
              <a:gd name="connsiteY1711" fmla="*/ 943831 h 5808721"/>
              <a:gd name="connsiteX1712" fmla="*/ 3330416 w 6251734"/>
              <a:gd name="connsiteY1712" fmla="*/ 1016699 h 5808721"/>
              <a:gd name="connsiteX1713" fmla="*/ 3402425 w 6251734"/>
              <a:gd name="connsiteY1713" fmla="*/ 1089565 h 5808721"/>
              <a:gd name="connsiteX1714" fmla="*/ 3474434 w 6251734"/>
              <a:gd name="connsiteY1714" fmla="*/ 1016699 h 5808721"/>
              <a:gd name="connsiteX1715" fmla="*/ 3402425 w 6251734"/>
              <a:gd name="connsiteY1715" fmla="*/ 943831 h 5808721"/>
              <a:gd name="connsiteX1716" fmla="*/ 4083082 w 6251734"/>
              <a:gd name="connsiteY1716" fmla="*/ 928402 h 5808721"/>
              <a:gd name="connsiteX1717" fmla="*/ 3939064 w 6251734"/>
              <a:gd name="connsiteY1717" fmla="*/ 1072419 h 5808721"/>
              <a:gd name="connsiteX1718" fmla="*/ 4083082 w 6251734"/>
              <a:gd name="connsiteY1718" fmla="*/ 1216437 h 5808721"/>
              <a:gd name="connsiteX1719" fmla="*/ 4227100 w 6251734"/>
              <a:gd name="connsiteY1719" fmla="*/ 1072419 h 5808721"/>
              <a:gd name="connsiteX1720" fmla="*/ 4083082 w 6251734"/>
              <a:gd name="connsiteY1720" fmla="*/ 928402 h 5808721"/>
              <a:gd name="connsiteX1721" fmla="*/ 1944245 w 6251734"/>
              <a:gd name="connsiteY1721" fmla="*/ 916397 h 5808721"/>
              <a:gd name="connsiteX1722" fmla="*/ 2047973 w 6251734"/>
              <a:gd name="connsiteY1722" fmla="*/ 916397 h 5808721"/>
              <a:gd name="connsiteX1723" fmla="*/ 2073690 w 6251734"/>
              <a:gd name="connsiteY1723" fmla="*/ 935258 h 5808721"/>
              <a:gd name="connsiteX1724" fmla="*/ 2047973 w 6251734"/>
              <a:gd name="connsiteY1724" fmla="*/ 954117 h 5808721"/>
              <a:gd name="connsiteX1725" fmla="*/ 1944245 w 6251734"/>
              <a:gd name="connsiteY1725" fmla="*/ 954117 h 5808721"/>
              <a:gd name="connsiteX1726" fmla="*/ 1918527 w 6251734"/>
              <a:gd name="connsiteY1726" fmla="*/ 935258 h 5808721"/>
              <a:gd name="connsiteX1727" fmla="*/ 1944245 w 6251734"/>
              <a:gd name="connsiteY1727" fmla="*/ 916397 h 5808721"/>
              <a:gd name="connsiteX1728" fmla="*/ 1944245 w 6251734"/>
              <a:gd name="connsiteY1728" fmla="*/ 876106 h 5808721"/>
              <a:gd name="connsiteX1729" fmla="*/ 2047973 w 6251734"/>
              <a:gd name="connsiteY1729" fmla="*/ 876106 h 5808721"/>
              <a:gd name="connsiteX1730" fmla="*/ 2073690 w 6251734"/>
              <a:gd name="connsiteY1730" fmla="*/ 894967 h 5808721"/>
              <a:gd name="connsiteX1731" fmla="*/ 2047973 w 6251734"/>
              <a:gd name="connsiteY1731" fmla="*/ 913826 h 5808721"/>
              <a:gd name="connsiteX1732" fmla="*/ 1944245 w 6251734"/>
              <a:gd name="connsiteY1732" fmla="*/ 913826 h 5808721"/>
              <a:gd name="connsiteX1733" fmla="*/ 1918527 w 6251734"/>
              <a:gd name="connsiteY1733" fmla="*/ 894967 h 5808721"/>
              <a:gd name="connsiteX1734" fmla="*/ 1944245 w 6251734"/>
              <a:gd name="connsiteY1734" fmla="*/ 876106 h 5808721"/>
              <a:gd name="connsiteX1735" fmla="*/ 5177790 w 6251734"/>
              <a:gd name="connsiteY1735" fmla="*/ 825530 h 5808721"/>
              <a:gd name="connsiteX1736" fmla="*/ 5272088 w 6251734"/>
              <a:gd name="connsiteY1736" fmla="*/ 1060415 h 5808721"/>
              <a:gd name="connsiteX1737" fmla="*/ 5177790 w 6251734"/>
              <a:gd name="connsiteY1737" fmla="*/ 825530 h 5808721"/>
              <a:gd name="connsiteX1738" fmla="*/ 5101495 w 6251734"/>
              <a:gd name="connsiteY1738" fmla="*/ 760378 h 5808721"/>
              <a:gd name="connsiteX1739" fmla="*/ 5107496 w 6251734"/>
              <a:gd name="connsiteY1739" fmla="*/ 760378 h 5808721"/>
              <a:gd name="connsiteX1740" fmla="*/ 5108353 w 6251734"/>
              <a:gd name="connsiteY1740" fmla="*/ 760378 h 5808721"/>
              <a:gd name="connsiteX1741" fmla="*/ 5114354 w 6251734"/>
              <a:gd name="connsiteY1741" fmla="*/ 760378 h 5808721"/>
              <a:gd name="connsiteX1742" fmla="*/ 5275516 w 6251734"/>
              <a:gd name="connsiteY1742" fmla="*/ 1171000 h 5808721"/>
              <a:gd name="connsiteX1743" fmla="*/ 5192363 w 6251734"/>
              <a:gd name="connsiteY1743" fmla="*/ 1351880 h 5808721"/>
              <a:gd name="connsiteX1744" fmla="*/ 5120354 w 6251734"/>
              <a:gd name="connsiteY1744" fmla="*/ 1351880 h 5808721"/>
              <a:gd name="connsiteX1745" fmla="*/ 5107496 w 6251734"/>
              <a:gd name="connsiteY1745" fmla="*/ 1351880 h 5808721"/>
              <a:gd name="connsiteX1746" fmla="*/ 5029486 w 6251734"/>
              <a:gd name="connsiteY1746" fmla="*/ 1351880 h 5808721"/>
              <a:gd name="connsiteX1747" fmla="*/ 4943761 w 6251734"/>
              <a:gd name="connsiteY1747" fmla="*/ 1171000 h 5808721"/>
              <a:gd name="connsiteX1748" fmla="*/ 5101495 w 6251734"/>
              <a:gd name="connsiteY1748" fmla="*/ 760378 h 5808721"/>
              <a:gd name="connsiteX1749" fmla="*/ 3975068 w 6251734"/>
              <a:gd name="connsiteY1749" fmla="*/ 748379 h 5808721"/>
              <a:gd name="connsiteX1750" fmla="*/ 4329113 w 6251734"/>
              <a:gd name="connsiteY1750" fmla="*/ 991837 h 5808721"/>
              <a:gd name="connsiteX1751" fmla="*/ 4023074 w 6251734"/>
              <a:gd name="connsiteY1751" fmla="*/ 1384458 h 5808721"/>
              <a:gd name="connsiteX1752" fmla="*/ 3545586 w 6251734"/>
              <a:gd name="connsiteY1752" fmla="*/ 1825939 h 5808721"/>
              <a:gd name="connsiteX1753" fmla="*/ 3975068 w 6251734"/>
              <a:gd name="connsiteY1753" fmla="*/ 748379 h 5808721"/>
              <a:gd name="connsiteX1754" fmla="*/ 912543 w 6251734"/>
              <a:gd name="connsiteY1754" fmla="*/ 703049 h 5808721"/>
              <a:gd name="connsiteX1755" fmla="*/ 921544 w 6251734"/>
              <a:gd name="connsiteY1755" fmla="*/ 710657 h 5808721"/>
              <a:gd name="connsiteX1756" fmla="*/ 942953 w 6251734"/>
              <a:gd name="connsiteY1756" fmla="*/ 752806 h 5808721"/>
              <a:gd name="connsiteX1757" fmla="*/ 953423 w 6251734"/>
              <a:gd name="connsiteY1757" fmla="*/ 749943 h 5808721"/>
              <a:gd name="connsiteX1758" fmla="*/ 1032987 w 6251734"/>
              <a:gd name="connsiteY1758" fmla="*/ 794666 h 5808721"/>
              <a:gd name="connsiteX1759" fmla="*/ 1041260 w 6251734"/>
              <a:gd name="connsiteY1759" fmla="*/ 842585 h 5808721"/>
              <a:gd name="connsiteX1760" fmla="*/ 1028104 w 6251734"/>
              <a:gd name="connsiteY1760" fmla="*/ 872891 h 5808721"/>
              <a:gd name="connsiteX1761" fmla="*/ 1072875 w 6251734"/>
              <a:gd name="connsiteY1761" fmla="*/ 914092 h 5808721"/>
              <a:gd name="connsiteX1762" fmla="*/ 1425608 w 6251734"/>
              <a:gd name="connsiteY1762" fmla="*/ 1247295 h 5808721"/>
              <a:gd name="connsiteX1763" fmla="*/ 1321023 w 6251734"/>
              <a:gd name="connsiteY1763" fmla="*/ 1216434 h 5808721"/>
              <a:gd name="connsiteX1764" fmla="*/ 1018681 w 6251734"/>
              <a:gd name="connsiteY1764" fmla="*/ 943748 h 5808721"/>
              <a:gd name="connsiteX1765" fmla="*/ 1011064 w 6251734"/>
              <a:gd name="connsiteY1765" fmla="*/ 936811 h 5808721"/>
              <a:gd name="connsiteX1766" fmla="*/ 1026129 w 6251734"/>
              <a:gd name="connsiteY1766" fmla="*/ 1357885 h 5808721"/>
              <a:gd name="connsiteX1767" fmla="*/ 993553 w 6251734"/>
              <a:gd name="connsiteY1767" fmla="*/ 1456468 h 5808721"/>
              <a:gd name="connsiteX1768" fmla="*/ 966978 w 6251734"/>
              <a:gd name="connsiteY1768" fmla="*/ 1357028 h 5808721"/>
              <a:gd name="connsiteX1769" fmla="*/ 946039 w 6251734"/>
              <a:gd name="connsiteY1769" fmla="*/ 912474 h 5808721"/>
              <a:gd name="connsiteX1770" fmla="*/ 933546 w 6251734"/>
              <a:gd name="connsiteY1770" fmla="*/ 910931 h 5808721"/>
              <a:gd name="connsiteX1771" fmla="*/ 885540 w 6251734"/>
              <a:gd name="connsiteY1771" fmla="*/ 870104 h 5808721"/>
              <a:gd name="connsiteX1772" fmla="*/ 896028 w 6251734"/>
              <a:gd name="connsiteY1772" fmla="*/ 778968 h 5808721"/>
              <a:gd name="connsiteX1773" fmla="*/ 914412 w 6251734"/>
              <a:gd name="connsiteY1773" fmla="*/ 764338 h 5808721"/>
              <a:gd name="connsiteX1774" fmla="*/ 894112 w 6251734"/>
              <a:gd name="connsiteY1774" fmla="*/ 724373 h 5808721"/>
              <a:gd name="connsiteX1775" fmla="*/ 900970 w 6251734"/>
              <a:gd name="connsiteY1775" fmla="*/ 703799 h 5808721"/>
              <a:gd name="connsiteX1776" fmla="*/ 912543 w 6251734"/>
              <a:gd name="connsiteY1776" fmla="*/ 703049 h 5808721"/>
              <a:gd name="connsiteX1777" fmla="*/ 2061687 w 6251734"/>
              <a:gd name="connsiteY1777" fmla="*/ 342898 h 5808721"/>
              <a:gd name="connsiteX1778" fmla="*/ 2155984 w 6251734"/>
              <a:gd name="connsiteY1778" fmla="*/ 577785 h 5808721"/>
              <a:gd name="connsiteX1779" fmla="*/ 2061687 w 6251734"/>
              <a:gd name="connsiteY1779" fmla="*/ 342898 h 5808721"/>
              <a:gd name="connsiteX1780" fmla="*/ 1985392 w 6251734"/>
              <a:gd name="connsiteY1780" fmla="*/ 278605 h 5808721"/>
              <a:gd name="connsiteX1781" fmla="*/ 1991393 w 6251734"/>
              <a:gd name="connsiteY1781" fmla="*/ 278605 h 5808721"/>
              <a:gd name="connsiteX1782" fmla="*/ 1992250 w 6251734"/>
              <a:gd name="connsiteY1782" fmla="*/ 278605 h 5808721"/>
              <a:gd name="connsiteX1783" fmla="*/ 1998250 w 6251734"/>
              <a:gd name="connsiteY1783" fmla="*/ 278605 h 5808721"/>
              <a:gd name="connsiteX1784" fmla="*/ 2159413 w 6251734"/>
              <a:gd name="connsiteY1784" fmla="*/ 689228 h 5808721"/>
              <a:gd name="connsiteX1785" fmla="*/ 2076260 w 6251734"/>
              <a:gd name="connsiteY1785" fmla="*/ 870108 h 5808721"/>
              <a:gd name="connsiteX1786" fmla="*/ 2004251 w 6251734"/>
              <a:gd name="connsiteY1786" fmla="*/ 870108 h 5808721"/>
              <a:gd name="connsiteX1787" fmla="*/ 1991393 w 6251734"/>
              <a:gd name="connsiteY1787" fmla="*/ 870108 h 5808721"/>
              <a:gd name="connsiteX1788" fmla="*/ 1913383 w 6251734"/>
              <a:gd name="connsiteY1788" fmla="*/ 870108 h 5808721"/>
              <a:gd name="connsiteX1789" fmla="*/ 1827658 w 6251734"/>
              <a:gd name="connsiteY1789" fmla="*/ 689228 h 5808721"/>
              <a:gd name="connsiteX1790" fmla="*/ 1985392 w 6251734"/>
              <a:gd name="connsiteY1790" fmla="*/ 278605 h 5808721"/>
              <a:gd name="connsiteX1791" fmla="*/ 2776633 w 6251734"/>
              <a:gd name="connsiteY1791" fmla="*/ 269173 h 5808721"/>
              <a:gd name="connsiteX1792" fmla="*/ 2994375 w 6251734"/>
              <a:gd name="connsiteY1792" fmla="*/ 372043 h 5808721"/>
              <a:gd name="connsiteX1793" fmla="*/ 3212117 w 6251734"/>
              <a:gd name="connsiteY1793" fmla="*/ 269173 h 5808721"/>
              <a:gd name="connsiteX1794" fmla="*/ 3212117 w 6251734"/>
              <a:gd name="connsiteY1794" fmla="*/ 519491 h 5808721"/>
              <a:gd name="connsiteX1795" fmla="*/ 3000376 w 6251734"/>
              <a:gd name="connsiteY1795" fmla="*/ 593215 h 5808721"/>
              <a:gd name="connsiteX1796" fmla="*/ 2994375 w 6251734"/>
              <a:gd name="connsiteY1796" fmla="*/ 593215 h 5808721"/>
              <a:gd name="connsiteX1797" fmla="*/ 2988374 w 6251734"/>
              <a:gd name="connsiteY1797" fmla="*/ 593215 h 5808721"/>
              <a:gd name="connsiteX1798" fmla="*/ 2776633 w 6251734"/>
              <a:gd name="connsiteY1798" fmla="*/ 519491 h 5808721"/>
              <a:gd name="connsiteX1799" fmla="*/ 4064357 w 6251734"/>
              <a:gd name="connsiteY1799" fmla="*/ 122787 h 5808721"/>
              <a:gd name="connsiteX1800" fmla="*/ 4135375 w 6251734"/>
              <a:gd name="connsiteY1800" fmla="*/ 158590 h 5808721"/>
              <a:gd name="connsiteX1801" fmla="*/ 4367690 w 6251734"/>
              <a:gd name="connsiteY1801" fmla="*/ 158590 h 5808721"/>
              <a:gd name="connsiteX1802" fmla="*/ 4367690 w 6251734"/>
              <a:gd name="connsiteY1802" fmla="*/ 498920 h 5808721"/>
              <a:gd name="connsiteX1803" fmla="*/ 4130231 w 6251734"/>
              <a:gd name="connsiteY1803" fmla="*/ 500634 h 5808721"/>
              <a:gd name="connsiteX1804" fmla="*/ 3903059 w 6251734"/>
              <a:gd name="connsiteY1804" fmla="*/ 497205 h 5808721"/>
              <a:gd name="connsiteX1805" fmla="*/ 3903059 w 6251734"/>
              <a:gd name="connsiteY1805" fmla="*/ 158590 h 5808721"/>
              <a:gd name="connsiteX1806" fmla="*/ 4064357 w 6251734"/>
              <a:gd name="connsiteY1806" fmla="*/ 122787 h 5808721"/>
              <a:gd name="connsiteX1807" fmla="*/ 3009805 w 6251734"/>
              <a:gd name="connsiteY1807" fmla="*/ 0 h 5808721"/>
              <a:gd name="connsiteX1808" fmla="*/ 3364979 w 6251734"/>
              <a:gd name="connsiteY1808" fmla="*/ 158588 h 5808721"/>
              <a:gd name="connsiteX1809" fmla="*/ 3370707 w 6251734"/>
              <a:gd name="connsiteY1809" fmla="*/ 158588 h 5808721"/>
              <a:gd name="connsiteX1810" fmla="*/ 3370707 w 6251734"/>
              <a:gd name="connsiteY1810" fmla="*/ 161146 h 5808721"/>
              <a:gd name="connsiteX1811" fmla="*/ 3378423 w 6251734"/>
              <a:gd name="connsiteY1811" fmla="*/ 164591 h 5808721"/>
              <a:gd name="connsiteX1812" fmla="*/ 3370707 w 6251734"/>
              <a:gd name="connsiteY1812" fmla="*/ 168108 h 5808721"/>
              <a:gd name="connsiteX1813" fmla="*/ 3370707 w 6251734"/>
              <a:gd name="connsiteY1813" fmla="*/ 381755 h 5808721"/>
              <a:gd name="connsiteX1814" fmla="*/ 3385709 w 6251734"/>
              <a:gd name="connsiteY1814" fmla="*/ 387903 h 5808721"/>
              <a:gd name="connsiteX1815" fmla="*/ 3396425 w 6251734"/>
              <a:gd name="connsiteY1815" fmla="*/ 414049 h 5808721"/>
              <a:gd name="connsiteX1816" fmla="*/ 3385388 w 6251734"/>
              <a:gd name="connsiteY1816" fmla="*/ 440517 h 5808721"/>
              <a:gd name="connsiteX1817" fmla="*/ 3384653 w 6251734"/>
              <a:gd name="connsiteY1817" fmla="*/ 440813 h 5808721"/>
              <a:gd name="connsiteX1818" fmla="*/ 3392352 w 6251734"/>
              <a:gd name="connsiteY1818" fmla="*/ 468698 h 5808721"/>
              <a:gd name="connsiteX1819" fmla="*/ 3396424 w 6251734"/>
              <a:gd name="connsiteY1819" fmla="*/ 582069 h 5808721"/>
              <a:gd name="connsiteX1820" fmla="*/ 3366421 w 6251734"/>
              <a:gd name="connsiteY1820" fmla="*/ 582069 h 5808721"/>
              <a:gd name="connsiteX1821" fmla="*/ 3324416 w 6251734"/>
              <a:gd name="connsiteY1821" fmla="*/ 582069 h 5808721"/>
              <a:gd name="connsiteX1822" fmla="*/ 3329238 w 6251734"/>
              <a:gd name="connsiteY1822" fmla="*/ 468698 h 5808721"/>
              <a:gd name="connsiteX1823" fmla="*/ 3336806 w 6251734"/>
              <a:gd name="connsiteY1823" fmla="*/ 441584 h 5808721"/>
              <a:gd name="connsiteX1824" fmla="*/ 3333417 w 6251734"/>
              <a:gd name="connsiteY1824" fmla="*/ 440196 h 5808721"/>
              <a:gd name="connsiteX1825" fmla="*/ 3322701 w 6251734"/>
              <a:gd name="connsiteY1825" fmla="*/ 414049 h 5808721"/>
              <a:gd name="connsiteX1826" fmla="*/ 3333417 w 6251734"/>
              <a:gd name="connsiteY1826" fmla="*/ 387903 h 5808721"/>
              <a:gd name="connsiteX1827" fmla="*/ 3347562 w 6251734"/>
              <a:gd name="connsiteY1827" fmla="*/ 382106 h 5808721"/>
              <a:gd name="connsiteX1828" fmla="*/ 3347562 w 6251734"/>
              <a:gd name="connsiteY1828" fmla="*/ 178657 h 5808721"/>
              <a:gd name="connsiteX1829" fmla="*/ 3000375 w 6251734"/>
              <a:gd name="connsiteY1829" fmla="*/ 336899 h 5808721"/>
              <a:gd name="connsiteX1830" fmla="*/ 2628328 w 6251734"/>
              <a:gd name="connsiteY1830" fmla="*/ 168878 h 580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</a:cxnLst>
            <a:rect l="l" t="t" r="r" b="b"/>
            <a:pathLst>
              <a:path w="6251734" h="5808721">
                <a:moveTo>
                  <a:pt x="3807697" y="5598000"/>
                </a:moveTo>
                <a:lnTo>
                  <a:pt x="3792649" y="5610966"/>
                </a:lnTo>
                <a:lnTo>
                  <a:pt x="3724407" y="5654281"/>
                </a:lnTo>
                <a:lnTo>
                  <a:pt x="3737518" y="5683584"/>
                </a:lnTo>
                <a:cubicBezTo>
                  <a:pt x="3757635" y="5720397"/>
                  <a:pt x="3781865" y="5741855"/>
                  <a:pt x="3807904" y="5741855"/>
                </a:cubicBezTo>
                <a:cubicBezTo>
                  <a:pt x="3833943" y="5741855"/>
                  <a:pt x="3858174" y="5720397"/>
                  <a:pt x="3878291" y="5683584"/>
                </a:cubicBezTo>
                <a:lnTo>
                  <a:pt x="3891370" y="5654352"/>
                </a:lnTo>
                <a:lnTo>
                  <a:pt x="3821929" y="5610228"/>
                </a:lnTo>
                <a:close/>
                <a:moveTo>
                  <a:pt x="3827101" y="5549255"/>
                </a:moveTo>
                <a:lnTo>
                  <a:pt x="3807904" y="5550689"/>
                </a:lnTo>
                <a:lnTo>
                  <a:pt x="3788212" y="5549599"/>
                </a:lnTo>
                <a:lnTo>
                  <a:pt x="3807470" y="5566172"/>
                </a:lnTo>
                <a:close/>
                <a:moveTo>
                  <a:pt x="3694058" y="5544387"/>
                </a:moveTo>
                <a:lnTo>
                  <a:pt x="3703452" y="5591293"/>
                </a:lnTo>
                <a:lnTo>
                  <a:pt x="3714172" y="5626491"/>
                </a:lnTo>
                <a:lnTo>
                  <a:pt x="3722717" y="5622628"/>
                </a:lnTo>
                <a:lnTo>
                  <a:pt x="3788068" y="5581136"/>
                </a:lnTo>
                <a:lnTo>
                  <a:pt x="3748826" y="5547419"/>
                </a:lnTo>
                <a:close/>
                <a:moveTo>
                  <a:pt x="3922198" y="5542152"/>
                </a:moveTo>
                <a:lnTo>
                  <a:pt x="3867799" y="5546215"/>
                </a:lnTo>
                <a:lnTo>
                  <a:pt x="3827145" y="5581244"/>
                </a:lnTo>
                <a:lnTo>
                  <a:pt x="3901775" y="5626039"/>
                </a:lnTo>
                <a:lnTo>
                  <a:pt x="3912357" y="5591293"/>
                </a:lnTo>
                <a:close/>
                <a:moveTo>
                  <a:pt x="3568695" y="5521810"/>
                </a:moveTo>
                <a:lnTo>
                  <a:pt x="3557706" y="5550648"/>
                </a:lnTo>
                <a:cubicBezTo>
                  <a:pt x="3545907" y="5590927"/>
                  <a:pt x="3547836" y="5623235"/>
                  <a:pt x="3566160" y="5641559"/>
                </a:cubicBezTo>
                <a:cubicBezTo>
                  <a:pt x="3586774" y="5662535"/>
                  <a:pt x="3625087" y="5662456"/>
                  <a:pt x="3672538" y="5645312"/>
                </a:cubicBezTo>
                <a:lnTo>
                  <a:pt x="3686711" y="5638905"/>
                </a:lnTo>
                <a:lnTo>
                  <a:pt x="3683653" y="5628857"/>
                </a:lnTo>
                <a:cubicBezTo>
                  <a:pt x="3678238" y="5607150"/>
                  <a:pt x="3673570" y="5583954"/>
                  <a:pt x="3669753" y="5559542"/>
                </a:cubicBezTo>
                <a:lnTo>
                  <a:pt x="3668350" y="5540767"/>
                </a:lnTo>
                <a:lnTo>
                  <a:pt x="3579717" y="5525147"/>
                </a:lnTo>
                <a:close/>
                <a:moveTo>
                  <a:pt x="4046585" y="5520939"/>
                </a:moveTo>
                <a:lnTo>
                  <a:pt x="3966777" y="5538822"/>
                </a:lnTo>
                <a:lnTo>
                  <a:pt x="3947602" y="5540254"/>
                </a:lnTo>
                <a:lnTo>
                  <a:pt x="3946176" y="5559542"/>
                </a:lnTo>
                <a:cubicBezTo>
                  <a:pt x="3942392" y="5583954"/>
                  <a:pt x="3937761" y="5607150"/>
                  <a:pt x="3932381" y="5628857"/>
                </a:cubicBezTo>
                <a:lnTo>
                  <a:pt x="3929132" y="5639587"/>
                </a:lnTo>
                <a:lnTo>
                  <a:pt x="3958740" y="5650869"/>
                </a:lnTo>
                <a:cubicBezTo>
                  <a:pt x="3999019" y="5662668"/>
                  <a:pt x="4031327" y="5660739"/>
                  <a:pt x="4049650" y="5642415"/>
                </a:cubicBezTo>
                <a:cubicBezTo>
                  <a:pt x="4067974" y="5623770"/>
                  <a:pt x="4069903" y="5591382"/>
                  <a:pt x="4058104" y="5551128"/>
                </a:cubicBezTo>
                <a:close/>
                <a:moveTo>
                  <a:pt x="3688846" y="5493292"/>
                </a:moveTo>
                <a:lnTo>
                  <a:pt x="3690677" y="5517905"/>
                </a:lnTo>
                <a:lnTo>
                  <a:pt x="3706306" y="5520689"/>
                </a:lnTo>
                <a:lnTo>
                  <a:pt x="3718556" y="5521412"/>
                </a:lnTo>
                <a:lnTo>
                  <a:pt x="3700748" y="5506112"/>
                </a:lnTo>
                <a:close/>
                <a:moveTo>
                  <a:pt x="3927084" y="5491676"/>
                </a:moveTo>
                <a:lnTo>
                  <a:pt x="3913348" y="5506970"/>
                </a:lnTo>
                <a:lnTo>
                  <a:pt x="3898270" y="5519961"/>
                </a:lnTo>
                <a:lnTo>
                  <a:pt x="3925127" y="5517962"/>
                </a:lnTo>
                <a:close/>
                <a:moveTo>
                  <a:pt x="2666906" y="5428104"/>
                </a:moveTo>
                <a:lnTo>
                  <a:pt x="2906936" y="5566121"/>
                </a:lnTo>
                <a:lnTo>
                  <a:pt x="2986661" y="5428961"/>
                </a:lnTo>
                <a:close/>
                <a:moveTo>
                  <a:pt x="2421698" y="5427947"/>
                </a:moveTo>
                <a:lnTo>
                  <a:pt x="2911499" y="5711122"/>
                </a:lnTo>
                <a:lnTo>
                  <a:pt x="2873313" y="5777171"/>
                </a:lnTo>
                <a:lnTo>
                  <a:pt x="2383512" y="5493996"/>
                </a:lnTo>
                <a:close/>
                <a:moveTo>
                  <a:pt x="3626020" y="5422235"/>
                </a:moveTo>
                <a:lnTo>
                  <a:pt x="3598818" y="5461243"/>
                </a:lnTo>
                <a:lnTo>
                  <a:pt x="3581388" y="5494011"/>
                </a:lnTo>
                <a:lnTo>
                  <a:pt x="3616801" y="5504746"/>
                </a:lnTo>
                <a:lnTo>
                  <a:pt x="3666318" y="5513566"/>
                </a:lnTo>
                <a:lnTo>
                  <a:pt x="3662700" y="5465131"/>
                </a:lnTo>
                <a:lnTo>
                  <a:pt x="3644732" y="5445778"/>
                </a:lnTo>
                <a:close/>
                <a:moveTo>
                  <a:pt x="3990100" y="5421513"/>
                </a:moveTo>
                <a:lnTo>
                  <a:pt x="3953357" y="5462423"/>
                </a:lnTo>
                <a:lnTo>
                  <a:pt x="3949475" y="5514925"/>
                </a:lnTo>
                <a:lnTo>
                  <a:pt x="4025703" y="5497859"/>
                </a:lnTo>
                <a:lnTo>
                  <a:pt x="4034309" y="5494362"/>
                </a:lnTo>
                <a:lnTo>
                  <a:pt x="4016993" y="5461874"/>
                </a:lnTo>
                <a:close/>
                <a:moveTo>
                  <a:pt x="3956426" y="5380419"/>
                </a:moveTo>
                <a:lnTo>
                  <a:pt x="3957923" y="5400670"/>
                </a:lnTo>
                <a:lnTo>
                  <a:pt x="3956295" y="5422687"/>
                </a:lnTo>
                <a:lnTo>
                  <a:pt x="3964989" y="5412959"/>
                </a:lnTo>
                <a:lnTo>
                  <a:pt x="3973699" y="5400468"/>
                </a:lnTo>
                <a:close/>
                <a:moveTo>
                  <a:pt x="3659650" y="5376790"/>
                </a:moveTo>
                <a:lnTo>
                  <a:pt x="3650822" y="5386669"/>
                </a:lnTo>
                <a:lnTo>
                  <a:pt x="3641492" y="5400048"/>
                </a:lnTo>
                <a:lnTo>
                  <a:pt x="3659392" y="5420848"/>
                </a:lnTo>
                <a:lnTo>
                  <a:pt x="3657885" y="5400670"/>
                </a:lnTo>
                <a:close/>
                <a:moveTo>
                  <a:pt x="2450878" y="5356093"/>
                </a:moveTo>
                <a:lnTo>
                  <a:pt x="3103247" y="5381811"/>
                </a:lnTo>
                <a:lnTo>
                  <a:pt x="2950656" y="5644988"/>
                </a:lnTo>
                <a:close/>
                <a:moveTo>
                  <a:pt x="3808763" y="5338091"/>
                </a:moveTo>
                <a:cubicBezTo>
                  <a:pt x="3843053" y="5338091"/>
                  <a:pt x="3871342" y="5365523"/>
                  <a:pt x="3871342" y="5400671"/>
                </a:cubicBezTo>
                <a:cubicBezTo>
                  <a:pt x="3871342" y="5434961"/>
                  <a:pt x="3843053" y="5463250"/>
                  <a:pt x="3808763" y="5463250"/>
                </a:cubicBezTo>
                <a:cubicBezTo>
                  <a:pt x="3774473" y="5463250"/>
                  <a:pt x="3746183" y="5435818"/>
                  <a:pt x="3746183" y="5400671"/>
                </a:cubicBezTo>
                <a:cubicBezTo>
                  <a:pt x="3746183" y="5366381"/>
                  <a:pt x="3773615" y="5338091"/>
                  <a:pt x="3808763" y="5338091"/>
                </a:cubicBezTo>
                <a:close/>
                <a:moveTo>
                  <a:pt x="3553198" y="5318476"/>
                </a:moveTo>
                <a:lnTo>
                  <a:pt x="3524133" y="5330284"/>
                </a:lnTo>
                <a:cubicBezTo>
                  <a:pt x="3487320" y="5350400"/>
                  <a:pt x="3465862" y="5374631"/>
                  <a:pt x="3465862" y="5400670"/>
                </a:cubicBezTo>
                <a:cubicBezTo>
                  <a:pt x="3465862" y="5426709"/>
                  <a:pt x="3487440" y="5450819"/>
                  <a:pt x="3524359" y="5470831"/>
                </a:cubicBezTo>
                <a:lnTo>
                  <a:pt x="3552494" y="5483326"/>
                </a:lnTo>
                <a:lnTo>
                  <a:pt x="3557534" y="5473887"/>
                </a:lnTo>
                <a:lnTo>
                  <a:pt x="3608797" y="5400567"/>
                </a:lnTo>
                <a:lnTo>
                  <a:pt x="3596753" y="5385414"/>
                </a:lnTo>
                <a:cubicBezTo>
                  <a:pt x="3582180" y="5365463"/>
                  <a:pt x="3569066" y="5345769"/>
                  <a:pt x="3557534" y="5326597"/>
                </a:cubicBezTo>
                <a:close/>
                <a:moveTo>
                  <a:pt x="4062445" y="5317336"/>
                </a:moveTo>
                <a:lnTo>
                  <a:pt x="4057165" y="5327229"/>
                </a:lnTo>
                <a:lnTo>
                  <a:pt x="4006091" y="5400156"/>
                </a:lnTo>
                <a:lnTo>
                  <a:pt x="4017343" y="5414333"/>
                </a:lnTo>
                <a:cubicBezTo>
                  <a:pt x="4031916" y="5434318"/>
                  <a:pt x="4045029" y="5454048"/>
                  <a:pt x="4056562" y="5473256"/>
                </a:cubicBezTo>
                <a:lnTo>
                  <a:pt x="4061849" y="5483174"/>
                </a:lnTo>
                <a:lnTo>
                  <a:pt x="4091676" y="5471057"/>
                </a:lnTo>
                <a:cubicBezTo>
                  <a:pt x="4128489" y="5450940"/>
                  <a:pt x="4149947" y="5426709"/>
                  <a:pt x="4149947" y="5400670"/>
                </a:cubicBezTo>
                <a:cubicBezTo>
                  <a:pt x="4149947" y="5374631"/>
                  <a:pt x="4128368" y="5350401"/>
                  <a:pt x="4091450" y="5330284"/>
                </a:cubicBezTo>
                <a:close/>
                <a:moveTo>
                  <a:pt x="3949551" y="5287441"/>
                </a:moveTo>
                <a:lnTo>
                  <a:pt x="3953173" y="5336435"/>
                </a:lnTo>
                <a:lnTo>
                  <a:pt x="3969364" y="5353884"/>
                </a:lnTo>
                <a:lnTo>
                  <a:pt x="3988964" y="5378578"/>
                </a:lnTo>
                <a:lnTo>
                  <a:pt x="4016993" y="5338385"/>
                </a:lnTo>
                <a:lnTo>
                  <a:pt x="4033793" y="5306800"/>
                </a:lnTo>
                <a:lnTo>
                  <a:pt x="3999007" y="5296218"/>
                </a:lnTo>
                <a:close/>
                <a:moveTo>
                  <a:pt x="3666333" y="5286416"/>
                </a:moveTo>
                <a:lnTo>
                  <a:pt x="3590106" y="5303482"/>
                </a:lnTo>
                <a:lnTo>
                  <a:pt x="3581629" y="5306926"/>
                </a:lnTo>
                <a:lnTo>
                  <a:pt x="3598818" y="5339241"/>
                </a:lnTo>
                <a:lnTo>
                  <a:pt x="3625164" y="5378866"/>
                </a:lnTo>
                <a:lnTo>
                  <a:pt x="3662590" y="5337028"/>
                </a:lnTo>
                <a:close/>
                <a:moveTo>
                  <a:pt x="1925384" y="5284084"/>
                </a:moveTo>
                <a:cubicBezTo>
                  <a:pt x="1892808" y="5284084"/>
                  <a:pt x="1867091" y="5310659"/>
                  <a:pt x="1867091" y="5343235"/>
                </a:cubicBezTo>
                <a:cubicBezTo>
                  <a:pt x="1867091" y="5375810"/>
                  <a:pt x="1892808" y="5402385"/>
                  <a:pt x="1925384" y="5402385"/>
                </a:cubicBezTo>
                <a:cubicBezTo>
                  <a:pt x="1957959" y="5402385"/>
                  <a:pt x="1983677" y="5375810"/>
                  <a:pt x="1983677" y="5343235"/>
                </a:cubicBezTo>
                <a:cubicBezTo>
                  <a:pt x="1983677" y="5310659"/>
                  <a:pt x="1957959" y="5284084"/>
                  <a:pt x="1925384" y="5284084"/>
                </a:cubicBezTo>
                <a:close/>
                <a:moveTo>
                  <a:pt x="3715682" y="5281518"/>
                </a:moveTo>
                <a:lnTo>
                  <a:pt x="3690553" y="5283388"/>
                </a:lnTo>
                <a:lnTo>
                  <a:pt x="3688737" y="5307799"/>
                </a:lnTo>
                <a:lnTo>
                  <a:pt x="3700748" y="5294372"/>
                </a:lnTo>
                <a:close/>
                <a:moveTo>
                  <a:pt x="3897255" y="5279649"/>
                </a:moveTo>
                <a:lnTo>
                  <a:pt x="3913348" y="5293515"/>
                </a:lnTo>
                <a:lnTo>
                  <a:pt x="3927113" y="5308350"/>
                </a:lnTo>
                <a:lnTo>
                  <a:pt x="3925236" y="5283126"/>
                </a:lnTo>
                <a:lnTo>
                  <a:pt x="3909502" y="5280333"/>
                </a:lnTo>
                <a:close/>
                <a:moveTo>
                  <a:pt x="3807904" y="5274654"/>
                </a:moveTo>
                <a:lnTo>
                  <a:pt x="3756063" y="5278512"/>
                </a:lnTo>
                <a:lnTo>
                  <a:pt x="3718751" y="5310660"/>
                </a:lnTo>
                <a:lnTo>
                  <a:pt x="3685778" y="5347555"/>
                </a:lnTo>
                <a:lnTo>
                  <a:pt x="3681889" y="5399812"/>
                </a:lnTo>
                <a:lnTo>
                  <a:pt x="3685732" y="5451455"/>
                </a:lnTo>
                <a:lnTo>
                  <a:pt x="3718751" y="5489824"/>
                </a:lnTo>
                <a:lnTo>
                  <a:pt x="3758175" y="5523751"/>
                </a:lnTo>
                <a:lnTo>
                  <a:pt x="3807904" y="5526686"/>
                </a:lnTo>
                <a:lnTo>
                  <a:pt x="3857581" y="5522989"/>
                </a:lnTo>
                <a:lnTo>
                  <a:pt x="3897060" y="5488968"/>
                </a:lnTo>
                <a:lnTo>
                  <a:pt x="3930031" y="5452075"/>
                </a:lnTo>
                <a:lnTo>
                  <a:pt x="3933920" y="5399812"/>
                </a:lnTo>
                <a:lnTo>
                  <a:pt x="3930213" y="5349995"/>
                </a:lnTo>
                <a:lnTo>
                  <a:pt x="3897060" y="5311517"/>
                </a:lnTo>
                <a:lnTo>
                  <a:pt x="3857442" y="5277423"/>
                </a:lnTo>
                <a:close/>
                <a:moveTo>
                  <a:pt x="3807355" y="5234320"/>
                </a:moveTo>
                <a:lnTo>
                  <a:pt x="3786569" y="5252229"/>
                </a:lnTo>
                <a:lnTo>
                  <a:pt x="3807904" y="5250651"/>
                </a:lnTo>
                <a:lnTo>
                  <a:pt x="3827599" y="5251741"/>
                </a:lnTo>
                <a:close/>
                <a:moveTo>
                  <a:pt x="1827657" y="5200074"/>
                </a:moveTo>
                <a:cubicBezTo>
                  <a:pt x="1797654" y="5200074"/>
                  <a:pt x="1773650" y="5224934"/>
                  <a:pt x="1773650" y="5254938"/>
                </a:cubicBezTo>
                <a:cubicBezTo>
                  <a:pt x="1773650" y="5284942"/>
                  <a:pt x="1797654" y="5309802"/>
                  <a:pt x="1827657" y="5309802"/>
                </a:cubicBezTo>
                <a:cubicBezTo>
                  <a:pt x="1857661" y="5309802"/>
                  <a:pt x="1881664" y="5284942"/>
                  <a:pt x="1881664" y="5254938"/>
                </a:cubicBezTo>
                <a:cubicBezTo>
                  <a:pt x="1881664" y="5224934"/>
                  <a:pt x="1857661" y="5200074"/>
                  <a:pt x="1827657" y="5200074"/>
                </a:cubicBezTo>
                <a:close/>
                <a:moveTo>
                  <a:pt x="3713592" y="5175036"/>
                </a:moveTo>
                <a:lnTo>
                  <a:pt x="3703452" y="5208333"/>
                </a:lnTo>
                <a:lnTo>
                  <a:pt x="3693280" y="5259127"/>
                </a:lnTo>
                <a:lnTo>
                  <a:pt x="3746245" y="5255210"/>
                </a:lnTo>
                <a:lnTo>
                  <a:pt x="3787708" y="5219522"/>
                </a:lnTo>
                <a:close/>
                <a:moveTo>
                  <a:pt x="3901951" y="5174164"/>
                </a:moveTo>
                <a:lnTo>
                  <a:pt x="3827088" y="5219192"/>
                </a:lnTo>
                <a:lnTo>
                  <a:pt x="3867424" y="5253946"/>
                </a:lnTo>
                <a:lnTo>
                  <a:pt x="3922098" y="5256973"/>
                </a:lnTo>
                <a:lnTo>
                  <a:pt x="3912357" y="5208333"/>
                </a:lnTo>
                <a:close/>
                <a:moveTo>
                  <a:pt x="4932831" y="5171785"/>
                </a:moveTo>
                <a:cubicBezTo>
                  <a:pt x="4907114" y="5167928"/>
                  <a:pt x="4879896" y="5173928"/>
                  <a:pt x="4857179" y="5190645"/>
                </a:cubicBezTo>
                <a:cubicBezTo>
                  <a:pt x="4811745" y="5224077"/>
                  <a:pt x="4802315" y="5287514"/>
                  <a:pt x="4836605" y="5332091"/>
                </a:cubicBezTo>
                <a:cubicBezTo>
                  <a:pt x="4869181" y="5377525"/>
                  <a:pt x="4932617" y="5386955"/>
                  <a:pt x="4978051" y="5353523"/>
                </a:cubicBezTo>
                <a:cubicBezTo>
                  <a:pt x="5023486" y="5320947"/>
                  <a:pt x="5032916" y="5256653"/>
                  <a:pt x="4999483" y="5212076"/>
                </a:cubicBezTo>
                <a:cubicBezTo>
                  <a:pt x="4982766" y="5189359"/>
                  <a:pt x="4958549" y="5175643"/>
                  <a:pt x="4932831" y="5171785"/>
                </a:cubicBezTo>
                <a:close/>
                <a:moveTo>
                  <a:pt x="3619671" y="5143348"/>
                </a:moveTo>
                <a:cubicBezTo>
                  <a:pt x="3596806" y="5141780"/>
                  <a:pt x="3578376" y="5146710"/>
                  <a:pt x="3566160" y="5158925"/>
                </a:cubicBezTo>
                <a:cubicBezTo>
                  <a:pt x="3547836" y="5177249"/>
                  <a:pt x="3545907" y="5209557"/>
                  <a:pt x="3557706" y="5249836"/>
                </a:cubicBezTo>
                <a:lnTo>
                  <a:pt x="3569257" y="5280149"/>
                </a:lnTo>
                <a:lnTo>
                  <a:pt x="3649032" y="5262398"/>
                </a:lnTo>
                <a:lnTo>
                  <a:pt x="3668214" y="5260980"/>
                </a:lnTo>
                <a:lnTo>
                  <a:pt x="3669632" y="5241797"/>
                </a:lnTo>
                <a:cubicBezTo>
                  <a:pt x="3673416" y="5217386"/>
                  <a:pt x="3678047" y="5194190"/>
                  <a:pt x="3683427" y="5172482"/>
                </a:cubicBezTo>
                <a:lnTo>
                  <a:pt x="3686676" y="5161753"/>
                </a:lnTo>
                <a:lnTo>
                  <a:pt x="3657070" y="5150472"/>
                </a:lnTo>
                <a:cubicBezTo>
                  <a:pt x="3643644" y="5146539"/>
                  <a:pt x="3631103" y="5144131"/>
                  <a:pt x="3619671" y="5143348"/>
                </a:cubicBezTo>
                <a:close/>
                <a:moveTo>
                  <a:pt x="3995778" y="5142491"/>
                </a:moveTo>
                <a:cubicBezTo>
                  <a:pt x="3984325" y="5143275"/>
                  <a:pt x="3971781" y="5145682"/>
                  <a:pt x="3958364" y="5149615"/>
                </a:cubicBezTo>
                <a:lnTo>
                  <a:pt x="3928865" y="5160870"/>
                </a:lnTo>
                <a:lnTo>
                  <a:pt x="3932381" y="5172482"/>
                </a:lnTo>
                <a:cubicBezTo>
                  <a:pt x="3937761" y="5194190"/>
                  <a:pt x="3942392" y="5217386"/>
                  <a:pt x="3946176" y="5241797"/>
                </a:cubicBezTo>
                <a:lnTo>
                  <a:pt x="3947566" y="5260592"/>
                </a:lnTo>
                <a:lnTo>
                  <a:pt x="4036092" y="5276193"/>
                </a:lnTo>
                <a:lnTo>
                  <a:pt x="4046530" y="5279354"/>
                </a:lnTo>
                <a:lnTo>
                  <a:pt x="4058104" y="5248980"/>
                </a:lnTo>
                <a:cubicBezTo>
                  <a:pt x="4069903" y="5208700"/>
                  <a:pt x="4067974" y="5176393"/>
                  <a:pt x="4049650" y="5158069"/>
                </a:cubicBezTo>
                <a:cubicBezTo>
                  <a:pt x="4037220" y="5145853"/>
                  <a:pt x="4018682" y="5140924"/>
                  <a:pt x="3995778" y="5142491"/>
                </a:cubicBezTo>
                <a:close/>
                <a:moveTo>
                  <a:pt x="1795082" y="5089489"/>
                </a:moveTo>
                <a:cubicBezTo>
                  <a:pt x="1769364" y="5089489"/>
                  <a:pt x="1747933" y="5110920"/>
                  <a:pt x="1747933" y="5137495"/>
                </a:cubicBezTo>
                <a:cubicBezTo>
                  <a:pt x="1747933" y="5164069"/>
                  <a:pt x="1768507" y="5185501"/>
                  <a:pt x="1795082" y="5185501"/>
                </a:cubicBezTo>
                <a:cubicBezTo>
                  <a:pt x="1801511" y="5185501"/>
                  <a:pt x="1807672" y="5184161"/>
                  <a:pt x="1813298" y="5181737"/>
                </a:cubicBezTo>
                <a:lnTo>
                  <a:pt x="1824372" y="5174153"/>
                </a:lnTo>
                <a:lnTo>
                  <a:pt x="1839840" y="5131531"/>
                </a:lnTo>
                <a:lnTo>
                  <a:pt x="1828621" y="5103526"/>
                </a:lnTo>
                <a:cubicBezTo>
                  <a:pt x="1820156" y="5094847"/>
                  <a:pt x="1808369" y="5089489"/>
                  <a:pt x="1795082" y="5089489"/>
                </a:cubicBezTo>
                <a:close/>
                <a:moveTo>
                  <a:pt x="3807904" y="5057770"/>
                </a:moveTo>
                <a:cubicBezTo>
                  <a:pt x="3781865" y="5057770"/>
                  <a:pt x="3757635" y="5079228"/>
                  <a:pt x="3737518" y="5116041"/>
                </a:cubicBezTo>
                <a:lnTo>
                  <a:pt x="3724435" y="5145282"/>
                </a:lnTo>
                <a:lnTo>
                  <a:pt x="3733832" y="5150300"/>
                </a:lnTo>
                <a:cubicBezTo>
                  <a:pt x="3753004" y="5161833"/>
                  <a:pt x="3772698" y="5174946"/>
                  <a:pt x="3792649" y="5189519"/>
                </a:cubicBezTo>
                <a:lnTo>
                  <a:pt x="3807599" y="5202400"/>
                </a:lnTo>
                <a:lnTo>
                  <a:pt x="3821568" y="5190377"/>
                </a:lnTo>
                <a:cubicBezTo>
                  <a:pt x="3841553" y="5175804"/>
                  <a:pt x="3861283" y="5162690"/>
                  <a:pt x="3880491" y="5151158"/>
                </a:cubicBezTo>
                <a:lnTo>
                  <a:pt x="3891401" y="5145342"/>
                </a:lnTo>
                <a:lnTo>
                  <a:pt x="3878291" y="5116041"/>
                </a:lnTo>
                <a:cubicBezTo>
                  <a:pt x="3858174" y="5079228"/>
                  <a:pt x="3833943" y="5057770"/>
                  <a:pt x="3807904" y="5057770"/>
                </a:cubicBezTo>
                <a:close/>
                <a:moveTo>
                  <a:pt x="1830229" y="4995190"/>
                </a:moveTo>
                <a:cubicBezTo>
                  <a:pt x="1810512" y="4995190"/>
                  <a:pt x="1795082" y="5011478"/>
                  <a:pt x="1795082" y="5031195"/>
                </a:cubicBezTo>
                <a:cubicBezTo>
                  <a:pt x="1795082" y="5050913"/>
                  <a:pt x="1810512" y="5067200"/>
                  <a:pt x="1830229" y="5067200"/>
                </a:cubicBezTo>
                <a:cubicBezTo>
                  <a:pt x="1849089" y="5067200"/>
                  <a:pt x="1865376" y="5050913"/>
                  <a:pt x="1865376" y="5031195"/>
                </a:cubicBezTo>
                <a:cubicBezTo>
                  <a:pt x="1865376" y="5011478"/>
                  <a:pt x="1849946" y="4995190"/>
                  <a:pt x="1830229" y="4995190"/>
                </a:cubicBezTo>
                <a:close/>
                <a:moveTo>
                  <a:pt x="3807904" y="4992618"/>
                </a:moveTo>
                <a:cubicBezTo>
                  <a:pt x="3849481" y="4992618"/>
                  <a:pt x="3886985" y="5038267"/>
                  <a:pt x="3914096" y="5112098"/>
                </a:cubicBezTo>
                <a:lnTo>
                  <a:pt x="3919610" y="5130307"/>
                </a:lnTo>
                <a:lnTo>
                  <a:pt x="3936279" y="5121422"/>
                </a:lnTo>
                <a:cubicBezTo>
                  <a:pt x="3972069" y="5104920"/>
                  <a:pt x="4004698" y="5095222"/>
                  <a:pt x="4032023" y="5093293"/>
                </a:cubicBezTo>
                <a:cubicBezTo>
                  <a:pt x="4059348" y="5091364"/>
                  <a:pt x="4081369" y="5097204"/>
                  <a:pt x="4095942" y="5111777"/>
                </a:cubicBezTo>
                <a:cubicBezTo>
                  <a:pt x="4125517" y="5140924"/>
                  <a:pt x="4119945" y="5199860"/>
                  <a:pt x="4086941" y="5271440"/>
                </a:cubicBezTo>
                <a:lnTo>
                  <a:pt x="4077682" y="5288787"/>
                </a:lnTo>
                <a:lnTo>
                  <a:pt x="4096476" y="5294478"/>
                </a:lnTo>
                <a:cubicBezTo>
                  <a:pt x="4170307" y="5321589"/>
                  <a:pt x="4215956" y="5359094"/>
                  <a:pt x="4215956" y="5400670"/>
                </a:cubicBezTo>
                <a:cubicBezTo>
                  <a:pt x="4215956" y="5431531"/>
                  <a:pt x="4190279" y="5460343"/>
                  <a:pt x="4146292" y="5484302"/>
                </a:cubicBezTo>
                <a:lnTo>
                  <a:pt x="4077351" y="5512259"/>
                </a:lnTo>
                <a:lnTo>
                  <a:pt x="4086298" y="5529044"/>
                </a:lnTo>
                <a:cubicBezTo>
                  <a:pt x="4119302" y="5600625"/>
                  <a:pt x="4125089" y="5659561"/>
                  <a:pt x="4095942" y="5688707"/>
                </a:cubicBezTo>
                <a:cubicBezTo>
                  <a:pt x="4074082" y="5710888"/>
                  <a:pt x="4035586" y="5713179"/>
                  <a:pt x="3987551" y="5698969"/>
                </a:cubicBezTo>
                <a:lnTo>
                  <a:pt x="3919857" y="5670215"/>
                </a:lnTo>
                <a:lnTo>
                  <a:pt x="3914096" y="5689242"/>
                </a:lnTo>
                <a:cubicBezTo>
                  <a:pt x="3886985" y="5763073"/>
                  <a:pt x="3849481" y="5808721"/>
                  <a:pt x="3807904" y="5808721"/>
                </a:cubicBezTo>
                <a:cubicBezTo>
                  <a:pt x="3766756" y="5808721"/>
                  <a:pt x="3729251" y="5763073"/>
                  <a:pt x="3702033" y="5689242"/>
                </a:cubicBezTo>
                <a:lnTo>
                  <a:pt x="3696238" y="5670203"/>
                </a:lnTo>
                <a:lnTo>
                  <a:pt x="3627147" y="5699451"/>
                </a:lnTo>
                <a:cubicBezTo>
                  <a:pt x="3579033" y="5713635"/>
                  <a:pt x="3540336" y="5711425"/>
                  <a:pt x="3518154" y="5689565"/>
                </a:cubicBezTo>
                <a:cubicBezTo>
                  <a:pt x="3489007" y="5659990"/>
                  <a:pt x="3494794" y="5601054"/>
                  <a:pt x="3527798" y="5529580"/>
                </a:cubicBezTo>
                <a:lnTo>
                  <a:pt x="3537061" y="5512231"/>
                </a:lnTo>
                <a:lnTo>
                  <a:pt x="3519332" y="5506862"/>
                </a:lnTo>
                <a:cubicBezTo>
                  <a:pt x="3445502" y="5479751"/>
                  <a:pt x="3399853" y="5442247"/>
                  <a:pt x="3399853" y="5400670"/>
                </a:cubicBezTo>
                <a:cubicBezTo>
                  <a:pt x="3399853" y="5369488"/>
                  <a:pt x="3425530" y="5340596"/>
                  <a:pt x="3469516" y="5316662"/>
                </a:cubicBezTo>
                <a:lnTo>
                  <a:pt x="3537546" y="5289161"/>
                </a:lnTo>
                <a:lnTo>
                  <a:pt x="3527798" y="5270904"/>
                </a:lnTo>
                <a:cubicBezTo>
                  <a:pt x="3494794" y="5199430"/>
                  <a:pt x="3489007" y="5140494"/>
                  <a:pt x="3518154" y="5110919"/>
                </a:cubicBezTo>
                <a:cubicBezTo>
                  <a:pt x="3532942" y="5096346"/>
                  <a:pt x="3555069" y="5090506"/>
                  <a:pt x="3582435" y="5092435"/>
                </a:cubicBezTo>
                <a:cubicBezTo>
                  <a:pt x="3609800" y="5094364"/>
                  <a:pt x="3642402" y="5104061"/>
                  <a:pt x="3678139" y="5120564"/>
                </a:cubicBezTo>
                <a:lnTo>
                  <a:pt x="3696224" y="5130220"/>
                </a:lnTo>
                <a:lnTo>
                  <a:pt x="3701712" y="5112098"/>
                </a:lnTo>
                <a:cubicBezTo>
                  <a:pt x="3728823" y="5038267"/>
                  <a:pt x="3766328" y="4992618"/>
                  <a:pt x="3807904" y="4992618"/>
                </a:cubicBezTo>
                <a:close/>
                <a:moveTo>
                  <a:pt x="2165414" y="4987475"/>
                </a:moveTo>
                <a:cubicBezTo>
                  <a:pt x="2135838" y="4987475"/>
                  <a:pt x="2110603" y="5005317"/>
                  <a:pt x="2099834" y="5030874"/>
                </a:cubicBezTo>
                <a:lnTo>
                  <a:pt x="2095529" y="5052318"/>
                </a:lnTo>
                <a:lnTo>
                  <a:pt x="2115842" y="5109524"/>
                </a:lnTo>
                <a:lnTo>
                  <a:pt x="2137660" y="5124207"/>
                </a:lnTo>
                <a:cubicBezTo>
                  <a:pt x="2146179" y="5127796"/>
                  <a:pt x="2155555" y="5129779"/>
                  <a:pt x="2165414" y="5129779"/>
                </a:cubicBezTo>
                <a:cubicBezTo>
                  <a:pt x="2203990" y="5129779"/>
                  <a:pt x="2235708" y="5098061"/>
                  <a:pt x="2236565" y="5058628"/>
                </a:cubicBezTo>
                <a:cubicBezTo>
                  <a:pt x="2236565" y="5019193"/>
                  <a:pt x="2204847" y="4987475"/>
                  <a:pt x="2165414" y="4987475"/>
                </a:cubicBezTo>
                <a:close/>
                <a:moveTo>
                  <a:pt x="5334024" y="4966796"/>
                </a:moveTo>
                <a:cubicBezTo>
                  <a:pt x="5320952" y="4964760"/>
                  <a:pt x="5307236" y="4967760"/>
                  <a:pt x="5296091" y="4976333"/>
                </a:cubicBezTo>
                <a:cubicBezTo>
                  <a:pt x="5273803" y="4993478"/>
                  <a:pt x="5268659" y="5025196"/>
                  <a:pt x="5285804" y="5048341"/>
                </a:cubicBezTo>
                <a:cubicBezTo>
                  <a:pt x="5302092" y="5071487"/>
                  <a:pt x="5334668" y="5076631"/>
                  <a:pt x="5356956" y="5059486"/>
                </a:cubicBezTo>
                <a:cubicBezTo>
                  <a:pt x="5379245" y="5043198"/>
                  <a:pt x="5383531" y="5010623"/>
                  <a:pt x="5368100" y="4987477"/>
                </a:cubicBezTo>
                <a:cubicBezTo>
                  <a:pt x="5359527" y="4975904"/>
                  <a:pt x="5347097" y="4968831"/>
                  <a:pt x="5334024" y="4966796"/>
                </a:cubicBezTo>
                <a:close/>
                <a:moveTo>
                  <a:pt x="1939100" y="4858031"/>
                </a:moveTo>
                <a:lnTo>
                  <a:pt x="2026539" y="4858031"/>
                </a:lnTo>
                <a:lnTo>
                  <a:pt x="2042850" y="4903966"/>
                </a:lnTo>
                <a:lnTo>
                  <a:pt x="2112264" y="4899178"/>
                </a:lnTo>
                <a:cubicBezTo>
                  <a:pt x="2112264" y="4899178"/>
                  <a:pt x="2247710" y="4912037"/>
                  <a:pt x="2286286" y="5018336"/>
                </a:cubicBezTo>
                <a:cubicBezTo>
                  <a:pt x="2324862" y="5124636"/>
                  <a:pt x="2235708" y="5171785"/>
                  <a:pt x="2136267" y="5212076"/>
                </a:cubicBezTo>
                <a:cubicBezTo>
                  <a:pt x="2035969" y="5251509"/>
                  <a:pt x="2059115" y="5440962"/>
                  <a:pt x="1901381" y="5428960"/>
                </a:cubicBezTo>
                <a:cubicBezTo>
                  <a:pt x="1773222" y="5419209"/>
                  <a:pt x="1589037" y="5081224"/>
                  <a:pt x="1852317" y="4950224"/>
                </a:cubicBezTo>
                <a:lnTo>
                  <a:pt x="1914216" y="4926595"/>
                </a:lnTo>
                <a:close/>
                <a:moveTo>
                  <a:pt x="5285697" y="4798238"/>
                </a:moveTo>
                <a:cubicBezTo>
                  <a:pt x="5268445" y="4795666"/>
                  <a:pt x="5250228" y="4799738"/>
                  <a:pt x="5235226" y="4810882"/>
                </a:cubicBezTo>
                <a:cubicBezTo>
                  <a:pt x="5205223" y="4833172"/>
                  <a:pt x="5199222" y="4875177"/>
                  <a:pt x="5221511" y="4906038"/>
                </a:cubicBezTo>
                <a:cubicBezTo>
                  <a:pt x="5243799" y="4936042"/>
                  <a:pt x="5286661" y="4942900"/>
                  <a:pt x="5316665" y="4920611"/>
                </a:cubicBezTo>
                <a:cubicBezTo>
                  <a:pt x="5346669" y="4898322"/>
                  <a:pt x="5352670" y="4856318"/>
                  <a:pt x="5330381" y="4825456"/>
                </a:cubicBezTo>
                <a:cubicBezTo>
                  <a:pt x="5319237" y="4810025"/>
                  <a:pt x="5302949" y="4800810"/>
                  <a:pt x="5285697" y="4798238"/>
                </a:cubicBezTo>
                <a:close/>
                <a:moveTo>
                  <a:pt x="5149716" y="4681759"/>
                </a:moveTo>
                <a:cubicBezTo>
                  <a:pt x="5129999" y="4678652"/>
                  <a:pt x="5109211" y="4683152"/>
                  <a:pt x="5092066" y="4696011"/>
                </a:cubicBezTo>
                <a:cubicBezTo>
                  <a:pt x="5057776" y="4721728"/>
                  <a:pt x="5050061" y="4770591"/>
                  <a:pt x="5076635" y="4804881"/>
                </a:cubicBezTo>
                <a:cubicBezTo>
                  <a:pt x="5102353" y="4840030"/>
                  <a:pt x="5151216" y="4847745"/>
                  <a:pt x="5185506" y="4822027"/>
                </a:cubicBezTo>
                <a:cubicBezTo>
                  <a:pt x="5219796" y="4796309"/>
                  <a:pt x="5226654" y="4747446"/>
                  <a:pt x="5200936" y="4713156"/>
                </a:cubicBezTo>
                <a:cubicBezTo>
                  <a:pt x="5188077" y="4695583"/>
                  <a:pt x="5169433" y="4684867"/>
                  <a:pt x="5149716" y="4681759"/>
                </a:cubicBezTo>
                <a:close/>
                <a:moveTo>
                  <a:pt x="4961978" y="4656899"/>
                </a:moveTo>
                <a:cubicBezTo>
                  <a:pt x="4940761" y="4653577"/>
                  <a:pt x="4918473" y="4658292"/>
                  <a:pt x="4900042" y="4672008"/>
                </a:cubicBezTo>
                <a:cubicBezTo>
                  <a:pt x="4863180" y="4699440"/>
                  <a:pt x="4855465" y="4752589"/>
                  <a:pt x="4882897" y="4789451"/>
                </a:cubicBezTo>
                <a:cubicBezTo>
                  <a:pt x="4910329" y="4826314"/>
                  <a:pt x="4963478" y="4834886"/>
                  <a:pt x="5000340" y="4807453"/>
                </a:cubicBezTo>
                <a:cubicBezTo>
                  <a:pt x="5038059" y="4780021"/>
                  <a:pt x="5044917" y="4727729"/>
                  <a:pt x="5017485" y="4690010"/>
                </a:cubicBezTo>
                <a:cubicBezTo>
                  <a:pt x="5003340" y="4671579"/>
                  <a:pt x="4983195" y="4660221"/>
                  <a:pt x="4961978" y="4656899"/>
                </a:cubicBezTo>
                <a:close/>
                <a:moveTo>
                  <a:pt x="4998395" y="4598030"/>
                </a:moveTo>
                <a:cubicBezTo>
                  <a:pt x="5253309" y="4596998"/>
                  <a:pt x="5722680" y="4945793"/>
                  <a:pt x="5114354" y="5410101"/>
                </a:cubicBezTo>
                <a:cubicBezTo>
                  <a:pt x="5114354" y="5410101"/>
                  <a:pt x="4946333" y="5510399"/>
                  <a:pt x="4811745" y="5421245"/>
                </a:cubicBezTo>
                <a:cubicBezTo>
                  <a:pt x="4677157" y="5331234"/>
                  <a:pt x="4738879" y="5201789"/>
                  <a:pt x="4821175" y="5069772"/>
                </a:cubicBezTo>
                <a:cubicBezTo>
                  <a:pt x="4902613" y="4938613"/>
                  <a:pt x="4714018" y="4741445"/>
                  <a:pt x="4906043" y="4620573"/>
                </a:cubicBezTo>
                <a:cubicBezTo>
                  <a:pt x="4929939" y="4605464"/>
                  <a:pt x="4961978" y="4598177"/>
                  <a:pt x="4998395" y="4598030"/>
                </a:cubicBezTo>
                <a:close/>
                <a:moveTo>
                  <a:pt x="4274249" y="4584568"/>
                </a:moveTo>
                <a:cubicBezTo>
                  <a:pt x="4274249" y="4584568"/>
                  <a:pt x="4379691" y="4696011"/>
                  <a:pt x="4374548" y="4755161"/>
                </a:cubicBezTo>
                <a:cubicBezTo>
                  <a:pt x="4369404" y="4814311"/>
                  <a:pt x="4257961" y="4835742"/>
                  <a:pt x="4257961" y="4835742"/>
                </a:cubicBezTo>
                <a:cubicBezTo>
                  <a:pt x="4257961" y="4835742"/>
                  <a:pt x="4409695" y="4835742"/>
                  <a:pt x="4411409" y="4762876"/>
                </a:cubicBezTo>
                <a:cubicBezTo>
                  <a:pt x="4412266" y="4690867"/>
                  <a:pt x="4274249" y="4584568"/>
                  <a:pt x="4274249" y="4584568"/>
                </a:cubicBezTo>
                <a:close/>
                <a:moveTo>
                  <a:pt x="3351982" y="4540192"/>
                </a:moveTo>
                <a:cubicBezTo>
                  <a:pt x="3377619" y="4544170"/>
                  <a:pt x="3402426" y="4554779"/>
                  <a:pt x="3423000" y="4575995"/>
                </a:cubicBezTo>
                <a:lnTo>
                  <a:pt x="3655315" y="4575995"/>
                </a:lnTo>
                <a:lnTo>
                  <a:pt x="3655315" y="4916325"/>
                </a:lnTo>
                <a:lnTo>
                  <a:pt x="3417856" y="4918039"/>
                </a:lnTo>
                <a:cubicBezTo>
                  <a:pt x="3417856" y="4918039"/>
                  <a:pt x="3338132" y="4837458"/>
                  <a:pt x="3190684" y="4914610"/>
                </a:cubicBezTo>
                <a:lnTo>
                  <a:pt x="3190684" y="4575995"/>
                </a:lnTo>
                <a:cubicBezTo>
                  <a:pt x="3190684" y="4575995"/>
                  <a:pt x="3275070" y="4528258"/>
                  <a:pt x="3351982" y="4540192"/>
                </a:cubicBezTo>
                <a:close/>
                <a:moveTo>
                  <a:pt x="2448416" y="4421371"/>
                </a:moveTo>
                <a:cubicBezTo>
                  <a:pt x="2452166" y="4422121"/>
                  <a:pt x="2455595" y="4424264"/>
                  <a:pt x="2457738" y="4427692"/>
                </a:cubicBezTo>
                <a:lnTo>
                  <a:pt x="2484119" y="4467601"/>
                </a:lnTo>
                <a:lnTo>
                  <a:pt x="2494346" y="4463537"/>
                </a:lnTo>
                <a:cubicBezTo>
                  <a:pt x="2526051" y="4457750"/>
                  <a:pt x="2559323" y="4470769"/>
                  <a:pt x="2578610" y="4499701"/>
                </a:cubicBezTo>
                <a:cubicBezTo>
                  <a:pt x="2591040" y="4518990"/>
                  <a:pt x="2594684" y="4541279"/>
                  <a:pt x="2590397" y="4561960"/>
                </a:cubicBezTo>
                <a:lnTo>
                  <a:pt x="2583304" y="4578864"/>
                </a:lnTo>
                <a:lnTo>
                  <a:pt x="2600248" y="4591301"/>
                </a:lnTo>
                <a:cubicBezTo>
                  <a:pt x="2715712" y="4676099"/>
                  <a:pt x="3023094" y="4902555"/>
                  <a:pt x="3017521" y="4906038"/>
                </a:cubicBezTo>
                <a:cubicBezTo>
                  <a:pt x="3010663" y="4910324"/>
                  <a:pt x="2910365" y="4886321"/>
                  <a:pt x="2910365" y="4886321"/>
                </a:cubicBezTo>
                <a:cubicBezTo>
                  <a:pt x="2910365" y="4886321"/>
                  <a:pt x="2690962" y="4728640"/>
                  <a:pt x="2580176" y="4648353"/>
                </a:cubicBezTo>
                <a:lnTo>
                  <a:pt x="2571469" y="4642020"/>
                </a:lnTo>
                <a:lnTo>
                  <a:pt x="2632617" y="5059485"/>
                </a:lnTo>
                <a:lnTo>
                  <a:pt x="2611186" y="5161498"/>
                </a:lnTo>
                <a:lnTo>
                  <a:pt x="2574324" y="5065486"/>
                </a:lnTo>
                <a:lnTo>
                  <a:pt x="2504337" y="4626262"/>
                </a:lnTo>
                <a:lnTo>
                  <a:pt x="2492028" y="4626039"/>
                </a:lnTo>
                <a:cubicBezTo>
                  <a:pt x="2471240" y="4621646"/>
                  <a:pt x="2452166" y="4609430"/>
                  <a:pt x="2439736" y="4590570"/>
                </a:cubicBezTo>
                <a:cubicBezTo>
                  <a:pt x="2421091" y="4561638"/>
                  <a:pt x="2422216" y="4525955"/>
                  <a:pt x="2440218" y="4499073"/>
                </a:cubicBezTo>
                <a:lnTo>
                  <a:pt x="2457768" y="4481633"/>
                </a:lnTo>
                <a:lnTo>
                  <a:pt x="2432878" y="4443980"/>
                </a:lnTo>
                <a:cubicBezTo>
                  <a:pt x="2428592" y="4437122"/>
                  <a:pt x="2430306" y="4427692"/>
                  <a:pt x="2437164" y="4423406"/>
                </a:cubicBezTo>
                <a:cubicBezTo>
                  <a:pt x="2440593" y="4421263"/>
                  <a:pt x="2444665" y="4420621"/>
                  <a:pt x="2448416" y="4421371"/>
                </a:cubicBezTo>
                <a:close/>
                <a:moveTo>
                  <a:pt x="1177862" y="4374542"/>
                </a:moveTo>
                <a:cubicBezTo>
                  <a:pt x="1177862" y="4374542"/>
                  <a:pt x="1327023" y="4458553"/>
                  <a:pt x="1272159" y="4609429"/>
                </a:cubicBezTo>
                <a:cubicBezTo>
                  <a:pt x="1272159" y="4609429"/>
                  <a:pt x="1399889" y="4409689"/>
                  <a:pt x="1177862" y="4374542"/>
                </a:cubicBezTo>
                <a:close/>
                <a:moveTo>
                  <a:pt x="1102424" y="4309391"/>
                </a:moveTo>
                <a:lnTo>
                  <a:pt x="1108424" y="4309391"/>
                </a:lnTo>
                <a:lnTo>
                  <a:pt x="1109281" y="4309391"/>
                </a:lnTo>
                <a:lnTo>
                  <a:pt x="1115282" y="4309391"/>
                </a:lnTo>
                <a:cubicBezTo>
                  <a:pt x="1440180" y="4317964"/>
                  <a:pt x="1363885" y="4640290"/>
                  <a:pt x="1276445" y="4720014"/>
                </a:cubicBezTo>
                <a:cubicBezTo>
                  <a:pt x="1186434" y="4799738"/>
                  <a:pt x="1193292" y="4900894"/>
                  <a:pt x="1193292" y="4900894"/>
                </a:cubicBezTo>
                <a:lnTo>
                  <a:pt x="1121283" y="4900894"/>
                </a:lnTo>
                <a:lnTo>
                  <a:pt x="1108424" y="4900894"/>
                </a:lnTo>
                <a:lnTo>
                  <a:pt x="1030415" y="4900894"/>
                </a:lnTo>
                <a:cubicBezTo>
                  <a:pt x="1030415" y="4900894"/>
                  <a:pt x="1033844" y="4800596"/>
                  <a:pt x="944690" y="4720014"/>
                </a:cubicBezTo>
                <a:cubicBezTo>
                  <a:pt x="856393" y="4640290"/>
                  <a:pt x="777526" y="4317964"/>
                  <a:pt x="1102424" y="4309391"/>
                </a:cubicBezTo>
                <a:close/>
                <a:moveTo>
                  <a:pt x="4160235" y="4161086"/>
                </a:moveTo>
                <a:cubicBezTo>
                  <a:pt x="4217671" y="4161086"/>
                  <a:pt x="4264820" y="4179089"/>
                  <a:pt x="4264820" y="4201377"/>
                </a:cubicBezTo>
                <a:cubicBezTo>
                  <a:pt x="4264820" y="4202235"/>
                  <a:pt x="4264820" y="4203092"/>
                  <a:pt x="4264820" y="4203949"/>
                </a:cubicBezTo>
                <a:lnTo>
                  <a:pt x="4269106" y="4203949"/>
                </a:lnTo>
                <a:lnTo>
                  <a:pt x="4269106" y="4279387"/>
                </a:lnTo>
                <a:lnTo>
                  <a:pt x="4264820" y="4279387"/>
                </a:lnTo>
                <a:cubicBezTo>
                  <a:pt x="4263962" y="4287960"/>
                  <a:pt x="4258819" y="4295675"/>
                  <a:pt x="4247675" y="4301676"/>
                </a:cubicBezTo>
                <a:cubicBezTo>
                  <a:pt x="4247675" y="4337680"/>
                  <a:pt x="4247675" y="4444836"/>
                  <a:pt x="4247675" y="4473126"/>
                </a:cubicBezTo>
                <a:cubicBezTo>
                  <a:pt x="4247675" y="4506559"/>
                  <a:pt x="4263962" y="4515131"/>
                  <a:pt x="4263962" y="4515131"/>
                </a:cubicBezTo>
                <a:cubicBezTo>
                  <a:pt x="4302538" y="4538276"/>
                  <a:pt x="4524566" y="4764591"/>
                  <a:pt x="4425983" y="4833171"/>
                </a:cubicBezTo>
                <a:cubicBezTo>
                  <a:pt x="4337686" y="4894893"/>
                  <a:pt x="4190239" y="4892321"/>
                  <a:pt x="4161091" y="4891464"/>
                </a:cubicBezTo>
                <a:cubicBezTo>
                  <a:pt x="4131945" y="4892321"/>
                  <a:pt x="3983640" y="4894893"/>
                  <a:pt x="3896201" y="4833171"/>
                </a:cubicBezTo>
                <a:cubicBezTo>
                  <a:pt x="3798475" y="4764591"/>
                  <a:pt x="4023931" y="4538276"/>
                  <a:pt x="4062507" y="4515131"/>
                </a:cubicBezTo>
                <a:cubicBezTo>
                  <a:pt x="4062507" y="4515131"/>
                  <a:pt x="4085653" y="4506559"/>
                  <a:pt x="4085653" y="4473126"/>
                </a:cubicBezTo>
                <a:cubicBezTo>
                  <a:pt x="4085653" y="4445693"/>
                  <a:pt x="4085653" y="4339395"/>
                  <a:pt x="4085653" y="4302533"/>
                </a:cubicBezTo>
                <a:cubicBezTo>
                  <a:pt x="4064222" y="4296532"/>
                  <a:pt x="4057364" y="4287960"/>
                  <a:pt x="4055650" y="4279387"/>
                </a:cubicBezTo>
                <a:lnTo>
                  <a:pt x="4053935" y="4279387"/>
                </a:lnTo>
                <a:lnTo>
                  <a:pt x="4053935" y="4203949"/>
                </a:lnTo>
                <a:lnTo>
                  <a:pt x="4055650" y="4203949"/>
                </a:lnTo>
                <a:cubicBezTo>
                  <a:pt x="4055650" y="4203092"/>
                  <a:pt x="4055650" y="4202235"/>
                  <a:pt x="4055650" y="4201377"/>
                </a:cubicBezTo>
                <a:cubicBezTo>
                  <a:pt x="4055650" y="4179089"/>
                  <a:pt x="4102798" y="4161086"/>
                  <a:pt x="4160235" y="4161086"/>
                </a:cubicBezTo>
                <a:close/>
                <a:moveTo>
                  <a:pt x="1690622" y="3905928"/>
                </a:moveTo>
                <a:cubicBezTo>
                  <a:pt x="1643577" y="3910087"/>
                  <a:pt x="1597165" y="3927808"/>
                  <a:pt x="1557624" y="3959633"/>
                </a:cubicBezTo>
                <a:cubicBezTo>
                  <a:pt x="1452182" y="4044502"/>
                  <a:pt x="1436751" y="4198807"/>
                  <a:pt x="1521619" y="4304248"/>
                </a:cubicBezTo>
                <a:cubicBezTo>
                  <a:pt x="1606488" y="4409690"/>
                  <a:pt x="1760793" y="4425121"/>
                  <a:pt x="1866235" y="4340253"/>
                </a:cubicBezTo>
                <a:cubicBezTo>
                  <a:pt x="1970819" y="4255385"/>
                  <a:pt x="1987107" y="4101080"/>
                  <a:pt x="1902239" y="3995637"/>
                </a:cubicBezTo>
                <a:cubicBezTo>
                  <a:pt x="1849197" y="3929737"/>
                  <a:pt x="1769030" y="3898996"/>
                  <a:pt x="1690622" y="3905928"/>
                </a:cubicBezTo>
                <a:close/>
                <a:moveTo>
                  <a:pt x="1684921" y="3849926"/>
                </a:moveTo>
                <a:cubicBezTo>
                  <a:pt x="1781219" y="3841547"/>
                  <a:pt x="1879736" y="3879587"/>
                  <a:pt x="1945102" y="3960490"/>
                </a:cubicBezTo>
                <a:cubicBezTo>
                  <a:pt x="2037364" y="4073005"/>
                  <a:pt x="2033801" y="4232775"/>
                  <a:pt x="1944751" y="4341023"/>
                </a:cubicBezTo>
                <a:lnTo>
                  <a:pt x="1930222" y="4355411"/>
                </a:lnTo>
                <a:lnTo>
                  <a:pt x="1980119" y="4416919"/>
                </a:lnTo>
                <a:lnTo>
                  <a:pt x="1986891" y="4416333"/>
                </a:lnTo>
                <a:cubicBezTo>
                  <a:pt x="2003394" y="4418048"/>
                  <a:pt x="2019253" y="4425977"/>
                  <a:pt x="2030826" y="4439693"/>
                </a:cubicBezTo>
                <a:lnTo>
                  <a:pt x="2204848" y="4654864"/>
                </a:lnTo>
                <a:cubicBezTo>
                  <a:pt x="2227136" y="4683153"/>
                  <a:pt x="2222850" y="4723444"/>
                  <a:pt x="2195418" y="4746590"/>
                </a:cubicBezTo>
                <a:cubicBezTo>
                  <a:pt x="2167129" y="4768878"/>
                  <a:pt x="2126838" y="4764592"/>
                  <a:pt x="2103692" y="4737160"/>
                </a:cubicBezTo>
                <a:lnTo>
                  <a:pt x="1929670" y="4521990"/>
                </a:lnTo>
                <a:cubicBezTo>
                  <a:pt x="1918526" y="4507845"/>
                  <a:pt x="1914026" y="4490700"/>
                  <a:pt x="1915740" y="4474198"/>
                </a:cubicBezTo>
                <a:lnTo>
                  <a:pt x="1917360" y="4468826"/>
                </a:lnTo>
                <a:lnTo>
                  <a:pt x="1866912" y="4406639"/>
                </a:lnTo>
                <a:lnTo>
                  <a:pt x="1850557" y="4417393"/>
                </a:lnTo>
                <a:cubicBezTo>
                  <a:pt x="1726557" y="4481914"/>
                  <a:pt x="1569412" y="4452660"/>
                  <a:pt x="1477899" y="4339396"/>
                </a:cubicBezTo>
                <a:cubicBezTo>
                  <a:pt x="1372458" y="4210808"/>
                  <a:pt x="1392174" y="4020499"/>
                  <a:pt x="1521619" y="3915913"/>
                </a:cubicBezTo>
                <a:cubicBezTo>
                  <a:pt x="1570161" y="3876694"/>
                  <a:pt x="1627142" y="3854954"/>
                  <a:pt x="1684921" y="3849926"/>
                </a:cubicBezTo>
                <a:close/>
                <a:moveTo>
                  <a:pt x="812246" y="3781539"/>
                </a:moveTo>
                <a:cubicBezTo>
                  <a:pt x="816103" y="3781325"/>
                  <a:pt x="819961" y="3782611"/>
                  <a:pt x="822961" y="3785611"/>
                </a:cubicBezTo>
                <a:cubicBezTo>
                  <a:pt x="828962" y="3791612"/>
                  <a:pt x="829819" y="3801042"/>
                  <a:pt x="823818" y="3807042"/>
                </a:cubicBezTo>
                <a:lnTo>
                  <a:pt x="792194" y="3842032"/>
                </a:lnTo>
                <a:lnTo>
                  <a:pt x="798502" y="3850722"/>
                </a:lnTo>
                <a:cubicBezTo>
                  <a:pt x="811923" y="3880016"/>
                  <a:pt x="807744" y="3915699"/>
                  <a:pt x="785241" y="3940773"/>
                </a:cubicBezTo>
                <a:cubicBezTo>
                  <a:pt x="769810" y="3957489"/>
                  <a:pt x="749022" y="3966490"/>
                  <a:pt x="727912" y="3967562"/>
                </a:cubicBezTo>
                <a:lnTo>
                  <a:pt x="709923" y="3965051"/>
                </a:lnTo>
                <a:lnTo>
                  <a:pt x="701209" y="3986914"/>
                </a:lnTo>
                <a:cubicBezTo>
                  <a:pt x="648195" y="4119828"/>
                  <a:pt x="506367" y="4473875"/>
                  <a:pt x="501492" y="4469697"/>
                </a:cubicBezTo>
                <a:cubicBezTo>
                  <a:pt x="496348" y="4464553"/>
                  <a:pt x="493776" y="4360826"/>
                  <a:pt x="493776" y="4360826"/>
                </a:cubicBezTo>
                <a:cubicBezTo>
                  <a:pt x="493776" y="4360826"/>
                  <a:pt x="591181" y="4108151"/>
                  <a:pt x="640969" y="3980729"/>
                </a:cubicBezTo>
                <a:lnTo>
                  <a:pt x="644840" y="3970847"/>
                </a:lnTo>
                <a:lnTo>
                  <a:pt x="257175" y="4134512"/>
                </a:lnTo>
                <a:lnTo>
                  <a:pt x="152590" y="4139655"/>
                </a:lnTo>
                <a:lnTo>
                  <a:pt x="236601" y="4079647"/>
                </a:lnTo>
                <a:lnTo>
                  <a:pt x="644257" y="3901600"/>
                </a:lnTo>
                <a:lnTo>
                  <a:pt x="641223" y="3889445"/>
                </a:lnTo>
                <a:cubicBezTo>
                  <a:pt x="640151" y="3868336"/>
                  <a:pt x="647223" y="3846904"/>
                  <a:pt x="662654" y="3830188"/>
                </a:cubicBezTo>
                <a:cubicBezTo>
                  <a:pt x="678084" y="3813043"/>
                  <a:pt x="698873" y="3803828"/>
                  <a:pt x="719983" y="3802756"/>
                </a:cubicBezTo>
                <a:cubicBezTo>
                  <a:pt x="730538" y="3802220"/>
                  <a:pt x="741174" y="3803720"/>
                  <a:pt x="751260" y="3807283"/>
                </a:cubicBezTo>
                <a:lnTo>
                  <a:pt x="771606" y="3819575"/>
                </a:lnTo>
                <a:lnTo>
                  <a:pt x="801530" y="3786468"/>
                </a:lnTo>
                <a:cubicBezTo>
                  <a:pt x="804530" y="3783468"/>
                  <a:pt x="808388" y="3781754"/>
                  <a:pt x="812246" y="3781539"/>
                </a:cubicBezTo>
                <a:close/>
                <a:moveTo>
                  <a:pt x="5496913" y="3702672"/>
                </a:moveTo>
                <a:lnTo>
                  <a:pt x="5456397" y="3737606"/>
                </a:lnTo>
                <a:cubicBezTo>
                  <a:pt x="5456397" y="3737606"/>
                  <a:pt x="5471399" y="3722175"/>
                  <a:pt x="5490901" y="3706745"/>
                </a:cubicBezTo>
                <a:close/>
                <a:moveTo>
                  <a:pt x="5797583" y="3639879"/>
                </a:moveTo>
                <a:cubicBezTo>
                  <a:pt x="5797583" y="3639879"/>
                  <a:pt x="5800289" y="3640884"/>
                  <a:pt x="5805112" y="3642965"/>
                </a:cubicBezTo>
                <a:lnTo>
                  <a:pt x="5820840" y="3650383"/>
                </a:lnTo>
                <a:close/>
                <a:moveTo>
                  <a:pt x="5699857" y="3627877"/>
                </a:moveTo>
                <a:lnTo>
                  <a:pt x="5704143" y="3631306"/>
                </a:lnTo>
                <a:cubicBezTo>
                  <a:pt x="5704143" y="3631306"/>
                  <a:pt x="5701571" y="3635593"/>
                  <a:pt x="5699857" y="3638164"/>
                </a:cubicBezTo>
                <a:cubicBezTo>
                  <a:pt x="5698999" y="3640736"/>
                  <a:pt x="5703285" y="3639022"/>
                  <a:pt x="5703285" y="3639022"/>
                </a:cubicBezTo>
                <a:cubicBezTo>
                  <a:pt x="5703285" y="3639022"/>
                  <a:pt x="5717002" y="3645880"/>
                  <a:pt x="5717002" y="3648451"/>
                </a:cubicBezTo>
                <a:cubicBezTo>
                  <a:pt x="5717002" y="3651023"/>
                  <a:pt x="5711001" y="3653595"/>
                  <a:pt x="5698999" y="3652738"/>
                </a:cubicBezTo>
                <a:cubicBezTo>
                  <a:pt x="5686997" y="3651881"/>
                  <a:pt x="5692998" y="3654452"/>
                  <a:pt x="5677567" y="3646737"/>
                </a:cubicBezTo>
                <a:cubicBezTo>
                  <a:pt x="5661279" y="3639022"/>
                  <a:pt x="5662994" y="3659596"/>
                  <a:pt x="5656993" y="3664739"/>
                </a:cubicBezTo>
                <a:cubicBezTo>
                  <a:pt x="5650135" y="3669883"/>
                  <a:pt x="5650135" y="3671597"/>
                  <a:pt x="5645849" y="3681027"/>
                </a:cubicBezTo>
                <a:cubicBezTo>
                  <a:pt x="5642420" y="3690457"/>
                  <a:pt x="5645849" y="3681027"/>
                  <a:pt x="5656136" y="3687028"/>
                </a:cubicBezTo>
                <a:cubicBezTo>
                  <a:pt x="5666423" y="3693028"/>
                  <a:pt x="5660422" y="3688742"/>
                  <a:pt x="5665566" y="3687885"/>
                </a:cubicBezTo>
                <a:cubicBezTo>
                  <a:pt x="5670709" y="3687885"/>
                  <a:pt x="5685282" y="3684456"/>
                  <a:pt x="5689569" y="3683599"/>
                </a:cubicBezTo>
                <a:cubicBezTo>
                  <a:pt x="5693855" y="3682741"/>
                  <a:pt x="5696427" y="3683599"/>
                  <a:pt x="5695569" y="3698172"/>
                </a:cubicBezTo>
                <a:cubicBezTo>
                  <a:pt x="5694713" y="3713602"/>
                  <a:pt x="5695569" y="3698172"/>
                  <a:pt x="5717859" y="3709316"/>
                </a:cubicBezTo>
                <a:cubicBezTo>
                  <a:pt x="5740148" y="3719603"/>
                  <a:pt x="5713573" y="3719603"/>
                  <a:pt x="5730718" y="3723889"/>
                </a:cubicBezTo>
                <a:cubicBezTo>
                  <a:pt x="5747863" y="3728176"/>
                  <a:pt x="5728146" y="3729033"/>
                  <a:pt x="5715287" y="3734176"/>
                </a:cubicBezTo>
                <a:cubicBezTo>
                  <a:pt x="5702427" y="3740177"/>
                  <a:pt x="5708429" y="3733319"/>
                  <a:pt x="5699857" y="3744463"/>
                </a:cubicBezTo>
                <a:cubicBezTo>
                  <a:pt x="5691283" y="3755608"/>
                  <a:pt x="5701571" y="3752179"/>
                  <a:pt x="5705857" y="3753893"/>
                </a:cubicBezTo>
                <a:cubicBezTo>
                  <a:pt x="5710143" y="3755608"/>
                  <a:pt x="5717859" y="3753893"/>
                  <a:pt x="5722145" y="3750464"/>
                </a:cubicBezTo>
                <a:cubicBezTo>
                  <a:pt x="5725574" y="3747035"/>
                  <a:pt x="5729003" y="3748750"/>
                  <a:pt x="5729003" y="3748750"/>
                </a:cubicBezTo>
                <a:cubicBezTo>
                  <a:pt x="5729003" y="3748750"/>
                  <a:pt x="5738433" y="3740177"/>
                  <a:pt x="5747863" y="3745321"/>
                </a:cubicBezTo>
                <a:cubicBezTo>
                  <a:pt x="5757293" y="3750464"/>
                  <a:pt x="5747863" y="3745321"/>
                  <a:pt x="5750435" y="3742749"/>
                </a:cubicBezTo>
                <a:cubicBezTo>
                  <a:pt x="5753006" y="3741034"/>
                  <a:pt x="5757293" y="3741892"/>
                  <a:pt x="5760722" y="3738463"/>
                </a:cubicBezTo>
                <a:cubicBezTo>
                  <a:pt x="5764150" y="3735891"/>
                  <a:pt x="5771866" y="3733319"/>
                  <a:pt x="5794154" y="3741892"/>
                </a:cubicBezTo>
                <a:cubicBezTo>
                  <a:pt x="5817300" y="3750464"/>
                  <a:pt x="5795869" y="3748750"/>
                  <a:pt x="5806156" y="3753036"/>
                </a:cubicBezTo>
                <a:cubicBezTo>
                  <a:pt x="5815585" y="3757322"/>
                  <a:pt x="5809585" y="3755608"/>
                  <a:pt x="5810442" y="3749607"/>
                </a:cubicBezTo>
                <a:cubicBezTo>
                  <a:pt x="5811299" y="3743606"/>
                  <a:pt x="5811299" y="3735034"/>
                  <a:pt x="5814728" y="3733319"/>
                </a:cubicBezTo>
                <a:cubicBezTo>
                  <a:pt x="5818157" y="3732462"/>
                  <a:pt x="5820729" y="3734176"/>
                  <a:pt x="5825015" y="3737606"/>
                </a:cubicBezTo>
                <a:cubicBezTo>
                  <a:pt x="5829302" y="3741034"/>
                  <a:pt x="5838731" y="3718746"/>
                  <a:pt x="5849018" y="3723032"/>
                </a:cubicBezTo>
                <a:cubicBezTo>
                  <a:pt x="5858448" y="3727318"/>
                  <a:pt x="5851590" y="3724747"/>
                  <a:pt x="5861877" y="3731605"/>
                </a:cubicBezTo>
                <a:cubicBezTo>
                  <a:pt x="5872164" y="3738463"/>
                  <a:pt x="5861877" y="3741892"/>
                  <a:pt x="5856733" y="3746178"/>
                </a:cubicBezTo>
                <a:cubicBezTo>
                  <a:pt x="5850733" y="3751321"/>
                  <a:pt x="5853305" y="3743606"/>
                  <a:pt x="5844732" y="3741034"/>
                </a:cubicBezTo>
                <a:cubicBezTo>
                  <a:pt x="5836160" y="3738463"/>
                  <a:pt x="5841303" y="3742749"/>
                  <a:pt x="5828444" y="3754751"/>
                </a:cubicBezTo>
                <a:cubicBezTo>
                  <a:pt x="5815585" y="3765895"/>
                  <a:pt x="5828444" y="3754751"/>
                  <a:pt x="5831016" y="3761608"/>
                </a:cubicBezTo>
                <a:cubicBezTo>
                  <a:pt x="5833588" y="3768466"/>
                  <a:pt x="5840446" y="3759037"/>
                  <a:pt x="5847304" y="3761608"/>
                </a:cubicBezTo>
                <a:cubicBezTo>
                  <a:pt x="5854162" y="3764180"/>
                  <a:pt x="5852447" y="3764180"/>
                  <a:pt x="5861877" y="3765895"/>
                </a:cubicBezTo>
                <a:cubicBezTo>
                  <a:pt x="5871307" y="3767609"/>
                  <a:pt x="5861877" y="3765895"/>
                  <a:pt x="5863592" y="3771896"/>
                </a:cubicBezTo>
                <a:cubicBezTo>
                  <a:pt x="5864449" y="3777896"/>
                  <a:pt x="5867878" y="3772753"/>
                  <a:pt x="5877308" y="3777039"/>
                </a:cubicBezTo>
                <a:cubicBezTo>
                  <a:pt x="5886737" y="3782182"/>
                  <a:pt x="5880737" y="3779611"/>
                  <a:pt x="5877308" y="3786469"/>
                </a:cubicBezTo>
                <a:cubicBezTo>
                  <a:pt x="5874736" y="3793327"/>
                  <a:pt x="5874736" y="3786469"/>
                  <a:pt x="5871307" y="3784754"/>
                </a:cubicBezTo>
                <a:cubicBezTo>
                  <a:pt x="5867878" y="3783040"/>
                  <a:pt x="5867020" y="3783040"/>
                  <a:pt x="5859305" y="3787326"/>
                </a:cubicBezTo>
                <a:cubicBezTo>
                  <a:pt x="5851590" y="3791612"/>
                  <a:pt x="5850733" y="3788183"/>
                  <a:pt x="5847304" y="3789898"/>
                </a:cubicBezTo>
                <a:cubicBezTo>
                  <a:pt x="5843875" y="3791612"/>
                  <a:pt x="5842160" y="3788183"/>
                  <a:pt x="5824158" y="3786469"/>
                </a:cubicBezTo>
                <a:cubicBezTo>
                  <a:pt x="5806156" y="3784754"/>
                  <a:pt x="5824158" y="3786469"/>
                  <a:pt x="5813871" y="3796756"/>
                </a:cubicBezTo>
                <a:cubicBezTo>
                  <a:pt x="5803584" y="3807043"/>
                  <a:pt x="5813871" y="3796756"/>
                  <a:pt x="5807013" y="3796756"/>
                </a:cubicBezTo>
                <a:cubicBezTo>
                  <a:pt x="5800155" y="3796756"/>
                  <a:pt x="5797583" y="3794184"/>
                  <a:pt x="5793297" y="3791612"/>
                </a:cubicBezTo>
                <a:cubicBezTo>
                  <a:pt x="5788153" y="3789041"/>
                  <a:pt x="5790725" y="3787326"/>
                  <a:pt x="5781295" y="3787326"/>
                </a:cubicBezTo>
                <a:cubicBezTo>
                  <a:pt x="5771866" y="3787326"/>
                  <a:pt x="5781295" y="3787326"/>
                  <a:pt x="5771866" y="3786469"/>
                </a:cubicBezTo>
                <a:cubicBezTo>
                  <a:pt x="5763293" y="3785611"/>
                  <a:pt x="5768437" y="3780468"/>
                  <a:pt x="5767580" y="3768466"/>
                </a:cubicBezTo>
                <a:cubicBezTo>
                  <a:pt x="5766722" y="3756465"/>
                  <a:pt x="5767580" y="3768466"/>
                  <a:pt x="5762436" y="3767609"/>
                </a:cubicBezTo>
                <a:cubicBezTo>
                  <a:pt x="5757293" y="3766752"/>
                  <a:pt x="5759007" y="3765895"/>
                  <a:pt x="5755578" y="3765895"/>
                </a:cubicBezTo>
                <a:cubicBezTo>
                  <a:pt x="5753006" y="3765895"/>
                  <a:pt x="5755578" y="3765895"/>
                  <a:pt x="5742719" y="3768466"/>
                </a:cubicBezTo>
                <a:cubicBezTo>
                  <a:pt x="5729860" y="3771038"/>
                  <a:pt x="5738433" y="3769324"/>
                  <a:pt x="5734147" y="3769324"/>
                </a:cubicBezTo>
                <a:cubicBezTo>
                  <a:pt x="5729860" y="3769324"/>
                  <a:pt x="5728146" y="3770181"/>
                  <a:pt x="5721288" y="3771896"/>
                </a:cubicBezTo>
                <a:cubicBezTo>
                  <a:pt x="5714430" y="3773610"/>
                  <a:pt x="5716145" y="3771896"/>
                  <a:pt x="5712715" y="3772753"/>
                </a:cubicBezTo>
                <a:cubicBezTo>
                  <a:pt x="5710143" y="3772753"/>
                  <a:pt x="5703285" y="3780468"/>
                  <a:pt x="5698999" y="3784754"/>
                </a:cubicBezTo>
                <a:cubicBezTo>
                  <a:pt x="5693855" y="3789041"/>
                  <a:pt x="5686140" y="3792469"/>
                  <a:pt x="5679282" y="3791612"/>
                </a:cubicBezTo>
                <a:cubicBezTo>
                  <a:pt x="5672424" y="3791612"/>
                  <a:pt x="5674996" y="3793327"/>
                  <a:pt x="5671567" y="3795898"/>
                </a:cubicBezTo>
                <a:cubicBezTo>
                  <a:pt x="5668137" y="3797613"/>
                  <a:pt x="5665566" y="3805328"/>
                  <a:pt x="5663851" y="3808757"/>
                </a:cubicBezTo>
                <a:cubicBezTo>
                  <a:pt x="5662137" y="3811329"/>
                  <a:pt x="5651850" y="3816472"/>
                  <a:pt x="5644134" y="3830188"/>
                </a:cubicBezTo>
                <a:cubicBezTo>
                  <a:pt x="5636419" y="3843904"/>
                  <a:pt x="5638134" y="3839618"/>
                  <a:pt x="5646706" y="3858478"/>
                </a:cubicBezTo>
                <a:cubicBezTo>
                  <a:pt x="5655279" y="3877337"/>
                  <a:pt x="5641563" y="3863621"/>
                  <a:pt x="5641563" y="3873051"/>
                </a:cubicBezTo>
                <a:cubicBezTo>
                  <a:pt x="5641563" y="3881623"/>
                  <a:pt x="5639848" y="3877337"/>
                  <a:pt x="5636419" y="3885052"/>
                </a:cubicBezTo>
                <a:cubicBezTo>
                  <a:pt x="5632990" y="3892768"/>
                  <a:pt x="5636419" y="3885052"/>
                  <a:pt x="5644992" y="3894482"/>
                </a:cubicBezTo>
                <a:cubicBezTo>
                  <a:pt x="5653564" y="3903912"/>
                  <a:pt x="5644992" y="3894482"/>
                  <a:pt x="5650135" y="3900483"/>
                </a:cubicBezTo>
                <a:cubicBezTo>
                  <a:pt x="5656136" y="3907341"/>
                  <a:pt x="5651850" y="3905626"/>
                  <a:pt x="5652707" y="3912484"/>
                </a:cubicBezTo>
                <a:cubicBezTo>
                  <a:pt x="5653564" y="3919342"/>
                  <a:pt x="5655279" y="3915913"/>
                  <a:pt x="5662137" y="3920200"/>
                </a:cubicBezTo>
                <a:cubicBezTo>
                  <a:pt x="5668995" y="3924486"/>
                  <a:pt x="5665566" y="3923629"/>
                  <a:pt x="5668995" y="3931344"/>
                </a:cubicBezTo>
                <a:cubicBezTo>
                  <a:pt x="5672424" y="3939059"/>
                  <a:pt x="5673281" y="3933058"/>
                  <a:pt x="5680139" y="3937345"/>
                </a:cubicBezTo>
                <a:cubicBezTo>
                  <a:pt x="5687854" y="3941631"/>
                  <a:pt x="5698141" y="3938202"/>
                  <a:pt x="5707571" y="3938202"/>
                </a:cubicBezTo>
                <a:cubicBezTo>
                  <a:pt x="5717002" y="3938202"/>
                  <a:pt x="5719573" y="3939059"/>
                  <a:pt x="5726432" y="3935630"/>
                </a:cubicBezTo>
                <a:cubicBezTo>
                  <a:pt x="5734147" y="3933058"/>
                  <a:pt x="5741862" y="3933058"/>
                  <a:pt x="5746148" y="3929629"/>
                </a:cubicBezTo>
                <a:cubicBezTo>
                  <a:pt x="5750435" y="3926201"/>
                  <a:pt x="5754721" y="3927058"/>
                  <a:pt x="5757293" y="3928772"/>
                </a:cubicBezTo>
                <a:cubicBezTo>
                  <a:pt x="5759864" y="3930487"/>
                  <a:pt x="5758150" y="3934773"/>
                  <a:pt x="5765008" y="3939916"/>
                </a:cubicBezTo>
                <a:cubicBezTo>
                  <a:pt x="5771866" y="3945060"/>
                  <a:pt x="5771866" y="3938202"/>
                  <a:pt x="5776152" y="3937345"/>
                </a:cubicBezTo>
                <a:cubicBezTo>
                  <a:pt x="5780438" y="3936487"/>
                  <a:pt x="5792440" y="3944203"/>
                  <a:pt x="5792440" y="3944203"/>
                </a:cubicBezTo>
                <a:cubicBezTo>
                  <a:pt x="5792440" y="3944203"/>
                  <a:pt x="5791583" y="3950203"/>
                  <a:pt x="5789011" y="3960491"/>
                </a:cubicBezTo>
                <a:cubicBezTo>
                  <a:pt x="5786439" y="3970777"/>
                  <a:pt x="5789011" y="3960491"/>
                  <a:pt x="5789011" y="3966491"/>
                </a:cubicBezTo>
                <a:cubicBezTo>
                  <a:pt x="5789011" y="3972492"/>
                  <a:pt x="5790725" y="3988780"/>
                  <a:pt x="5790725" y="3988780"/>
                </a:cubicBezTo>
                <a:cubicBezTo>
                  <a:pt x="5790725" y="3988780"/>
                  <a:pt x="5794154" y="3993066"/>
                  <a:pt x="5798440" y="3999924"/>
                </a:cubicBezTo>
                <a:cubicBezTo>
                  <a:pt x="5802727" y="4006782"/>
                  <a:pt x="5802727" y="4005067"/>
                  <a:pt x="5803584" y="4007639"/>
                </a:cubicBezTo>
                <a:cubicBezTo>
                  <a:pt x="5804441" y="4010211"/>
                  <a:pt x="5810442" y="4016212"/>
                  <a:pt x="5812157" y="4020498"/>
                </a:cubicBezTo>
                <a:cubicBezTo>
                  <a:pt x="5813871" y="4023927"/>
                  <a:pt x="5813871" y="4026499"/>
                  <a:pt x="5814728" y="4032499"/>
                </a:cubicBezTo>
                <a:cubicBezTo>
                  <a:pt x="5815585" y="4039358"/>
                  <a:pt x="5809585" y="4040215"/>
                  <a:pt x="5803584" y="4044501"/>
                </a:cubicBezTo>
                <a:cubicBezTo>
                  <a:pt x="5797583" y="4048787"/>
                  <a:pt x="5801012" y="4050502"/>
                  <a:pt x="5798440" y="4060789"/>
                </a:cubicBezTo>
                <a:cubicBezTo>
                  <a:pt x="5795869" y="4071075"/>
                  <a:pt x="5798440" y="4060789"/>
                  <a:pt x="5794154" y="4071075"/>
                </a:cubicBezTo>
                <a:cubicBezTo>
                  <a:pt x="5789868" y="4081363"/>
                  <a:pt x="5795012" y="4075362"/>
                  <a:pt x="5801012" y="4081363"/>
                </a:cubicBezTo>
                <a:cubicBezTo>
                  <a:pt x="5807870" y="4087363"/>
                  <a:pt x="5807013" y="4083934"/>
                  <a:pt x="5811299" y="4094221"/>
                </a:cubicBezTo>
                <a:cubicBezTo>
                  <a:pt x="5816443" y="4103651"/>
                  <a:pt x="5813014" y="4097651"/>
                  <a:pt x="5813871" y="4106223"/>
                </a:cubicBezTo>
                <a:cubicBezTo>
                  <a:pt x="5814728" y="4114796"/>
                  <a:pt x="5813871" y="4106223"/>
                  <a:pt x="5813871" y="4115653"/>
                </a:cubicBezTo>
                <a:cubicBezTo>
                  <a:pt x="5813871" y="4124225"/>
                  <a:pt x="5813871" y="4115653"/>
                  <a:pt x="5819015" y="4127654"/>
                </a:cubicBezTo>
                <a:cubicBezTo>
                  <a:pt x="5824158" y="4139655"/>
                  <a:pt x="5819872" y="4132798"/>
                  <a:pt x="5825873" y="4143942"/>
                </a:cubicBezTo>
                <a:cubicBezTo>
                  <a:pt x="5832730" y="4155086"/>
                  <a:pt x="5825873" y="4143942"/>
                  <a:pt x="5830159" y="4143942"/>
                </a:cubicBezTo>
                <a:cubicBezTo>
                  <a:pt x="5834445" y="4143942"/>
                  <a:pt x="5845589" y="4138798"/>
                  <a:pt x="5848161" y="4136227"/>
                </a:cubicBezTo>
                <a:cubicBezTo>
                  <a:pt x="5850733" y="4133655"/>
                  <a:pt x="5866163" y="4127654"/>
                  <a:pt x="5870450" y="4126797"/>
                </a:cubicBezTo>
                <a:cubicBezTo>
                  <a:pt x="5875593" y="4125940"/>
                  <a:pt x="5873878" y="4117367"/>
                  <a:pt x="5873878" y="4117367"/>
                </a:cubicBezTo>
                <a:lnTo>
                  <a:pt x="5888452" y="4105365"/>
                </a:lnTo>
                <a:lnTo>
                  <a:pt x="5900453" y="4087363"/>
                </a:lnTo>
                <a:cubicBezTo>
                  <a:pt x="5900453" y="4087363"/>
                  <a:pt x="5900453" y="4077934"/>
                  <a:pt x="5900453" y="4075362"/>
                </a:cubicBezTo>
                <a:cubicBezTo>
                  <a:pt x="5900453" y="4073648"/>
                  <a:pt x="5907311" y="4072790"/>
                  <a:pt x="5911598" y="4071933"/>
                </a:cubicBezTo>
                <a:cubicBezTo>
                  <a:pt x="5915027" y="4071075"/>
                  <a:pt x="5914169" y="4066789"/>
                  <a:pt x="5915884" y="4064218"/>
                </a:cubicBezTo>
                <a:cubicBezTo>
                  <a:pt x="5917598" y="4062503"/>
                  <a:pt x="5923599" y="4053073"/>
                  <a:pt x="5929600" y="4051359"/>
                </a:cubicBezTo>
                <a:cubicBezTo>
                  <a:pt x="5936458" y="4050502"/>
                  <a:pt x="5924456" y="4039358"/>
                  <a:pt x="5924456" y="4039358"/>
                </a:cubicBezTo>
                <a:cubicBezTo>
                  <a:pt x="5924456" y="4039358"/>
                  <a:pt x="5933029" y="4033357"/>
                  <a:pt x="5934743" y="4027356"/>
                </a:cubicBezTo>
                <a:cubicBezTo>
                  <a:pt x="5936458" y="4021355"/>
                  <a:pt x="5934743" y="4009354"/>
                  <a:pt x="5933886" y="4005925"/>
                </a:cubicBezTo>
                <a:cubicBezTo>
                  <a:pt x="5933029" y="4003353"/>
                  <a:pt x="5933886" y="3991351"/>
                  <a:pt x="5933886" y="3991351"/>
                </a:cubicBezTo>
                <a:lnTo>
                  <a:pt x="5940744" y="3982779"/>
                </a:lnTo>
                <a:cubicBezTo>
                  <a:pt x="5940744" y="3982779"/>
                  <a:pt x="5941601" y="3967348"/>
                  <a:pt x="5944173" y="3965634"/>
                </a:cubicBezTo>
                <a:cubicBezTo>
                  <a:pt x="5946745" y="3963919"/>
                  <a:pt x="5951031" y="3953632"/>
                  <a:pt x="5955317" y="3953632"/>
                </a:cubicBezTo>
                <a:cubicBezTo>
                  <a:pt x="5959603" y="3953632"/>
                  <a:pt x="5958746" y="3930487"/>
                  <a:pt x="5958746" y="3930487"/>
                </a:cubicBezTo>
                <a:lnTo>
                  <a:pt x="5965604" y="3917628"/>
                </a:lnTo>
                <a:cubicBezTo>
                  <a:pt x="5965604" y="3917628"/>
                  <a:pt x="5968176" y="3904769"/>
                  <a:pt x="5968176" y="3902197"/>
                </a:cubicBezTo>
                <a:cubicBezTo>
                  <a:pt x="5968176" y="3899626"/>
                  <a:pt x="5961318" y="3894482"/>
                  <a:pt x="5961318" y="3894482"/>
                </a:cubicBezTo>
                <a:cubicBezTo>
                  <a:pt x="5961318" y="3894482"/>
                  <a:pt x="5954460" y="3894482"/>
                  <a:pt x="5949317" y="3897054"/>
                </a:cubicBezTo>
                <a:cubicBezTo>
                  <a:pt x="5944173" y="3899626"/>
                  <a:pt x="5945888" y="3897911"/>
                  <a:pt x="5942458" y="3898768"/>
                </a:cubicBezTo>
                <a:cubicBezTo>
                  <a:pt x="5939030" y="3899626"/>
                  <a:pt x="5938172" y="3897054"/>
                  <a:pt x="5933029" y="3895339"/>
                </a:cubicBezTo>
                <a:cubicBezTo>
                  <a:pt x="5927885" y="3893625"/>
                  <a:pt x="5932172" y="3888481"/>
                  <a:pt x="5933029" y="3884195"/>
                </a:cubicBezTo>
                <a:cubicBezTo>
                  <a:pt x="5933886" y="3879909"/>
                  <a:pt x="5925313" y="3880766"/>
                  <a:pt x="5921885" y="3879909"/>
                </a:cubicBezTo>
                <a:cubicBezTo>
                  <a:pt x="5919313" y="3879052"/>
                  <a:pt x="5918455" y="3869622"/>
                  <a:pt x="5915884" y="3867050"/>
                </a:cubicBezTo>
                <a:cubicBezTo>
                  <a:pt x="5914169" y="3865336"/>
                  <a:pt x="5913312" y="3861907"/>
                  <a:pt x="5909883" y="3855049"/>
                </a:cubicBezTo>
                <a:cubicBezTo>
                  <a:pt x="5906454" y="3848191"/>
                  <a:pt x="5904740" y="3851620"/>
                  <a:pt x="5900453" y="3850762"/>
                </a:cubicBezTo>
                <a:cubicBezTo>
                  <a:pt x="5896167" y="3849905"/>
                  <a:pt x="5901310" y="3841333"/>
                  <a:pt x="5897024" y="3833617"/>
                </a:cubicBezTo>
                <a:cubicBezTo>
                  <a:pt x="5892738" y="3825902"/>
                  <a:pt x="5906454" y="3830188"/>
                  <a:pt x="5906454" y="3830188"/>
                </a:cubicBezTo>
                <a:cubicBezTo>
                  <a:pt x="5906454" y="3830188"/>
                  <a:pt x="5906454" y="3830188"/>
                  <a:pt x="5912455" y="3835332"/>
                </a:cubicBezTo>
                <a:cubicBezTo>
                  <a:pt x="5918455" y="3841333"/>
                  <a:pt x="5914169" y="3839618"/>
                  <a:pt x="5918455" y="3845619"/>
                </a:cubicBezTo>
                <a:cubicBezTo>
                  <a:pt x="5923599" y="3851620"/>
                  <a:pt x="5919313" y="3855906"/>
                  <a:pt x="5921027" y="3858478"/>
                </a:cubicBezTo>
                <a:cubicBezTo>
                  <a:pt x="5922742" y="3861049"/>
                  <a:pt x="5932172" y="3862764"/>
                  <a:pt x="5935600" y="3867907"/>
                </a:cubicBezTo>
                <a:cubicBezTo>
                  <a:pt x="5939030" y="3873051"/>
                  <a:pt x="5944173" y="3879052"/>
                  <a:pt x="5944173" y="3879052"/>
                </a:cubicBezTo>
                <a:cubicBezTo>
                  <a:pt x="5944173" y="3879052"/>
                  <a:pt x="5961318" y="3876480"/>
                  <a:pt x="5964747" y="3874766"/>
                </a:cubicBezTo>
                <a:cubicBezTo>
                  <a:pt x="5967319" y="3873051"/>
                  <a:pt x="5969033" y="3863621"/>
                  <a:pt x="5969033" y="3863621"/>
                </a:cubicBezTo>
                <a:cubicBezTo>
                  <a:pt x="5969033" y="3863621"/>
                  <a:pt x="5972462" y="3855049"/>
                  <a:pt x="5972462" y="3851620"/>
                </a:cubicBezTo>
                <a:cubicBezTo>
                  <a:pt x="5972462" y="3849048"/>
                  <a:pt x="5968176" y="3837046"/>
                  <a:pt x="5968176" y="3837046"/>
                </a:cubicBezTo>
                <a:lnTo>
                  <a:pt x="5968176" y="3825045"/>
                </a:lnTo>
                <a:cubicBezTo>
                  <a:pt x="5968176" y="3825045"/>
                  <a:pt x="5962175" y="3819044"/>
                  <a:pt x="5963890" y="3814758"/>
                </a:cubicBezTo>
                <a:cubicBezTo>
                  <a:pt x="5965604" y="3811329"/>
                  <a:pt x="5963890" y="3814758"/>
                  <a:pt x="5967319" y="3815615"/>
                </a:cubicBezTo>
                <a:cubicBezTo>
                  <a:pt x="5969890" y="3816472"/>
                  <a:pt x="5976748" y="3816472"/>
                  <a:pt x="5979320" y="3819901"/>
                </a:cubicBezTo>
                <a:cubicBezTo>
                  <a:pt x="5981892" y="3823331"/>
                  <a:pt x="5984464" y="3832760"/>
                  <a:pt x="5987893" y="3836189"/>
                </a:cubicBezTo>
                <a:cubicBezTo>
                  <a:pt x="5991322" y="3839618"/>
                  <a:pt x="5991322" y="3838761"/>
                  <a:pt x="5995608" y="3843904"/>
                </a:cubicBezTo>
                <a:cubicBezTo>
                  <a:pt x="5999037" y="3849048"/>
                  <a:pt x="5998180" y="3845619"/>
                  <a:pt x="6001609" y="3850762"/>
                </a:cubicBezTo>
                <a:cubicBezTo>
                  <a:pt x="6005038" y="3856763"/>
                  <a:pt x="6001609" y="3855049"/>
                  <a:pt x="6005895" y="3862764"/>
                </a:cubicBezTo>
                <a:cubicBezTo>
                  <a:pt x="6010181" y="3870479"/>
                  <a:pt x="6010181" y="3868765"/>
                  <a:pt x="6014468" y="3873051"/>
                </a:cubicBezTo>
                <a:lnTo>
                  <a:pt x="6016182" y="3869622"/>
                </a:lnTo>
                <a:cubicBezTo>
                  <a:pt x="5982107" y="3745535"/>
                  <a:pt x="5876182" y="3678348"/>
                  <a:pt x="5825350" y="3652510"/>
                </a:cubicBezTo>
                <a:lnTo>
                  <a:pt x="5820840" y="3650383"/>
                </a:lnTo>
                <a:lnTo>
                  <a:pt x="5876805" y="3675659"/>
                </a:lnTo>
                <a:cubicBezTo>
                  <a:pt x="6043936" y="3773476"/>
                  <a:pt x="6086691" y="3965313"/>
                  <a:pt x="5998180" y="4119082"/>
                </a:cubicBezTo>
                <a:cubicBezTo>
                  <a:pt x="5897024" y="4294818"/>
                  <a:pt x="5717002" y="4286246"/>
                  <a:pt x="5717002" y="4286246"/>
                </a:cubicBezTo>
                <a:cubicBezTo>
                  <a:pt x="5797583" y="4285388"/>
                  <a:pt x="5835302" y="4250241"/>
                  <a:pt x="5835302" y="4250241"/>
                </a:cubicBezTo>
                <a:cubicBezTo>
                  <a:pt x="5835302" y="4250241"/>
                  <a:pt x="5821586" y="4249384"/>
                  <a:pt x="5819015" y="4251098"/>
                </a:cubicBezTo>
                <a:cubicBezTo>
                  <a:pt x="5816443" y="4252813"/>
                  <a:pt x="5805298" y="4244240"/>
                  <a:pt x="5802727" y="4244240"/>
                </a:cubicBezTo>
                <a:cubicBezTo>
                  <a:pt x="5800155" y="4244240"/>
                  <a:pt x="5795869" y="4243383"/>
                  <a:pt x="5793297" y="4242525"/>
                </a:cubicBezTo>
                <a:cubicBezTo>
                  <a:pt x="5790725" y="4241668"/>
                  <a:pt x="5783010" y="4244240"/>
                  <a:pt x="5777867" y="4245098"/>
                </a:cubicBezTo>
                <a:cubicBezTo>
                  <a:pt x="5771866" y="4245955"/>
                  <a:pt x="5771008" y="4245955"/>
                  <a:pt x="5765865" y="4251098"/>
                </a:cubicBezTo>
                <a:cubicBezTo>
                  <a:pt x="5759864" y="4256242"/>
                  <a:pt x="5759864" y="4250241"/>
                  <a:pt x="5755578" y="4250241"/>
                </a:cubicBezTo>
                <a:cubicBezTo>
                  <a:pt x="5752149" y="4250241"/>
                  <a:pt x="5742719" y="4251098"/>
                  <a:pt x="5742719" y="4251098"/>
                </a:cubicBezTo>
                <a:lnTo>
                  <a:pt x="5747005" y="4240811"/>
                </a:lnTo>
                <a:cubicBezTo>
                  <a:pt x="5747005" y="4240811"/>
                  <a:pt x="5741005" y="4239097"/>
                  <a:pt x="5735861" y="4239097"/>
                </a:cubicBezTo>
                <a:cubicBezTo>
                  <a:pt x="5730718" y="4239097"/>
                  <a:pt x="5731575" y="4243383"/>
                  <a:pt x="5729003" y="4247669"/>
                </a:cubicBezTo>
                <a:cubicBezTo>
                  <a:pt x="5726432" y="4251956"/>
                  <a:pt x="5726432" y="4252813"/>
                  <a:pt x="5723003" y="4258813"/>
                </a:cubicBezTo>
                <a:cubicBezTo>
                  <a:pt x="5720431" y="4265671"/>
                  <a:pt x="5706715" y="4255384"/>
                  <a:pt x="5701571" y="4254527"/>
                </a:cubicBezTo>
                <a:cubicBezTo>
                  <a:pt x="5696427" y="4253670"/>
                  <a:pt x="5693855" y="4254527"/>
                  <a:pt x="5689569" y="4251956"/>
                </a:cubicBezTo>
                <a:cubicBezTo>
                  <a:pt x="5685282" y="4249384"/>
                  <a:pt x="5690426" y="4247669"/>
                  <a:pt x="5690426" y="4247669"/>
                </a:cubicBezTo>
                <a:lnTo>
                  <a:pt x="5702427" y="4239097"/>
                </a:lnTo>
                <a:lnTo>
                  <a:pt x="5714430" y="4232239"/>
                </a:lnTo>
                <a:cubicBezTo>
                  <a:pt x="5714430" y="4232239"/>
                  <a:pt x="5712715" y="4226238"/>
                  <a:pt x="5708429" y="4225380"/>
                </a:cubicBezTo>
                <a:cubicBezTo>
                  <a:pt x="5704999" y="4224523"/>
                  <a:pt x="5704999" y="4227953"/>
                  <a:pt x="5702427" y="4230524"/>
                </a:cubicBezTo>
                <a:cubicBezTo>
                  <a:pt x="5699857" y="4233096"/>
                  <a:pt x="5677567" y="4231381"/>
                  <a:pt x="5677567" y="4231381"/>
                </a:cubicBezTo>
                <a:cubicBezTo>
                  <a:pt x="5677567" y="4231381"/>
                  <a:pt x="5663851" y="4236525"/>
                  <a:pt x="5656993" y="4233096"/>
                </a:cubicBezTo>
                <a:cubicBezTo>
                  <a:pt x="5649278" y="4229667"/>
                  <a:pt x="5656993" y="4233096"/>
                  <a:pt x="5653564" y="4226238"/>
                </a:cubicBezTo>
                <a:cubicBezTo>
                  <a:pt x="5650992" y="4219380"/>
                  <a:pt x="5644134" y="4230524"/>
                  <a:pt x="5638991" y="4233096"/>
                </a:cubicBezTo>
                <a:cubicBezTo>
                  <a:pt x="5632990" y="4235668"/>
                  <a:pt x="5632990" y="4233953"/>
                  <a:pt x="5618417" y="4236525"/>
                </a:cubicBezTo>
                <a:cubicBezTo>
                  <a:pt x="5603844" y="4239097"/>
                  <a:pt x="5608130" y="4238239"/>
                  <a:pt x="5608130" y="4238239"/>
                </a:cubicBezTo>
                <a:lnTo>
                  <a:pt x="5607273" y="4232239"/>
                </a:lnTo>
                <a:cubicBezTo>
                  <a:pt x="5607273" y="4232239"/>
                  <a:pt x="5601272" y="4236525"/>
                  <a:pt x="5596986" y="4240811"/>
                </a:cubicBezTo>
                <a:cubicBezTo>
                  <a:pt x="5592699" y="4245098"/>
                  <a:pt x="5588413" y="4242525"/>
                  <a:pt x="5584984" y="4242525"/>
                </a:cubicBezTo>
                <a:cubicBezTo>
                  <a:pt x="5581555" y="4242525"/>
                  <a:pt x="5583270" y="4256242"/>
                  <a:pt x="5583270" y="4256242"/>
                </a:cubicBezTo>
                <a:cubicBezTo>
                  <a:pt x="5589271" y="4270815"/>
                  <a:pt x="5664709" y="4287103"/>
                  <a:pt x="5664709" y="4287103"/>
                </a:cubicBezTo>
                <a:cubicBezTo>
                  <a:pt x="5338954" y="4239097"/>
                  <a:pt x="5372386" y="3912484"/>
                  <a:pt x="5372386" y="3912484"/>
                </a:cubicBezTo>
                <a:lnTo>
                  <a:pt x="5375815" y="3909913"/>
                </a:lnTo>
                <a:cubicBezTo>
                  <a:pt x="5375815" y="3909913"/>
                  <a:pt x="5377530" y="3917628"/>
                  <a:pt x="5378387" y="3921057"/>
                </a:cubicBezTo>
                <a:cubicBezTo>
                  <a:pt x="5380101" y="3924486"/>
                  <a:pt x="5380101" y="3923629"/>
                  <a:pt x="5384388" y="3929629"/>
                </a:cubicBezTo>
                <a:cubicBezTo>
                  <a:pt x="5387817" y="3935630"/>
                  <a:pt x="5389531" y="3934773"/>
                  <a:pt x="5391246" y="3939059"/>
                </a:cubicBezTo>
                <a:cubicBezTo>
                  <a:pt x="5392960" y="3944203"/>
                  <a:pt x="5391246" y="3939059"/>
                  <a:pt x="5386959" y="3953632"/>
                </a:cubicBezTo>
                <a:cubicBezTo>
                  <a:pt x="5383531" y="3968206"/>
                  <a:pt x="5395532" y="3977636"/>
                  <a:pt x="5395532" y="3977636"/>
                </a:cubicBezTo>
                <a:cubicBezTo>
                  <a:pt x="5395532" y="3977636"/>
                  <a:pt x="5395532" y="3981922"/>
                  <a:pt x="5394675" y="4006782"/>
                </a:cubicBezTo>
                <a:cubicBezTo>
                  <a:pt x="5393817" y="4030785"/>
                  <a:pt x="5404962" y="4036785"/>
                  <a:pt x="5413534" y="4051359"/>
                </a:cubicBezTo>
                <a:cubicBezTo>
                  <a:pt x="5421249" y="4065075"/>
                  <a:pt x="5416963" y="4059931"/>
                  <a:pt x="5420392" y="4065932"/>
                </a:cubicBezTo>
                <a:cubicBezTo>
                  <a:pt x="5423821" y="4071075"/>
                  <a:pt x="5422964" y="4066789"/>
                  <a:pt x="5432394" y="4075362"/>
                </a:cubicBezTo>
                <a:cubicBezTo>
                  <a:pt x="5441824" y="4083934"/>
                  <a:pt x="5434108" y="4083934"/>
                  <a:pt x="5438394" y="4101079"/>
                </a:cubicBezTo>
                <a:cubicBezTo>
                  <a:pt x="5442681" y="4118224"/>
                  <a:pt x="5442681" y="4108795"/>
                  <a:pt x="5446110" y="4123368"/>
                </a:cubicBezTo>
                <a:cubicBezTo>
                  <a:pt x="5448681" y="4138798"/>
                  <a:pt x="5449539" y="4126797"/>
                  <a:pt x="5455539" y="4135369"/>
                </a:cubicBezTo>
                <a:cubicBezTo>
                  <a:pt x="5461540" y="4143942"/>
                  <a:pt x="5455539" y="4135369"/>
                  <a:pt x="5462397" y="4148228"/>
                </a:cubicBezTo>
                <a:cubicBezTo>
                  <a:pt x="5469256" y="4161087"/>
                  <a:pt x="5467541" y="4154229"/>
                  <a:pt x="5470113" y="4160230"/>
                </a:cubicBezTo>
                <a:cubicBezTo>
                  <a:pt x="5472684" y="4165373"/>
                  <a:pt x="5475256" y="4162801"/>
                  <a:pt x="5484686" y="4188519"/>
                </a:cubicBezTo>
                <a:cubicBezTo>
                  <a:pt x="5494116" y="4214236"/>
                  <a:pt x="5486401" y="4192805"/>
                  <a:pt x="5491544" y="4198806"/>
                </a:cubicBezTo>
                <a:cubicBezTo>
                  <a:pt x="5496687" y="4204807"/>
                  <a:pt x="5499259" y="4201378"/>
                  <a:pt x="5511261" y="4210808"/>
                </a:cubicBezTo>
                <a:cubicBezTo>
                  <a:pt x="5523262" y="4220237"/>
                  <a:pt x="5514690" y="4215094"/>
                  <a:pt x="5524119" y="4221094"/>
                </a:cubicBezTo>
                <a:cubicBezTo>
                  <a:pt x="5533549" y="4227095"/>
                  <a:pt x="5525834" y="4218523"/>
                  <a:pt x="5525834" y="4215094"/>
                </a:cubicBezTo>
                <a:cubicBezTo>
                  <a:pt x="5525834" y="4211665"/>
                  <a:pt x="5521548" y="4209950"/>
                  <a:pt x="5518119" y="4206521"/>
                </a:cubicBezTo>
                <a:cubicBezTo>
                  <a:pt x="5513832" y="4203949"/>
                  <a:pt x="5512975" y="4199663"/>
                  <a:pt x="5509546" y="4195377"/>
                </a:cubicBezTo>
                <a:cubicBezTo>
                  <a:pt x="5506974" y="4191948"/>
                  <a:pt x="5506974" y="4190233"/>
                  <a:pt x="5505260" y="4185947"/>
                </a:cubicBezTo>
                <a:cubicBezTo>
                  <a:pt x="5502688" y="4181661"/>
                  <a:pt x="5500117" y="4179946"/>
                  <a:pt x="5495830" y="4173088"/>
                </a:cubicBezTo>
                <a:cubicBezTo>
                  <a:pt x="5491544" y="4166231"/>
                  <a:pt x="5499259" y="4167945"/>
                  <a:pt x="5500117" y="4165373"/>
                </a:cubicBezTo>
                <a:cubicBezTo>
                  <a:pt x="5500974" y="4162801"/>
                  <a:pt x="5502688" y="4163659"/>
                  <a:pt x="5503546" y="4160230"/>
                </a:cubicBezTo>
                <a:cubicBezTo>
                  <a:pt x="5504403" y="4156800"/>
                  <a:pt x="5504403" y="4151657"/>
                  <a:pt x="5500117" y="4147371"/>
                </a:cubicBezTo>
                <a:cubicBezTo>
                  <a:pt x="5496687" y="4142228"/>
                  <a:pt x="5507832" y="4121653"/>
                  <a:pt x="5508689" y="4119082"/>
                </a:cubicBezTo>
                <a:cubicBezTo>
                  <a:pt x="5509546" y="4116510"/>
                  <a:pt x="5508689" y="4103651"/>
                  <a:pt x="5508689" y="4103651"/>
                </a:cubicBezTo>
                <a:cubicBezTo>
                  <a:pt x="5508689" y="4103651"/>
                  <a:pt x="5514690" y="4097651"/>
                  <a:pt x="5518119" y="4096793"/>
                </a:cubicBezTo>
                <a:cubicBezTo>
                  <a:pt x="5521548" y="4095936"/>
                  <a:pt x="5527549" y="4091650"/>
                  <a:pt x="5531835" y="4087363"/>
                </a:cubicBezTo>
                <a:cubicBezTo>
                  <a:pt x="5536121" y="4083077"/>
                  <a:pt x="5530120" y="4078791"/>
                  <a:pt x="5530120" y="4078791"/>
                </a:cubicBezTo>
                <a:cubicBezTo>
                  <a:pt x="5530120" y="4078791"/>
                  <a:pt x="5532692" y="4073648"/>
                  <a:pt x="5534407" y="4070218"/>
                </a:cubicBezTo>
                <a:cubicBezTo>
                  <a:pt x="5536121" y="4066789"/>
                  <a:pt x="5535264" y="4059074"/>
                  <a:pt x="5535264" y="4056503"/>
                </a:cubicBezTo>
                <a:cubicBezTo>
                  <a:pt x="5535264" y="4053930"/>
                  <a:pt x="5532692" y="4049644"/>
                  <a:pt x="5530977" y="4045358"/>
                </a:cubicBezTo>
                <a:cubicBezTo>
                  <a:pt x="5528406" y="4041072"/>
                  <a:pt x="5530977" y="4036785"/>
                  <a:pt x="5532692" y="4034214"/>
                </a:cubicBezTo>
                <a:cubicBezTo>
                  <a:pt x="5535264" y="4031642"/>
                  <a:pt x="5538693" y="4023070"/>
                  <a:pt x="5542122" y="4020498"/>
                </a:cubicBezTo>
                <a:cubicBezTo>
                  <a:pt x="5545551" y="4017926"/>
                  <a:pt x="5546408" y="4013640"/>
                  <a:pt x="5547265" y="4007639"/>
                </a:cubicBezTo>
                <a:cubicBezTo>
                  <a:pt x="5548122" y="4001638"/>
                  <a:pt x="5543836" y="4001638"/>
                  <a:pt x="5542122" y="4000781"/>
                </a:cubicBezTo>
                <a:cubicBezTo>
                  <a:pt x="5540407" y="3999924"/>
                  <a:pt x="5537836" y="3998209"/>
                  <a:pt x="5529263" y="3993923"/>
                </a:cubicBezTo>
                <a:cubicBezTo>
                  <a:pt x="5521548" y="3988780"/>
                  <a:pt x="5524119" y="3985351"/>
                  <a:pt x="5520691" y="3982779"/>
                </a:cubicBezTo>
                <a:cubicBezTo>
                  <a:pt x="5517262" y="3980207"/>
                  <a:pt x="5511261" y="3981064"/>
                  <a:pt x="5504403" y="3981922"/>
                </a:cubicBezTo>
                <a:cubicBezTo>
                  <a:pt x="5497545" y="3982779"/>
                  <a:pt x="5502688" y="3977636"/>
                  <a:pt x="5500974" y="3976778"/>
                </a:cubicBezTo>
                <a:cubicBezTo>
                  <a:pt x="5499259" y="3975921"/>
                  <a:pt x="5494116" y="3973349"/>
                  <a:pt x="5488115" y="3971635"/>
                </a:cubicBezTo>
                <a:cubicBezTo>
                  <a:pt x="5482971" y="3969920"/>
                  <a:pt x="5486401" y="3964777"/>
                  <a:pt x="5486401" y="3964777"/>
                </a:cubicBezTo>
                <a:cubicBezTo>
                  <a:pt x="5486401" y="3964777"/>
                  <a:pt x="5479542" y="3963919"/>
                  <a:pt x="5476971" y="3963062"/>
                </a:cubicBezTo>
                <a:cubicBezTo>
                  <a:pt x="5474399" y="3963062"/>
                  <a:pt x="5474399" y="3958776"/>
                  <a:pt x="5475256" y="3957061"/>
                </a:cubicBezTo>
                <a:cubicBezTo>
                  <a:pt x="5476114" y="3954490"/>
                  <a:pt x="5474399" y="3947632"/>
                  <a:pt x="5474399" y="3947632"/>
                </a:cubicBezTo>
                <a:cubicBezTo>
                  <a:pt x="5474399" y="3947632"/>
                  <a:pt x="5473542" y="3939059"/>
                  <a:pt x="5469256" y="3938202"/>
                </a:cubicBezTo>
                <a:cubicBezTo>
                  <a:pt x="5464969" y="3936487"/>
                  <a:pt x="5466684" y="3933058"/>
                  <a:pt x="5464969" y="3932201"/>
                </a:cubicBezTo>
                <a:cubicBezTo>
                  <a:pt x="5462397" y="3931344"/>
                  <a:pt x="5455539" y="3930487"/>
                  <a:pt x="5453825" y="3930487"/>
                </a:cubicBezTo>
                <a:cubicBezTo>
                  <a:pt x="5452968" y="3930487"/>
                  <a:pt x="5445252" y="3928772"/>
                  <a:pt x="5444395" y="3925343"/>
                </a:cubicBezTo>
                <a:cubicBezTo>
                  <a:pt x="5443538" y="3922771"/>
                  <a:pt x="5443538" y="3917628"/>
                  <a:pt x="5441824" y="3916771"/>
                </a:cubicBezTo>
                <a:cubicBezTo>
                  <a:pt x="5440109" y="3915913"/>
                  <a:pt x="5438394" y="3910770"/>
                  <a:pt x="5437537" y="3907341"/>
                </a:cubicBezTo>
                <a:cubicBezTo>
                  <a:pt x="5435823" y="3903912"/>
                  <a:pt x="5433251" y="3903912"/>
                  <a:pt x="5431536" y="3903055"/>
                </a:cubicBezTo>
                <a:cubicBezTo>
                  <a:pt x="5429822" y="3902197"/>
                  <a:pt x="5422107" y="3906484"/>
                  <a:pt x="5419535" y="3905626"/>
                </a:cubicBezTo>
                <a:cubicBezTo>
                  <a:pt x="5416963" y="3904769"/>
                  <a:pt x="5420392" y="3899626"/>
                  <a:pt x="5418678" y="3897911"/>
                </a:cubicBezTo>
                <a:cubicBezTo>
                  <a:pt x="5417821" y="3896197"/>
                  <a:pt x="5416963" y="3897054"/>
                  <a:pt x="5411820" y="3896197"/>
                </a:cubicBezTo>
                <a:cubicBezTo>
                  <a:pt x="5406676" y="3895339"/>
                  <a:pt x="5406676" y="3899626"/>
                  <a:pt x="5406676" y="3899626"/>
                </a:cubicBezTo>
                <a:lnTo>
                  <a:pt x="5404104" y="3903055"/>
                </a:lnTo>
                <a:cubicBezTo>
                  <a:pt x="5404104" y="3903055"/>
                  <a:pt x="5402390" y="3905626"/>
                  <a:pt x="5398104" y="3911627"/>
                </a:cubicBezTo>
                <a:cubicBezTo>
                  <a:pt x="5393817" y="3917628"/>
                  <a:pt x="5398104" y="3911627"/>
                  <a:pt x="5396389" y="3909913"/>
                </a:cubicBezTo>
                <a:cubicBezTo>
                  <a:pt x="5394675" y="3908198"/>
                  <a:pt x="5394675" y="3908198"/>
                  <a:pt x="5393817" y="3906484"/>
                </a:cubicBezTo>
                <a:cubicBezTo>
                  <a:pt x="5392103" y="3904769"/>
                  <a:pt x="5389531" y="3897054"/>
                  <a:pt x="5390389" y="3893625"/>
                </a:cubicBezTo>
                <a:cubicBezTo>
                  <a:pt x="5391246" y="3890196"/>
                  <a:pt x="5392960" y="3886767"/>
                  <a:pt x="5393817" y="3884195"/>
                </a:cubicBezTo>
                <a:cubicBezTo>
                  <a:pt x="5394675" y="3881623"/>
                  <a:pt x="5392960" y="3879909"/>
                  <a:pt x="5392960" y="3871336"/>
                </a:cubicBezTo>
                <a:cubicBezTo>
                  <a:pt x="5392960" y="3862764"/>
                  <a:pt x="5392960" y="3863621"/>
                  <a:pt x="5393817" y="3861049"/>
                </a:cubicBezTo>
                <a:cubicBezTo>
                  <a:pt x="5393817" y="3858478"/>
                  <a:pt x="5392960" y="3855906"/>
                  <a:pt x="5392960" y="3853334"/>
                </a:cubicBezTo>
                <a:cubicBezTo>
                  <a:pt x="5392960" y="3850762"/>
                  <a:pt x="5388674" y="3851620"/>
                  <a:pt x="5388674" y="3851620"/>
                </a:cubicBezTo>
                <a:cubicBezTo>
                  <a:pt x="5392103" y="3836189"/>
                  <a:pt x="5402390" y="3815615"/>
                  <a:pt x="5402390" y="3815615"/>
                </a:cubicBezTo>
                <a:cubicBezTo>
                  <a:pt x="5402390" y="3815615"/>
                  <a:pt x="5400676" y="3825045"/>
                  <a:pt x="5400676" y="3826759"/>
                </a:cubicBezTo>
                <a:cubicBezTo>
                  <a:pt x="5400676" y="3828474"/>
                  <a:pt x="5399818" y="3831903"/>
                  <a:pt x="5399818" y="3833617"/>
                </a:cubicBezTo>
                <a:cubicBezTo>
                  <a:pt x="5399818" y="3835332"/>
                  <a:pt x="5398961" y="3839618"/>
                  <a:pt x="5398961" y="3841333"/>
                </a:cubicBezTo>
                <a:cubicBezTo>
                  <a:pt x="5398961" y="3843047"/>
                  <a:pt x="5400676" y="3842190"/>
                  <a:pt x="5401533" y="3842190"/>
                </a:cubicBezTo>
                <a:cubicBezTo>
                  <a:pt x="5403247" y="3841333"/>
                  <a:pt x="5404104" y="3842190"/>
                  <a:pt x="5406676" y="3845619"/>
                </a:cubicBezTo>
                <a:cubicBezTo>
                  <a:pt x="5409248" y="3849048"/>
                  <a:pt x="5406676" y="3845619"/>
                  <a:pt x="5408391" y="3845619"/>
                </a:cubicBezTo>
                <a:cubicBezTo>
                  <a:pt x="5409248" y="3845619"/>
                  <a:pt x="5411820" y="3849048"/>
                  <a:pt x="5412677" y="3850762"/>
                </a:cubicBezTo>
                <a:cubicBezTo>
                  <a:pt x="5413534" y="3852477"/>
                  <a:pt x="5411820" y="3854191"/>
                  <a:pt x="5411820" y="3857621"/>
                </a:cubicBezTo>
                <a:cubicBezTo>
                  <a:pt x="5410962" y="3861049"/>
                  <a:pt x="5411820" y="3857621"/>
                  <a:pt x="5413534" y="3859335"/>
                </a:cubicBezTo>
                <a:cubicBezTo>
                  <a:pt x="5415249" y="3861049"/>
                  <a:pt x="5417821" y="3861049"/>
                  <a:pt x="5418678" y="3861907"/>
                </a:cubicBezTo>
                <a:cubicBezTo>
                  <a:pt x="5420392" y="3862764"/>
                  <a:pt x="5422964" y="3860192"/>
                  <a:pt x="5425536" y="3861049"/>
                </a:cubicBezTo>
                <a:cubicBezTo>
                  <a:pt x="5428107" y="3861049"/>
                  <a:pt x="5428107" y="3862764"/>
                  <a:pt x="5428965" y="3865336"/>
                </a:cubicBezTo>
                <a:cubicBezTo>
                  <a:pt x="5429822" y="3868765"/>
                  <a:pt x="5429822" y="3868765"/>
                  <a:pt x="5430679" y="3868765"/>
                </a:cubicBezTo>
                <a:cubicBezTo>
                  <a:pt x="5431536" y="3868765"/>
                  <a:pt x="5433251" y="3866193"/>
                  <a:pt x="5434108" y="3865336"/>
                </a:cubicBezTo>
                <a:cubicBezTo>
                  <a:pt x="5434966" y="3864478"/>
                  <a:pt x="5435823" y="3861049"/>
                  <a:pt x="5435823" y="3861049"/>
                </a:cubicBezTo>
                <a:lnTo>
                  <a:pt x="5432394" y="3858478"/>
                </a:lnTo>
                <a:lnTo>
                  <a:pt x="5427250" y="3855049"/>
                </a:lnTo>
                <a:lnTo>
                  <a:pt x="5421249" y="3853334"/>
                </a:lnTo>
                <a:cubicBezTo>
                  <a:pt x="5421249" y="3853334"/>
                  <a:pt x="5417821" y="3852477"/>
                  <a:pt x="5415249" y="3852477"/>
                </a:cubicBezTo>
                <a:cubicBezTo>
                  <a:pt x="5412677" y="3852477"/>
                  <a:pt x="5415249" y="3846476"/>
                  <a:pt x="5415249" y="3845619"/>
                </a:cubicBezTo>
                <a:cubicBezTo>
                  <a:pt x="5415249" y="3843904"/>
                  <a:pt x="5415249" y="3837904"/>
                  <a:pt x="5415249" y="3837904"/>
                </a:cubicBezTo>
                <a:cubicBezTo>
                  <a:pt x="5415249" y="3837904"/>
                  <a:pt x="5411820" y="3837046"/>
                  <a:pt x="5410962" y="3837046"/>
                </a:cubicBezTo>
                <a:cubicBezTo>
                  <a:pt x="5410105" y="3837046"/>
                  <a:pt x="5406676" y="3834475"/>
                  <a:pt x="5406676" y="3833617"/>
                </a:cubicBezTo>
                <a:cubicBezTo>
                  <a:pt x="5406676" y="3831903"/>
                  <a:pt x="5407534" y="3828474"/>
                  <a:pt x="5410105" y="3826759"/>
                </a:cubicBezTo>
                <a:cubicBezTo>
                  <a:pt x="5411820" y="3825045"/>
                  <a:pt x="5419535" y="3822473"/>
                  <a:pt x="5420392" y="3822473"/>
                </a:cubicBezTo>
                <a:cubicBezTo>
                  <a:pt x="5421249" y="3821616"/>
                  <a:pt x="5423821" y="3819044"/>
                  <a:pt x="5425536" y="3818187"/>
                </a:cubicBezTo>
                <a:cubicBezTo>
                  <a:pt x="5426393" y="3817330"/>
                  <a:pt x="5428965" y="3813901"/>
                  <a:pt x="5428965" y="3810472"/>
                </a:cubicBezTo>
                <a:cubicBezTo>
                  <a:pt x="5429822" y="3807900"/>
                  <a:pt x="5431536" y="3803614"/>
                  <a:pt x="5432394" y="3801899"/>
                </a:cubicBezTo>
                <a:cubicBezTo>
                  <a:pt x="5433251" y="3800185"/>
                  <a:pt x="5433251" y="3795898"/>
                  <a:pt x="5434108" y="3792469"/>
                </a:cubicBezTo>
                <a:cubicBezTo>
                  <a:pt x="5434966" y="3789898"/>
                  <a:pt x="5438394" y="3785611"/>
                  <a:pt x="5439252" y="3785611"/>
                </a:cubicBezTo>
                <a:cubicBezTo>
                  <a:pt x="5440109" y="3785611"/>
                  <a:pt x="5448681" y="3779611"/>
                  <a:pt x="5451253" y="3776182"/>
                </a:cubicBezTo>
                <a:cubicBezTo>
                  <a:pt x="5453825" y="3772753"/>
                  <a:pt x="5458111" y="3770181"/>
                  <a:pt x="5458111" y="3770181"/>
                </a:cubicBezTo>
                <a:lnTo>
                  <a:pt x="5460683" y="3764180"/>
                </a:lnTo>
                <a:cubicBezTo>
                  <a:pt x="5460683" y="3764180"/>
                  <a:pt x="5461540" y="3762466"/>
                  <a:pt x="5466684" y="3761608"/>
                </a:cubicBezTo>
                <a:cubicBezTo>
                  <a:pt x="5471827" y="3759894"/>
                  <a:pt x="5474399" y="3757322"/>
                  <a:pt x="5474399" y="3757322"/>
                </a:cubicBezTo>
                <a:cubicBezTo>
                  <a:pt x="5474399" y="3757322"/>
                  <a:pt x="5476971" y="3751321"/>
                  <a:pt x="5476971" y="3749607"/>
                </a:cubicBezTo>
                <a:cubicBezTo>
                  <a:pt x="5476971" y="3747892"/>
                  <a:pt x="5479542" y="3747035"/>
                  <a:pt x="5479542" y="3747035"/>
                </a:cubicBezTo>
                <a:cubicBezTo>
                  <a:pt x="5479542" y="3747035"/>
                  <a:pt x="5488115" y="3741892"/>
                  <a:pt x="5488115" y="3741034"/>
                </a:cubicBezTo>
                <a:cubicBezTo>
                  <a:pt x="5488115" y="3740177"/>
                  <a:pt x="5488972" y="3739320"/>
                  <a:pt x="5491544" y="3738463"/>
                </a:cubicBezTo>
                <a:cubicBezTo>
                  <a:pt x="5494116" y="3737606"/>
                  <a:pt x="5495830" y="3738463"/>
                  <a:pt x="5498402" y="3739320"/>
                </a:cubicBezTo>
                <a:cubicBezTo>
                  <a:pt x="5500117" y="3740177"/>
                  <a:pt x="5503546" y="3741034"/>
                  <a:pt x="5507832" y="3741892"/>
                </a:cubicBezTo>
                <a:cubicBezTo>
                  <a:pt x="5512118" y="3742749"/>
                  <a:pt x="5512975" y="3741034"/>
                  <a:pt x="5512975" y="3741034"/>
                </a:cubicBezTo>
                <a:cubicBezTo>
                  <a:pt x="5512975" y="3741034"/>
                  <a:pt x="5514690" y="3736748"/>
                  <a:pt x="5514690" y="3735034"/>
                </a:cubicBezTo>
                <a:cubicBezTo>
                  <a:pt x="5514690" y="3733319"/>
                  <a:pt x="5513832" y="3731605"/>
                  <a:pt x="5513832" y="3731605"/>
                </a:cubicBezTo>
                <a:cubicBezTo>
                  <a:pt x="5513832" y="3731605"/>
                  <a:pt x="5510404" y="3729890"/>
                  <a:pt x="5509546" y="3729890"/>
                </a:cubicBezTo>
                <a:cubicBezTo>
                  <a:pt x="5508689" y="3729890"/>
                  <a:pt x="5511261" y="3723032"/>
                  <a:pt x="5511261" y="3723032"/>
                </a:cubicBezTo>
                <a:lnTo>
                  <a:pt x="5517262" y="3718746"/>
                </a:lnTo>
                <a:cubicBezTo>
                  <a:pt x="5517262" y="3718746"/>
                  <a:pt x="5522405" y="3714460"/>
                  <a:pt x="5525834" y="3713602"/>
                </a:cubicBezTo>
                <a:cubicBezTo>
                  <a:pt x="5529263" y="3712745"/>
                  <a:pt x="5529263" y="3717031"/>
                  <a:pt x="5530977" y="3717889"/>
                </a:cubicBezTo>
                <a:cubicBezTo>
                  <a:pt x="5532692" y="3719603"/>
                  <a:pt x="5531835" y="3720461"/>
                  <a:pt x="5531835" y="3720461"/>
                </a:cubicBezTo>
                <a:lnTo>
                  <a:pt x="5524977" y="3724747"/>
                </a:lnTo>
                <a:cubicBezTo>
                  <a:pt x="5524977" y="3724747"/>
                  <a:pt x="5525834" y="3729890"/>
                  <a:pt x="5528406" y="3730747"/>
                </a:cubicBezTo>
                <a:cubicBezTo>
                  <a:pt x="5530977" y="3731605"/>
                  <a:pt x="5536978" y="3730747"/>
                  <a:pt x="5536978" y="3730747"/>
                </a:cubicBezTo>
                <a:lnTo>
                  <a:pt x="5542122" y="3727318"/>
                </a:lnTo>
                <a:lnTo>
                  <a:pt x="5543836" y="3723032"/>
                </a:lnTo>
                <a:lnTo>
                  <a:pt x="5543836" y="3716174"/>
                </a:lnTo>
                <a:cubicBezTo>
                  <a:pt x="5543836" y="3716174"/>
                  <a:pt x="5542979" y="3712745"/>
                  <a:pt x="5542979" y="3710173"/>
                </a:cubicBezTo>
                <a:cubicBezTo>
                  <a:pt x="5542979" y="3707602"/>
                  <a:pt x="5544694" y="3706744"/>
                  <a:pt x="5545551" y="3705887"/>
                </a:cubicBezTo>
                <a:cubicBezTo>
                  <a:pt x="5546408" y="3704173"/>
                  <a:pt x="5548980" y="3703316"/>
                  <a:pt x="5548980" y="3703316"/>
                </a:cubicBezTo>
                <a:lnTo>
                  <a:pt x="5551552" y="3699029"/>
                </a:lnTo>
                <a:cubicBezTo>
                  <a:pt x="5551552" y="3699029"/>
                  <a:pt x="5551552" y="3693886"/>
                  <a:pt x="5551552" y="3692171"/>
                </a:cubicBezTo>
                <a:cubicBezTo>
                  <a:pt x="5551552" y="3691314"/>
                  <a:pt x="5556695" y="3684456"/>
                  <a:pt x="5557552" y="3683599"/>
                </a:cubicBezTo>
                <a:cubicBezTo>
                  <a:pt x="5559267" y="3682741"/>
                  <a:pt x="5560124" y="3679312"/>
                  <a:pt x="5560124" y="3679312"/>
                </a:cubicBezTo>
                <a:lnTo>
                  <a:pt x="5552409" y="3675883"/>
                </a:lnTo>
                <a:cubicBezTo>
                  <a:pt x="5543408" y="3675883"/>
                  <a:pt x="5532906" y="3679741"/>
                  <a:pt x="5522218" y="3685527"/>
                </a:cubicBezTo>
                <a:lnTo>
                  <a:pt x="5496913" y="3702672"/>
                </a:lnTo>
                <a:lnTo>
                  <a:pt x="5518815" y="3683786"/>
                </a:lnTo>
                <a:cubicBezTo>
                  <a:pt x="5583431" y="3642075"/>
                  <a:pt x="5647564" y="3633878"/>
                  <a:pt x="5647564" y="3633878"/>
                </a:cubicBezTo>
                <a:cubicBezTo>
                  <a:pt x="5658708" y="3631306"/>
                  <a:pt x="5702427" y="3631306"/>
                  <a:pt x="5699857" y="3627877"/>
                </a:cubicBezTo>
                <a:close/>
                <a:moveTo>
                  <a:pt x="4861612" y="3580313"/>
                </a:moveTo>
                <a:cubicBezTo>
                  <a:pt x="4765935" y="3577782"/>
                  <a:pt x="4673513" y="3631306"/>
                  <a:pt x="4631722" y="3723889"/>
                </a:cubicBezTo>
                <a:cubicBezTo>
                  <a:pt x="4576000" y="3847334"/>
                  <a:pt x="4630007" y="3993066"/>
                  <a:pt x="4753451" y="4048788"/>
                </a:cubicBezTo>
                <a:cubicBezTo>
                  <a:pt x="4876896" y="4105366"/>
                  <a:pt x="5021771" y="4050502"/>
                  <a:pt x="5078350" y="3927058"/>
                </a:cubicBezTo>
                <a:cubicBezTo>
                  <a:pt x="5134071" y="3803614"/>
                  <a:pt x="5080064" y="3657881"/>
                  <a:pt x="4956620" y="3602159"/>
                </a:cubicBezTo>
                <a:cubicBezTo>
                  <a:pt x="4925759" y="3588229"/>
                  <a:pt x="4893505" y="3581157"/>
                  <a:pt x="4861612" y="3580313"/>
                </a:cubicBezTo>
                <a:close/>
                <a:moveTo>
                  <a:pt x="4863113" y="3524739"/>
                </a:moveTo>
                <a:cubicBezTo>
                  <a:pt x="4902238" y="3525757"/>
                  <a:pt x="4941832" y="3534437"/>
                  <a:pt x="4979766" y="3551582"/>
                </a:cubicBezTo>
                <a:cubicBezTo>
                  <a:pt x="5131499" y="3621019"/>
                  <a:pt x="5198365" y="3799328"/>
                  <a:pt x="5128928" y="3950204"/>
                </a:cubicBezTo>
                <a:cubicBezTo>
                  <a:pt x="5068921" y="4082221"/>
                  <a:pt x="4924902" y="4149917"/>
                  <a:pt x="4788185" y="4118835"/>
                </a:cubicBezTo>
                <a:lnTo>
                  <a:pt x="4769854" y="4112669"/>
                </a:lnTo>
                <a:lnTo>
                  <a:pt x="4736576" y="4185841"/>
                </a:lnTo>
                <a:lnTo>
                  <a:pt x="4739414" y="4190448"/>
                </a:lnTo>
                <a:cubicBezTo>
                  <a:pt x="4745307" y="4206093"/>
                  <a:pt x="4745307" y="4224095"/>
                  <a:pt x="4738021" y="4240811"/>
                </a:cubicBezTo>
                <a:lnTo>
                  <a:pt x="4623149" y="4492842"/>
                </a:lnTo>
                <a:cubicBezTo>
                  <a:pt x="4608576" y="4525418"/>
                  <a:pt x="4570000" y="4539991"/>
                  <a:pt x="4536567" y="4525418"/>
                </a:cubicBezTo>
                <a:cubicBezTo>
                  <a:pt x="4503991" y="4510845"/>
                  <a:pt x="4489418" y="4472268"/>
                  <a:pt x="4503991" y="4438835"/>
                </a:cubicBezTo>
                <a:lnTo>
                  <a:pt x="4618863" y="4186804"/>
                </a:lnTo>
                <a:cubicBezTo>
                  <a:pt x="4624328" y="4174588"/>
                  <a:pt x="4633169" y="4164904"/>
                  <a:pt x="4643847" y="4158339"/>
                </a:cubicBezTo>
                <a:lnTo>
                  <a:pt x="4661831" y="4153470"/>
                </a:lnTo>
                <a:lnTo>
                  <a:pt x="4695622" y="4079170"/>
                </a:lnTo>
                <a:lnTo>
                  <a:pt x="4677765" y="4068771"/>
                </a:lnTo>
                <a:cubicBezTo>
                  <a:pt x="4564829" y="3986624"/>
                  <a:pt x="4521137" y="3833511"/>
                  <a:pt x="4581144" y="3700743"/>
                </a:cubicBezTo>
                <a:cubicBezTo>
                  <a:pt x="4632579" y="3587586"/>
                  <a:pt x="4745736" y="3521685"/>
                  <a:pt x="4863113" y="3524739"/>
                </a:cubicBezTo>
                <a:close/>
                <a:moveTo>
                  <a:pt x="1544765" y="3428138"/>
                </a:moveTo>
                <a:cubicBezTo>
                  <a:pt x="1544765" y="3428138"/>
                  <a:pt x="1624490" y="3511291"/>
                  <a:pt x="1620204" y="3555010"/>
                </a:cubicBezTo>
                <a:cubicBezTo>
                  <a:pt x="1615918" y="3598730"/>
                  <a:pt x="1532764" y="3615018"/>
                  <a:pt x="1532764" y="3615018"/>
                </a:cubicBezTo>
                <a:cubicBezTo>
                  <a:pt x="1532764" y="3615018"/>
                  <a:pt x="1645922" y="3615018"/>
                  <a:pt x="1646779" y="3561011"/>
                </a:cubicBezTo>
                <a:cubicBezTo>
                  <a:pt x="1647636" y="3507004"/>
                  <a:pt x="1544765" y="3428138"/>
                  <a:pt x="1544765" y="3428138"/>
                </a:cubicBezTo>
                <a:close/>
                <a:moveTo>
                  <a:pt x="408910" y="3284263"/>
                </a:moveTo>
                <a:lnTo>
                  <a:pt x="393653" y="3296390"/>
                </a:lnTo>
                <a:cubicBezTo>
                  <a:pt x="373702" y="3310964"/>
                  <a:pt x="354008" y="3324077"/>
                  <a:pt x="334836" y="3335610"/>
                </a:cubicBezTo>
                <a:lnTo>
                  <a:pt x="325136" y="3340789"/>
                </a:lnTo>
                <a:lnTo>
                  <a:pt x="330318" y="3354497"/>
                </a:lnTo>
                <a:cubicBezTo>
                  <a:pt x="351753" y="3400123"/>
                  <a:pt x="378758" y="3427281"/>
                  <a:pt x="408051" y="3427281"/>
                </a:cubicBezTo>
                <a:cubicBezTo>
                  <a:pt x="434090" y="3427281"/>
                  <a:pt x="458321" y="3405823"/>
                  <a:pt x="478438" y="3369010"/>
                </a:cubicBezTo>
                <a:lnTo>
                  <a:pt x="491268" y="3340334"/>
                </a:lnTo>
                <a:lnTo>
                  <a:pt x="481268" y="3334978"/>
                </a:lnTo>
                <a:close/>
                <a:moveTo>
                  <a:pt x="385103" y="3234417"/>
                </a:moveTo>
                <a:lnTo>
                  <a:pt x="394907" y="3243179"/>
                </a:lnTo>
                <a:lnTo>
                  <a:pt x="407331" y="3251843"/>
                </a:lnTo>
                <a:lnTo>
                  <a:pt x="427247" y="3234680"/>
                </a:lnTo>
                <a:lnTo>
                  <a:pt x="408051" y="3236114"/>
                </a:lnTo>
                <a:close/>
                <a:moveTo>
                  <a:pt x="293992" y="3227681"/>
                </a:moveTo>
                <a:lnTo>
                  <a:pt x="310863" y="3303036"/>
                </a:lnTo>
                <a:lnTo>
                  <a:pt x="314200" y="3311864"/>
                </a:lnTo>
                <a:lnTo>
                  <a:pt x="346623" y="3294552"/>
                </a:lnTo>
                <a:lnTo>
                  <a:pt x="386844" y="3267724"/>
                </a:lnTo>
                <a:lnTo>
                  <a:pt x="346453" y="3231560"/>
                </a:lnTo>
                <a:close/>
                <a:moveTo>
                  <a:pt x="521204" y="3227662"/>
                </a:moveTo>
                <a:lnTo>
                  <a:pt x="472442" y="3231304"/>
                </a:lnTo>
                <a:lnTo>
                  <a:pt x="454017" y="3248411"/>
                </a:lnTo>
                <a:lnTo>
                  <a:pt x="429899" y="3267581"/>
                </a:lnTo>
                <a:lnTo>
                  <a:pt x="469481" y="3295183"/>
                </a:lnTo>
                <a:lnTo>
                  <a:pt x="501667" y="3312302"/>
                </a:lnTo>
                <a:lnTo>
                  <a:pt x="512504" y="3276718"/>
                </a:lnTo>
                <a:close/>
                <a:moveTo>
                  <a:pt x="645944" y="3207392"/>
                </a:moveTo>
                <a:lnTo>
                  <a:pt x="636239" y="3210346"/>
                </a:lnTo>
                <a:cubicBezTo>
                  <a:pt x="614532" y="3215761"/>
                  <a:pt x="591336" y="3220429"/>
                  <a:pt x="566924" y="3224247"/>
                </a:cubicBezTo>
                <a:lnTo>
                  <a:pt x="548148" y="3225649"/>
                </a:lnTo>
                <a:lnTo>
                  <a:pt x="532529" y="3314283"/>
                </a:lnTo>
                <a:lnTo>
                  <a:pt x="529280" y="3325012"/>
                </a:lnTo>
                <a:lnTo>
                  <a:pt x="558887" y="3336294"/>
                </a:lnTo>
                <a:cubicBezTo>
                  <a:pt x="599166" y="3348093"/>
                  <a:pt x="631474" y="3346164"/>
                  <a:pt x="649797" y="3327840"/>
                </a:cubicBezTo>
                <a:cubicBezTo>
                  <a:pt x="668121" y="3309195"/>
                  <a:pt x="670050" y="3276807"/>
                  <a:pt x="658251" y="3236553"/>
                </a:cubicBezTo>
                <a:close/>
                <a:moveTo>
                  <a:pt x="169104" y="3206549"/>
                </a:moveTo>
                <a:lnTo>
                  <a:pt x="157854" y="3236073"/>
                </a:lnTo>
                <a:cubicBezTo>
                  <a:pt x="146055" y="3276352"/>
                  <a:pt x="147984" y="3308660"/>
                  <a:pt x="166307" y="3326984"/>
                </a:cubicBezTo>
                <a:cubicBezTo>
                  <a:pt x="184631" y="3345629"/>
                  <a:pt x="216939" y="3347638"/>
                  <a:pt x="257218" y="3335814"/>
                </a:cubicBezTo>
                <a:lnTo>
                  <a:pt x="287649" y="3324179"/>
                </a:lnTo>
                <a:lnTo>
                  <a:pt x="269900" y="3244968"/>
                </a:lnTo>
                <a:lnTo>
                  <a:pt x="268468" y="3225793"/>
                </a:lnTo>
                <a:lnTo>
                  <a:pt x="249179" y="3224367"/>
                </a:lnTo>
                <a:close/>
                <a:moveTo>
                  <a:pt x="288917" y="3177713"/>
                </a:moveTo>
                <a:lnTo>
                  <a:pt x="290802" y="3203043"/>
                </a:lnTo>
                <a:lnTo>
                  <a:pt x="316853" y="3205057"/>
                </a:lnTo>
                <a:lnTo>
                  <a:pt x="301752" y="3191537"/>
                </a:lnTo>
                <a:close/>
                <a:moveTo>
                  <a:pt x="528974" y="3176635"/>
                </a:moveTo>
                <a:lnTo>
                  <a:pt x="514351" y="3192395"/>
                </a:lnTo>
                <a:lnTo>
                  <a:pt x="500527" y="3205229"/>
                </a:lnTo>
                <a:lnTo>
                  <a:pt x="525512" y="3203370"/>
                </a:lnTo>
                <a:lnTo>
                  <a:pt x="528388" y="3187154"/>
                </a:lnTo>
                <a:close/>
                <a:moveTo>
                  <a:pt x="1459898" y="3111812"/>
                </a:moveTo>
                <a:cubicBezTo>
                  <a:pt x="1502760" y="3111812"/>
                  <a:pt x="1537907" y="3125528"/>
                  <a:pt x="1537907" y="3141816"/>
                </a:cubicBezTo>
                <a:cubicBezTo>
                  <a:pt x="1537907" y="3141816"/>
                  <a:pt x="1537907" y="3142673"/>
                  <a:pt x="1537907" y="3143530"/>
                </a:cubicBezTo>
                <a:lnTo>
                  <a:pt x="1540479" y="3143530"/>
                </a:lnTo>
                <a:lnTo>
                  <a:pt x="1540479" y="3199252"/>
                </a:lnTo>
                <a:lnTo>
                  <a:pt x="1537907" y="3199252"/>
                </a:lnTo>
                <a:cubicBezTo>
                  <a:pt x="1537050" y="3206110"/>
                  <a:pt x="1532764" y="3212110"/>
                  <a:pt x="1525048" y="3216397"/>
                </a:cubicBezTo>
                <a:cubicBezTo>
                  <a:pt x="1525048" y="3242972"/>
                  <a:pt x="1525048" y="3323553"/>
                  <a:pt x="1525048" y="3344127"/>
                </a:cubicBezTo>
                <a:cubicBezTo>
                  <a:pt x="1525048" y="3368987"/>
                  <a:pt x="1537050" y="3375845"/>
                  <a:pt x="1537050" y="3375845"/>
                </a:cubicBezTo>
                <a:cubicBezTo>
                  <a:pt x="1566197" y="3392990"/>
                  <a:pt x="1731647" y="3561869"/>
                  <a:pt x="1658780" y="3612446"/>
                </a:cubicBezTo>
                <a:cubicBezTo>
                  <a:pt x="1593629" y="3657880"/>
                  <a:pt x="1483900" y="3656166"/>
                  <a:pt x="1461612" y="3655309"/>
                </a:cubicBezTo>
                <a:cubicBezTo>
                  <a:pt x="1439323" y="3656166"/>
                  <a:pt x="1328738" y="3657880"/>
                  <a:pt x="1263587" y="3612446"/>
                </a:cubicBezTo>
                <a:cubicBezTo>
                  <a:pt x="1190721" y="3561011"/>
                  <a:pt x="1358742" y="3392133"/>
                  <a:pt x="1387888" y="3374988"/>
                </a:cubicBezTo>
                <a:cubicBezTo>
                  <a:pt x="1387888" y="3374988"/>
                  <a:pt x="1405033" y="3368130"/>
                  <a:pt x="1405033" y="3343270"/>
                </a:cubicBezTo>
                <a:cubicBezTo>
                  <a:pt x="1405033" y="3322696"/>
                  <a:pt x="1405033" y="3243829"/>
                  <a:pt x="1405033" y="3216397"/>
                </a:cubicBezTo>
                <a:cubicBezTo>
                  <a:pt x="1389603" y="3212110"/>
                  <a:pt x="1383602" y="3206110"/>
                  <a:pt x="1382745" y="3199252"/>
                </a:cubicBezTo>
                <a:lnTo>
                  <a:pt x="1381030" y="3199252"/>
                </a:lnTo>
                <a:lnTo>
                  <a:pt x="1381030" y="3143530"/>
                </a:lnTo>
                <a:lnTo>
                  <a:pt x="1381888" y="3143530"/>
                </a:lnTo>
                <a:cubicBezTo>
                  <a:pt x="1381888" y="3143530"/>
                  <a:pt x="1381888" y="3142673"/>
                  <a:pt x="1381888" y="3141816"/>
                </a:cubicBezTo>
                <a:cubicBezTo>
                  <a:pt x="1381888" y="3125528"/>
                  <a:pt x="1417035" y="3111812"/>
                  <a:pt x="1459898" y="3111812"/>
                </a:cubicBezTo>
                <a:close/>
                <a:moveTo>
                  <a:pt x="590102" y="3107161"/>
                </a:moveTo>
                <a:lnTo>
                  <a:pt x="570367" y="3132026"/>
                </a:lnTo>
                <a:lnTo>
                  <a:pt x="554587" y="3149033"/>
                </a:lnTo>
                <a:lnTo>
                  <a:pt x="551759" y="3200115"/>
                </a:lnTo>
                <a:lnTo>
                  <a:pt x="599532" y="3190547"/>
                </a:lnTo>
                <a:lnTo>
                  <a:pt x="634360" y="3179941"/>
                </a:lnTo>
                <a:lnTo>
                  <a:pt x="630590" y="3171008"/>
                </a:lnTo>
                <a:close/>
                <a:moveTo>
                  <a:pt x="226426" y="3105365"/>
                </a:moveTo>
                <a:lnTo>
                  <a:pt x="198965" y="3146668"/>
                </a:lnTo>
                <a:lnTo>
                  <a:pt x="181775" y="3178985"/>
                </a:lnTo>
                <a:lnTo>
                  <a:pt x="216948" y="3190170"/>
                </a:lnTo>
                <a:lnTo>
                  <a:pt x="266550" y="3200120"/>
                </a:lnTo>
                <a:lnTo>
                  <a:pt x="262773" y="3149552"/>
                </a:lnTo>
                <a:lnTo>
                  <a:pt x="245737" y="3131203"/>
                </a:lnTo>
                <a:close/>
                <a:moveTo>
                  <a:pt x="556573" y="3065846"/>
                </a:moveTo>
                <a:lnTo>
                  <a:pt x="558070" y="3086095"/>
                </a:lnTo>
                <a:lnTo>
                  <a:pt x="557031" y="3104875"/>
                </a:lnTo>
                <a:lnTo>
                  <a:pt x="573606" y="3085614"/>
                </a:lnTo>
                <a:close/>
                <a:moveTo>
                  <a:pt x="259173" y="3065486"/>
                </a:moveTo>
                <a:lnTo>
                  <a:pt x="241966" y="3085481"/>
                </a:lnTo>
                <a:lnTo>
                  <a:pt x="259516" y="3105960"/>
                </a:lnTo>
                <a:lnTo>
                  <a:pt x="258032" y="3086095"/>
                </a:lnTo>
                <a:close/>
                <a:moveTo>
                  <a:pt x="408909" y="3023515"/>
                </a:moveTo>
                <a:cubicBezTo>
                  <a:pt x="443199" y="3023515"/>
                  <a:pt x="471488" y="3050947"/>
                  <a:pt x="471488" y="3086095"/>
                </a:cubicBezTo>
                <a:cubicBezTo>
                  <a:pt x="471488" y="3120385"/>
                  <a:pt x="443199" y="3148674"/>
                  <a:pt x="408909" y="3148674"/>
                </a:cubicBezTo>
                <a:cubicBezTo>
                  <a:pt x="374619" y="3148674"/>
                  <a:pt x="346329" y="3121242"/>
                  <a:pt x="346329" y="3086095"/>
                </a:cubicBezTo>
                <a:cubicBezTo>
                  <a:pt x="346329" y="3051805"/>
                  <a:pt x="373761" y="3023515"/>
                  <a:pt x="408909" y="3023515"/>
                </a:cubicBezTo>
                <a:close/>
                <a:moveTo>
                  <a:pt x="153678" y="3002555"/>
                </a:moveTo>
                <a:lnTo>
                  <a:pt x="124280" y="3015709"/>
                </a:lnTo>
                <a:cubicBezTo>
                  <a:pt x="87467" y="3035826"/>
                  <a:pt x="66009" y="3060056"/>
                  <a:pt x="66009" y="3086095"/>
                </a:cubicBezTo>
                <a:cubicBezTo>
                  <a:pt x="66009" y="3107794"/>
                  <a:pt x="80994" y="3128154"/>
                  <a:pt x="107354" y="3145918"/>
                </a:cubicBezTo>
                <a:lnTo>
                  <a:pt x="153101" y="3169496"/>
                </a:lnTo>
                <a:lnTo>
                  <a:pt x="158538" y="3159312"/>
                </a:lnTo>
                <a:cubicBezTo>
                  <a:pt x="170071" y="3140140"/>
                  <a:pt x="183184" y="3120446"/>
                  <a:pt x="197758" y="3100495"/>
                </a:cubicBezTo>
                <a:lnTo>
                  <a:pt x="210657" y="3084265"/>
                </a:lnTo>
                <a:lnTo>
                  <a:pt x="167482" y="3026495"/>
                </a:lnTo>
                <a:close/>
                <a:moveTo>
                  <a:pt x="663026" y="3002411"/>
                </a:moveTo>
                <a:lnTo>
                  <a:pt x="657566" y="3012654"/>
                </a:lnTo>
                <a:cubicBezTo>
                  <a:pt x="646033" y="3031861"/>
                  <a:pt x="632920" y="3051592"/>
                  <a:pt x="618347" y="3071576"/>
                </a:cubicBezTo>
                <a:lnTo>
                  <a:pt x="606027" y="3087098"/>
                </a:lnTo>
                <a:lnTo>
                  <a:pt x="648622" y="3144181"/>
                </a:lnTo>
                <a:lnTo>
                  <a:pt x="663100" y="3169333"/>
                </a:lnTo>
                <a:lnTo>
                  <a:pt x="691823" y="3156482"/>
                </a:lnTo>
                <a:cubicBezTo>
                  <a:pt x="728636" y="3136365"/>
                  <a:pt x="750094" y="3112134"/>
                  <a:pt x="750094" y="3086095"/>
                </a:cubicBezTo>
                <a:cubicBezTo>
                  <a:pt x="750094" y="3064396"/>
                  <a:pt x="735109" y="3043953"/>
                  <a:pt x="708749" y="3026099"/>
                </a:cubicBezTo>
                <a:close/>
                <a:moveTo>
                  <a:pt x="264344" y="2972075"/>
                </a:moveTo>
                <a:lnTo>
                  <a:pt x="216572" y="2981643"/>
                </a:lnTo>
                <a:lnTo>
                  <a:pt x="182153" y="2992125"/>
                </a:lnTo>
                <a:lnTo>
                  <a:pt x="185871" y="3000908"/>
                </a:lnTo>
                <a:lnTo>
                  <a:pt x="226227" y="3064676"/>
                </a:lnTo>
                <a:lnTo>
                  <a:pt x="245737" y="3040131"/>
                </a:lnTo>
                <a:lnTo>
                  <a:pt x="261518" y="3023133"/>
                </a:lnTo>
                <a:close/>
                <a:moveTo>
                  <a:pt x="549613" y="2971718"/>
                </a:moveTo>
                <a:lnTo>
                  <a:pt x="553247" y="3020858"/>
                </a:lnTo>
                <a:lnTo>
                  <a:pt x="570367" y="3039308"/>
                </a:lnTo>
                <a:lnTo>
                  <a:pt x="589651" y="3065152"/>
                </a:lnTo>
                <a:lnTo>
                  <a:pt x="617139" y="3023810"/>
                </a:lnTo>
                <a:lnTo>
                  <a:pt x="633701" y="2992672"/>
                </a:lnTo>
                <a:lnTo>
                  <a:pt x="599155" y="2981643"/>
                </a:lnTo>
                <a:close/>
                <a:moveTo>
                  <a:pt x="501023" y="2967017"/>
                </a:moveTo>
                <a:lnTo>
                  <a:pt x="514350" y="2978939"/>
                </a:lnTo>
                <a:lnTo>
                  <a:pt x="527186" y="2992772"/>
                </a:lnTo>
                <a:lnTo>
                  <a:pt x="525405" y="2968836"/>
                </a:lnTo>
                <a:close/>
                <a:moveTo>
                  <a:pt x="315586" y="2966960"/>
                </a:moveTo>
                <a:lnTo>
                  <a:pt x="290341" y="2968839"/>
                </a:lnTo>
                <a:lnTo>
                  <a:pt x="287715" y="2983640"/>
                </a:lnTo>
                <a:lnTo>
                  <a:pt x="287044" y="2995639"/>
                </a:lnTo>
                <a:lnTo>
                  <a:pt x="301753" y="2979796"/>
                </a:lnTo>
                <a:close/>
                <a:moveTo>
                  <a:pt x="408051" y="2960079"/>
                </a:moveTo>
                <a:lnTo>
                  <a:pt x="356209" y="2963937"/>
                </a:lnTo>
                <a:lnTo>
                  <a:pt x="318898" y="2996084"/>
                </a:lnTo>
                <a:lnTo>
                  <a:pt x="284805" y="3035702"/>
                </a:lnTo>
                <a:lnTo>
                  <a:pt x="282035" y="3085238"/>
                </a:lnTo>
                <a:lnTo>
                  <a:pt x="285866" y="3136706"/>
                </a:lnTo>
                <a:lnTo>
                  <a:pt x="318897" y="3175250"/>
                </a:lnTo>
                <a:lnTo>
                  <a:pt x="355604" y="3208055"/>
                </a:lnTo>
                <a:lnTo>
                  <a:pt x="408051" y="3212111"/>
                </a:lnTo>
                <a:lnTo>
                  <a:pt x="457727" y="3208414"/>
                </a:lnTo>
                <a:lnTo>
                  <a:pt x="497206" y="3174393"/>
                </a:lnTo>
                <a:lnTo>
                  <a:pt x="531308" y="3134766"/>
                </a:lnTo>
                <a:lnTo>
                  <a:pt x="534067" y="3085238"/>
                </a:lnTo>
                <a:lnTo>
                  <a:pt x="530360" y="3035422"/>
                </a:lnTo>
                <a:lnTo>
                  <a:pt x="497205" y="2996941"/>
                </a:lnTo>
                <a:lnTo>
                  <a:pt x="460323" y="2963980"/>
                </a:lnTo>
                <a:close/>
                <a:moveTo>
                  <a:pt x="407682" y="2919589"/>
                </a:moveTo>
                <a:lnTo>
                  <a:pt x="386715" y="2937654"/>
                </a:lnTo>
                <a:lnTo>
                  <a:pt x="408051" y="2936076"/>
                </a:lnTo>
                <a:lnTo>
                  <a:pt x="430998" y="2937773"/>
                </a:lnTo>
                <a:lnTo>
                  <a:pt x="421196" y="2929013"/>
                </a:lnTo>
                <a:close/>
                <a:moveTo>
                  <a:pt x="313772" y="2860695"/>
                </a:moveTo>
                <a:lnTo>
                  <a:pt x="303599" y="2894135"/>
                </a:lnTo>
                <a:lnTo>
                  <a:pt x="294668" y="2944460"/>
                </a:lnTo>
                <a:lnTo>
                  <a:pt x="343747" y="2940831"/>
                </a:lnTo>
                <a:lnTo>
                  <a:pt x="362122" y="2923781"/>
                </a:lnTo>
                <a:lnTo>
                  <a:pt x="386241" y="2904637"/>
                </a:lnTo>
                <a:lnTo>
                  <a:pt x="346622" y="2877008"/>
                </a:lnTo>
                <a:close/>
                <a:moveTo>
                  <a:pt x="501946" y="2858728"/>
                </a:moveTo>
                <a:lnTo>
                  <a:pt x="469255" y="2876151"/>
                </a:lnTo>
                <a:lnTo>
                  <a:pt x="429247" y="2902810"/>
                </a:lnTo>
                <a:lnTo>
                  <a:pt x="471695" y="2940782"/>
                </a:lnTo>
                <a:lnTo>
                  <a:pt x="522501" y="2944539"/>
                </a:lnTo>
                <a:lnTo>
                  <a:pt x="505240" y="2867440"/>
                </a:lnTo>
                <a:close/>
                <a:moveTo>
                  <a:pt x="219818" y="2828773"/>
                </a:moveTo>
                <a:cubicBezTo>
                  <a:pt x="196953" y="2827205"/>
                  <a:pt x="178523" y="2832135"/>
                  <a:pt x="166307" y="2844350"/>
                </a:cubicBezTo>
                <a:cubicBezTo>
                  <a:pt x="147984" y="2862675"/>
                  <a:pt x="146176" y="2894983"/>
                  <a:pt x="158080" y="2935262"/>
                </a:cubicBezTo>
                <a:lnTo>
                  <a:pt x="170445" y="2964470"/>
                </a:lnTo>
                <a:lnTo>
                  <a:pt x="179864" y="2961618"/>
                </a:lnTo>
                <a:cubicBezTo>
                  <a:pt x="201572" y="2956238"/>
                  <a:pt x="224768" y="2951607"/>
                  <a:pt x="249179" y="2947823"/>
                </a:cubicBezTo>
                <a:lnTo>
                  <a:pt x="267973" y="2946434"/>
                </a:lnTo>
                <a:lnTo>
                  <a:pt x="283574" y="2857908"/>
                </a:lnTo>
                <a:lnTo>
                  <a:pt x="286788" y="2847295"/>
                </a:lnTo>
                <a:lnTo>
                  <a:pt x="277993" y="2842929"/>
                </a:lnTo>
                <a:cubicBezTo>
                  <a:pt x="256609" y="2834778"/>
                  <a:pt x="236967" y="2829948"/>
                  <a:pt x="219818" y="2828773"/>
                </a:cubicBezTo>
                <a:close/>
                <a:moveTo>
                  <a:pt x="595924" y="2827916"/>
                </a:moveTo>
                <a:cubicBezTo>
                  <a:pt x="584472" y="2828700"/>
                  <a:pt x="571928" y="2831107"/>
                  <a:pt x="558510" y="2835040"/>
                </a:cubicBezTo>
                <a:lnTo>
                  <a:pt x="528370" y="2846540"/>
                </a:lnTo>
                <a:lnTo>
                  <a:pt x="546323" y="2927223"/>
                </a:lnTo>
                <a:lnTo>
                  <a:pt x="547742" y="2946405"/>
                </a:lnTo>
                <a:lnTo>
                  <a:pt x="566924" y="2947823"/>
                </a:lnTo>
                <a:lnTo>
                  <a:pt x="646399" y="2965508"/>
                </a:lnTo>
                <a:lnTo>
                  <a:pt x="658251" y="2934405"/>
                </a:lnTo>
                <a:cubicBezTo>
                  <a:pt x="670050" y="2894126"/>
                  <a:pt x="668121" y="2861818"/>
                  <a:pt x="649797" y="2843494"/>
                </a:cubicBezTo>
                <a:cubicBezTo>
                  <a:pt x="637367" y="2831278"/>
                  <a:pt x="618829" y="2826349"/>
                  <a:pt x="595924" y="2827916"/>
                </a:cubicBezTo>
                <a:close/>
                <a:moveTo>
                  <a:pt x="408051" y="2743195"/>
                </a:moveTo>
                <a:cubicBezTo>
                  <a:pt x="382012" y="2743195"/>
                  <a:pt x="357782" y="2764774"/>
                  <a:pt x="337665" y="2801693"/>
                </a:cubicBezTo>
                <a:lnTo>
                  <a:pt x="324723" y="2830683"/>
                </a:lnTo>
                <a:lnTo>
                  <a:pt x="334835" y="2835724"/>
                </a:lnTo>
                <a:lnTo>
                  <a:pt x="408327" y="2887107"/>
                </a:lnTo>
                <a:lnTo>
                  <a:pt x="422572" y="2875801"/>
                </a:lnTo>
                <a:cubicBezTo>
                  <a:pt x="442557" y="2861228"/>
                  <a:pt x="462287" y="2848115"/>
                  <a:pt x="481495" y="2836582"/>
                </a:cubicBezTo>
                <a:lnTo>
                  <a:pt x="491548" y="2831224"/>
                </a:lnTo>
                <a:lnTo>
                  <a:pt x="485785" y="2815980"/>
                </a:lnTo>
                <a:cubicBezTo>
                  <a:pt x="464351" y="2770353"/>
                  <a:pt x="437345" y="2743195"/>
                  <a:pt x="408051" y="2743195"/>
                </a:cubicBezTo>
                <a:close/>
                <a:moveTo>
                  <a:pt x="6236067" y="2687689"/>
                </a:moveTo>
                <a:cubicBezTo>
                  <a:pt x="6239925" y="2687475"/>
                  <a:pt x="6243782" y="2688760"/>
                  <a:pt x="6246782" y="2691760"/>
                </a:cubicBezTo>
                <a:cubicBezTo>
                  <a:pt x="6252783" y="2697761"/>
                  <a:pt x="6253640" y="2707192"/>
                  <a:pt x="6247640" y="2713192"/>
                </a:cubicBezTo>
                <a:lnTo>
                  <a:pt x="6216014" y="2748180"/>
                </a:lnTo>
                <a:lnTo>
                  <a:pt x="6222322" y="2756871"/>
                </a:lnTo>
                <a:cubicBezTo>
                  <a:pt x="6235744" y="2786165"/>
                  <a:pt x="6231565" y="2821847"/>
                  <a:pt x="6209062" y="2846922"/>
                </a:cubicBezTo>
                <a:cubicBezTo>
                  <a:pt x="6193632" y="2863639"/>
                  <a:pt x="6172843" y="2872640"/>
                  <a:pt x="6151734" y="2873711"/>
                </a:cubicBezTo>
                <a:lnTo>
                  <a:pt x="6133744" y="2871200"/>
                </a:lnTo>
                <a:lnTo>
                  <a:pt x="6125031" y="2893063"/>
                </a:lnTo>
                <a:cubicBezTo>
                  <a:pt x="6072016" y="3025978"/>
                  <a:pt x="5930188" y="3380025"/>
                  <a:pt x="5925312" y="3375846"/>
                </a:cubicBezTo>
                <a:cubicBezTo>
                  <a:pt x="5920169" y="3370702"/>
                  <a:pt x="5917597" y="3266975"/>
                  <a:pt x="5917597" y="3266975"/>
                </a:cubicBezTo>
                <a:cubicBezTo>
                  <a:pt x="5917597" y="3266975"/>
                  <a:pt x="6005120" y="3039936"/>
                  <a:pt x="6056644" y="2907754"/>
                </a:cubicBezTo>
                <a:lnTo>
                  <a:pt x="6068648" y="2877062"/>
                </a:lnTo>
                <a:lnTo>
                  <a:pt x="5680138" y="3041518"/>
                </a:lnTo>
                <a:lnTo>
                  <a:pt x="5576411" y="3046661"/>
                </a:lnTo>
                <a:lnTo>
                  <a:pt x="5660422" y="2986654"/>
                </a:lnTo>
                <a:lnTo>
                  <a:pt x="6069879" y="2807820"/>
                </a:lnTo>
                <a:lnTo>
                  <a:pt x="6065771" y="2780383"/>
                </a:lnTo>
                <a:cubicBezTo>
                  <a:pt x="6068031" y="2764586"/>
                  <a:pt x="6074903" y="2749196"/>
                  <a:pt x="6086476" y="2736337"/>
                </a:cubicBezTo>
                <a:cubicBezTo>
                  <a:pt x="6101906" y="2719192"/>
                  <a:pt x="6122694" y="2710191"/>
                  <a:pt x="6143804" y="2709228"/>
                </a:cubicBezTo>
                <a:cubicBezTo>
                  <a:pt x="6154359" y="2708745"/>
                  <a:pt x="6164994" y="2710271"/>
                  <a:pt x="6175080" y="2713794"/>
                </a:cubicBezTo>
                <a:lnTo>
                  <a:pt x="6195368" y="2725788"/>
                </a:lnTo>
                <a:lnTo>
                  <a:pt x="6225351" y="2692617"/>
                </a:lnTo>
                <a:cubicBezTo>
                  <a:pt x="6228352" y="2689618"/>
                  <a:pt x="6232209" y="2687903"/>
                  <a:pt x="6236067" y="2687689"/>
                </a:cubicBezTo>
                <a:close/>
                <a:moveTo>
                  <a:pt x="408051" y="2678044"/>
                </a:moveTo>
                <a:cubicBezTo>
                  <a:pt x="439234" y="2678044"/>
                  <a:pt x="468126" y="2703722"/>
                  <a:pt x="492060" y="2747708"/>
                </a:cubicBezTo>
                <a:lnTo>
                  <a:pt x="519745" y="2816195"/>
                </a:lnTo>
                <a:lnTo>
                  <a:pt x="537283" y="2806846"/>
                </a:lnTo>
                <a:cubicBezTo>
                  <a:pt x="608864" y="2773842"/>
                  <a:pt x="667800" y="2768056"/>
                  <a:pt x="696946" y="2797202"/>
                </a:cubicBezTo>
                <a:cubicBezTo>
                  <a:pt x="726093" y="2826349"/>
                  <a:pt x="720306" y="2885285"/>
                  <a:pt x="687302" y="2956865"/>
                </a:cubicBezTo>
                <a:lnTo>
                  <a:pt x="677955" y="2974402"/>
                </a:lnTo>
                <a:lnTo>
                  <a:pt x="746440" y="3002086"/>
                </a:lnTo>
                <a:cubicBezTo>
                  <a:pt x="790426" y="3026021"/>
                  <a:pt x="816103" y="3054913"/>
                  <a:pt x="816103" y="3086095"/>
                </a:cubicBezTo>
                <a:cubicBezTo>
                  <a:pt x="816103" y="3127243"/>
                  <a:pt x="770455" y="3164748"/>
                  <a:pt x="696624" y="3191966"/>
                </a:cubicBezTo>
                <a:lnTo>
                  <a:pt x="678828" y="3197383"/>
                </a:lnTo>
                <a:lnTo>
                  <a:pt x="698388" y="3240686"/>
                </a:lnTo>
                <a:cubicBezTo>
                  <a:pt x="721207" y="3300318"/>
                  <a:pt x="722450" y="3348629"/>
                  <a:pt x="696946" y="3374132"/>
                </a:cubicBezTo>
                <a:cubicBezTo>
                  <a:pt x="667371" y="3403707"/>
                  <a:pt x="608435" y="3397921"/>
                  <a:pt x="536961" y="3364809"/>
                </a:cubicBezTo>
                <a:lnTo>
                  <a:pt x="519982" y="3355715"/>
                </a:lnTo>
                <a:lnTo>
                  <a:pt x="514243" y="3374667"/>
                </a:lnTo>
                <a:cubicBezTo>
                  <a:pt x="487133" y="3448498"/>
                  <a:pt x="449628" y="3494146"/>
                  <a:pt x="408051" y="3494146"/>
                </a:cubicBezTo>
                <a:cubicBezTo>
                  <a:pt x="377190" y="3494146"/>
                  <a:pt x="348379" y="3468469"/>
                  <a:pt x="324419" y="3424483"/>
                </a:cubicBezTo>
                <a:lnTo>
                  <a:pt x="296648" y="3355999"/>
                </a:lnTo>
                <a:lnTo>
                  <a:pt x="279143" y="3365346"/>
                </a:lnTo>
                <a:cubicBezTo>
                  <a:pt x="207669" y="3398350"/>
                  <a:pt x="148733" y="3404137"/>
                  <a:pt x="119158" y="3374990"/>
                </a:cubicBezTo>
                <a:cubicBezTo>
                  <a:pt x="90011" y="3345415"/>
                  <a:pt x="95798" y="3286479"/>
                  <a:pt x="128803" y="3215005"/>
                </a:cubicBezTo>
                <a:lnTo>
                  <a:pt x="138022" y="3197737"/>
                </a:lnTo>
                <a:lnTo>
                  <a:pt x="69663" y="3170104"/>
                </a:lnTo>
                <a:cubicBezTo>
                  <a:pt x="25677" y="3146169"/>
                  <a:pt x="0" y="3117277"/>
                  <a:pt x="0" y="3086095"/>
                </a:cubicBezTo>
                <a:cubicBezTo>
                  <a:pt x="0" y="3044519"/>
                  <a:pt x="45649" y="3007014"/>
                  <a:pt x="119480" y="2979903"/>
                </a:cubicBezTo>
                <a:lnTo>
                  <a:pt x="137725" y="2974378"/>
                </a:lnTo>
                <a:lnTo>
                  <a:pt x="117717" y="2930147"/>
                </a:lnTo>
                <a:cubicBezTo>
                  <a:pt x="94897" y="2870580"/>
                  <a:pt x="93655" y="2822222"/>
                  <a:pt x="119158" y="2796344"/>
                </a:cubicBezTo>
                <a:cubicBezTo>
                  <a:pt x="133945" y="2781771"/>
                  <a:pt x="156073" y="2775931"/>
                  <a:pt x="183438" y="2777860"/>
                </a:cubicBezTo>
                <a:cubicBezTo>
                  <a:pt x="203962" y="2779308"/>
                  <a:pt x="227432" y="2785123"/>
                  <a:pt x="252960" y="2794903"/>
                </a:cubicBezTo>
                <a:lnTo>
                  <a:pt x="296135" y="2816430"/>
                </a:lnTo>
                <a:lnTo>
                  <a:pt x="301859" y="2797524"/>
                </a:lnTo>
                <a:cubicBezTo>
                  <a:pt x="328970" y="2723693"/>
                  <a:pt x="366475" y="2678044"/>
                  <a:pt x="408051" y="2678044"/>
                </a:cubicBezTo>
                <a:close/>
                <a:moveTo>
                  <a:pt x="5013199" y="2674617"/>
                </a:moveTo>
                <a:lnTo>
                  <a:pt x="5013199" y="3173535"/>
                </a:lnTo>
                <a:lnTo>
                  <a:pt x="5299521" y="3173535"/>
                </a:lnTo>
                <a:close/>
                <a:moveTo>
                  <a:pt x="1456470" y="2362577"/>
                </a:moveTo>
                <a:lnTo>
                  <a:pt x="1669068" y="2628325"/>
                </a:lnTo>
                <a:lnTo>
                  <a:pt x="1485616" y="2776629"/>
                </a:lnTo>
                <a:cubicBezTo>
                  <a:pt x="1485616" y="2776629"/>
                  <a:pt x="1373317" y="2763771"/>
                  <a:pt x="1306451" y="2916361"/>
                </a:cubicBezTo>
                <a:lnTo>
                  <a:pt x="1094710" y="2652328"/>
                </a:lnTo>
                <a:cubicBezTo>
                  <a:pt x="1094710" y="2652328"/>
                  <a:pt x="1159004" y="2492022"/>
                  <a:pt x="1275590" y="2507453"/>
                </a:cubicBezTo>
                <a:close/>
                <a:moveTo>
                  <a:pt x="4655725" y="2293138"/>
                </a:moveTo>
                <a:lnTo>
                  <a:pt x="4792886" y="2293138"/>
                </a:lnTo>
                <a:lnTo>
                  <a:pt x="4792886" y="3310694"/>
                </a:lnTo>
                <a:lnTo>
                  <a:pt x="4655725" y="3310694"/>
                </a:lnTo>
                <a:close/>
                <a:moveTo>
                  <a:pt x="409649" y="2273959"/>
                </a:moveTo>
                <a:lnTo>
                  <a:pt x="459486" y="2287996"/>
                </a:lnTo>
                <a:cubicBezTo>
                  <a:pt x="459486" y="2287996"/>
                  <a:pt x="440627" y="2283924"/>
                  <a:pt x="421017" y="2278031"/>
                </a:cubicBezTo>
                <a:close/>
                <a:moveTo>
                  <a:pt x="4930045" y="2273422"/>
                </a:moveTo>
                <a:lnTo>
                  <a:pt x="5477829" y="3311552"/>
                </a:lnTo>
                <a:lnTo>
                  <a:pt x="4930045" y="3311552"/>
                </a:lnTo>
                <a:close/>
                <a:moveTo>
                  <a:pt x="5782627" y="2202717"/>
                </a:moveTo>
                <a:lnTo>
                  <a:pt x="5767752" y="2214541"/>
                </a:lnTo>
                <a:cubicBezTo>
                  <a:pt x="5747801" y="2229115"/>
                  <a:pt x="5728108" y="2242228"/>
                  <a:pt x="5708935" y="2253760"/>
                </a:cubicBezTo>
                <a:lnTo>
                  <a:pt x="5698749" y="2259199"/>
                </a:lnTo>
                <a:lnTo>
                  <a:pt x="5722156" y="2304260"/>
                </a:lnTo>
                <a:cubicBezTo>
                  <a:pt x="5740009" y="2330529"/>
                  <a:pt x="5760453" y="2345431"/>
                  <a:pt x="5782152" y="2345431"/>
                </a:cubicBezTo>
                <a:cubicBezTo>
                  <a:pt x="5803851" y="2345431"/>
                  <a:pt x="5824294" y="2330530"/>
                  <a:pt x="5842148" y="2304260"/>
                </a:cubicBezTo>
                <a:lnTo>
                  <a:pt x="5865804" y="2258720"/>
                </a:lnTo>
                <a:lnTo>
                  <a:pt x="5855368" y="2253129"/>
                </a:lnTo>
                <a:cubicBezTo>
                  <a:pt x="5836195" y="2241561"/>
                  <a:pt x="5816502" y="2228411"/>
                  <a:pt x="5796551" y="2213804"/>
                </a:cubicBezTo>
                <a:close/>
                <a:moveTo>
                  <a:pt x="5760901" y="2151836"/>
                </a:moveTo>
                <a:lnTo>
                  <a:pt x="5781715" y="2169748"/>
                </a:lnTo>
                <a:lnTo>
                  <a:pt x="5802358" y="2151959"/>
                </a:lnTo>
                <a:lnTo>
                  <a:pt x="5782152" y="2153407"/>
                </a:lnTo>
                <a:close/>
                <a:moveTo>
                  <a:pt x="5896549" y="2145209"/>
                </a:moveTo>
                <a:lnTo>
                  <a:pt x="5847314" y="2148737"/>
                </a:lnTo>
                <a:lnTo>
                  <a:pt x="5828117" y="2166561"/>
                </a:lnTo>
                <a:lnTo>
                  <a:pt x="5803118" y="2186431"/>
                </a:lnTo>
                <a:lnTo>
                  <a:pt x="5843581" y="2213334"/>
                </a:lnTo>
                <a:lnTo>
                  <a:pt x="5875307" y="2230209"/>
                </a:lnTo>
                <a:lnTo>
                  <a:pt x="5886604" y="2194868"/>
                </a:lnTo>
                <a:close/>
                <a:moveTo>
                  <a:pt x="5667701" y="2144945"/>
                </a:moveTo>
                <a:lnTo>
                  <a:pt x="5677700" y="2194868"/>
                </a:lnTo>
                <a:lnTo>
                  <a:pt x="5688842" y="2229724"/>
                </a:lnTo>
                <a:lnTo>
                  <a:pt x="5720722" y="2212702"/>
                </a:lnTo>
                <a:lnTo>
                  <a:pt x="5761232" y="2185681"/>
                </a:lnTo>
                <a:lnTo>
                  <a:pt x="5736186" y="2165739"/>
                </a:lnTo>
                <a:lnTo>
                  <a:pt x="5717789" y="2148648"/>
                </a:lnTo>
                <a:close/>
                <a:moveTo>
                  <a:pt x="6020742" y="2124279"/>
                </a:moveTo>
                <a:lnTo>
                  <a:pt x="5941024" y="2142022"/>
                </a:lnTo>
                <a:lnTo>
                  <a:pt x="5921776" y="2143401"/>
                </a:lnTo>
                <a:lnTo>
                  <a:pt x="5920303" y="2163118"/>
                </a:lnTo>
                <a:lnTo>
                  <a:pt x="5902447" y="2242808"/>
                </a:lnTo>
                <a:lnTo>
                  <a:pt x="5932987" y="2254446"/>
                </a:lnTo>
                <a:cubicBezTo>
                  <a:pt x="5973266" y="2266244"/>
                  <a:pt x="6005573" y="2264317"/>
                  <a:pt x="6023897" y="2245992"/>
                </a:cubicBezTo>
                <a:cubicBezTo>
                  <a:pt x="6042221" y="2227346"/>
                  <a:pt x="6044149" y="2194959"/>
                  <a:pt x="6032350" y="2154704"/>
                </a:cubicBezTo>
                <a:close/>
                <a:moveTo>
                  <a:pt x="5543504" y="2123909"/>
                </a:moveTo>
                <a:lnTo>
                  <a:pt x="5531953" y="2154223"/>
                </a:lnTo>
                <a:cubicBezTo>
                  <a:pt x="5520155" y="2194502"/>
                  <a:pt x="5522083" y="2226811"/>
                  <a:pt x="5540407" y="2245135"/>
                </a:cubicBezTo>
                <a:cubicBezTo>
                  <a:pt x="5558731" y="2263781"/>
                  <a:pt x="5591038" y="2265788"/>
                  <a:pt x="5631317" y="2253964"/>
                </a:cubicBezTo>
                <a:lnTo>
                  <a:pt x="5661749" y="2242328"/>
                </a:lnTo>
                <a:lnTo>
                  <a:pt x="5644001" y="2163118"/>
                </a:lnTo>
                <a:lnTo>
                  <a:pt x="5642504" y="2143082"/>
                </a:lnTo>
                <a:lnTo>
                  <a:pt x="5623279" y="2141660"/>
                </a:lnTo>
                <a:close/>
                <a:moveTo>
                  <a:pt x="5901217" y="2096788"/>
                </a:moveTo>
                <a:lnTo>
                  <a:pt x="5888451" y="2110545"/>
                </a:lnTo>
                <a:lnTo>
                  <a:pt x="5875630" y="2122448"/>
                </a:lnTo>
                <a:lnTo>
                  <a:pt x="5899439" y="2120676"/>
                </a:lnTo>
                <a:close/>
                <a:moveTo>
                  <a:pt x="5663018" y="2095865"/>
                </a:moveTo>
                <a:lnTo>
                  <a:pt x="5664871" y="2120759"/>
                </a:lnTo>
                <a:lnTo>
                  <a:pt x="5689742" y="2122592"/>
                </a:lnTo>
                <a:lnTo>
                  <a:pt x="5675852" y="2109688"/>
                </a:lnTo>
                <a:close/>
                <a:moveTo>
                  <a:pt x="5964361" y="2025112"/>
                </a:moveTo>
                <a:lnTo>
                  <a:pt x="5944467" y="2050176"/>
                </a:lnTo>
                <a:lnTo>
                  <a:pt x="5927363" y="2068609"/>
                </a:lnTo>
                <a:lnTo>
                  <a:pt x="5923685" y="2117844"/>
                </a:lnTo>
                <a:lnTo>
                  <a:pt x="5973632" y="2107841"/>
                </a:lnTo>
                <a:lnTo>
                  <a:pt x="6007981" y="2096861"/>
                </a:lnTo>
                <a:lnTo>
                  <a:pt x="5991239" y="2065450"/>
                </a:lnTo>
                <a:close/>
                <a:moveTo>
                  <a:pt x="5599967" y="2024356"/>
                </a:moveTo>
                <a:lnTo>
                  <a:pt x="5573064" y="2064817"/>
                </a:lnTo>
                <a:lnTo>
                  <a:pt x="5555981" y="2096936"/>
                </a:lnTo>
                <a:lnTo>
                  <a:pt x="5591049" y="2108067"/>
                </a:lnTo>
                <a:lnTo>
                  <a:pt x="5640623" y="2117908"/>
                </a:lnTo>
                <a:lnTo>
                  <a:pt x="5636873" y="2067704"/>
                </a:lnTo>
                <a:lnTo>
                  <a:pt x="5619836" y="2049354"/>
                </a:lnTo>
                <a:close/>
                <a:moveTo>
                  <a:pt x="5930674" y="1983998"/>
                </a:moveTo>
                <a:lnTo>
                  <a:pt x="5932171" y="2004246"/>
                </a:lnTo>
                <a:lnTo>
                  <a:pt x="5930734" y="2023487"/>
                </a:lnTo>
                <a:lnTo>
                  <a:pt x="5947705" y="2003765"/>
                </a:lnTo>
                <a:close/>
                <a:moveTo>
                  <a:pt x="5633693" y="1983147"/>
                </a:moveTo>
                <a:lnTo>
                  <a:pt x="5615905" y="2003818"/>
                </a:lnTo>
                <a:lnTo>
                  <a:pt x="5633640" y="2024428"/>
                </a:lnTo>
                <a:lnTo>
                  <a:pt x="5632133" y="2004246"/>
                </a:lnTo>
                <a:close/>
                <a:moveTo>
                  <a:pt x="5783009" y="1940810"/>
                </a:moveTo>
                <a:cubicBezTo>
                  <a:pt x="5817299" y="1940810"/>
                  <a:pt x="5845588" y="1968242"/>
                  <a:pt x="5845588" y="2003389"/>
                </a:cubicBezTo>
                <a:cubicBezTo>
                  <a:pt x="5845588" y="2038537"/>
                  <a:pt x="5817299" y="2066825"/>
                  <a:pt x="5783009" y="2065968"/>
                </a:cubicBezTo>
                <a:cubicBezTo>
                  <a:pt x="5748719" y="2065968"/>
                  <a:pt x="5720429" y="2038537"/>
                  <a:pt x="5720429" y="2003389"/>
                </a:cubicBezTo>
                <a:cubicBezTo>
                  <a:pt x="5720429" y="1969099"/>
                  <a:pt x="5747861" y="1940810"/>
                  <a:pt x="5783009" y="1940810"/>
                </a:cubicBezTo>
                <a:close/>
                <a:moveTo>
                  <a:pt x="6037483" y="1919889"/>
                </a:moveTo>
                <a:lnTo>
                  <a:pt x="6031666" y="1930805"/>
                </a:lnTo>
                <a:cubicBezTo>
                  <a:pt x="6020133" y="1950011"/>
                  <a:pt x="6007020" y="1969741"/>
                  <a:pt x="5992446" y="1989726"/>
                </a:cubicBezTo>
                <a:lnTo>
                  <a:pt x="5981262" y="2003818"/>
                </a:lnTo>
                <a:lnTo>
                  <a:pt x="5992446" y="2017909"/>
                </a:lnTo>
                <a:cubicBezTo>
                  <a:pt x="6007020" y="2037893"/>
                  <a:pt x="6020133" y="2057623"/>
                  <a:pt x="6031666" y="2076831"/>
                </a:cubicBezTo>
                <a:lnTo>
                  <a:pt x="6037189" y="2087193"/>
                </a:lnTo>
                <a:lnTo>
                  <a:pt x="6083022" y="2063384"/>
                </a:lnTo>
                <a:cubicBezTo>
                  <a:pt x="6109293" y="2045531"/>
                  <a:pt x="6124194" y="2025087"/>
                  <a:pt x="6124194" y="2003388"/>
                </a:cubicBezTo>
                <a:cubicBezTo>
                  <a:pt x="6124194" y="1981689"/>
                  <a:pt x="6109209" y="1961247"/>
                  <a:pt x="6082849" y="1943392"/>
                </a:cubicBezTo>
                <a:close/>
                <a:moveTo>
                  <a:pt x="5527012" y="1919637"/>
                </a:moveTo>
                <a:lnTo>
                  <a:pt x="5481281" y="1943393"/>
                </a:lnTo>
                <a:cubicBezTo>
                  <a:pt x="5455010" y="1961247"/>
                  <a:pt x="5440109" y="1981689"/>
                  <a:pt x="5440109" y="2003388"/>
                </a:cubicBezTo>
                <a:cubicBezTo>
                  <a:pt x="5440109" y="2025355"/>
                  <a:pt x="5455094" y="2045899"/>
                  <a:pt x="5481454" y="2063765"/>
                </a:cubicBezTo>
                <a:lnTo>
                  <a:pt x="5527292" y="2087474"/>
                </a:lnTo>
                <a:lnTo>
                  <a:pt x="5532638" y="2077462"/>
                </a:lnTo>
                <a:cubicBezTo>
                  <a:pt x="5544171" y="2058290"/>
                  <a:pt x="5557284" y="2038597"/>
                  <a:pt x="5571857" y="2018645"/>
                </a:cubicBezTo>
                <a:lnTo>
                  <a:pt x="5583642" y="2003818"/>
                </a:lnTo>
                <a:lnTo>
                  <a:pt x="5571857" y="1988990"/>
                </a:lnTo>
                <a:cubicBezTo>
                  <a:pt x="5557284" y="1969039"/>
                  <a:pt x="5544171" y="1949345"/>
                  <a:pt x="5532638" y="1930175"/>
                </a:cubicBezTo>
                <a:close/>
                <a:moveTo>
                  <a:pt x="5923650" y="1888999"/>
                </a:moveTo>
                <a:lnTo>
                  <a:pt x="5927348" y="1939009"/>
                </a:lnTo>
                <a:lnTo>
                  <a:pt x="5944467" y="1957460"/>
                </a:lnTo>
                <a:lnTo>
                  <a:pt x="5964311" y="1982460"/>
                </a:lnTo>
                <a:lnTo>
                  <a:pt x="5991239" y="1941959"/>
                </a:lnTo>
                <a:lnTo>
                  <a:pt x="6008190" y="1910091"/>
                </a:lnTo>
                <a:lnTo>
                  <a:pt x="5973255" y="1898937"/>
                </a:lnTo>
                <a:close/>
                <a:moveTo>
                  <a:pt x="5640660" y="1888926"/>
                </a:moveTo>
                <a:lnTo>
                  <a:pt x="5590672" y="1898937"/>
                </a:lnTo>
                <a:lnTo>
                  <a:pt x="5555674" y="1910123"/>
                </a:lnTo>
                <a:lnTo>
                  <a:pt x="5573064" y="1942817"/>
                </a:lnTo>
                <a:lnTo>
                  <a:pt x="5599967" y="1983279"/>
                </a:lnTo>
                <a:lnTo>
                  <a:pt x="5619836" y="1958282"/>
                </a:lnTo>
                <a:lnTo>
                  <a:pt x="5636890" y="1939913"/>
                </a:lnTo>
                <a:close/>
                <a:moveTo>
                  <a:pt x="5874649" y="1884276"/>
                </a:moveTo>
                <a:lnTo>
                  <a:pt x="5888451" y="1897089"/>
                </a:lnTo>
                <a:lnTo>
                  <a:pt x="5901285" y="1910921"/>
                </a:lnTo>
                <a:lnTo>
                  <a:pt x="5899440" y="1886125"/>
                </a:lnTo>
                <a:close/>
                <a:moveTo>
                  <a:pt x="5691290" y="1884137"/>
                </a:moveTo>
                <a:lnTo>
                  <a:pt x="5664888" y="1886102"/>
                </a:lnTo>
                <a:lnTo>
                  <a:pt x="5662969" y="1911824"/>
                </a:lnTo>
                <a:lnTo>
                  <a:pt x="5675852" y="1897947"/>
                </a:lnTo>
                <a:close/>
                <a:moveTo>
                  <a:pt x="5782152" y="1877374"/>
                </a:moveTo>
                <a:lnTo>
                  <a:pt x="5729852" y="1881266"/>
                </a:lnTo>
                <a:lnTo>
                  <a:pt x="5692997" y="1914234"/>
                </a:lnTo>
                <a:lnTo>
                  <a:pt x="5659921" y="1952671"/>
                </a:lnTo>
                <a:lnTo>
                  <a:pt x="5656136" y="2003388"/>
                </a:lnTo>
                <a:lnTo>
                  <a:pt x="5659980" y="2055033"/>
                </a:lnTo>
                <a:lnTo>
                  <a:pt x="5692997" y="2093401"/>
                </a:lnTo>
                <a:lnTo>
                  <a:pt x="5730401" y="2125589"/>
                </a:lnTo>
                <a:lnTo>
                  <a:pt x="5782152" y="2129404"/>
                </a:lnTo>
                <a:lnTo>
                  <a:pt x="5832915" y="2125626"/>
                </a:lnTo>
                <a:lnTo>
                  <a:pt x="5871306" y="2092543"/>
                </a:lnTo>
                <a:lnTo>
                  <a:pt x="5904394" y="2054095"/>
                </a:lnTo>
                <a:lnTo>
                  <a:pt x="5908167" y="2003388"/>
                </a:lnTo>
                <a:lnTo>
                  <a:pt x="5904460" y="1953572"/>
                </a:lnTo>
                <a:lnTo>
                  <a:pt x="5871306" y="1915093"/>
                </a:lnTo>
                <a:lnTo>
                  <a:pt x="5831778" y="1881078"/>
                </a:lnTo>
                <a:close/>
                <a:moveTo>
                  <a:pt x="5781317" y="1837652"/>
                </a:moveTo>
                <a:lnTo>
                  <a:pt x="5768933" y="1846306"/>
                </a:lnTo>
                <a:lnTo>
                  <a:pt x="5759134" y="1855072"/>
                </a:lnTo>
                <a:lnTo>
                  <a:pt x="5782152" y="1853370"/>
                </a:lnTo>
                <a:lnTo>
                  <a:pt x="5801220" y="1854779"/>
                </a:lnTo>
                <a:close/>
                <a:moveTo>
                  <a:pt x="5875814" y="1778152"/>
                </a:moveTo>
                <a:lnTo>
                  <a:pt x="5843355" y="1794301"/>
                </a:lnTo>
                <a:lnTo>
                  <a:pt x="5803931" y="1821851"/>
                </a:lnTo>
                <a:lnTo>
                  <a:pt x="5828117" y="1841074"/>
                </a:lnTo>
                <a:lnTo>
                  <a:pt x="5846484" y="1858127"/>
                </a:lnTo>
                <a:lnTo>
                  <a:pt x="5896602" y="1861833"/>
                </a:lnTo>
                <a:lnTo>
                  <a:pt x="5886604" y="1811909"/>
                </a:lnTo>
                <a:close/>
                <a:moveTo>
                  <a:pt x="5688619" y="1778083"/>
                </a:moveTo>
                <a:lnTo>
                  <a:pt x="5677700" y="1812285"/>
                </a:lnTo>
                <a:lnTo>
                  <a:pt x="5667775" y="1861826"/>
                </a:lnTo>
                <a:lnTo>
                  <a:pt x="5720592" y="1857921"/>
                </a:lnTo>
                <a:lnTo>
                  <a:pt x="5760892" y="1821868"/>
                </a:lnTo>
                <a:lnTo>
                  <a:pt x="5720722" y="1795160"/>
                </a:lnTo>
                <a:close/>
                <a:moveTo>
                  <a:pt x="1448754" y="1765931"/>
                </a:moveTo>
                <a:cubicBezTo>
                  <a:pt x="1448754" y="1767646"/>
                  <a:pt x="1631349" y="1852515"/>
                  <a:pt x="1666496" y="1868802"/>
                </a:cubicBezTo>
                <a:cubicBezTo>
                  <a:pt x="1701643" y="1852515"/>
                  <a:pt x="1884238" y="1767646"/>
                  <a:pt x="1884238" y="1765931"/>
                </a:cubicBezTo>
                <a:lnTo>
                  <a:pt x="1884238" y="2016249"/>
                </a:lnTo>
                <a:cubicBezTo>
                  <a:pt x="1825087" y="2077971"/>
                  <a:pt x="1709358" y="2088258"/>
                  <a:pt x="1672497" y="2089973"/>
                </a:cubicBezTo>
                <a:cubicBezTo>
                  <a:pt x="1672497" y="2089973"/>
                  <a:pt x="1669925" y="2089973"/>
                  <a:pt x="1666496" y="2089973"/>
                </a:cubicBezTo>
                <a:cubicBezTo>
                  <a:pt x="1662210" y="2089973"/>
                  <a:pt x="1660495" y="2089973"/>
                  <a:pt x="1660495" y="2089973"/>
                </a:cubicBezTo>
                <a:cubicBezTo>
                  <a:pt x="1623633" y="2089116"/>
                  <a:pt x="1507905" y="2078829"/>
                  <a:pt x="1448754" y="2016249"/>
                </a:cubicBezTo>
                <a:close/>
                <a:moveTo>
                  <a:pt x="5593918" y="1746924"/>
                </a:moveTo>
                <a:cubicBezTo>
                  <a:pt x="5571054" y="1745356"/>
                  <a:pt x="5552623" y="1750285"/>
                  <a:pt x="5540407" y="1762502"/>
                </a:cubicBezTo>
                <a:cubicBezTo>
                  <a:pt x="5522083" y="1780825"/>
                  <a:pt x="5520155" y="1813133"/>
                  <a:pt x="5531953" y="1853413"/>
                </a:cubicBezTo>
                <a:lnTo>
                  <a:pt x="5543203" y="1882935"/>
                </a:lnTo>
                <a:lnTo>
                  <a:pt x="5623279" y="1865117"/>
                </a:lnTo>
                <a:lnTo>
                  <a:pt x="5642525" y="1863694"/>
                </a:lnTo>
                <a:lnTo>
                  <a:pt x="5643880" y="1845375"/>
                </a:lnTo>
                <a:lnTo>
                  <a:pt x="5661631" y="1765599"/>
                </a:lnTo>
                <a:lnTo>
                  <a:pt x="5631317" y="1754048"/>
                </a:lnTo>
                <a:cubicBezTo>
                  <a:pt x="5617891" y="1750115"/>
                  <a:pt x="5605350" y="1747708"/>
                  <a:pt x="5593918" y="1746924"/>
                </a:cubicBezTo>
                <a:close/>
                <a:moveTo>
                  <a:pt x="5970024" y="1746066"/>
                </a:moveTo>
                <a:cubicBezTo>
                  <a:pt x="5952845" y="1747241"/>
                  <a:pt x="5933211" y="1752072"/>
                  <a:pt x="5911854" y="1760221"/>
                </a:cubicBezTo>
                <a:lnTo>
                  <a:pt x="5902511" y="1764870"/>
                </a:lnTo>
                <a:lnTo>
                  <a:pt x="5920424" y="1845375"/>
                </a:lnTo>
                <a:lnTo>
                  <a:pt x="5921779" y="1863694"/>
                </a:lnTo>
                <a:lnTo>
                  <a:pt x="5941024" y="1865117"/>
                </a:lnTo>
                <a:lnTo>
                  <a:pt x="6020799" y="1882868"/>
                </a:lnTo>
                <a:lnTo>
                  <a:pt x="6032350" y="1852555"/>
                </a:lnTo>
                <a:cubicBezTo>
                  <a:pt x="6044149" y="1812276"/>
                  <a:pt x="6042221" y="1779968"/>
                  <a:pt x="6023897" y="1761646"/>
                </a:cubicBezTo>
                <a:cubicBezTo>
                  <a:pt x="6011467" y="1749428"/>
                  <a:pt x="5992929" y="1744499"/>
                  <a:pt x="5970024" y="1746066"/>
                </a:cubicBezTo>
                <a:close/>
                <a:moveTo>
                  <a:pt x="289975" y="1703570"/>
                </a:moveTo>
                <a:lnTo>
                  <a:pt x="249460" y="1738503"/>
                </a:lnTo>
                <a:cubicBezTo>
                  <a:pt x="249460" y="1738503"/>
                  <a:pt x="264462" y="1723072"/>
                  <a:pt x="283964" y="1707642"/>
                </a:cubicBezTo>
                <a:close/>
                <a:moveTo>
                  <a:pt x="4368605" y="1696916"/>
                </a:moveTo>
                <a:cubicBezTo>
                  <a:pt x="4407031" y="1694430"/>
                  <a:pt x="4447416" y="1702386"/>
                  <a:pt x="4478277" y="1734211"/>
                </a:cubicBezTo>
                <a:lnTo>
                  <a:pt x="4710592" y="1734211"/>
                </a:lnTo>
                <a:lnTo>
                  <a:pt x="4710592" y="2074541"/>
                </a:lnTo>
                <a:lnTo>
                  <a:pt x="4473133" y="2076255"/>
                </a:lnTo>
                <a:cubicBezTo>
                  <a:pt x="4473133" y="2076255"/>
                  <a:pt x="4393408" y="1995674"/>
                  <a:pt x="4245961" y="2072826"/>
                </a:cubicBezTo>
                <a:lnTo>
                  <a:pt x="4245961" y="1734211"/>
                </a:lnTo>
                <a:cubicBezTo>
                  <a:pt x="4245961" y="1734211"/>
                  <a:pt x="4304562" y="1701060"/>
                  <a:pt x="4368605" y="1696916"/>
                </a:cubicBezTo>
                <a:close/>
                <a:moveTo>
                  <a:pt x="5782152" y="1661348"/>
                </a:moveTo>
                <a:cubicBezTo>
                  <a:pt x="5760453" y="1661348"/>
                  <a:pt x="5740010" y="1676333"/>
                  <a:pt x="5722156" y="1702693"/>
                </a:cubicBezTo>
                <a:lnTo>
                  <a:pt x="5698519" y="1748314"/>
                </a:lnTo>
                <a:lnTo>
                  <a:pt x="5708935" y="1753875"/>
                </a:lnTo>
                <a:cubicBezTo>
                  <a:pt x="5728108" y="1765408"/>
                  <a:pt x="5747801" y="1778522"/>
                  <a:pt x="5767753" y="1793094"/>
                </a:cubicBezTo>
                <a:lnTo>
                  <a:pt x="5783057" y="1805259"/>
                </a:lnTo>
                <a:lnTo>
                  <a:pt x="5855594" y="1754507"/>
                </a:lnTo>
                <a:lnTo>
                  <a:pt x="5866361" y="1749129"/>
                </a:lnTo>
                <a:lnTo>
                  <a:pt x="5842148" y="1702521"/>
                </a:lnTo>
                <a:cubicBezTo>
                  <a:pt x="5824294" y="1676250"/>
                  <a:pt x="5803851" y="1661348"/>
                  <a:pt x="5782152" y="1661348"/>
                </a:cubicBezTo>
                <a:close/>
                <a:moveTo>
                  <a:pt x="592360" y="1640776"/>
                </a:moveTo>
                <a:cubicBezTo>
                  <a:pt x="592360" y="1640776"/>
                  <a:pt x="595066" y="1641779"/>
                  <a:pt x="599890" y="1643860"/>
                </a:cubicBezTo>
                <a:lnTo>
                  <a:pt x="615617" y="1651278"/>
                </a:lnTo>
                <a:close/>
                <a:moveTo>
                  <a:pt x="493776" y="1630488"/>
                </a:moveTo>
                <a:lnTo>
                  <a:pt x="498063" y="1633917"/>
                </a:lnTo>
                <a:cubicBezTo>
                  <a:pt x="498063" y="1633917"/>
                  <a:pt x="495491" y="1638204"/>
                  <a:pt x="493776" y="1640776"/>
                </a:cubicBezTo>
                <a:cubicBezTo>
                  <a:pt x="492919" y="1643348"/>
                  <a:pt x="497205" y="1641634"/>
                  <a:pt x="497205" y="1641634"/>
                </a:cubicBezTo>
                <a:cubicBezTo>
                  <a:pt x="497205" y="1641634"/>
                  <a:pt x="510921" y="1648491"/>
                  <a:pt x="510921" y="1651062"/>
                </a:cubicBezTo>
                <a:cubicBezTo>
                  <a:pt x="510921" y="1653635"/>
                  <a:pt x="504921" y="1656207"/>
                  <a:pt x="492919" y="1655350"/>
                </a:cubicBezTo>
                <a:cubicBezTo>
                  <a:pt x="480918" y="1654492"/>
                  <a:pt x="486918" y="1657064"/>
                  <a:pt x="471488" y="1649348"/>
                </a:cubicBezTo>
                <a:cubicBezTo>
                  <a:pt x="456057" y="1641634"/>
                  <a:pt x="457772" y="1662207"/>
                  <a:pt x="451771" y="1667351"/>
                </a:cubicBezTo>
                <a:cubicBezTo>
                  <a:pt x="444913" y="1672494"/>
                  <a:pt x="444913" y="1674208"/>
                  <a:pt x="440627" y="1683638"/>
                </a:cubicBezTo>
                <a:cubicBezTo>
                  <a:pt x="437198" y="1693069"/>
                  <a:pt x="440627" y="1683638"/>
                  <a:pt x="450914" y="1689640"/>
                </a:cubicBezTo>
                <a:cubicBezTo>
                  <a:pt x="461201" y="1695639"/>
                  <a:pt x="455200" y="1691355"/>
                  <a:pt x="460344" y="1690497"/>
                </a:cubicBezTo>
                <a:cubicBezTo>
                  <a:pt x="465487" y="1690497"/>
                  <a:pt x="480060" y="1687067"/>
                  <a:pt x="484347" y="1686210"/>
                </a:cubicBezTo>
                <a:cubicBezTo>
                  <a:pt x="488633" y="1685352"/>
                  <a:pt x="491205" y="1686210"/>
                  <a:pt x="490347" y="1700784"/>
                </a:cubicBezTo>
                <a:cubicBezTo>
                  <a:pt x="489490" y="1716214"/>
                  <a:pt x="490347" y="1700784"/>
                  <a:pt x="512636" y="1711927"/>
                </a:cubicBezTo>
                <a:cubicBezTo>
                  <a:pt x="534924" y="1723071"/>
                  <a:pt x="508350" y="1723071"/>
                  <a:pt x="525495" y="1726501"/>
                </a:cubicBezTo>
                <a:cubicBezTo>
                  <a:pt x="542640" y="1730788"/>
                  <a:pt x="522923" y="1731644"/>
                  <a:pt x="510064" y="1736787"/>
                </a:cubicBezTo>
                <a:cubicBezTo>
                  <a:pt x="497205" y="1742789"/>
                  <a:pt x="503206" y="1735930"/>
                  <a:pt x="494634" y="1747070"/>
                </a:cubicBezTo>
                <a:cubicBezTo>
                  <a:pt x="486061" y="1758215"/>
                  <a:pt x="496348" y="1754786"/>
                  <a:pt x="500634" y="1756500"/>
                </a:cubicBezTo>
                <a:cubicBezTo>
                  <a:pt x="504921" y="1758215"/>
                  <a:pt x="512636" y="1756500"/>
                  <a:pt x="516922" y="1753071"/>
                </a:cubicBezTo>
                <a:cubicBezTo>
                  <a:pt x="520351" y="1749645"/>
                  <a:pt x="523780" y="1751357"/>
                  <a:pt x="523780" y="1751357"/>
                </a:cubicBezTo>
                <a:cubicBezTo>
                  <a:pt x="523780" y="1751357"/>
                  <a:pt x="533210" y="1742789"/>
                  <a:pt x="542640" y="1747928"/>
                </a:cubicBezTo>
                <a:cubicBezTo>
                  <a:pt x="552069" y="1753071"/>
                  <a:pt x="542640" y="1747928"/>
                  <a:pt x="545211" y="1745356"/>
                </a:cubicBezTo>
                <a:cubicBezTo>
                  <a:pt x="547783" y="1743646"/>
                  <a:pt x="552069" y="1744499"/>
                  <a:pt x="555498" y="1741075"/>
                </a:cubicBezTo>
                <a:cubicBezTo>
                  <a:pt x="558927" y="1738503"/>
                  <a:pt x="566643" y="1735930"/>
                  <a:pt x="588931" y="1744499"/>
                </a:cubicBezTo>
                <a:cubicBezTo>
                  <a:pt x="612077" y="1753071"/>
                  <a:pt x="590646" y="1751357"/>
                  <a:pt x="600933" y="1755643"/>
                </a:cubicBezTo>
                <a:cubicBezTo>
                  <a:pt x="610362" y="1759929"/>
                  <a:pt x="604362" y="1758215"/>
                  <a:pt x="605219" y="1752214"/>
                </a:cubicBezTo>
                <a:cubicBezTo>
                  <a:pt x="606076" y="1746213"/>
                  <a:pt x="606076" y="1737646"/>
                  <a:pt x="609505" y="1735930"/>
                </a:cubicBezTo>
                <a:cubicBezTo>
                  <a:pt x="612934" y="1734216"/>
                  <a:pt x="615506" y="1735930"/>
                  <a:pt x="619792" y="1739360"/>
                </a:cubicBezTo>
                <a:cubicBezTo>
                  <a:pt x="624078" y="1742789"/>
                  <a:pt x="633508" y="1720500"/>
                  <a:pt x="643795" y="1724786"/>
                </a:cubicBezTo>
                <a:cubicBezTo>
                  <a:pt x="653225" y="1729073"/>
                  <a:pt x="646367" y="1726501"/>
                  <a:pt x="656654" y="1733358"/>
                </a:cubicBezTo>
                <a:cubicBezTo>
                  <a:pt x="666942" y="1740217"/>
                  <a:pt x="656654" y="1743646"/>
                  <a:pt x="651510" y="1747928"/>
                </a:cubicBezTo>
                <a:cubicBezTo>
                  <a:pt x="645510" y="1753071"/>
                  <a:pt x="648081" y="1745356"/>
                  <a:pt x="639509" y="1742789"/>
                </a:cubicBezTo>
                <a:cubicBezTo>
                  <a:pt x="630936" y="1740217"/>
                  <a:pt x="636080" y="1744499"/>
                  <a:pt x="623221" y="1756500"/>
                </a:cubicBezTo>
                <a:cubicBezTo>
                  <a:pt x="610362" y="1767644"/>
                  <a:pt x="623221" y="1756500"/>
                  <a:pt x="625793" y="1763359"/>
                </a:cubicBezTo>
                <a:cubicBezTo>
                  <a:pt x="628365" y="1770216"/>
                  <a:pt x="635223" y="1760786"/>
                  <a:pt x="642081" y="1763359"/>
                </a:cubicBezTo>
                <a:cubicBezTo>
                  <a:pt x="648939" y="1765931"/>
                  <a:pt x="647224" y="1765931"/>
                  <a:pt x="656654" y="1767644"/>
                </a:cubicBezTo>
                <a:cubicBezTo>
                  <a:pt x="666085" y="1769359"/>
                  <a:pt x="656654" y="1767644"/>
                  <a:pt x="658369" y="1773647"/>
                </a:cubicBezTo>
                <a:cubicBezTo>
                  <a:pt x="660084" y="1779648"/>
                  <a:pt x="662656" y="1774503"/>
                  <a:pt x="672085" y="1778790"/>
                </a:cubicBezTo>
                <a:cubicBezTo>
                  <a:pt x="681515" y="1783932"/>
                  <a:pt x="675514" y="1781362"/>
                  <a:pt x="672085" y="1788218"/>
                </a:cubicBezTo>
                <a:cubicBezTo>
                  <a:pt x="669514" y="1795076"/>
                  <a:pt x="669514" y="1788218"/>
                  <a:pt x="666085" y="1786504"/>
                </a:cubicBezTo>
                <a:cubicBezTo>
                  <a:pt x="662656" y="1785647"/>
                  <a:pt x="661798" y="1785647"/>
                  <a:pt x="654082" y="1789076"/>
                </a:cubicBezTo>
                <a:cubicBezTo>
                  <a:pt x="646367" y="1793363"/>
                  <a:pt x="645510" y="1789933"/>
                  <a:pt x="642081" y="1791647"/>
                </a:cubicBezTo>
                <a:cubicBezTo>
                  <a:pt x="639509" y="1793363"/>
                  <a:pt x="636937" y="1789933"/>
                  <a:pt x="618935" y="1788218"/>
                </a:cubicBezTo>
                <a:cubicBezTo>
                  <a:pt x="600933" y="1786504"/>
                  <a:pt x="618935" y="1788218"/>
                  <a:pt x="608648" y="1798505"/>
                </a:cubicBezTo>
                <a:cubicBezTo>
                  <a:pt x="598361" y="1808794"/>
                  <a:pt x="608648" y="1798505"/>
                  <a:pt x="601790" y="1798505"/>
                </a:cubicBezTo>
                <a:cubicBezTo>
                  <a:pt x="594932" y="1798505"/>
                  <a:pt x="592360" y="1795935"/>
                  <a:pt x="588074" y="1793363"/>
                </a:cubicBezTo>
                <a:cubicBezTo>
                  <a:pt x="582930" y="1790790"/>
                  <a:pt x="585502" y="1789076"/>
                  <a:pt x="576072" y="1789076"/>
                </a:cubicBezTo>
                <a:cubicBezTo>
                  <a:pt x="566643" y="1789076"/>
                  <a:pt x="576072" y="1789076"/>
                  <a:pt x="566643" y="1788218"/>
                </a:cubicBezTo>
                <a:cubicBezTo>
                  <a:pt x="558070" y="1787361"/>
                  <a:pt x="563214" y="1782218"/>
                  <a:pt x="562356" y="1770216"/>
                </a:cubicBezTo>
                <a:cubicBezTo>
                  <a:pt x="561499" y="1758215"/>
                  <a:pt x="562356" y="1770216"/>
                  <a:pt x="557213" y="1769359"/>
                </a:cubicBezTo>
                <a:cubicBezTo>
                  <a:pt x="552069" y="1768504"/>
                  <a:pt x="553784" y="1767644"/>
                  <a:pt x="550355" y="1767644"/>
                </a:cubicBezTo>
                <a:cubicBezTo>
                  <a:pt x="547783" y="1767644"/>
                  <a:pt x="550355" y="1767644"/>
                  <a:pt x="537496" y="1770216"/>
                </a:cubicBezTo>
                <a:cubicBezTo>
                  <a:pt x="524637" y="1772790"/>
                  <a:pt x="533210" y="1771073"/>
                  <a:pt x="528924" y="1771073"/>
                </a:cubicBezTo>
                <a:cubicBezTo>
                  <a:pt x="524637" y="1771073"/>
                  <a:pt x="522923" y="1771933"/>
                  <a:pt x="516065" y="1773647"/>
                </a:cubicBezTo>
                <a:cubicBezTo>
                  <a:pt x="509207" y="1775362"/>
                  <a:pt x="510921" y="1773647"/>
                  <a:pt x="507492" y="1774503"/>
                </a:cubicBezTo>
                <a:cubicBezTo>
                  <a:pt x="504921" y="1775362"/>
                  <a:pt x="498063" y="1782218"/>
                  <a:pt x="493776" y="1786504"/>
                </a:cubicBezTo>
                <a:cubicBezTo>
                  <a:pt x="488633" y="1790790"/>
                  <a:pt x="480918" y="1794219"/>
                  <a:pt x="474060" y="1793363"/>
                </a:cubicBezTo>
                <a:cubicBezTo>
                  <a:pt x="467202" y="1793363"/>
                  <a:pt x="469773" y="1795076"/>
                  <a:pt x="466344" y="1797648"/>
                </a:cubicBezTo>
                <a:cubicBezTo>
                  <a:pt x="462915" y="1799363"/>
                  <a:pt x="460344" y="1807080"/>
                  <a:pt x="458629" y="1810508"/>
                </a:cubicBezTo>
                <a:cubicBezTo>
                  <a:pt x="456915" y="1813080"/>
                  <a:pt x="446628" y="1818224"/>
                  <a:pt x="438912" y="1831938"/>
                </a:cubicBezTo>
                <a:cubicBezTo>
                  <a:pt x="431197" y="1845654"/>
                  <a:pt x="432912" y="1841369"/>
                  <a:pt x="441484" y="1860230"/>
                </a:cubicBezTo>
                <a:cubicBezTo>
                  <a:pt x="450057" y="1879088"/>
                  <a:pt x="436341" y="1865373"/>
                  <a:pt x="436341" y="1874802"/>
                </a:cubicBezTo>
                <a:cubicBezTo>
                  <a:pt x="436341" y="1883375"/>
                  <a:pt x="434626" y="1879088"/>
                  <a:pt x="431197" y="1886803"/>
                </a:cubicBezTo>
                <a:cubicBezTo>
                  <a:pt x="427768" y="1894520"/>
                  <a:pt x="431197" y="1886803"/>
                  <a:pt x="439770" y="1896233"/>
                </a:cubicBezTo>
                <a:cubicBezTo>
                  <a:pt x="448342" y="1905663"/>
                  <a:pt x="439770" y="1896233"/>
                  <a:pt x="444913" y="1902233"/>
                </a:cubicBezTo>
                <a:cubicBezTo>
                  <a:pt x="450914" y="1909093"/>
                  <a:pt x="446628" y="1907378"/>
                  <a:pt x="447485" y="1914235"/>
                </a:cubicBezTo>
                <a:cubicBezTo>
                  <a:pt x="448342" y="1921094"/>
                  <a:pt x="450057" y="1917664"/>
                  <a:pt x="456915" y="1921951"/>
                </a:cubicBezTo>
                <a:cubicBezTo>
                  <a:pt x="463773" y="1926236"/>
                  <a:pt x="460344" y="1925378"/>
                  <a:pt x="463773" y="1933095"/>
                </a:cubicBezTo>
                <a:cubicBezTo>
                  <a:pt x="467202" y="1940810"/>
                  <a:pt x="468059" y="1934810"/>
                  <a:pt x="474917" y="1939095"/>
                </a:cubicBezTo>
                <a:cubicBezTo>
                  <a:pt x="481775" y="1943381"/>
                  <a:pt x="492919" y="1939953"/>
                  <a:pt x="502349" y="1939953"/>
                </a:cubicBezTo>
                <a:cubicBezTo>
                  <a:pt x="511779" y="1939953"/>
                  <a:pt x="514350" y="1940810"/>
                  <a:pt x="521208" y="1937380"/>
                </a:cubicBezTo>
                <a:cubicBezTo>
                  <a:pt x="528924" y="1934810"/>
                  <a:pt x="536639" y="1934810"/>
                  <a:pt x="540925" y="1931380"/>
                </a:cubicBezTo>
                <a:cubicBezTo>
                  <a:pt x="545211" y="1927951"/>
                  <a:pt x="549498" y="1928810"/>
                  <a:pt x="552069" y="1930522"/>
                </a:cubicBezTo>
                <a:cubicBezTo>
                  <a:pt x="554641" y="1932237"/>
                  <a:pt x="552927" y="1936523"/>
                  <a:pt x="559785" y="1941666"/>
                </a:cubicBezTo>
                <a:cubicBezTo>
                  <a:pt x="566643" y="1946811"/>
                  <a:pt x="566643" y="1939953"/>
                  <a:pt x="570929" y="1939095"/>
                </a:cubicBezTo>
                <a:cubicBezTo>
                  <a:pt x="575215" y="1938237"/>
                  <a:pt x="587217" y="1945953"/>
                  <a:pt x="587217" y="1945953"/>
                </a:cubicBezTo>
                <a:cubicBezTo>
                  <a:pt x="587217" y="1945953"/>
                  <a:pt x="586359" y="1951954"/>
                  <a:pt x="583788" y="1962240"/>
                </a:cubicBezTo>
                <a:cubicBezTo>
                  <a:pt x="581216" y="1971670"/>
                  <a:pt x="583788" y="1962240"/>
                  <a:pt x="583788" y="1968242"/>
                </a:cubicBezTo>
                <a:cubicBezTo>
                  <a:pt x="583788" y="1974242"/>
                  <a:pt x="585502" y="1990529"/>
                  <a:pt x="585502" y="1990529"/>
                </a:cubicBezTo>
                <a:cubicBezTo>
                  <a:pt x="585502" y="1990529"/>
                  <a:pt x="588931" y="1994816"/>
                  <a:pt x="593217" y="2001674"/>
                </a:cubicBezTo>
                <a:cubicBezTo>
                  <a:pt x="597504" y="2008532"/>
                  <a:pt x="597504" y="2006817"/>
                  <a:pt x="598361" y="2009389"/>
                </a:cubicBezTo>
                <a:cubicBezTo>
                  <a:pt x="599218" y="2011104"/>
                  <a:pt x="605219" y="2017105"/>
                  <a:pt x="606933" y="2021391"/>
                </a:cubicBezTo>
                <a:cubicBezTo>
                  <a:pt x="608648" y="2024819"/>
                  <a:pt x="608648" y="2027392"/>
                  <a:pt x="609505" y="2033392"/>
                </a:cubicBezTo>
                <a:cubicBezTo>
                  <a:pt x="610362" y="2040250"/>
                  <a:pt x="604362" y="2041107"/>
                  <a:pt x="598361" y="2045393"/>
                </a:cubicBezTo>
                <a:cubicBezTo>
                  <a:pt x="592360" y="2049680"/>
                  <a:pt x="595789" y="2051396"/>
                  <a:pt x="593217" y="2061682"/>
                </a:cubicBezTo>
                <a:cubicBezTo>
                  <a:pt x="590646" y="2071968"/>
                  <a:pt x="593217" y="2061682"/>
                  <a:pt x="588931" y="2071968"/>
                </a:cubicBezTo>
                <a:cubicBezTo>
                  <a:pt x="584645" y="2082255"/>
                  <a:pt x="589788" y="2076254"/>
                  <a:pt x="595789" y="2082255"/>
                </a:cubicBezTo>
                <a:cubicBezTo>
                  <a:pt x="601790" y="2088256"/>
                  <a:pt x="601790" y="2084827"/>
                  <a:pt x="606076" y="2095114"/>
                </a:cubicBezTo>
                <a:cubicBezTo>
                  <a:pt x="611220" y="2104544"/>
                  <a:pt x="607791" y="2098543"/>
                  <a:pt x="608648" y="2107115"/>
                </a:cubicBezTo>
                <a:cubicBezTo>
                  <a:pt x="609505" y="2115689"/>
                  <a:pt x="608648" y="2107115"/>
                  <a:pt x="608648" y="2116545"/>
                </a:cubicBezTo>
                <a:cubicBezTo>
                  <a:pt x="608648" y="2125118"/>
                  <a:pt x="608648" y="2116545"/>
                  <a:pt x="613791" y="2128547"/>
                </a:cubicBezTo>
                <a:cubicBezTo>
                  <a:pt x="618935" y="2140548"/>
                  <a:pt x="614649" y="2133690"/>
                  <a:pt x="620649" y="2144834"/>
                </a:cubicBezTo>
                <a:cubicBezTo>
                  <a:pt x="627507" y="2155979"/>
                  <a:pt x="620649" y="2144834"/>
                  <a:pt x="624936" y="2144834"/>
                </a:cubicBezTo>
                <a:cubicBezTo>
                  <a:pt x="629222" y="2144834"/>
                  <a:pt x="640366" y="2139691"/>
                  <a:pt x="642938" y="2137119"/>
                </a:cubicBezTo>
                <a:cubicBezTo>
                  <a:pt x="645510" y="2134548"/>
                  <a:pt x="660941" y="2128547"/>
                  <a:pt x="665227" y="2127690"/>
                </a:cubicBezTo>
                <a:cubicBezTo>
                  <a:pt x="670371" y="2126832"/>
                  <a:pt x="668656" y="2118260"/>
                  <a:pt x="668656" y="2118260"/>
                </a:cubicBezTo>
                <a:lnTo>
                  <a:pt x="683230" y="2106258"/>
                </a:lnTo>
                <a:lnTo>
                  <a:pt x="695231" y="2088256"/>
                </a:lnTo>
                <a:cubicBezTo>
                  <a:pt x="695231" y="2088256"/>
                  <a:pt x="695231" y="2078826"/>
                  <a:pt x="695231" y="2076254"/>
                </a:cubicBezTo>
                <a:cubicBezTo>
                  <a:pt x="695231" y="2074540"/>
                  <a:pt x="702089" y="2073683"/>
                  <a:pt x="706375" y="2072825"/>
                </a:cubicBezTo>
                <a:cubicBezTo>
                  <a:pt x="709804" y="2071968"/>
                  <a:pt x="708947" y="2067682"/>
                  <a:pt x="710662" y="2065110"/>
                </a:cubicBezTo>
                <a:cubicBezTo>
                  <a:pt x="712376" y="2063397"/>
                  <a:pt x="718377" y="2053966"/>
                  <a:pt x="724378" y="2052252"/>
                </a:cubicBezTo>
                <a:cubicBezTo>
                  <a:pt x="731236" y="2051396"/>
                  <a:pt x="719234" y="2040250"/>
                  <a:pt x="719234" y="2040250"/>
                </a:cubicBezTo>
                <a:cubicBezTo>
                  <a:pt x="719234" y="2040250"/>
                  <a:pt x="727807" y="2034249"/>
                  <a:pt x="729521" y="2028248"/>
                </a:cubicBezTo>
                <a:cubicBezTo>
                  <a:pt x="731236" y="2022248"/>
                  <a:pt x="729521" y="2010247"/>
                  <a:pt x="728664" y="2006817"/>
                </a:cubicBezTo>
                <a:cubicBezTo>
                  <a:pt x="727807" y="2004246"/>
                  <a:pt x="728664" y="1992244"/>
                  <a:pt x="728664" y="1992244"/>
                </a:cubicBezTo>
                <a:lnTo>
                  <a:pt x="735522" y="1983671"/>
                </a:lnTo>
                <a:cubicBezTo>
                  <a:pt x="735522" y="1983671"/>
                  <a:pt x="736379" y="1968242"/>
                  <a:pt x="738951" y="1966526"/>
                </a:cubicBezTo>
                <a:cubicBezTo>
                  <a:pt x="741523" y="1964813"/>
                  <a:pt x="745809" y="1954526"/>
                  <a:pt x="750095" y="1954526"/>
                </a:cubicBezTo>
                <a:cubicBezTo>
                  <a:pt x="754381" y="1954526"/>
                  <a:pt x="753524" y="1931380"/>
                  <a:pt x="753524" y="1931380"/>
                </a:cubicBezTo>
                <a:lnTo>
                  <a:pt x="760382" y="1918520"/>
                </a:lnTo>
                <a:cubicBezTo>
                  <a:pt x="760382" y="1918520"/>
                  <a:pt x="762954" y="1905663"/>
                  <a:pt x="762954" y="1903090"/>
                </a:cubicBezTo>
                <a:cubicBezTo>
                  <a:pt x="762954" y="1900518"/>
                  <a:pt x="756096" y="1895375"/>
                  <a:pt x="756096" y="1895375"/>
                </a:cubicBezTo>
                <a:cubicBezTo>
                  <a:pt x="756096" y="1895375"/>
                  <a:pt x="749238" y="1895375"/>
                  <a:pt x="744094" y="1897947"/>
                </a:cubicBezTo>
                <a:cubicBezTo>
                  <a:pt x="738951" y="1900518"/>
                  <a:pt x="740665" y="1898805"/>
                  <a:pt x="737236" y="1899662"/>
                </a:cubicBezTo>
                <a:cubicBezTo>
                  <a:pt x="733807" y="1900518"/>
                  <a:pt x="732950" y="1897947"/>
                  <a:pt x="727807" y="1896233"/>
                </a:cubicBezTo>
                <a:cubicBezTo>
                  <a:pt x="722663" y="1894520"/>
                  <a:pt x="726949" y="1889375"/>
                  <a:pt x="727807" y="1885088"/>
                </a:cubicBezTo>
                <a:cubicBezTo>
                  <a:pt x="728664" y="1880803"/>
                  <a:pt x="720091" y="1881660"/>
                  <a:pt x="716662" y="1880803"/>
                </a:cubicBezTo>
                <a:cubicBezTo>
                  <a:pt x="714091" y="1879945"/>
                  <a:pt x="713233" y="1870514"/>
                  <a:pt x="710662" y="1867944"/>
                </a:cubicBezTo>
                <a:cubicBezTo>
                  <a:pt x="708947" y="1866229"/>
                  <a:pt x="708090" y="1862801"/>
                  <a:pt x="704661" y="1855941"/>
                </a:cubicBezTo>
                <a:cubicBezTo>
                  <a:pt x="701232" y="1849083"/>
                  <a:pt x="699517" y="1852513"/>
                  <a:pt x="695231" y="1851655"/>
                </a:cubicBezTo>
                <a:cubicBezTo>
                  <a:pt x="690945" y="1850798"/>
                  <a:pt x="696088" y="1842226"/>
                  <a:pt x="691802" y="1834510"/>
                </a:cubicBezTo>
                <a:cubicBezTo>
                  <a:pt x="687516" y="1826796"/>
                  <a:pt x="701232" y="1831082"/>
                  <a:pt x="701232" y="1831082"/>
                </a:cubicBezTo>
                <a:cubicBezTo>
                  <a:pt x="701232" y="1831082"/>
                  <a:pt x="701232" y="1831082"/>
                  <a:pt x="707233" y="1836225"/>
                </a:cubicBezTo>
                <a:cubicBezTo>
                  <a:pt x="713233" y="1842226"/>
                  <a:pt x="708947" y="1840511"/>
                  <a:pt x="713233" y="1846511"/>
                </a:cubicBezTo>
                <a:cubicBezTo>
                  <a:pt x="718377" y="1852513"/>
                  <a:pt x="714091" y="1856798"/>
                  <a:pt x="715805" y="1859371"/>
                </a:cubicBezTo>
                <a:cubicBezTo>
                  <a:pt x="717520" y="1861944"/>
                  <a:pt x="726949" y="1863658"/>
                  <a:pt x="730378" y="1868802"/>
                </a:cubicBezTo>
                <a:cubicBezTo>
                  <a:pt x="733807" y="1873945"/>
                  <a:pt x="738951" y="1879945"/>
                  <a:pt x="738951" y="1879945"/>
                </a:cubicBezTo>
                <a:cubicBezTo>
                  <a:pt x="738951" y="1879945"/>
                  <a:pt x="756096" y="1877374"/>
                  <a:pt x="759525" y="1875660"/>
                </a:cubicBezTo>
                <a:cubicBezTo>
                  <a:pt x="762097" y="1873945"/>
                  <a:pt x="763811" y="1864514"/>
                  <a:pt x="763811" y="1864514"/>
                </a:cubicBezTo>
                <a:cubicBezTo>
                  <a:pt x="763811" y="1864514"/>
                  <a:pt x="767240" y="1855941"/>
                  <a:pt x="767240" y="1852513"/>
                </a:cubicBezTo>
                <a:cubicBezTo>
                  <a:pt x="767240" y="1849940"/>
                  <a:pt x="762954" y="1837940"/>
                  <a:pt x="762954" y="1837940"/>
                </a:cubicBezTo>
                <a:lnTo>
                  <a:pt x="762954" y="1825938"/>
                </a:lnTo>
                <a:cubicBezTo>
                  <a:pt x="762954" y="1825938"/>
                  <a:pt x="756953" y="1819938"/>
                  <a:pt x="758668" y="1815651"/>
                </a:cubicBezTo>
                <a:cubicBezTo>
                  <a:pt x="760382" y="1812222"/>
                  <a:pt x="758668" y="1815651"/>
                  <a:pt x="762097" y="1816508"/>
                </a:cubicBezTo>
                <a:cubicBezTo>
                  <a:pt x="764668" y="1817366"/>
                  <a:pt x="771526" y="1817366"/>
                  <a:pt x="774098" y="1820794"/>
                </a:cubicBezTo>
                <a:cubicBezTo>
                  <a:pt x="776670" y="1824223"/>
                  <a:pt x="779242" y="1833653"/>
                  <a:pt x="782671" y="1837084"/>
                </a:cubicBezTo>
                <a:cubicBezTo>
                  <a:pt x="786100" y="1840511"/>
                  <a:pt x="786100" y="1839654"/>
                  <a:pt x="790386" y="1844797"/>
                </a:cubicBezTo>
                <a:cubicBezTo>
                  <a:pt x="793815" y="1849940"/>
                  <a:pt x="792958" y="1846511"/>
                  <a:pt x="796387" y="1851655"/>
                </a:cubicBezTo>
                <a:cubicBezTo>
                  <a:pt x="799816" y="1857656"/>
                  <a:pt x="796387" y="1855941"/>
                  <a:pt x="800673" y="1863658"/>
                </a:cubicBezTo>
                <a:cubicBezTo>
                  <a:pt x="804959" y="1871372"/>
                  <a:pt x="804959" y="1869657"/>
                  <a:pt x="809245" y="1873945"/>
                </a:cubicBezTo>
                <a:lnTo>
                  <a:pt x="810960" y="1870514"/>
                </a:lnTo>
                <a:cubicBezTo>
                  <a:pt x="776884" y="1746428"/>
                  <a:pt x="670960" y="1679244"/>
                  <a:pt x="620127" y="1653407"/>
                </a:cubicBezTo>
                <a:lnTo>
                  <a:pt x="615617" y="1651278"/>
                </a:lnTo>
                <a:lnTo>
                  <a:pt x="671583" y="1676556"/>
                </a:lnTo>
                <a:cubicBezTo>
                  <a:pt x="838713" y="1774368"/>
                  <a:pt x="881468" y="1966205"/>
                  <a:pt x="792958" y="2119974"/>
                </a:cubicBezTo>
                <a:cubicBezTo>
                  <a:pt x="691802" y="2295710"/>
                  <a:pt x="511779" y="2287139"/>
                  <a:pt x="511779" y="2287139"/>
                </a:cubicBezTo>
                <a:cubicBezTo>
                  <a:pt x="592360" y="2286282"/>
                  <a:pt x="630079" y="2251133"/>
                  <a:pt x="630079" y="2251133"/>
                </a:cubicBezTo>
                <a:cubicBezTo>
                  <a:pt x="630079" y="2251133"/>
                  <a:pt x="616363" y="2250276"/>
                  <a:pt x="613791" y="2251993"/>
                </a:cubicBezTo>
                <a:cubicBezTo>
                  <a:pt x="611220" y="2253706"/>
                  <a:pt x="600075" y="2245133"/>
                  <a:pt x="597504" y="2245133"/>
                </a:cubicBezTo>
                <a:cubicBezTo>
                  <a:pt x="594932" y="2245133"/>
                  <a:pt x="590646" y="2244276"/>
                  <a:pt x="588074" y="2243418"/>
                </a:cubicBezTo>
                <a:cubicBezTo>
                  <a:pt x="585502" y="2242562"/>
                  <a:pt x="577787" y="2245133"/>
                  <a:pt x="572643" y="2245990"/>
                </a:cubicBezTo>
                <a:cubicBezTo>
                  <a:pt x="566643" y="2246848"/>
                  <a:pt x="565785" y="2246848"/>
                  <a:pt x="560642" y="2251993"/>
                </a:cubicBezTo>
                <a:cubicBezTo>
                  <a:pt x="554641" y="2257136"/>
                  <a:pt x="553784" y="2251133"/>
                  <a:pt x="550355" y="2251133"/>
                </a:cubicBezTo>
                <a:cubicBezTo>
                  <a:pt x="546926" y="2251133"/>
                  <a:pt x="537496" y="2251993"/>
                  <a:pt x="537496" y="2251993"/>
                </a:cubicBezTo>
                <a:lnTo>
                  <a:pt x="541782" y="2241705"/>
                </a:lnTo>
                <a:cubicBezTo>
                  <a:pt x="541782" y="2241705"/>
                  <a:pt x="535782" y="2239989"/>
                  <a:pt x="530638" y="2239989"/>
                </a:cubicBezTo>
                <a:cubicBezTo>
                  <a:pt x="525495" y="2239989"/>
                  <a:pt x="526352" y="2244276"/>
                  <a:pt x="523780" y="2248563"/>
                </a:cubicBezTo>
                <a:cubicBezTo>
                  <a:pt x="521208" y="2252849"/>
                  <a:pt x="521208" y="2253706"/>
                  <a:pt x="517779" y="2259708"/>
                </a:cubicBezTo>
                <a:cubicBezTo>
                  <a:pt x="515208" y="2266564"/>
                  <a:pt x="501492" y="2256279"/>
                  <a:pt x="496348" y="2255421"/>
                </a:cubicBezTo>
                <a:cubicBezTo>
                  <a:pt x="491205" y="2254563"/>
                  <a:pt x="488633" y="2255421"/>
                  <a:pt x="484347" y="2252849"/>
                </a:cubicBezTo>
                <a:cubicBezTo>
                  <a:pt x="480060" y="2250276"/>
                  <a:pt x="485204" y="2248563"/>
                  <a:pt x="485204" y="2248563"/>
                </a:cubicBezTo>
                <a:lnTo>
                  <a:pt x="497205" y="2239989"/>
                </a:lnTo>
                <a:lnTo>
                  <a:pt x="509207" y="2233132"/>
                </a:lnTo>
                <a:cubicBezTo>
                  <a:pt x="509207" y="2233132"/>
                  <a:pt x="507492" y="2227131"/>
                  <a:pt x="503206" y="2226275"/>
                </a:cubicBezTo>
                <a:cubicBezTo>
                  <a:pt x="499777" y="2225418"/>
                  <a:pt x="499777" y="2228846"/>
                  <a:pt x="497205" y="2231417"/>
                </a:cubicBezTo>
                <a:cubicBezTo>
                  <a:pt x="494634" y="2233989"/>
                  <a:pt x="472345" y="2232275"/>
                  <a:pt x="472345" y="2232275"/>
                </a:cubicBezTo>
                <a:cubicBezTo>
                  <a:pt x="472345" y="2232275"/>
                  <a:pt x="458629" y="2237419"/>
                  <a:pt x="451771" y="2233989"/>
                </a:cubicBezTo>
                <a:cubicBezTo>
                  <a:pt x="444056" y="2230561"/>
                  <a:pt x="451771" y="2233989"/>
                  <a:pt x="448342" y="2227131"/>
                </a:cubicBezTo>
                <a:cubicBezTo>
                  <a:pt x="445770" y="2220274"/>
                  <a:pt x="438912" y="2231417"/>
                  <a:pt x="433769" y="2233989"/>
                </a:cubicBezTo>
                <a:cubicBezTo>
                  <a:pt x="427768" y="2236562"/>
                  <a:pt x="427768" y="2234846"/>
                  <a:pt x="413195" y="2237419"/>
                </a:cubicBezTo>
                <a:cubicBezTo>
                  <a:pt x="398622" y="2239989"/>
                  <a:pt x="402908" y="2239132"/>
                  <a:pt x="402908" y="2239132"/>
                </a:cubicBezTo>
                <a:lnTo>
                  <a:pt x="402051" y="2233132"/>
                </a:lnTo>
                <a:cubicBezTo>
                  <a:pt x="402051" y="2233132"/>
                  <a:pt x="396050" y="2237419"/>
                  <a:pt x="391764" y="2241705"/>
                </a:cubicBezTo>
                <a:cubicBezTo>
                  <a:pt x="387477" y="2245990"/>
                  <a:pt x="383191" y="2243418"/>
                  <a:pt x="379762" y="2243418"/>
                </a:cubicBezTo>
                <a:cubicBezTo>
                  <a:pt x="376333" y="2243418"/>
                  <a:pt x="378048" y="2257136"/>
                  <a:pt x="378048" y="2257136"/>
                </a:cubicBezTo>
                <a:cubicBezTo>
                  <a:pt x="379548" y="2260779"/>
                  <a:pt x="385388" y="2264528"/>
                  <a:pt x="393304" y="2268105"/>
                </a:cubicBezTo>
                <a:lnTo>
                  <a:pt x="409649" y="2273959"/>
                </a:lnTo>
                <a:lnTo>
                  <a:pt x="353398" y="2258117"/>
                </a:lnTo>
                <a:cubicBezTo>
                  <a:pt x="141567" y="2163439"/>
                  <a:pt x="167164" y="1913378"/>
                  <a:pt x="167164" y="1913378"/>
                </a:cubicBezTo>
                <a:lnTo>
                  <a:pt x="170593" y="1910806"/>
                </a:lnTo>
                <a:cubicBezTo>
                  <a:pt x="170593" y="1910806"/>
                  <a:pt x="172308" y="1918520"/>
                  <a:pt x="173165" y="1921951"/>
                </a:cubicBezTo>
                <a:cubicBezTo>
                  <a:pt x="174879" y="1925378"/>
                  <a:pt x="174879" y="1924521"/>
                  <a:pt x="179166" y="1930522"/>
                </a:cubicBezTo>
                <a:cubicBezTo>
                  <a:pt x="182595" y="1936523"/>
                  <a:pt x="184309" y="1935665"/>
                  <a:pt x="186024" y="1939953"/>
                </a:cubicBezTo>
                <a:cubicBezTo>
                  <a:pt x="187738" y="1945095"/>
                  <a:pt x="186024" y="1939953"/>
                  <a:pt x="181737" y="1954526"/>
                </a:cubicBezTo>
                <a:cubicBezTo>
                  <a:pt x="178308" y="1969098"/>
                  <a:pt x="190310" y="1978528"/>
                  <a:pt x="190310" y="1978528"/>
                </a:cubicBezTo>
                <a:cubicBezTo>
                  <a:pt x="190310" y="1978528"/>
                  <a:pt x="190310" y="1982814"/>
                  <a:pt x="189453" y="2007674"/>
                </a:cubicBezTo>
                <a:cubicBezTo>
                  <a:pt x="188595" y="2031678"/>
                  <a:pt x="199740" y="2037678"/>
                  <a:pt x="208312" y="2052252"/>
                </a:cubicBezTo>
                <a:cubicBezTo>
                  <a:pt x="216027" y="2065968"/>
                  <a:pt x="211741" y="2060824"/>
                  <a:pt x="215170" y="2066825"/>
                </a:cubicBezTo>
                <a:cubicBezTo>
                  <a:pt x="218599" y="2071968"/>
                  <a:pt x="217742" y="2067682"/>
                  <a:pt x="227172" y="2076254"/>
                </a:cubicBezTo>
                <a:cubicBezTo>
                  <a:pt x="236601" y="2084827"/>
                  <a:pt x="228886" y="2084827"/>
                  <a:pt x="233172" y="2101972"/>
                </a:cubicBezTo>
                <a:cubicBezTo>
                  <a:pt x="237459" y="2119117"/>
                  <a:pt x="237459" y="2109687"/>
                  <a:pt x="240888" y="2124260"/>
                </a:cubicBezTo>
                <a:cubicBezTo>
                  <a:pt x="243459" y="2139691"/>
                  <a:pt x="244317" y="2127690"/>
                  <a:pt x="250317" y="2136262"/>
                </a:cubicBezTo>
                <a:cubicBezTo>
                  <a:pt x="256318" y="2144834"/>
                  <a:pt x="250317" y="2136262"/>
                  <a:pt x="257175" y="2149122"/>
                </a:cubicBezTo>
                <a:cubicBezTo>
                  <a:pt x="264033" y="2161979"/>
                  <a:pt x="262319" y="2155122"/>
                  <a:pt x="264891" y="2161123"/>
                </a:cubicBezTo>
                <a:cubicBezTo>
                  <a:pt x="267462" y="2166267"/>
                  <a:pt x="270034" y="2163694"/>
                  <a:pt x="279464" y="2189412"/>
                </a:cubicBezTo>
                <a:cubicBezTo>
                  <a:pt x="288894" y="2215130"/>
                  <a:pt x="281178" y="2193698"/>
                  <a:pt x="286322" y="2199699"/>
                </a:cubicBezTo>
                <a:cubicBezTo>
                  <a:pt x="291465" y="2205701"/>
                  <a:pt x="294037" y="2202272"/>
                  <a:pt x="306039" y="2211701"/>
                </a:cubicBezTo>
                <a:cubicBezTo>
                  <a:pt x="318040" y="2221130"/>
                  <a:pt x="309468" y="2215986"/>
                  <a:pt x="318897" y="2221987"/>
                </a:cubicBezTo>
                <a:cubicBezTo>
                  <a:pt x="328327" y="2227988"/>
                  <a:pt x="320612" y="2219415"/>
                  <a:pt x="320612" y="2215986"/>
                </a:cubicBezTo>
                <a:cubicBezTo>
                  <a:pt x="320612" y="2212557"/>
                  <a:pt x="316326" y="2210843"/>
                  <a:pt x="312897" y="2207414"/>
                </a:cubicBezTo>
                <a:cubicBezTo>
                  <a:pt x="308610" y="2204842"/>
                  <a:pt x="307753" y="2200556"/>
                  <a:pt x="304324" y="2196269"/>
                </a:cubicBezTo>
                <a:cubicBezTo>
                  <a:pt x="301752" y="2192841"/>
                  <a:pt x="301752" y="2191127"/>
                  <a:pt x="300038" y="2186840"/>
                </a:cubicBezTo>
                <a:cubicBezTo>
                  <a:pt x="297466" y="2182553"/>
                  <a:pt x="294894" y="2180840"/>
                  <a:pt x="290608" y="2173981"/>
                </a:cubicBezTo>
                <a:cubicBezTo>
                  <a:pt x="286322" y="2167124"/>
                  <a:pt x="294037" y="2168839"/>
                  <a:pt x="294894" y="2166267"/>
                </a:cubicBezTo>
                <a:cubicBezTo>
                  <a:pt x="295752" y="2163694"/>
                  <a:pt x="297466" y="2164551"/>
                  <a:pt x="298323" y="2161123"/>
                </a:cubicBezTo>
                <a:cubicBezTo>
                  <a:pt x="299181" y="2157693"/>
                  <a:pt x="299181" y="2152550"/>
                  <a:pt x="294894" y="2148263"/>
                </a:cubicBezTo>
                <a:cubicBezTo>
                  <a:pt x="291465" y="2143120"/>
                  <a:pt x="302610" y="2122546"/>
                  <a:pt x="303467" y="2119974"/>
                </a:cubicBezTo>
                <a:cubicBezTo>
                  <a:pt x="304324" y="2117403"/>
                  <a:pt x="303467" y="2104544"/>
                  <a:pt x="303467" y="2104544"/>
                </a:cubicBezTo>
                <a:cubicBezTo>
                  <a:pt x="303467" y="2104544"/>
                  <a:pt x="309468" y="2098543"/>
                  <a:pt x="312897" y="2097686"/>
                </a:cubicBezTo>
                <a:cubicBezTo>
                  <a:pt x="316326" y="2096828"/>
                  <a:pt x="322326" y="2092543"/>
                  <a:pt x="326613" y="2088256"/>
                </a:cubicBezTo>
                <a:cubicBezTo>
                  <a:pt x="330899" y="2083970"/>
                  <a:pt x="324898" y="2079683"/>
                  <a:pt x="324898" y="2079683"/>
                </a:cubicBezTo>
                <a:cubicBezTo>
                  <a:pt x="324898" y="2079683"/>
                  <a:pt x="327470" y="2074540"/>
                  <a:pt x="329184" y="2071111"/>
                </a:cubicBezTo>
                <a:cubicBezTo>
                  <a:pt x="330899" y="2067682"/>
                  <a:pt x="330042" y="2059967"/>
                  <a:pt x="330042" y="2057396"/>
                </a:cubicBezTo>
                <a:cubicBezTo>
                  <a:pt x="330042" y="2054823"/>
                  <a:pt x="327470" y="2050539"/>
                  <a:pt x="325755" y="2046251"/>
                </a:cubicBezTo>
                <a:cubicBezTo>
                  <a:pt x="323184" y="2041964"/>
                  <a:pt x="325755" y="2037678"/>
                  <a:pt x="327470" y="2035106"/>
                </a:cubicBezTo>
                <a:cubicBezTo>
                  <a:pt x="330042" y="2032536"/>
                  <a:pt x="333471" y="2023962"/>
                  <a:pt x="336900" y="2021391"/>
                </a:cubicBezTo>
                <a:cubicBezTo>
                  <a:pt x="340329" y="2018820"/>
                  <a:pt x="341186" y="2014533"/>
                  <a:pt x="342043" y="2008532"/>
                </a:cubicBezTo>
                <a:cubicBezTo>
                  <a:pt x="342900" y="2002531"/>
                  <a:pt x="338614" y="2002531"/>
                  <a:pt x="336900" y="2001674"/>
                </a:cubicBezTo>
                <a:cubicBezTo>
                  <a:pt x="335185" y="2000816"/>
                  <a:pt x="332613" y="1999102"/>
                  <a:pt x="324041" y="1994816"/>
                </a:cubicBezTo>
                <a:cubicBezTo>
                  <a:pt x="316326" y="1989672"/>
                  <a:pt x="318897" y="1986243"/>
                  <a:pt x="315468" y="1983671"/>
                </a:cubicBezTo>
                <a:cubicBezTo>
                  <a:pt x="312039" y="1981100"/>
                  <a:pt x="306039" y="1981957"/>
                  <a:pt x="299181" y="1982814"/>
                </a:cubicBezTo>
                <a:cubicBezTo>
                  <a:pt x="292323" y="1983671"/>
                  <a:pt x="297466" y="1978528"/>
                  <a:pt x="295752" y="1977671"/>
                </a:cubicBezTo>
                <a:cubicBezTo>
                  <a:pt x="294037" y="1976813"/>
                  <a:pt x="288894" y="1974242"/>
                  <a:pt x="282893" y="1972528"/>
                </a:cubicBezTo>
                <a:cubicBezTo>
                  <a:pt x="277749" y="1970814"/>
                  <a:pt x="281178" y="1965669"/>
                  <a:pt x="281178" y="1965669"/>
                </a:cubicBezTo>
                <a:cubicBezTo>
                  <a:pt x="281178" y="1965669"/>
                  <a:pt x="274320" y="1964813"/>
                  <a:pt x="271749" y="1963955"/>
                </a:cubicBezTo>
                <a:cubicBezTo>
                  <a:pt x="269177" y="1963955"/>
                  <a:pt x="269177" y="1959668"/>
                  <a:pt x="270034" y="1957954"/>
                </a:cubicBezTo>
                <a:cubicBezTo>
                  <a:pt x="270891" y="1955382"/>
                  <a:pt x="269177" y="1948525"/>
                  <a:pt x="269177" y="1948525"/>
                </a:cubicBezTo>
                <a:cubicBezTo>
                  <a:pt x="269177" y="1948525"/>
                  <a:pt x="268320" y="1939953"/>
                  <a:pt x="264033" y="1939095"/>
                </a:cubicBezTo>
                <a:cubicBezTo>
                  <a:pt x="259747" y="1937380"/>
                  <a:pt x="261462" y="1933952"/>
                  <a:pt x="259747" y="1933095"/>
                </a:cubicBezTo>
                <a:cubicBezTo>
                  <a:pt x="257175" y="1932237"/>
                  <a:pt x="250317" y="1931380"/>
                  <a:pt x="248603" y="1931380"/>
                </a:cubicBezTo>
                <a:cubicBezTo>
                  <a:pt x="247746" y="1931380"/>
                  <a:pt x="240030" y="1929666"/>
                  <a:pt x="239173" y="1926236"/>
                </a:cubicBezTo>
                <a:cubicBezTo>
                  <a:pt x="238316" y="1923666"/>
                  <a:pt x="238316" y="1918520"/>
                  <a:pt x="236601" y="1917664"/>
                </a:cubicBezTo>
                <a:cubicBezTo>
                  <a:pt x="234887" y="1916808"/>
                  <a:pt x="233172" y="1911663"/>
                  <a:pt x="232315" y="1908233"/>
                </a:cubicBezTo>
                <a:cubicBezTo>
                  <a:pt x="230601" y="1904805"/>
                  <a:pt x="228029" y="1904805"/>
                  <a:pt x="226314" y="1903948"/>
                </a:cubicBezTo>
                <a:cubicBezTo>
                  <a:pt x="224600" y="1903090"/>
                  <a:pt x="216885" y="1907378"/>
                  <a:pt x="214313" y="1906521"/>
                </a:cubicBezTo>
                <a:cubicBezTo>
                  <a:pt x="211741" y="1905663"/>
                  <a:pt x="215170" y="1900518"/>
                  <a:pt x="213456" y="1898805"/>
                </a:cubicBezTo>
                <a:cubicBezTo>
                  <a:pt x="212598" y="1897090"/>
                  <a:pt x="211741" y="1897947"/>
                  <a:pt x="206598" y="1897090"/>
                </a:cubicBezTo>
                <a:cubicBezTo>
                  <a:pt x="201454" y="1896233"/>
                  <a:pt x="201454" y="1900518"/>
                  <a:pt x="201454" y="1900518"/>
                </a:cubicBezTo>
                <a:lnTo>
                  <a:pt x="198882" y="1903948"/>
                </a:lnTo>
                <a:cubicBezTo>
                  <a:pt x="198882" y="1903948"/>
                  <a:pt x="197168" y="1906521"/>
                  <a:pt x="192882" y="1912520"/>
                </a:cubicBezTo>
                <a:cubicBezTo>
                  <a:pt x="188595" y="1918520"/>
                  <a:pt x="192882" y="1912520"/>
                  <a:pt x="191167" y="1910806"/>
                </a:cubicBezTo>
                <a:cubicBezTo>
                  <a:pt x="189453" y="1909093"/>
                  <a:pt x="189453" y="1909093"/>
                  <a:pt x="188595" y="1907378"/>
                </a:cubicBezTo>
                <a:cubicBezTo>
                  <a:pt x="186881" y="1906521"/>
                  <a:pt x="184309" y="1898805"/>
                  <a:pt x="185166" y="1895375"/>
                </a:cubicBezTo>
                <a:cubicBezTo>
                  <a:pt x="186024" y="1891947"/>
                  <a:pt x="187738" y="1888518"/>
                  <a:pt x="188595" y="1885946"/>
                </a:cubicBezTo>
                <a:cubicBezTo>
                  <a:pt x="189453" y="1883375"/>
                  <a:pt x="187738" y="1881660"/>
                  <a:pt x="187738" y="1873087"/>
                </a:cubicBezTo>
                <a:cubicBezTo>
                  <a:pt x="187738" y="1864514"/>
                  <a:pt x="187738" y="1865373"/>
                  <a:pt x="188595" y="1862801"/>
                </a:cubicBezTo>
                <a:cubicBezTo>
                  <a:pt x="188595" y="1860230"/>
                  <a:pt x="187738" y="1857656"/>
                  <a:pt x="187738" y="1855084"/>
                </a:cubicBezTo>
                <a:cubicBezTo>
                  <a:pt x="187738" y="1852513"/>
                  <a:pt x="183452" y="1853370"/>
                  <a:pt x="183452" y="1853370"/>
                </a:cubicBezTo>
                <a:cubicBezTo>
                  <a:pt x="186881" y="1837940"/>
                  <a:pt x="197168" y="1817366"/>
                  <a:pt x="197168" y="1817366"/>
                </a:cubicBezTo>
                <a:cubicBezTo>
                  <a:pt x="197168" y="1817366"/>
                  <a:pt x="195453" y="1826796"/>
                  <a:pt x="195453" y="1828509"/>
                </a:cubicBezTo>
                <a:cubicBezTo>
                  <a:pt x="195453" y="1830225"/>
                  <a:pt x="194596" y="1833653"/>
                  <a:pt x="194596" y="1835368"/>
                </a:cubicBezTo>
                <a:cubicBezTo>
                  <a:pt x="194596" y="1837084"/>
                  <a:pt x="193739" y="1841369"/>
                  <a:pt x="193739" y="1843085"/>
                </a:cubicBezTo>
                <a:cubicBezTo>
                  <a:pt x="193739" y="1844797"/>
                  <a:pt x="195453" y="1843941"/>
                  <a:pt x="196311" y="1843941"/>
                </a:cubicBezTo>
                <a:cubicBezTo>
                  <a:pt x="197168" y="1843085"/>
                  <a:pt x="198882" y="1843941"/>
                  <a:pt x="201454" y="1847369"/>
                </a:cubicBezTo>
                <a:cubicBezTo>
                  <a:pt x="204026" y="1850798"/>
                  <a:pt x="202311" y="1847369"/>
                  <a:pt x="203169" y="1847369"/>
                </a:cubicBezTo>
                <a:cubicBezTo>
                  <a:pt x="204026" y="1847369"/>
                  <a:pt x="206598" y="1850798"/>
                  <a:pt x="207455" y="1852513"/>
                </a:cubicBezTo>
                <a:cubicBezTo>
                  <a:pt x="208312" y="1854227"/>
                  <a:pt x="206598" y="1855941"/>
                  <a:pt x="206598" y="1859371"/>
                </a:cubicBezTo>
                <a:cubicBezTo>
                  <a:pt x="205740" y="1862801"/>
                  <a:pt x="206598" y="1859371"/>
                  <a:pt x="208312" y="1861087"/>
                </a:cubicBezTo>
                <a:cubicBezTo>
                  <a:pt x="210027" y="1862801"/>
                  <a:pt x="212598" y="1862801"/>
                  <a:pt x="213456" y="1863658"/>
                </a:cubicBezTo>
                <a:cubicBezTo>
                  <a:pt x="215170" y="1864514"/>
                  <a:pt x="217742" y="1861944"/>
                  <a:pt x="220314" y="1862801"/>
                </a:cubicBezTo>
                <a:cubicBezTo>
                  <a:pt x="222885" y="1862801"/>
                  <a:pt x="222885" y="1864514"/>
                  <a:pt x="223743" y="1867085"/>
                </a:cubicBezTo>
                <a:cubicBezTo>
                  <a:pt x="224600" y="1870514"/>
                  <a:pt x="224600" y="1870514"/>
                  <a:pt x="225457" y="1870514"/>
                </a:cubicBezTo>
                <a:cubicBezTo>
                  <a:pt x="226314" y="1871372"/>
                  <a:pt x="228029" y="1867944"/>
                  <a:pt x="228886" y="1867085"/>
                </a:cubicBezTo>
                <a:cubicBezTo>
                  <a:pt x="229743" y="1866229"/>
                  <a:pt x="230601" y="1862801"/>
                  <a:pt x="230601" y="1862801"/>
                </a:cubicBezTo>
                <a:lnTo>
                  <a:pt x="227172" y="1860230"/>
                </a:lnTo>
                <a:lnTo>
                  <a:pt x="222028" y="1856798"/>
                </a:lnTo>
                <a:lnTo>
                  <a:pt x="216027" y="1855084"/>
                </a:lnTo>
                <a:cubicBezTo>
                  <a:pt x="216027" y="1855084"/>
                  <a:pt x="212598" y="1854227"/>
                  <a:pt x="210027" y="1854227"/>
                </a:cubicBezTo>
                <a:cubicBezTo>
                  <a:pt x="207455" y="1854227"/>
                  <a:pt x="210027" y="1848226"/>
                  <a:pt x="210027" y="1847369"/>
                </a:cubicBezTo>
                <a:cubicBezTo>
                  <a:pt x="210027" y="1845654"/>
                  <a:pt x="210027" y="1839654"/>
                  <a:pt x="210027" y="1839654"/>
                </a:cubicBezTo>
                <a:cubicBezTo>
                  <a:pt x="210027" y="1839654"/>
                  <a:pt x="206598" y="1838796"/>
                  <a:pt x="205740" y="1838796"/>
                </a:cubicBezTo>
                <a:cubicBezTo>
                  <a:pt x="204883" y="1838796"/>
                  <a:pt x="201454" y="1835368"/>
                  <a:pt x="201454" y="1834510"/>
                </a:cubicBezTo>
                <a:cubicBezTo>
                  <a:pt x="201454" y="1832795"/>
                  <a:pt x="202311" y="1829367"/>
                  <a:pt x="204883" y="1827653"/>
                </a:cubicBezTo>
                <a:cubicBezTo>
                  <a:pt x="206598" y="1825938"/>
                  <a:pt x="214313" y="1823367"/>
                  <a:pt x="215170" y="1823367"/>
                </a:cubicBezTo>
                <a:cubicBezTo>
                  <a:pt x="216027" y="1822508"/>
                  <a:pt x="218599" y="1819938"/>
                  <a:pt x="220314" y="1819081"/>
                </a:cubicBezTo>
                <a:cubicBezTo>
                  <a:pt x="221171" y="1818224"/>
                  <a:pt x="223743" y="1814795"/>
                  <a:pt x="223743" y="1811365"/>
                </a:cubicBezTo>
                <a:cubicBezTo>
                  <a:pt x="224600" y="1808794"/>
                  <a:pt x="226314" y="1804507"/>
                  <a:pt x="227172" y="1802793"/>
                </a:cubicBezTo>
                <a:cubicBezTo>
                  <a:pt x="228029" y="1801078"/>
                  <a:pt x="228029" y="1796791"/>
                  <a:pt x="228886" y="1793363"/>
                </a:cubicBezTo>
                <a:cubicBezTo>
                  <a:pt x="229743" y="1789933"/>
                  <a:pt x="233172" y="1786504"/>
                  <a:pt x="234030" y="1786504"/>
                </a:cubicBezTo>
                <a:cubicBezTo>
                  <a:pt x="234887" y="1786504"/>
                  <a:pt x="243459" y="1780505"/>
                  <a:pt x="246031" y="1777076"/>
                </a:cubicBezTo>
                <a:cubicBezTo>
                  <a:pt x="249460" y="1773647"/>
                  <a:pt x="252889" y="1771073"/>
                  <a:pt x="252889" y="1771073"/>
                </a:cubicBezTo>
                <a:lnTo>
                  <a:pt x="255461" y="1765075"/>
                </a:lnTo>
                <a:cubicBezTo>
                  <a:pt x="255461" y="1765075"/>
                  <a:pt x="256318" y="1763359"/>
                  <a:pt x="261462" y="1762502"/>
                </a:cubicBezTo>
                <a:cubicBezTo>
                  <a:pt x="266605" y="1760786"/>
                  <a:pt x="269177" y="1758215"/>
                  <a:pt x="269177" y="1758215"/>
                </a:cubicBezTo>
                <a:cubicBezTo>
                  <a:pt x="269177" y="1758215"/>
                  <a:pt x="271749" y="1752214"/>
                  <a:pt x="271749" y="1750501"/>
                </a:cubicBezTo>
                <a:cubicBezTo>
                  <a:pt x="271749" y="1748785"/>
                  <a:pt x="274320" y="1747928"/>
                  <a:pt x="274320" y="1747928"/>
                </a:cubicBezTo>
                <a:cubicBezTo>
                  <a:pt x="274320" y="1747928"/>
                  <a:pt x="282893" y="1742789"/>
                  <a:pt x="282893" y="1741932"/>
                </a:cubicBezTo>
                <a:cubicBezTo>
                  <a:pt x="282893" y="1741075"/>
                  <a:pt x="283750" y="1740217"/>
                  <a:pt x="286322" y="1739360"/>
                </a:cubicBezTo>
                <a:cubicBezTo>
                  <a:pt x="288894" y="1738503"/>
                  <a:pt x="290608" y="1739360"/>
                  <a:pt x="293180" y="1740217"/>
                </a:cubicBezTo>
                <a:cubicBezTo>
                  <a:pt x="294894" y="1741075"/>
                  <a:pt x="298323" y="1741932"/>
                  <a:pt x="302610" y="1742789"/>
                </a:cubicBezTo>
                <a:cubicBezTo>
                  <a:pt x="306896" y="1743646"/>
                  <a:pt x="307753" y="1741932"/>
                  <a:pt x="307753" y="1741932"/>
                </a:cubicBezTo>
                <a:cubicBezTo>
                  <a:pt x="307753" y="1741932"/>
                  <a:pt x="309468" y="1737646"/>
                  <a:pt x="309468" y="1735930"/>
                </a:cubicBezTo>
                <a:cubicBezTo>
                  <a:pt x="309468" y="1734216"/>
                  <a:pt x="308610" y="1732501"/>
                  <a:pt x="308610" y="1732501"/>
                </a:cubicBezTo>
                <a:cubicBezTo>
                  <a:pt x="308610" y="1732501"/>
                  <a:pt x="305181" y="1730788"/>
                  <a:pt x="304324" y="1730788"/>
                </a:cubicBezTo>
                <a:cubicBezTo>
                  <a:pt x="303467" y="1730788"/>
                  <a:pt x="306039" y="1723929"/>
                  <a:pt x="306039" y="1723929"/>
                </a:cubicBezTo>
                <a:lnTo>
                  <a:pt x="312039" y="1719643"/>
                </a:lnTo>
                <a:cubicBezTo>
                  <a:pt x="312039" y="1719643"/>
                  <a:pt x="317183" y="1715357"/>
                  <a:pt x="320612" y="1714500"/>
                </a:cubicBezTo>
                <a:cubicBezTo>
                  <a:pt x="324041" y="1713642"/>
                  <a:pt x="324041" y="1717928"/>
                  <a:pt x="325755" y="1718786"/>
                </a:cubicBezTo>
                <a:cubicBezTo>
                  <a:pt x="327470" y="1720500"/>
                  <a:pt x="326613" y="1721357"/>
                  <a:pt x="326613" y="1721357"/>
                </a:cubicBezTo>
                <a:lnTo>
                  <a:pt x="319755" y="1725643"/>
                </a:lnTo>
                <a:cubicBezTo>
                  <a:pt x="319755" y="1725643"/>
                  <a:pt x="320612" y="1730788"/>
                  <a:pt x="323184" y="1731644"/>
                </a:cubicBezTo>
                <a:cubicBezTo>
                  <a:pt x="324898" y="1732501"/>
                  <a:pt x="330899" y="1731644"/>
                  <a:pt x="330899" y="1731644"/>
                </a:cubicBezTo>
                <a:lnTo>
                  <a:pt x="336042" y="1728216"/>
                </a:lnTo>
                <a:lnTo>
                  <a:pt x="337757" y="1723929"/>
                </a:lnTo>
                <a:lnTo>
                  <a:pt x="337757" y="1717072"/>
                </a:lnTo>
                <a:cubicBezTo>
                  <a:pt x="337757" y="1717072"/>
                  <a:pt x="336900" y="1713642"/>
                  <a:pt x="336900" y="1711070"/>
                </a:cubicBezTo>
                <a:cubicBezTo>
                  <a:pt x="336900" y="1708499"/>
                  <a:pt x="338614" y="1707642"/>
                  <a:pt x="339471" y="1706785"/>
                </a:cubicBezTo>
                <a:cubicBezTo>
                  <a:pt x="340329" y="1705069"/>
                  <a:pt x="342900" y="1704213"/>
                  <a:pt x="342900" y="1704213"/>
                </a:cubicBezTo>
                <a:lnTo>
                  <a:pt x="345472" y="1699927"/>
                </a:lnTo>
                <a:cubicBezTo>
                  <a:pt x="345472" y="1699927"/>
                  <a:pt x="345472" y="1694782"/>
                  <a:pt x="345472" y="1693069"/>
                </a:cubicBezTo>
                <a:cubicBezTo>
                  <a:pt x="345472" y="1692212"/>
                  <a:pt x="350616" y="1685352"/>
                  <a:pt x="351473" y="1684495"/>
                </a:cubicBezTo>
                <a:cubicBezTo>
                  <a:pt x="353187" y="1683638"/>
                  <a:pt x="354045" y="1680211"/>
                  <a:pt x="354045" y="1680211"/>
                </a:cubicBezTo>
                <a:lnTo>
                  <a:pt x="345472" y="1676780"/>
                </a:lnTo>
                <a:cubicBezTo>
                  <a:pt x="336471" y="1676780"/>
                  <a:pt x="325970" y="1680637"/>
                  <a:pt x="315281" y="1686424"/>
                </a:cubicBezTo>
                <a:lnTo>
                  <a:pt x="289975" y="1703570"/>
                </a:lnTo>
                <a:lnTo>
                  <a:pt x="311879" y="1684683"/>
                </a:lnTo>
                <a:cubicBezTo>
                  <a:pt x="376494" y="1642972"/>
                  <a:pt x="440627" y="1634775"/>
                  <a:pt x="440627" y="1634775"/>
                </a:cubicBezTo>
                <a:cubicBezTo>
                  <a:pt x="451771" y="1632204"/>
                  <a:pt x="494634" y="1632204"/>
                  <a:pt x="493776" y="1630488"/>
                </a:cubicBezTo>
                <a:close/>
                <a:moveTo>
                  <a:pt x="5782152" y="1596198"/>
                </a:moveTo>
                <a:cubicBezTo>
                  <a:pt x="5813334" y="1596198"/>
                  <a:pt x="5842226" y="1621875"/>
                  <a:pt x="5866161" y="1665861"/>
                </a:cubicBezTo>
                <a:lnTo>
                  <a:pt x="5894202" y="1735228"/>
                </a:lnTo>
                <a:lnTo>
                  <a:pt x="5937599" y="1713557"/>
                </a:lnTo>
                <a:cubicBezTo>
                  <a:pt x="5963155" y="1703749"/>
                  <a:pt x="5986632" y="1697925"/>
                  <a:pt x="6007126" y="1696509"/>
                </a:cubicBezTo>
                <a:cubicBezTo>
                  <a:pt x="6034451" y="1694620"/>
                  <a:pt x="6056472" y="1700567"/>
                  <a:pt x="6071045" y="1715354"/>
                </a:cubicBezTo>
                <a:cubicBezTo>
                  <a:pt x="6100192" y="1744499"/>
                  <a:pt x="6094406" y="1803436"/>
                  <a:pt x="6061402" y="1875016"/>
                </a:cubicBezTo>
                <a:lnTo>
                  <a:pt x="6052430" y="1891847"/>
                </a:lnTo>
                <a:lnTo>
                  <a:pt x="6120539" y="1919379"/>
                </a:lnTo>
                <a:cubicBezTo>
                  <a:pt x="6164526" y="1943315"/>
                  <a:pt x="6190203" y="1972206"/>
                  <a:pt x="6190203" y="2003388"/>
                </a:cubicBezTo>
                <a:cubicBezTo>
                  <a:pt x="6190203" y="2034571"/>
                  <a:pt x="6164526" y="2063583"/>
                  <a:pt x="6120539" y="2087623"/>
                </a:cubicBezTo>
                <a:lnTo>
                  <a:pt x="6052202" y="2115361"/>
                </a:lnTo>
                <a:lnTo>
                  <a:pt x="6061402" y="2132621"/>
                </a:lnTo>
                <a:cubicBezTo>
                  <a:pt x="6094406" y="2204202"/>
                  <a:pt x="6100192" y="2263137"/>
                  <a:pt x="6071045" y="2292283"/>
                </a:cubicBezTo>
                <a:cubicBezTo>
                  <a:pt x="6041470" y="2321858"/>
                  <a:pt x="5982534" y="2316072"/>
                  <a:pt x="5911061" y="2282960"/>
                </a:cubicBezTo>
                <a:lnTo>
                  <a:pt x="5893744" y="2273685"/>
                </a:lnTo>
                <a:lnTo>
                  <a:pt x="5865784" y="2342634"/>
                </a:lnTo>
                <a:cubicBezTo>
                  <a:pt x="5841825" y="2386620"/>
                  <a:pt x="5813013" y="2412297"/>
                  <a:pt x="5782152" y="2412297"/>
                </a:cubicBezTo>
                <a:cubicBezTo>
                  <a:pt x="5751291" y="2412297"/>
                  <a:pt x="5722479" y="2386620"/>
                  <a:pt x="5698520" y="2342634"/>
                </a:cubicBezTo>
                <a:lnTo>
                  <a:pt x="5670749" y="2274150"/>
                </a:lnTo>
                <a:lnTo>
                  <a:pt x="5653242" y="2283496"/>
                </a:lnTo>
                <a:cubicBezTo>
                  <a:pt x="5581769" y="2316501"/>
                  <a:pt x="5522833" y="2322286"/>
                  <a:pt x="5493258" y="2293141"/>
                </a:cubicBezTo>
                <a:cubicBezTo>
                  <a:pt x="5464112" y="2263565"/>
                  <a:pt x="5469898" y="2204628"/>
                  <a:pt x="5502902" y="2133155"/>
                </a:cubicBezTo>
                <a:lnTo>
                  <a:pt x="5512498" y="2115182"/>
                </a:lnTo>
                <a:lnTo>
                  <a:pt x="5443764" y="2087397"/>
                </a:lnTo>
                <a:cubicBezTo>
                  <a:pt x="5399777" y="2063462"/>
                  <a:pt x="5374100" y="2034570"/>
                  <a:pt x="5374100" y="2003388"/>
                </a:cubicBezTo>
                <a:cubicBezTo>
                  <a:pt x="5374100" y="1972207"/>
                  <a:pt x="5399777" y="1943315"/>
                  <a:pt x="5443764" y="1919379"/>
                </a:cubicBezTo>
                <a:lnTo>
                  <a:pt x="5512121" y="1891747"/>
                </a:lnTo>
                <a:lnTo>
                  <a:pt x="5502902" y="1874480"/>
                </a:lnTo>
                <a:cubicBezTo>
                  <a:pt x="5469898" y="1803007"/>
                  <a:pt x="5464112" y="1744073"/>
                  <a:pt x="5493258" y="1714497"/>
                </a:cubicBezTo>
                <a:cubicBezTo>
                  <a:pt x="5522833" y="1685351"/>
                  <a:pt x="5581769" y="1691138"/>
                  <a:pt x="5653242" y="1724143"/>
                </a:cubicBezTo>
                <a:lnTo>
                  <a:pt x="5670795" y="1733514"/>
                </a:lnTo>
                <a:lnTo>
                  <a:pt x="5698143" y="1665860"/>
                </a:lnTo>
                <a:cubicBezTo>
                  <a:pt x="5722077" y="1621875"/>
                  <a:pt x="5750969" y="1596198"/>
                  <a:pt x="5782152" y="1596198"/>
                </a:cubicBezTo>
                <a:close/>
                <a:moveTo>
                  <a:pt x="3595306" y="1531906"/>
                </a:moveTo>
                <a:cubicBezTo>
                  <a:pt x="3530155" y="1531906"/>
                  <a:pt x="3477006" y="1585913"/>
                  <a:pt x="3477006" y="1651922"/>
                </a:cubicBezTo>
                <a:cubicBezTo>
                  <a:pt x="3477006" y="1717929"/>
                  <a:pt x="3530155" y="1771933"/>
                  <a:pt x="3595306" y="1771933"/>
                </a:cubicBezTo>
                <a:cubicBezTo>
                  <a:pt x="3661315" y="1771933"/>
                  <a:pt x="3714464" y="1717929"/>
                  <a:pt x="3713607" y="1651922"/>
                </a:cubicBezTo>
                <a:cubicBezTo>
                  <a:pt x="3713607" y="1585913"/>
                  <a:pt x="3660458" y="1531906"/>
                  <a:pt x="3595306" y="1531906"/>
                </a:cubicBezTo>
                <a:close/>
                <a:moveTo>
                  <a:pt x="1682785" y="1496755"/>
                </a:moveTo>
                <a:lnTo>
                  <a:pt x="2037137" y="1655346"/>
                </a:lnTo>
                <a:lnTo>
                  <a:pt x="2042829" y="1655346"/>
                </a:lnTo>
                <a:lnTo>
                  <a:pt x="2042829" y="1657894"/>
                </a:lnTo>
                <a:lnTo>
                  <a:pt x="2050545" y="1661347"/>
                </a:lnTo>
                <a:lnTo>
                  <a:pt x="2042829" y="1664864"/>
                </a:lnTo>
                <a:lnTo>
                  <a:pt x="2042829" y="1878511"/>
                </a:lnTo>
                <a:lnTo>
                  <a:pt x="2057832" y="1884660"/>
                </a:lnTo>
                <a:cubicBezTo>
                  <a:pt x="2064475" y="1891304"/>
                  <a:pt x="2068547" y="1900519"/>
                  <a:pt x="2068547" y="1910806"/>
                </a:cubicBezTo>
                <a:cubicBezTo>
                  <a:pt x="2068547" y="1921093"/>
                  <a:pt x="2064475" y="1930523"/>
                  <a:pt x="2057832" y="1937274"/>
                </a:cubicBezTo>
                <a:lnTo>
                  <a:pt x="2057578" y="1937375"/>
                </a:lnTo>
                <a:lnTo>
                  <a:pt x="2065332" y="1965456"/>
                </a:lnTo>
                <a:cubicBezTo>
                  <a:pt x="2071119" y="1992674"/>
                  <a:pt x="2075405" y="2031679"/>
                  <a:pt x="2069404" y="2078827"/>
                </a:cubicBezTo>
                <a:lnTo>
                  <a:pt x="2038543" y="2078827"/>
                </a:lnTo>
                <a:lnTo>
                  <a:pt x="2027398" y="2078827"/>
                </a:lnTo>
                <a:lnTo>
                  <a:pt x="1996538" y="2078827"/>
                </a:lnTo>
                <a:cubicBezTo>
                  <a:pt x="1990966" y="2031679"/>
                  <a:pt x="1995467" y="1992674"/>
                  <a:pt x="2001360" y="1965456"/>
                </a:cubicBezTo>
                <a:lnTo>
                  <a:pt x="2008928" y="1938341"/>
                </a:lnTo>
                <a:lnTo>
                  <a:pt x="2005539" y="1936952"/>
                </a:lnTo>
                <a:cubicBezTo>
                  <a:pt x="1998895" y="1930309"/>
                  <a:pt x="1994823" y="1921093"/>
                  <a:pt x="1994823" y="1910806"/>
                </a:cubicBezTo>
                <a:cubicBezTo>
                  <a:pt x="1994823" y="1900519"/>
                  <a:pt x="1998895" y="1891304"/>
                  <a:pt x="2005539" y="1884660"/>
                </a:cubicBezTo>
                <a:lnTo>
                  <a:pt x="2019683" y="1878863"/>
                </a:lnTo>
                <a:lnTo>
                  <a:pt x="2019683" y="1675413"/>
                </a:lnTo>
                <a:lnTo>
                  <a:pt x="1672498" y="1833654"/>
                </a:lnTo>
                <a:lnTo>
                  <a:pt x="1300450" y="1665634"/>
                </a:lnTo>
                <a:close/>
                <a:moveTo>
                  <a:pt x="5080921" y="1438462"/>
                </a:moveTo>
                <a:lnTo>
                  <a:pt x="5143500" y="1438462"/>
                </a:lnTo>
                <a:cubicBezTo>
                  <a:pt x="5151215" y="1438462"/>
                  <a:pt x="5158931" y="1447035"/>
                  <a:pt x="5158931" y="1457322"/>
                </a:cubicBezTo>
                <a:cubicBezTo>
                  <a:pt x="5158931" y="1467609"/>
                  <a:pt x="5152073" y="1476181"/>
                  <a:pt x="5143500" y="1476181"/>
                </a:cubicBezTo>
                <a:lnTo>
                  <a:pt x="5080921" y="1476181"/>
                </a:lnTo>
                <a:cubicBezTo>
                  <a:pt x="5072348" y="1476181"/>
                  <a:pt x="5065490" y="1467609"/>
                  <a:pt x="5065490" y="1457322"/>
                </a:cubicBezTo>
                <a:cubicBezTo>
                  <a:pt x="5065490" y="1447035"/>
                  <a:pt x="5072348" y="1438462"/>
                  <a:pt x="5080921" y="1438462"/>
                </a:cubicBezTo>
                <a:close/>
                <a:moveTo>
                  <a:pt x="2660050" y="1421316"/>
                </a:moveTo>
                <a:cubicBezTo>
                  <a:pt x="2660050" y="1421316"/>
                  <a:pt x="2765491" y="1532758"/>
                  <a:pt x="2760348" y="1591909"/>
                </a:cubicBezTo>
                <a:cubicBezTo>
                  <a:pt x="2755204" y="1651059"/>
                  <a:pt x="2643762" y="1672490"/>
                  <a:pt x="2643762" y="1672490"/>
                </a:cubicBezTo>
                <a:cubicBezTo>
                  <a:pt x="2643762" y="1672490"/>
                  <a:pt x="2795495" y="1672490"/>
                  <a:pt x="2797210" y="1599624"/>
                </a:cubicBezTo>
                <a:cubicBezTo>
                  <a:pt x="2798067" y="1527615"/>
                  <a:pt x="2660050" y="1421316"/>
                  <a:pt x="2660050" y="1421316"/>
                </a:cubicBezTo>
                <a:close/>
                <a:moveTo>
                  <a:pt x="5060347" y="1398171"/>
                </a:moveTo>
                <a:lnTo>
                  <a:pt x="5164075" y="1398171"/>
                </a:lnTo>
                <a:cubicBezTo>
                  <a:pt x="5177791" y="1398171"/>
                  <a:pt x="5189792" y="1406744"/>
                  <a:pt x="5189792" y="1417031"/>
                </a:cubicBezTo>
                <a:cubicBezTo>
                  <a:pt x="5189792" y="1427318"/>
                  <a:pt x="5177791" y="1435890"/>
                  <a:pt x="5164075" y="1435890"/>
                </a:cubicBezTo>
                <a:lnTo>
                  <a:pt x="5060347" y="1435890"/>
                </a:lnTo>
                <a:cubicBezTo>
                  <a:pt x="5045774" y="1435890"/>
                  <a:pt x="5034629" y="1427318"/>
                  <a:pt x="5034629" y="1417031"/>
                </a:cubicBezTo>
                <a:cubicBezTo>
                  <a:pt x="5034629" y="1406744"/>
                  <a:pt x="5046631" y="1398171"/>
                  <a:pt x="5060347" y="1398171"/>
                </a:cubicBezTo>
                <a:close/>
                <a:moveTo>
                  <a:pt x="3397282" y="1360456"/>
                </a:moveTo>
                <a:cubicBezTo>
                  <a:pt x="3336417" y="1360456"/>
                  <a:pt x="3287554" y="1410176"/>
                  <a:pt x="3287554" y="1471897"/>
                </a:cubicBezTo>
                <a:cubicBezTo>
                  <a:pt x="3287554" y="1532763"/>
                  <a:pt x="3336417" y="1582484"/>
                  <a:pt x="3397282" y="1582484"/>
                </a:cubicBezTo>
                <a:cubicBezTo>
                  <a:pt x="3458146" y="1582484"/>
                  <a:pt x="3507010" y="1532763"/>
                  <a:pt x="3507010" y="1471897"/>
                </a:cubicBezTo>
                <a:cubicBezTo>
                  <a:pt x="3507010" y="1410176"/>
                  <a:pt x="3458146" y="1360456"/>
                  <a:pt x="3397282" y="1360456"/>
                </a:cubicBezTo>
                <a:close/>
                <a:moveTo>
                  <a:pt x="5060347" y="1358738"/>
                </a:moveTo>
                <a:lnTo>
                  <a:pt x="5164075" y="1358738"/>
                </a:lnTo>
                <a:cubicBezTo>
                  <a:pt x="5177791" y="1358738"/>
                  <a:pt x="5189792" y="1367311"/>
                  <a:pt x="5189792" y="1377598"/>
                </a:cubicBezTo>
                <a:cubicBezTo>
                  <a:pt x="5189792" y="1387886"/>
                  <a:pt x="5177791" y="1396458"/>
                  <a:pt x="5164075" y="1396458"/>
                </a:cubicBezTo>
                <a:lnTo>
                  <a:pt x="5060347" y="1396458"/>
                </a:lnTo>
                <a:cubicBezTo>
                  <a:pt x="5045774" y="1396458"/>
                  <a:pt x="5034629" y="1387886"/>
                  <a:pt x="5034629" y="1377598"/>
                </a:cubicBezTo>
                <a:cubicBezTo>
                  <a:pt x="5034629" y="1367311"/>
                  <a:pt x="5046631" y="1358738"/>
                  <a:pt x="5060347" y="1358738"/>
                </a:cubicBezTo>
                <a:close/>
                <a:moveTo>
                  <a:pt x="3329559" y="1134999"/>
                </a:moveTo>
                <a:cubicBezTo>
                  <a:pt x="3276409" y="1134999"/>
                  <a:pt x="3233547" y="1178718"/>
                  <a:pt x="3233547" y="1232725"/>
                </a:cubicBezTo>
                <a:cubicBezTo>
                  <a:pt x="3233547" y="1286732"/>
                  <a:pt x="3277267" y="1330451"/>
                  <a:pt x="3329559" y="1330451"/>
                </a:cubicBezTo>
                <a:cubicBezTo>
                  <a:pt x="3382708" y="1330451"/>
                  <a:pt x="3425571" y="1286732"/>
                  <a:pt x="3425571" y="1232725"/>
                </a:cubicBezTo>
                <a:cubicBezTo>
                  <a:pt x="3425571" y="1178718"/>
                  <a:pt x="3382708" y="1134999"/>
                  <a:pt x="3329559" y="1134999"/>
                </a:cubicBezTo>
                <a:close/>
                <a:moveTo>
                  <a:pt x="2545178" y="997834"/>
                </a:moveTo>
                <a:cubicBezTo>
                  <a:pt x="2602614" y="997834"/>
                  <a:pt x="2649763" y="1015837"/>
                  <a:pt x="2649763" y="1038125"/>
                </a:cubicBezTo>
                <a:cubicBezTo>
                  <a:pt x="2649763" y="1038982"/>
                  <a:pt x="2649763" y="1039840"/>
                  <a:pt x="2649763" y="1040697"/>
                </a:cubicBezTo>
                <a:lnTo>
                  <a:pt x="2654049" y="1040697"/>
                </a:lnTo>
                <a:lnTo>
                  <a:pt x="2654049" y="1116135"/>
                </a:lnTo>
                <a:lnTo>
                  <a:pt x="2649763" y="1116135"/>
                </a:lnTo>
                <a:cubicBezTo>
                  <a:pt x="2648905" y="1124707"/>
                  <a:pt x="2643762" y="1132423"/>
                  <a:pt x="2632618" y="1138423"/>
                </a:cubicBezTo>
                <a:cubicBezTo>
                  <a:pt x="2632618" y="1174428"/>
                  <a:pt x="2632618" y="1282441"/>
                  <a:pt x="2632618" y="1309873"/>
                </a:cubicBezTo>
                <a:cubicBezTo>
                  <a:pt x="2632618" y="1343306"/>
                  <a:pt x="2648905" y="1351879"/>
                  <a:pt x="2648905" y="1351879"/>
                </a:cubicBezTo>
                <a:cubicBezTo>
                  <a:pt x="2688339" y="1374167"/>
                  <a:pt x="2910367" y="1601338"/>
                  <a:pt x="2810926" y="1669918"/>
                </a:cubicBezTo>
                <a:cubicBezTo>
                  <a:pt x="2722629" y="1731640"/>
                  <a:pt x="2575182" y="1729069"/>
                  <a:pt x="2546035" y="1728211"/>
                </a:cubicBezTo>
                <a:cubicBezTo>
                  <a:pt x="2516889" y="1729069"/>
                  <a:pt x="2368584" y="1731640"/>
                  <a:pt x="2281144" y="1669918"/>
                </a:cubicBezTo>
                <a:cubicBezTo>
                  <a:pt x="2183418" y="1601338"/>
                  <a:pt x="2408875" y="1375024"/>
                  <a:pt x="2447452" y="1351879"/>
                </a:cubicBezTo>
                <a:cubicBezTo>
                  <a:pt x="2447452" y="1351879"/>
                  <a:pt x="2470597" y="1343306"/>
                  <a:pt x="2470597" y="1309873"/>
                </a:cubicBezTo>
                <a:cubicBezTo>
                  <a:pt x="2470597" y="1282441"/>
                  <a:pt x="2470597" y="1176142"/>
                  <a:pt x="2470597" y="1139281"/>
                </a:cubicBezTo>
                <a:cubicBezTo>
                  <a:pt x="2449166" y="1133280"/>
                  <a:pt x="2442308" y="1124707"/>
                  <a:pt x="2440594" y="1116135"/>
                </a:cubicBezTo>
                <a:lnTo>
                  <a:pt x="2438022" y="1116135"/>
                </a:lnTo>
                <a:lnTo>
                  <a:pt x="2438022" y="1040697"/>
                </a:lnTo>
                <a:lnTo>
                  <a:pt x="2440594" y="1040697"/>
                </a:lnTo>
                <a:cubicBezTo>
                  <a:pt x="2440594" y="1039840"/>
                  <a:pt x="2440594" y="1038982"/>
                  <a:pt x="2440594" y="1038125"/>
                </a:cubicBezTo>
                <a:cubicBezTo>
                  <a:pt x="2440594" y="1015837"/>
                  <a:pt x="2487742" y="997834"/>
                  <a:pt x="2545178" y="997834"/>
                </a:cubicBezTo>
                <a:close/>
                <a:moveTo>
                  <a:pt x="1963962" y="956688"/>
                </a:moveTo>
                <a:lnTo>
                  <a:pt x="2026541" y="956688"/>
                </a:lnTo>
                <a:cubicBezTo>
                  <a:pt x="2035113" y="956688"/>
                  <a:pt x="2042829" y="964404"/>
                  <a:pt x="2042829" y="975549"/>
                </a:cubicBezTo>
                <a:cubicBezTo>
                  <a:pt x="2042829" y="985836"/>
                  <a:pt x="2035971" y="994408"/>
                  <a:pt x="2027398" y="994408"/>
                </a:cubicBezTo>
                <a:lnTo>
                  <a:pt x="1963962" y="994408"/>
                </a:lnTo>
                <a:cubicBezTo>
                  <a:pt x="1955389" y="994408"/>
                  <a:pt x="1948531" y="985836"/>
                  <a:pt x="1948531" y="975549"/>
                </a:cubicBezTo>
                <a:cubicBezTo>
                  <a:pt x="1948531" y="965262"/>
                  <a:pt x="1955389" y="956688"/>
                  <a:pt x="1963962" y="956688"/>
                </a:cubicBezTo>
                <a:close/>
                <a:moveTo>
                  <a:pt x="3402425" y="943831"/>
                </a:moveTo>
                <a:cubicBezTo>
                  <a:pt x="3362134" y="943831"/>
                  <a:pt x="3329559" y="976409"/>
                  <a:pt x="3330416" y="1016699"/>
                </a:cubicBezTo>
                <a:cubicBezTo>
                  <a:pt x="3330416" y="1056989"/>
                  <a:pt x="3362134" y="1089565"/>
                  <a:pt x="3402425" y="1089565"/>
                </a:cubicBezTo>
                <a:cubicBezTo>
                  <a:pt x="3441859" y="1089565"/>
                  <a:pt x="3474434" y="1056989"/>
                  <a:pt x="3474434" y="1016699"/>
                </a:cubicBezTo>
                <a:cubicBezTo>
                  <a:pt x="3474434" y="976409"/>
                  <a:pt x="3442716" y="943831"/>
                  <a:pt x="3402425" y="943831"/>
                </a:cubicBezTo>
                <a:close/>
                <a:moveTo>
                  <a:pt x="4083082" y="928402"/>
                </a:moveTo>
                <a:cubicBezTo>
                  <a:pt x="4003358" y="928402"/>
                  <a:pt x="3939064" y="992696"/>
                  <a:pt x="3939064" y="1072419"/>
                </a:cubicBezTo>
                <a:cubicBezTo>
                  <a:pt x="3939064" y="1152143"/>
                  <a:pt x="4003358" y="1216437"/>
                  <a:pt x="4083082" y="1216437"/>
                </a:cubicBezTo>
                <a:cubicBezTo>
                  <a:pt x="4162806" y="1216437"/>
                  <a:pt x="4227100" y="1152143"/>
                  <a:pt x="4227100" y="1072419"/>
                </a:cubicBezTo>
                <a:cubicBezTo>
                  <a:pt x="4227100" y="992696"/>
                  <a:pt x="4162806" y="928402"/>
                  <a:pt x="4083082" y="928402"/>
                </a:cubicBezTo>
                <a:close/>
                <a:moveTo>
                  <a:pt x="1944245" y="916397"/>
                </a:moveTo>
                <a:lnTo>
                  <a:pt x="2047973" y="916397"/>
                </a:lnTo>
                <a:cubicBezTo>
                  <a:pt x="2061689" y="916397"/>
                  <a:pt x="2073690" y="924971"/>
                  <a:pt x="2073690" y="935258"/>
                </a:cubicBezTo>
                <a:cubicBezTo>
                  <a:pt x="2073690" y="945545"/>
                  <a:pt x="2061689" y="954117"/>
                  <a:pt x="2047973" y="954117"/>
                </a:cubicBezTo>
                <a:lnTo>
                  <a:pt x="1944245" y="954117"/>
                </a:lnTo>
                <a:cubicBezTo>
                  <a:pt x="1929672" y="954117"/>
                  <a:pt x="1918527" y="945545"/>
                  <a:pt x="1918527" y="935258"/>
                </a:cubicBezTo>
                <a:cubicBezTo>
                  <a:pt x="1918527" y="924971"/>
                  <a:pt x="1930529" y="916397"/>
                  <a:pt x="1944245" y="916397"/>
                </a:cubicBezTo>
                <a:close/>
                <a:moveTo>
                  <a:pt x="1944245" y="876106"/>
                </a:moveTo>
                <a:lnTo>
                  <a:pt x="2047973" y="876106"/>
                </a:lnTo>
                <a:cubicBezTo>
                  <a:pt x="2061689" y="876106"/>
                  <a:pt x="2073690" y="884680"/>
                  <a:pt x="2073690" y="894967"/>
                </a:cubicBezTo>
                <a:cubicBezTo>
                  <a:pt x="2073690" y="905254"/>
                  <a:pt x="2061689" y="913826"/>
                  <a:pt x="2047973" y="913826"/>
                </a:cubicBezTo>
                <a:lnTo>
                  <a:pt x="1944245" y="913826"/>
                </a:lnTo>
                <a:cubicBezTo>
                  <a:pt x="1929672" y="913826"/>
                  <a:pt x="1918527" y="905254"/>
                  <a:pt x="1918527" y="894967"/>
                </a:cubicBezTo>
                <a:cubicBezTo>
                  <a:pt x="1918527" y="884680"/>
                  <a:pt x="1930529" y="876106"/>
                  <a:pt x="1944245" y="876106"/>
                </a:cubicBezTo>
                <a:close/>
                <a:moveTo>
                  <a:pt x="5177790" y="825530"/>
                </a:moveTo>
                <a:cubicBezTo>
                  <a:pt x="5177790" y="825530"/>
                  <a:pt x="5326951" y="909539"/>
                  <a:pt x="5272088" y="1060415"/>
                </a:cubicBezTo>
                <a:cubicBezTo>
                  <a:pt x="5272088" y="1060415"/>
                  <a:pt x="5399818" y="860676"/>
                  <a:pt x="5177790" y="825530"/>
                </a:cubicBezTo>
                <a:close/>
                <a:moveTo>
                  <a:pt x="5101495" y="760378"/>
                </a:moveTo>
                <a:cubicBezTo>
                  <a:pt x="5104710" y="760378"/>
                  <a:pt x="5106531" y="760378"/>
                  <a:pt x="5107496" y="760378"/>
                </a:cubicBezTo>
                <a:lnTo>
                  <a:pt x="5108353" y="760378"/>
                </a:lnTo>
                <a:lnTo>
                  <a:pt x="5114354" y="760378"/>
                </a:lnTo>
                <a:cubicBezTo>
                  <a:pt x="5439252" y="768951"/>
                  <a:pt x="5363813" y="1091277"/>
                  <a:pt x="5275516" y="1171000"/>
                </a:cubicBezTo>
                <a:cubicBezTo>
                  <a:pt x="5185505" y="1250725"/>
                  <a:pt x="5192363" y="1351880"/>
                  <a:pt x="5192363" y="1351880"/>
                </a:cubicBezTo>
                <a:lnTo>
                  <a:pt x="5120354" y="1351880"/>
                </a:lnTo>
                <a:lnTo>
                  <a:pt x="5107496" y="1351880"/>
                </a:lnTo>
                <a:lnTo>
                  <a:pt x="5029486" y="1351880"/>
                </a:lnTo>
                <a:cubicBezTo>
                  <a:pt x="5029486" y="1351880"/>
                  <a:pt x="5032915" y="1251583"/>
                  <a:pt x="4943761" y="1171000"/>
                </a:cubicBezTo>
                <a:cubicBezTo>
                  <a:pt x="4855464" y="1091277"/>
                  <a:pt x="4776597" y="768951"/>
                  <a:pt x="5101495" y="760378"/>
                </a:cubicBezTo>
                <a:close/>
                <a:moveTo>
                  <a:pt x="3975068" y="748379"/>
                </a:moveTo>
                <a:cubicBezTo>
                  <a:pt x="3975068" y="748379"/>
                  <a:pt x="4251103" y="775810"/>
                  <a:pt x="4329113" y="991837"/>
                </a:cubicBezTo>
                <a:cubicBezTo>
                  <a:pt x="4407122" y="1207864"/>
                  <a:pt x="4227100" y="1303876"/>
                  <a:pt x="4023074" y="1384458"/>
                </a:cubicBezTo>
                <a:cubicBezTo>
                  <a:pt x="3818191" y="1465899"/>
                  <a:pt x="3867055" y="1849944"/>
                  <a:pt x="3545586" y="1825939"/>
                </a:cubicBezTo>
                <a:cubicBezTo>
                  <a:pt x="3224974" y="1801937"/>
                  <a:pt x="2732913" y="766380"/>
                  <a:pt x="3975068" y="748379"/>
                </a:cubicBezTo>
                <a:close/>
                <a:moveTo>
                  <a:pt x="912543" y="703049"/>
                </a:moveTo>
                <a:cubicBezTo>
                  <a:pt x="916186" y="704227"/>
                  <a:pt x="919401" y="706799"/>
                  <a:pt x="921544" y="710657"/>
                </a:cubicBezTo>
                <a:lnTo>
                  <a:pt x="942953" y="752806"/>
                </a:lnTo>
                <a:lnTo>
                  <a:pt x="953423" y="749943"/>
                </a:lnTo>
                <a:cubicBezTo>
                  <a:pt x="985731" y="747733"/>
                  <a:pt x="1017557" y="764449"/>
                  <a:pt x="1032987" y="794666"/>
                </a:cubicBezTo>
                <a:cubicBezTo>
                  <a:pt x="1040703" y="810097"/>
                  <a:pt x="1043234" y="826733"/>
                  <a:pt x="1041260" y="842585"/>
                </a:cubicBezTo>
                <a:lnTo>
                  <a:pt x="1028104" y="872891"/>
                </a:lnTo>
                <a:lnTo>
                  <a:pt x="1072875" y="914092"/>
                </a:lnTo>
                <a:cubicBezTo>
                  <a:pt x="1192382" y="1024195"/>
                  <a:pt x="1430752" y="1244724"/>
                  <a:pt x="1425608" y="1247295"/>
                </a:cubicBezTo>
                <a:cubicBezTo>
                  <a:pt x="1418750" y="1250724"/>
                  <a:pt x="1321023" y="1216434"/>
                  <a:pt x="1321023" y="1216434"/>
                </a:cubicBezTo>
                <a:cubicBezTo>
                  <a:pt x="1321023" y="1216434"/>
                  <a:pt x="1119944" y="1035608"/>
                  <a:pt x="1018681" y="943748"/>
                </a:cubicBezTo>
                <a:lnTo>
                  <a:pt x="1011064" y="936811"/>
                </a:lnTo>
                <a:lnTo>
                  <a:pt x="1026129" y="1357885"/>
                </a:lnTo>
                <a:lnTo>
                  <a:pt x="993553" y="1456468"/>
                </a:lnTo>
                <a:lnTo>
                  <a:pt x="966978" y="1357028"/>
                </a:lnTo>
                <a:lnTo>
                  <a:pt x="946039" y="912474"/>
                </a:lnTo>
                <a:lnTo>
                  <a:pt x="933546" y="910931"/>
                </a:lnTo>
                <a:cubicBezTo>
                  <a:pt x="913401" y="904395"/>
                  <a:pt x="895827" y="890250"/>
                  <a:pt x="885540" y="870104"/>
                </a:cubicBezTo>
                <a:cubicBezTo>
                  <a:pt x="870110" y="839243"/>
                  <a:pt x="875414" y="803561"/>
                  <a:pt x="896028" y="778968"/>
                </a:cubicBezTo>
                <a:lnTo>
                  <a:pt x="914412" y="764338"/>
                </a:lnTo>
                <a:lnTo>
                  <a:pt x="894112" y="724373"/>
                </a:lnTo>
                <a:cubicBezTo>
                  <a:pt x="890683" y="716657"/>
                  <a:pt x="893254" y="708085"/>
                  <a:pt x="900970" y="703799"/>
                </a:cubicBezTo>
                <a:cubicBezTo>
                  <a:pt x="904828" y="702085"/>
                  <a:pt x="908900" y="701870"/>
                  <a:pt x="912543" y="703049"/>
                </a:cubicBezTo>
                <a:close/>
                <a:moveTo>
                  <a:pt x="2061687" y="342898"/>
                </a:moveTo>
                <a:cubicBezTo>
                  <a:pt x="2061687" y="342898"/>
                  <a:pt x="2210848" y="426910"/>
                  <a:pt x="2155984" y="577785"/>
                </a:cubicBezTo>
                <a:cubicBezTo>
                  <a:pt x="2155984" y="577785"/>
                  <a:pt x="2283715" y="378904"/>
                  <a:pt x="2061687" y="342898"/>
                </a:cubicBezTo>
                <a:close/>
                <a:moveTo>
                  <a:pt x="1985392" y="278605"/>
                </a:moveTo>
                <a:lnTo>
                  <a:pt x="1991393" y="278605"/>
                </a:lnTo>
                <a:lnTo>
                  <a:pt x="1992250" y="278605"/>
                </a:lnTo>
                <a:lnTo>
                  <a:pt x="1998250" y="278605"/>
                </a:lnTo>
                <a:cubicBezTo>
                  <a:pt x="2323148" y="287178"/>
                  <a:pt x="2247710" y="609504"/>
                  <a:pt x="2159413" y="689228"/>
                </a:cubicBezTo>
                <a:cubicBezTo>
                  <a:pt x="2069402" y="768953"/>
                  <a:pt x="2076260" y="870108"/>
                  <a:pt x="2076260" y="870108"/>
                </a:cubicBezTo>
                <a:lnTo>
                  <a:pt x="2004251" y="870108"/>
                </a:lnTo>
                <a:lnTo>
                  <a:pt x="1991393" y="870108"/>
                </a:lnTo>
                <a:lnTo>
                  <a:pt x="1913383" y="870108"/>
                </a:lnTo>
                <a:cubicBezTo>
                  <a:pt x="1913383" y="870108"/>
                  <a:pt x="1916812" y="769810"/>
                  <a:pt x="1827658" y="689228"/>
                </a:cubicBezTo>
                <a:cubicBezTo>
                  <a:pt x="1739361" y="609504"/>
                  <a:pt x="1660494" y="287178"/>
                  <a:pt x="1985392" y="278605"/>
                </a:cubicBezTo>
                <a:close/>
                <a:moveTo>
                  <a:pt x="2776633" y="269173"/>
                </a:moveTo>
                <a:cubicBezTo>
                  <a:pt x="2776633" y="270888"/>
                  <a:pt x="2959228" y="355756"/>
                  <a:pt x="2994375" y="372043"/>
                </a:cubicBezTo>
                <a:cubicBezTo>
                  <a:pt x="3029522" y="355756"/>
                  <a:pt x="3212117" y="270888"/>
                  <a:pt x="3212117" y="269173"/>
                </a:cubicBezTo>
                <a:lnTo>
                  <a:pt x="3212117" y="519491"/>
                </a:lnTo>
                <a:cubicBezTo>
                  <a:pt x="3152966" y="581213"/>
                  <a:pt x="3037238" y="591500"/>
                  <a:pt x="3000376" y="593215"/>
                </a:cubicBezTo>
                <a:cubicBezTo>
                  <a:pt x="3000376" y="593215"/>
                  <a:pt x="2997804" y="593215"/>
                  <a:pt x="2994375" y="593215"/>
                </a:cubicBezTo>
                <a:cubicBezTo>
                  <a:pt x="2990089" y="593215"/>
                  <a:pt x="2988374" y="593215"/>
                  <a:pt x="2988374" y="593215"/>
                </a:cubicBezTo>
                <a:cubicBezTo>
                  <a:pt x="2951513" y="592358"/>
                  <a:pt x="2835784" y="582071"/>
                  <a:pt x="2776633" y="519491"/>
                </a:cubicBezTo>
                <a:close/>
                <a:moveTo>
                  <a:pt x="4064357" y="122787"/>
                </a:moveTo>
                <a:cubicBezTo>
                  <a:pt x="4089994" y="126765"/>
                  <a:pt x="4114801" y="137373"/>
                  <a:pt x="4135375" y="158590"/>
                </a:cubicBezTo>
                <a:lnTo>
                  <a:pt x="4367690" y="158590"/>
                </a:lnTo>
                <a:lnTo>
                  <a:pt x="4367690" y="498920"/>
                </a:lnTo>
                <a:lnTo>
                  <a:pt x="4130231" y="500634"/>
                </a:lnTo>
                <a:cubicBezTo>
                  <a:pt x="4130231" y="500634"/>
                  <a:pt x="4050506" y="420052"/>
                  <a:pt x="3903059" y="497205"/>
                </a:cubicBezTo>
                <a:lnTo>
                  <a:pt x="3903059" y="158590"/>
                </a:lnTo>
                <a:cubicBezTo>
                  <a:pt x="3903059" y="158590"/>
                  <a:pt x="3987445" y="110852"/>
                  <a:pt x="4064357" y="122787"/>
                </a:cubicBezTo>
                <a:close/>
                <a:moveTo>
                  <a:pt x="3009805" y="0"/>
                </a:moveTo>
                <a:lnTo>
                  <a:pt x="3364979" y="158588"/>
                </a:lnTo>
                <a:lnTo>
                  <a:pt x="3370707" y="158588"/>
                </a:lnTo>
                <a:lnTo>
                  <a:pt x="3370707" y="161146"/>
                </a:lnTo>
                <a:lnTo>
                  <a:pt x="3378423" y="164591"/>
                </a:lnTo>
                <a:lnTo>
                  <a:pt x="3370707" y="168108"/>
                </a:lnTo>
                <a:lnTo>
                  <a:pt x="3370707" y="381755"/>
                </a:lnTo>
                <a:lnTo>
                  <a:pt x="3385709" y="387903"/>
                </a:lnTo>
                <a:cubicBezTo>
                  <a:pt x="3392353" y="394547"/>
                  <a:pt x="3396425" y="403762"/>
                  <a:pt x="3396425" y="414049"/>
                </a:cubicBezTo>
                <a:cubicBezTo>
                  <a:pt x="3396425" y="424336"/>
                  <a:pt x="3392139" y="433766"/>
                  <a:pt x="3385388" y="440517"/>
                </a:cubicBezTo>
                <a:lnTo>
                  <a:pt x="3384653" y="440813"/>
                </a:lnTo>
                <a:lnTo>
                  <a:pt x="3392352" y="468698"/>
                </a:lnTo>
                <a:cubicBezTo>
                  <a:pt x="3398139" y="495916"/>
                  <a:pt x="3402425" y="534921"/>
                  <a:pt x="3396424" y="582069"/>
                </a:cubicBezTo>
                <a:lnTo>
                  <a:pt x="3366421" y="582069"/>
                </a:lnTo>
                <a:lnTo>
                  <a:pt x="3324416" y="582069"/>
                </a:lnTo>
                <a:cubicBezTo>
                  <a:pt x="3318844" y="534921"/>
                  <a:pt x="3323345" y="495916"/>
                  <a:pt x="3329238" y="468698"/>
                </a:cubicBezTo>
                <a:lnTo>
                  <a:pt x="3336806" y="441584"/>
                </a:lnTo>
                <a:lnTo>
                  <a:pt x="3333417" y="440196"/>
                </a:lnTo>
                <a:cubicBezTo>
                  <a:pt x="3326773" y="433552"/>
                  <a:pt x="3322701" y="424336"/>
                  <a:pt x="3322701" y="414049"/>
                </a:cubicBezTo>
                <a:cubicBezTo>
                  <a:pt x="3322701" y="403762"/>
                  <a:pt x="3326773" y="394547"/>
                  <a:pt x="3333417" y="387903"/>
                </a:cubicBezTo>
                <a:lnTo>
                  <a:pt x="3347562" y="382106"/>
                </a:lnTo>
                <a:lnTo>
                  <a:pt x="3347562" y="178657"/>
                </a:lnTo>
                <a:lnTo>
                  <a:pt x="3000375" y="336899"/>
                </a:lnTo>
                <a:lnTo>
                  <a:pt x="2628328" y="168878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E1ADE4-2DF4-A39F-9848-7D69EA9D3C4D}"/>
              </a:ext>
            </a:extLst>
          </p:cNvPr>
          <p:cNvSpPr/>
          <p:nvPr userDrawn="1"/>
        </p:nvSpPr>
        <p:spPr>
          <a:xfrm>
            <a:off x="415572" y="295119"/>
            <a:ext cx="3095329" cy="439839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rgbClr val="1A495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0E6452C-B528-AF49-CB09-53560928AD03}"/>
              </a:ext>
            </a:extLst>
          </p:cNvPr>
          <p:cNvGrpSpPr/>
          <p:nvPr userDrawn="1"/>
        </p:nvGrpSpPr>
        <p:grpSpPr>
          <a:xfrm>
            <a:off x="3657132" y="160566"/>
            <a:ext cx="2900381" cy="538609"/>
            <a:chOff x="3657132" y="444690"/>
            <a:chExt cx="2900381" cy="538609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9338AD9-8077-CC09-9700-87C7C6A89EBB}"/>
                </a:ext>
              </a:extLst>
            </p:cNvPr>
            <p:cNvSpPr txBox="1"/>
            <p:nvPr/>
          </p:nvSpPr>
          <p:spPr>
            <a:xfrm>
              <a:off x="4832198" y="487734"/>
              <a:ext cx="17253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>
                  <a:solidFill>
                    <a:srgbClr val="D3F1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法贝实验室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5126342-EBBA-1DD7-BA9C-CEB128C733AD}"/>
                </a:ext>
              </a:extLst>
            </p:cNvPr>
            <p:cNvSpPr txBox="1"/>
            <p:nvPr/>
          </p:nvSpPr>
          <p:spPr>
            <a:xfrm>
              <a:off x="3657132" y="444690"/>
              <a:ext cx="133722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900" b="1" dirty="0">
                  <a:solidFill>
                    <a:srgbClr val="D3F1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Light SemiCondensed" panose="020B0502040204020203" pitchFamily="34" charset="0"/>
                </a:rPr>
                <a:t>FABLAB</a:t>
              </a:r>
              <a:endParaRPr lang="zh-CN" altLang="en-US" sz="2900" b="1" dirty="0">
                <a:solidFill>
                  <a:srgbClr val="D3F1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F3318228-EB02-6D88-F443-3D2DBFEB6C31}"/>
              </a:ext>
            </a:extLst>
          </p:cNvPr>
          <p:cNvSpPr txBox="1"/>
          <p:nvPr userDrawn="1"/>
        </p:nvSpPr>
        <p:spPr>
          <a:xfrm>
            <a:off x="3778946" y="580460"/>
            <a:ext cx="2779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A6E3E2"/>
                </a:solidFill>
              </a:rPr>
              <a:t>致力于培养 未来科技工程 领军人才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4E2A3B-C36D-E22B-92C7-966520ABA56A}"/>
              </a:ext>
            </a:extLst>
          </p:cNvPr>
          <p:cNvSpPr txBox="1"/>
          <p:nvPr userDrawn="1"/>
        </p:nvSpPr>
        <p:spPr>
          <a:xfrm>
            <a:off x="313970" y="212200"/>
            <a:ext cx="2300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D3F1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模型展示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BBB02-64A0-DE10-D32F-B6FD78B701B3}"/>
              </a:ext>
            </a:extLst>
          </p:cNvPr>
          <p:cNvSpPr/>
          <p:nvPr userDrawn="1"/>
        </p:nvSpPr>
        <p:spPr>
          <a:xfrm>
            <a:off x="433800" y="1342996"/>
            <a:ext cx="5990400" cy="7379625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5A1D53-67F5-947E-8D17-533165E3D788}"/>
              </a:ext>
            </a:extLst>
          </p:cNvPr>
          <p:cNvSpPr txBox="1"/>
          <p:nvPr userDrawn="1"/>
        </p:nvSpPr>
        <p:spPr>
          <a:xfrm>
            <a:off x="309188" y="9113077"/>
            <a:ext cx="52387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A6E3E2"/>
                </a:solidFill>
              </a:rPr>
              <a:t>如果您对课程或授课教师有任何投诉意见，请随时联系</a:t>
            </a:r>
            <a:r>
              <a:rPr lang="en-US" altLang="zh-CN" sz="1100" dirty="0">
                <a:solidFill>
                  <a:srgbClr val="A6E3E2"/>
                </a:solidFill>
              </a:rPr>
              <a:t>FABLAB</a:t>
            </a:r>
            <a:r>
              <a:rPr lang="zh-CN" altLang="en-US" sz="1100" dirty="0">
                <a:solidFill>
                  <a:srgbClr val="A6E3E2"/>
                </a:solidFill>
              </a:rPr>
              <a:t>法贝实验室负责人于老师，手机拨打 </a:t>
            </a:r>
            <a:r>
              <a:rPr lang="en-US" altLang="zh-CN" sz="1100" dirty="0">
                <a:solidFill>
                  <a:srgbClr val="A6E3E2"/>
                </a:solidFill>
              </a:rPr>
              <a:t>18768118065 </a:t>
            </a:r>
            <a:r>
              <a:rPr lang="zh-CN" altLang="en-US" sz="1100" dirty="0">
                <a:solidFill>
                  <a:srgbClr val="A6E3E2"/>
                </a:solidFill>
              </a:rPr>
              <a:t>或扫描右侧二维码添加微信进行反馈。我们将尽一切努力为您提供满意的解决方案。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2B7B85F-F0FF-FD3E-BE1D-0E71A2A0D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124" y="9032144"/>
            <a:ext cx="769390" cy="76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3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193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0" r:id="rId2"/>
    <p:sldLayoutId id="2147483653" r:id="rId3"/>
    <p:sldLayoutId id="2147483655" r:id="rId4"/>
    <p:sldLayoutId id="2147483652" r:id="rId5"/>
    <p:sldLayoutId id="2147483651" r:id="rId6"/>
    <p:sldLayoutId id="2147483656" r:id="rId7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182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3E481272-E8D2-0404-3FD4-9D420DBE923F}"/>
              </a:ext>
            </a:extLst>
          </p:cNvPr>
          <p:cNvGrpSpPr/>
          <p:nvPr/>
        </p:nvGrpSpPr>
        <p:grpSpPr>
          <a:xfrm>
            <a:off x="361686" y="2110281"/>
            <a:ext cx="6082326" cy="3011162"/>
            <a:chOff x="361686" y="1796917"/>
            <a:chExt cx="6082326" cy="3011162"/>
          </a:xfrm>
        </p:grpSpPr>
        <p:sp>
          <p:nvSpPr>
            <p:cNvPr id="224" name="文本框 223">
              <a:extLst>
                <a:ext uri="{FF2B5EF4-FFF2-40B4-BE49-F238E27FC236}">
                  <a16:creationId xmlns:a16="http://schemas.microsoft.com/office/drawing/2014/main" id="{F623ED2C-1B65-FC87-C45A-DDF703318A13}"/>
                </a:ext>
              </a:extLst>
            </p:cNvPr>
            <p:cNvSpPr txBox="1"/>
            <p:nvPr/>
          </p:nvSpPr>
          <p:spPr>
            <a:xfrm>
              <a:off x="361686" y="1796917"/>
              <a:ext cx="27302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一、课堂知识内容 </a:t>
              </a:r>
              <a:r>
                <a:rPr lang="en-US" altLang="zh-CN" sz="900" b="1" dirty="0">
                  <a:solidFill>
                    <a:schemeClr val="bg1"/>
                  </a:solidFill>
                </a:rPr>
                <a:t>(</a:t>
              </a:r>
              <a:r>
                <a:rPr lang="zh-CN" altLang="en-US" sz="900" b="1" dirty="0">
                  <a:solidFill>
                    <a:schemeClr val="bg1"/>
                  </a:solidFill>
                </a:rPr>
                <a:t>重点标蓝</a:t>
              </a:r>
              <a:r>
                <a:rPr lang="en-US" altLang="zh-CN" sz="900" b="1" dirty="0">
                  <a:solidFill>
                    <a:schemeClr val="bg1"/>
                  </a:solidFill>
                </a:rPr>
                <a:t>, </a:t>
              </a:r>
              <a:r>
                <a:rPr lang="zh-CN" altLang="en-US" sz="900" b="1" dirty="0">
                  <a:solidFill>
                    <a:schemeClr val="bg1"/>
                  </a:solidFill>
                </a:rPr>
                <a:t>难点标橙</a:t>
              </a:r>
              <a:r>
                <a:rPr lang="en-US" altLang="zh-CN" sz="900" b="1" dirty="0">
                  <a:solidFill>
                    <a:schemeClr val="bg1"/>
                  </a:solidFill>
                </a:rPr>
                <a:t>)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25" name="矩形 224">
              <a:extLst>
                <a:ext uri="{FF2B5EF4-FFF2-40B4-BE49-F238E27FC236}">
                  <a16:creationId xmlns:a16="http://schemas.microsoft.com/office/drawing/2014/main" id="{610A1D14-3F03-338F-BEDF-19C6F3DDBA76}"/>
                </a:ext>
              </a:extLst>
            </p:cNvPr>
            <p:cNvSpPr/>
            <p:nvPr/>
          </p:nvSpPr>
          <p:spPr>
            <a:xfrm>
              <a:off x="401133" y="2109579"/>
              <a:ext cx="6042879" cy="2698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28600" indent="-228600">
                <a:buFontTx/>
                <a:buAutoNum type="arabicPeriod"/>
              </a:pPr>
              <a:r>
                <a:rPr lang="zh-CN" altLang="en-US" sz="1100" dirty="0">
                  <a:solidFill>
                    <a:srgbClr val="0070C0"/>
                  </a:solidFill>
                  <a:latin typeface="-apple-system"/>
                </a:rPr>
                <a:t>理解什么是三维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，借助立方体的长、宽、高理解三个维度的含义。</a:t>
              </a:r>
              <a:r>
                <a:rPr lang="zh-CN" altLang="en-US" sz="1100" dirty="0">
                  <a:solidFill>
                    <a:srgbClr val="0070C0"/>
                  </a:solidFill>
                  <a:latin typeface="-apple-system"/>
                </a:rPr>
                <a:t>理解三维设计是如何完成的</a:t>
              </a: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——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从二维到三维，借助长方形与长方体、圆形与圆柱体理解其含义；</a:t>
              </a:r>
            </a:p>
            <a:p>
              <a:pPr marL="228600" indent="-228600">
                <a:buFontTx/>
                <a:buAutoNum type="arabicPeriod"/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借助一些现有的</a:t>
              </a: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3D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打印零件，尝试分析建模的思路</a:t>
              </a: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——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如何借助拉伸、切除完成形态的绘制；</a:t>
              </a:r>
            </a:p>
            <a:p>
              <a:pPr marL="228600" indent="-228600">
                <a:buFontTx/>
                <a:buAutoNum type="arabicPeriod"/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打开软件，</a:t>
              </a:r>
              <a:r>
                <a:rPr lang="zh-CN" altLang="en-US" sz="1100" dirty="0">
                  <a:solidFill>
                    <a:srgbClr val="0070C0"/>
                  </a:solidFill>
                  <a:latin typeface="-apple-system"/>
                </a:rPr>
                <a:t>理解前视、上视、右视基准面的作用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，</a:t>
              </a:r>
              <a:r>
                <a:rPr lang="zh-CN" altLang="en-US" sz="1100" dirty="0">
                  <a:solidFill>
                    <a:schemeClr val="accent2"/>
                  </a:solidFill>
                  <a:latin typeface="-apple-system"/>
                </a:rPr>
                <a:t>掌握如何在三个基准面上绘制草图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，掌握草图模式与特征模式的区别；</a:t>
              </a:r>
            </a:p>
            <a:p>
              <a:pPr marL="228600" indent="-228600">
                <a:buFontTx/>
                <a:buAutoNum type="arabicPeriod"/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学习如何</a:t>
              </a:r>
              <a:r>
                <a:rPr lang="zh-CN" altLang="en-US" sz="1100" dirty="0">
                  <a:solidFill>
                    <a:schemeClr val="accent2"/>
                  </a:solidFill>
                  <a:latin typeface="-apple-system"/>
                </a:rPr>
                <a:t>绘制直线，掌握连续直线、单一直线（取消连续绘制）的绘制方法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，掌握如何绘制水平、竖直的线，以及如何给直线添加水平、竖直约束。尝试借助直线绘制长方形，</a:t>
              </a:r>
              <a:r>
                <a:rPr lang="zh-CN" altLang="en-US" sz="1100" dirty="0">
                  <a:solidFill>
                    <a:srgbClr val="0070C0"/>
                  </a:solidFill>
                  <a:latin typeface="-apple-system"/>
                </a:rPr>
                <a:t>并学习如何使用拉伸凸台</a:t>
              </a:r>
              <a:r>
                <a:rPr lang="en-US" altLang="zh-CN" sz="1100" dirty="0">
                  <a:solidFill>
                    <a:srgbClr val="0070C0"/>
                  </a:solidFill>
                  <a:latin typeface="-apple-system"/>
                </a:rPr>
                <a:t>/</a:t>
              </a:r>
              <a:r>
                <a:rPr lang="zh-CN" altLang="en-US" sz="1100" dirty="0">
                  <a:solidFill>
                    <a:srgbClr val="0070C0"/>
                  </a:solidFill>
                  <a:latin typeface="-apple-system"/>
                </a:rPr>
                <a:t>基体特征命令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，完成一个长方体的绘制；</a:t>
              </a:r>
            </a:p>
            <a:p>
              <a:pPr marL="228600" indent="-228600">
                <a:buFontTx/>
                <a:buAutoNum type="arabicPeriod"/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学习如何在长方体的各个面上绘制草图，学习圆的绘制，并尝试利用拉伸切除命令在长方体的三个维度上各且出几个圆孔；</a:t>
              </a:r>
            </a:p>
            <a:p>
              <a:pPr marL="228600" indent="-228600">
                <a:buFontTx/>
                <a:buAutoNum type="arabicPeriod"/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学习草图中的矩形工具，</a:t>
              </a:r>
              <a:r>
                <a:rPr lang="zh-CN" altLang="en-US" sz="1100" dirty="0">
                  <a:solidFill>
                    <a:srgbClr val="0070C0"/>
                  </a:solidFill>
                  <a:latin typeface="-apple-system"/>
                </a:rPr>
                <a:t>并理解如何借助拉伸凸台</a:t>
              </a:r>
              <a:r>
                <a:rPr lang="en-US" altLang="zh-CN" sz="1100" dirty="0">
                  <a:solidFill>
                    <a:srgbClr val="0070C0"/>
                  </a:solidFill>
                  <a:latin typeface="-apple-system"/>
                </a:rPr>
                <a:t>/</a:t>
              </a:r>
              <a:r>
                <a:rPr lang="zh-CN" altLang="en-US" sz="1100" dirty="0">
                  <a:solidFill>
                    <a:srgbClr val="0070C0"/>
                  </a:solidFill>
                  <a:latin typeface="-apple-system"/>
                </a:rPr>
                <a:t>基体命令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，在已有图形基础上长出新的特征；</a:t>
              </a:r>
            </a:p>
            <a:p>
              <a:pPr marL="228600" indent="-228600">
                <a:buFontTx/>
                <a:buAutoNum type="arabicPeriod"/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学习草图中正多边形工具，</a:t>
              </a:r>
              <a:r>
                <a:rPr lang="zh-CN" altLang="en-US" sz="1100" dirty="0">
                  <a:solidFill>
                    <a:srgbClr val="0070C0"/>
                  </a:solidFill>
                  <a:latin typeface="-apple-system"/>
                </a:rPr>
                <a:t>理解如何绘制正三角形、正方形、正六边形、正八边形等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，并再次运用拉伸切除命令切除正多边形孔；</a:t>
              </a:r>
            </a:p>
            <a:p>
              <a:pPr marL="228600" indent="-228600">
                <a:buFontTx/>
                <a:buAutoNum type="arabicPeriod"/>
              </a:pP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回到三视基准面中的任意一个，在远离原零件的位置用直线工具绘制一个封闭图形，理解</a:t>
              </a:r>
              <a:r>
                <a:rPr lang="zh-CN" altLang="en-US" sz="1100">
                  <a:solidFill>
                    <a:schemeClr val="accent2"/>
                  </a:solidFill>
                  <a:latin typeface="-apple-system"/>
                </a:rPr>
                <a:t>旋转凸台</a:t>
              </a: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-apple-system"/>
                </a:rPr>
                <a:t>，绘制一个旋转图形；</a:t>
              </a:r>
              <a:endParaRPr lang="en-US" altLang="zh-CN" sz="11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endParaRPr>
            </a:p>
          </p:txBody>
        </p:sp>
      </p:grpSp>
      <p:grpSp>
        <p:nvGrpSpPr>
          <p:cNvPr id="296" name="组合 295">
            <a:extLst>
              <a:ext uri="{FF2B5EF4-FFF2-40B4-BE49-F238E27FC236}">
                <a16:creationId xmlns:a16="http://schemas.microsoft.com/office/drawing/2014/main" id="{A9C7351F-ED60-23CC-5322-24D2FEDCE763}"/>
              </a:ext>
            </a:extLst>
          </p:cNvPr>
          <p:cNvGrpSpPr/>
          <p:nvPr/>
        </p:nvGrpSpPr>
        <p:grpSpPr>
          <a:xfrm>
            <a:off x="313358" y="1527462"/>
            <a:ext cx="3985591" cy="561905"/>
            <a:chOff x="313358" y="1938471"/>
            <a:chExt cx="3985591" cy="561905"/>
          </a:xfrm>
        </p:grpSpPr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543C3205-ED6A-2F8C-BA72-4B9BD834A1F5}"/>
                </a:ext>
              </a:extLst>
            </p:cNvPr>
            <p:cNvSpPr txBox="1"/>
            <p:nvPr/>
          </p:nvSpPr>
          <p:spPr>
            <a:xfrm>
              <a:off x="313358" y="1938471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课时</a:t>
              </a:r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49172E11-DFFF-8062-7F06-FBD735AAC15E}"/>
                </a:ext>
              </a:extLst>
            </p:cNvPr>
            <p:cNvSpPr/>
            <p:nvPr/>
          </p:nvSpPr>
          <p:spPr>
            <a:xfrm>
              <a:off x="401135" y="2248376"/>
              <a:ext cx="899999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课时</a:t>
              </a:r>
            </a:p>
          </p:txBody>
        </p:sp>
        <p:sp>
          <p:nvSpPr>
            <p:cNvPr id="262" name="文本框 261">
              <a:extLst>
                <a:ext uri="{FF2B5EF4-FFF2-40B4-BE49-F238E27FC236}">
                  <a16:creationId xmlns:a16="http://schemas.microsoft.com/office/drawing/2014/main" id="{CEB9D4E1-BEE1-7AE2-8502-C3B743CC50B9}"/>
                </a:ext>
              </a:extLst>
            </p:cNvPr>
            <p:cNvSpPr txBox="1"/>
            <p:nvPr/>
          </p:nvSpPr>
          <p:spPr>
            <a:xfrm>
              <a:off x="1469337" y="1943551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上课时间</a:t>
              </a:r>
            </a:p>
          </p:txBody>
        </p: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154C2714-2148-0234-D17A-3629B1F022D4}"/>
                </a:ext>
              </a:extLst>
            </p:cNvPr>
            <p:cNvSpPr/>
            <p:nvPr/>
          </p:nvSpPr>
          <p:spPr>
            <a:xfrm>
              <a:off x="1557112" y="2248376"/>
              <a:ext cx="2741837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2025.7.23 18:30-20:30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95" name="组合 294">
            <a:extLst>
              <a:ext uri="{FF2B5EF4-FFF2-40B4-BE49-F238E27FC236}">
                <a16:creationId xmlns:a16="http://schemas.microsoft.com/office/drawing/2014/main" id="{FDC8E5E9-5AA3-A2CA-17B6-40410C48D13C}"/>
              </a:ext>
            </a:extLst>
          </p:cNvPr>
          <p:cNvGrpSpPr/>
          <p:nvPr/>
        </p:nvGrpSpPr>
        <p:grpSpPr>
          <a:xfrm>
            <a:off x="313358" y="952072"/>
            <a:ext cx="3985592" cy="554476"/>
            <a:chOff x="313358" y="1135640"/>
            <a:chExt cx="3985592" cy="554476"/>
          </a:xfrm>
        </p:grpSpPr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2B0B135E-F8C8-318D-73BF-D0B94564A58C}"/>
                </a:ext>
              </a:extLst>
            </p:cNvPr>
            <p:cNvSpPr txBox="1"/>
            <p:nvPr/>
          </p:nvSpPr>
          <p:spPr>
            <a:xfrm>
              <a:off x="2602403" y="1135640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课程内容</a:t>
              </a:r>
            </a:p>
          </p:txBody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C5DC617F-E7DA-774E-938D-3A91DA717C09}"/>
                </a:ext>
              </a:extLst>
            </p:cNvPr>
            <p:cNvSpPr/>
            <p:nvPr/>
          </p:nvSpPr>
          <p:spPr>
            <a:xfrm>
              <a:off x="2720896" y="1437925"/>
              <a:ext cx="1578054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机械臂设计（</a:t>
              </a: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阶）</a:t>
              </a:r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CBF1354E-0A22-F191-FD6E-937089BA4A5A}"/>
                </a:ext>
              </a:extLst>
            </p:cNvPr>
            <p:cNvSpPr txBox="1"/>
            <p:nvPr/>
          </p:nvSpPr>
          <p:spPr>
            <a:xfrm>
              <a:off x="313358" y="1135831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学生姓名</a:t>
              </a:r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24DB485D-E911-2AA5-86D6-24E45B3CC2D1}"/>
                </a:ext>
              </a:extLst>
            </p:cNvPr>
            <p:cNvSpPr/>
            <p:nvPr/>
          </p:nvSpPr>
          <p:spPr>
            <a:xfrm>
              <a:off x="401371" y="1438116"/>
              <a:ext cx="899999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赵如一</a:t>
              </a:r>
            </a:p>
          </p:txBody>
        </p:sp>
        <p:sp>
          <p:nvSpPr>
            <p:cNvPr id="291" name="文本框 290">
              <a:extLst>
                <a:ext uri="{FF2B5EF4-FFF2-40B4-BE49-F238E27FC236}">
                  <a16:creationId xmlns:a16="http://schemas.microsoft.com/office/drawing/2014/main" id="{A6CD5D01-70DC-AE45-7B45-D746957078F4}"/>
                </a:ext>
              </a:extLst>
            </p:cNvPr>
            <p:cNvSpPr txBox="1"/>
            <p:nvPr/>
          </p:nvSpPr>
          <p:spPr>
            <a:xfrm>
              <a:off x="1465346" y="1135640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授课教师</a:t>
              </a:r>
            </a:p>
          </p:txBody>
        </p:sp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BA74170F-6F68-D52A-5FF6-E79F9A00A0C8}"/>
                </a:ext>
              </a:extLst>
            </p:cNvPr>
            <p:cNvSpPr/>
            <p:nvPr/>
          </p:nvSpPr>
          <p:spPr>
            <a:xfrm>
              <a:off x="1553359" y="1437925"/>
              <a:ext cx="899999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于双源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E379053D-B68C-9E06-06D9-D5F622E3254B}"/>
              </a:ext>
            </a:extLst>
          </p:cNvPr>
          <p:cNvSpPr txBox="1"/>
          <p:nvPr/>
        </p:nvSpPr>
        <p:spPr>
          <a:xfrm>
            <a:off x="1948085" y="420355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D3F1F0"/>
                </a:solidFill>
              </a:rPr>
              <a:t>（第 </a:t>
            </a:r>
            <a:r>
              <a:rPr lang="en-US" altLang="zh-CN" b="1" dirty="0">
                <a:solidFill>
                  <a:srgbClr val="D3F1F0"/>
                </a:solidFill>
              </a:rPr>
              <a:t>1 </a:t>
            </a:r>
            <a:r>
              <a:rPr lang="zh-CN" altLang="en-US" b="1" dirty="0">
                <a:solidFill>
                  <a:srgbClr val="D3F1F0"/>
                </a:solidFill>
              </a:rPr>
              <a:t>课）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7EEF9DA-8721-4AB9-8F2E-2E248CFBC600}"/>
              </a:ext>
            </a:extLst>
          </p:cNvPr>
          <p:cNvGrpSpPr/>
          <p:nvPr/>
        </p:nvGrpSpPr>
        <p:grpSpPr>
          <a:xfrm>
            <a:off x="313358" y="7932137"/>
            <a:ext cx="6133493" cy="983552"/>
            <a:chOff x="313358" y="8036312"/>
            <a:chExt cx="6133493" cy="983552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1D3EA2E8-15A7-41CF-A083-0A17F2E5FCAE}"/>
                </a:ext>
              </a:extLst>
            </p:cNvPr>
            <p:cNvSpPr/>
            <p:nvPr/>
          </p:nvSpPr>
          <p:spPr>
            <a:xfrm>
              <a:off x="396754" y="8774042"/>
              <a:ext cx="2841168" cy="2310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16AC052-0396-474F-B810-857EF20743CB}"/>
                </a:ext>
              </a:extLst>
            </p:cNvPr>
            <p:cNvGrpSpPr/>
            <p:nvPr/>
          </p:nvGrpSpPr>
          <p:grpSpPr>
            <a:xfrm>
              <a:off x="313358" y="8036312"/>
              <a:ext cx="6133493" cy="983552"/>
              <a:chOff x="313358" y="8036312"/>
              <a:chExt cx="6133493" cy="983552"/>
            </a:xfrm>
          </p:grpSpPr>
          <p:grpSp>
            <p:nvGrpSpPr>
              <p:cNvPr id="257" name="组合 256">
                <a:extLst>
                  <a:ext uri="{FF2B5EF4-FFF2-40B4-BE49-F238E27FC236}">
                    <a16:creationId xmlns:a16="http://schemas.microsoft.com/office/drawing/2014/main" id="{B8FDD546-240A-B3B1-3022-1CC48BE37A4C}"/>
                  </a:ext>
                </a:extLst>
              </p:cNvPr>
              <p:cNvGrpSpPr/>
              <p:nvPr/>
            </p:nvGrpSpPr>
            <p:grpSpPr>
              <a:xfrm>
                <a:off x="313358" y="8036312"/>
                <a:ext cx="6133493" cy="967479"/>
                <a:chOff x="338756" y="8210808"/>
                <a:chExt cx="6133493" cy="967479"/>
              </a:xfrm>
            </p:grpSpPr>
            <p:grpSp>
              <p:nvGrpSpPr>
                <p:cNvPr id="235" name="组合 234">
                  <a:extLst>
                    <a:ext uri="{FF2B5EF4-FFF2-40B4-BE49-F238E27FC236}">
                      <a16:creationId xmlns:a16="http://schemas.microsoft.com/office/drawing/2014/main" id="{1DD98B4C-5E92-8E75-0EA3-9B932FE5D9FF}"/>
                    </a:ext>
                  </a:extLst>
                </p:cNvPr>
                <p:cNvGrpSpPr/>
                <p:nvPr/>
              </p:nvGrpSpPr>
              <p:grpSpPr>
                <a:xfrm>
                  <a:off x="338756" y="8210808"/>
                  <a:ext cx="2923231" cy="707201"/>
                  <a:chOff x="366529" y="1423610"/>
                  <a:chExt cx="2923231" cy="707201"/>
                </a:xfrm>
              </p:grpSpPr>
              <p:sp>
                <p:nvSpPr>
                  <p:cNvPr id="236" name="文本框 235">
                    <a:extLst>
                      <a:ext uri="{FF2B5EF4-FFF2-40B4-BE49-F238E27FC236}">
                        <a16:creationId xmlns:a16="http://schemas.microsoft.com/office/drawing/2014/main" id="{116BB846-244B-5403-94A9-6118EA82DDF3}"/>
                      </a:ext>
                    </a:extLst>
                  </p:cNvPr>
                  <p:cNvSpPr txBox="1"/>
                  <p:nvPr/>
                </p:nvSpPr>
                <p:spPr>
                  <a:xfrm>
                    <a:off x="366529" y="1423610"/>
                    <a:ext cx="12618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sz="1400" b="1" dirty="0">
                        <a:solidFill>
                          <a:schemeClr val="bg1"/>
                        </a:solidFill>
                      </a:rPr>
                      <a:t>三、课程作业</a:t>
                    </a:r>
                  </a:p>
                </p:txBody>
              </p:sp>
              <p:sp>
                <p:nvSpPr>
                  <p:cNvPr id="237" name="矩形 236">
                    <a:extLst>
                      <a:ext uri="{FF2B5EF4-FFF2-40B4-BE49-F238E27FC236}">
                        <a16:creationId xmlns:a16="http://schemas.microsoft.com/office/drawing/2014/main" id="{88668E92-EE63-7467-9394-5AD86C578072}"/>
                      </a:ext>
                    </a:extLst>
                  </p:cNvPr>
                  <p:cNvSpPr/>
                  <p:nvPr/>
                </p:nvSpPr>
                <p:spPr>
                  <a:xfrm>
                    <a:off x="451130" y="1732247"/>
                    <a:ext cx="2838630" cy="398564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zh-CN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本次课无课堂作业</a:t>
                    </a:r>
                  </a:p>
                </p:txBody>
              </p:sp>
            </p:grpSp>
            <p:grpSp>
              <p:nvGrpSpPr>
                <p:cNvPr id="238" name="组合 237">
                  <a:extLst>
                    <a:ext uri="{FF2B5EF4-FFF2-40B4-BE49-F238E27FC236}">
                      <a16:creationId xmlns:a16="http://schemas.microsoft.com/office/drawing/2014/main" id="{9993DEE1-3847-463B-6481-CB70D244F9BB}"/>
                    </a:ext>
                  </a:extLst>
                </p:cNvPr>
                <p:cNvGrpSpPr/>
                <p:nvPr/>
              </p:nvGrpSpPr>
              <p:grpSpPr>
                <a:xfrm>
                  <a:off x="3331878" y="8210808"/>
                  <a:ext cx="3140371" cy="967479"/>
                  <a:chOff x="-474719" y="1423610"/>
                  <a:chExt cx="3140371" cy="967479"/>
                </a:xfrm>
              </p:grpSpPr>
              <p:sp>
                <p:nvSpPr>
                  <p:cNvPr id="239" name="文本框 238">
                    <a:extLst>
                      <a:ext uri="{FF2B5EF4-FFF2-40B4-BE49-F238E27FC236}">
                        <a16:creationId xmlns:a16="http://schemas.microsoft.com/office/drawing/2014/main" id="{39395542-6E93-C666-ED56-06408C9327B1}"/>
                      </a:ext>
                    </a:extLst>
                  </p:cNvPr>
                  <p:cNvSpPr txBox="1"/>
                  <p:nvPr/>
                </p:nvSpPr>
                <p:spPr>
                  <a:xfrm>
                    <a:off x="-474719" y="1423610"/>
                    <a:ext cx="1620957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sz="1400" b="1" dirty="0">
                        <a:solidFill>
                          <a:schemeClr val="bg1"/>
                        </a:solidFill>
                      </a:rPr>
                      <a:t>四、其它注意事项</a:t>
                    </a:r>
                  </a:p>
                </p:txBody>
              </p:sp>
              <p:sp>
                <p:nvSpPr>
                  <p:cNvPr id="240" name="矩形 239">
                    <a:extLst>
                      <a:ext uri="{FF2B5EF4-FFF2-40B4-BE49-F238E27FC236}">
                        <a16:creationId xmlns:a16="http://schemas.microsoft.com/office/drawing/2014/main" id="{202ED638-157B-421D-6F55-E50E9648DDA8}"/>
                      </a:ext>
                    </a:extLst>
                  </p:cNvPr>
                  <p:cNvSpPr/>
                  <p:nvPr/>
                </p:nvSpPr>
                <p:spPr>
                  <a:xfrm>
                    <a:off x="-363987" y="1732247"/>
                    <a:ext cx="3029639" cy="658842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zh-CN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三维建模对空间想象力有一定要求，上手有些难度。一旦跨越新手期，则会快速进步。</a:t>
                    </a:r>
                  </a:p>
                </p:txBody>
              </p:sp>
            </p:grpSp>
          </p:grp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316D66D8-1F20-41B6-BF03-1A66581F5AA2}"/>
                  </a:ext>
                </a:extLst>
              </p:cNvPr>
              <p:cNvSpPr txBox="1"/>
              <p:nvPr/>
            </p:nvSpPr>
            <p:spPr>
              <a:xfrm>
                <a:off x="361686" y="8758254"/>
                <a:ext cx="31034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dirty="0">
                    <a:solidFill>
                      <a:srgbClr val="36A4A4"/>
                    </a:solidFill>
                  </a:rPr>
                  <a:t>上次作业情况：优</a:t>
                </a:r>
                <a:r>
                  <a:rPr lang="zh-CN" altLang="en-US" sz="1100" dirty="0">
                    <a:solidFill>
                      <a:srgbClr val="36A4A4"/>
                    </a:solidFill>
                    <a:sym typeface="Wingdings 2" panose="05020102010507070707" pitchFamily="18" charset="2"/>
                  </a:rPr>
                  <a:t>  良  中  差  无</a:t>
                </a:r>
                <a:r>
                  <a:rPr lang="zh-CN" altLang="en-US" sz="1100" dirty="0">
                    <a:solidFill>
                      <a:schemeClr val="accent2"/>
                    </a:solidFill>
                    <a:sym typeface="Wingdings 2" panose="05020102010507070707" pitchFamily="18" charset="2"/>
                  </a:rPr>
                  <a:t></a:t>
                </a:r>
                <a:endParaRPr lang="zh-CN" altLang="en-US" sz="1100" dirty="0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B127A8D-AC06-49B6-92EF-82ED3F71C481}"/>
              </a:ext>
            </a:extLst>
          </p:cNvPr>
          <p:cNvGrpSpPr/>
          <p:nvPr/>
        </p:nvGrpSpPr>
        <p:grpSpPr>
          <a:xfrm>
            <a:off x="313358" y="5142357"/>
            <a:ext cx="6280219" cy="2768868"/>
            <a:chOff x="313358" y="5183255"/>
            <a:chExt cx="6280219" cy="2768868"/>
          </a:xfrm>
        </p:grpSpPr>
        <p:sp>
          <p:nvSpPr>
            <p:cNvPr id="233" name="文本框 232">
              <a:extLst>
                <a:ext uri="{FF2B5EF4-FFF2-40B4-BE49-F238E27FC236}">
                  <a16:creationId xmlns:a16="http://schemas.microsoft.com/office/drawing/2014/main" id="{FDA2C810-2A8A-7273-93B9-F72D34E58607}"/>
                </a:ext>
              </a:extLst>
            </p:cNvPr>
            <p:cNvSpPr txBox="1"/>
            <p:nvPr/>
          </p:nvSpPr>
          <p:spPr>
            <a:xfrm>
              <a:off x="313358" y="5183255"/>
              <a:ext cx="14911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二、课堂表现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—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2504127-1FE9-4D4C-95C5-D3489BC92FD4}"/>
                </a:ext>
              </a:extLst>
            </p:cNvPr>
            <p:cNvSpPr/>
            <p:nvPr/>
          </p:nvSpPr>
          <p:spPr>
            <a:xfrm>
              <a:off x="395760" y="5491238"/>
              <a:ext cx="6055874" cy="22912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52E49042-0AC7-4350-A415-AE13E24DBCC4}"/>
                </a:ext>
              </a:extLst>
            </p:cNvPr>
            <p:cNvSpPr txBox="1"/>
            <p:nvPr/>
          </p:nvSpPr>
          <p:spPr>
            <a:xfrm>
              <a:off x="3423697" y="5783249"/>
              <a:ext cx="11485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逻辑思维表现：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D83DEAE-45B6-423E-8A2A-2058D1CA5168}"/>
                </a:ext>
              </a:extLst>
            </p:cNvPr>
            <p:cNvSpPr txBox="1"/>
            <p:nvPr/>
          </p:nvSpPr>
          <p:spPr>
            <a:xfrm>
              <a:off x="395760" y="6300530"/>
              <a:ext cx="1349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课堂内容理解：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A6E93D28-06FC-47BF-BDD8-180CD0F161A3}"/>
                </a:ext>
              </a:extLst>
            </p:cNvPr>
            <p:cNvSpPr txBox="1"/>
            <p:nvPr/>
          </p:nvSpPr>
          <p:spPr>
            <a:xfrm>
              <a:off x="395760" y="6042493"/>
              <a:ext cx="22113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课堂任务完成：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89EB8DB-1439-4970-9B59-DDCC4DB00E17}"/>
                </a:ext>
              </a:extLst>
            </p:cNvPr>
            <p:cNvSpPr txBox="1"/>
            <p:nvPr/>
          </p:nvSpPr>
          <p:spPr>
            <a:xfrm>
              <a:off x="1372876" y="6041558"/>
              <a:ext cx="22113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dirty="0"/>
                <a:t>优</a:t>
              </a:r>
              <a:r>
                <a:rPr lang="zh-CN" altLang="en-US" sz="1100" dirty="0">
                  <a:solidFill>
                    <a:schemeClr val="accent2"/>
                  </a:solidFill>
                  <a:sym typeface="Wingdings 2" panose="05020102010507070707" pitchFamily="18" charset="2"/>
                </a:rPr>
                <a:t></a:t>
              </a:r>
              <a:r>
                <a:rPr lang="zh-CN" altLang="en-US" dirty="0">
                  <a:sym typeface="Wingdings 2" panose="05020102010507070707" pitchFamily="18" charset="2"/>
                </a:rPr>
                <a:t>  良  中  差  未体现</a:t>
              </a:r>
              <a:endParaRPr lang="zh-CN" altLang="en-US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2CA5FCE-D553-4576-B0D4-83D1EEAB6AC9}"/>
                </a:ext>
              </a:extLst>
            </p:cNvPr>
            <p:cNvSpPr txBox="1"/>
            <p:nvPr/>
          </p:nvSpPr>
          <p:spPr>
            <a:xfrm>
              <a:off x="395760" y="5784456"/>
              <a:ext cx="11734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课堂听课习惯：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2D22BD89-5ECA-4D66-9E2B-7D63399CCD5D}"/>
                </a:ext>
              </a:extLst>
            </p:cNvPr>
            <p:cNvSpPr txBox="1"/>
            <p:nvPr/>
          </p:nvSpPr>
          <p:spPr>
            <a:xfrm>
              <a:off x="1372876" y="5784456"/>
              <a:ext cx="21085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dirty="0"/>
                <a:t>优</a:t>
              </a:r>
              <a:r>
                <a:rPr lang="zh-CN" altLang="en-US" sz="1100" dirty="0">
                  <a:solidFill>
                    <a:schemeClr val="accent2"/>
                  </a:solidFill>
                  <a:sym typeface="Wingdings 2" panose="05020102010507070707" pitchFamily="18" charset="2"/>
                </a:rPr>
                <a:t></a:t>
              </a:r>
              <a:r>
                <a:rPr lang="zh-CN" altLang="en-US" dirty="0">
                  <a:sym typeface="Wingdings 2" panose="05020102010507070707" pitchFamily="18" charset="2"/>
                </a:rPr>
                <a:t>  良  中  差  未体现</a:t>
              </a:r>
              <a:endParaRPr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E5F113C-9F16-4350-BDA6-C0A4BD944BEE}"/>
                </a:ext>
              </a:extLst>
            </p:cNvPr>
            <p:cNvSpPr txBox="1"/>
            <p:nvPr/>
          </p:nvSpPr>
          <p:spPr>
            <a:xfrm>
              <a:off x="3423697" y="6554283"/>
              <a:ext cx="11485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解决问题表现：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2DA93EE-A900-4CBD-BB7B-C0831815CB34}"/>
                </a:ext>
              </a:extLst>
            </p:cNvPr>
            <p:cNvSpPr txBox="1"/>
            <p:nvPr/>
          </p:nvSpPr>
          <p:spPr>
            <a:xfrm>
              <a:off x="3423697" y="6297271"/>
              <a:ext cx="116961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独立分析思考：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32C33577-85CD-431A-AED2-AC8620304B86}"/>
                </a:ext>
              </a:extLst>
            </p:cNvPr>
            <p:cNvSpPr txBox="1"/>
            <p:nvPr/>
          </p:nvSpPr>
          <p:spPr>
            <a:xfrm>
              <a:off x="395760" y="6558567"/>
              <a:ext cx="1349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知识熟练程度：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5FE63F7-2607-4D14-9818-5763E038EE9B}"/>
                </a:ext>
              </a:extLst>
            </p:cNvPr>
            <p:cNvSpPr/>
            <p:nvPr/>
          </p:nvSpPr>
          <p:spPr>
            <a:xfrm>
              <a:off x="395760" y="7206385"/>
              <a:ext cx="6055874" cy="7457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4BB7976-7F72-4646-8D4A-91D8FF66E2AD}"/>
                </a:ext>
              </a:extLst>
            </p:cNvPr>
            <p:cNvSpPr/>
            <p:nvPr/>
          </p:nvSpPr>
          <p:spPr>
            <a:xfrm>
              <a:off x="395760" y="7112224"/>
              <a:ext cx="642465" cy="1833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/>
                <a:t>补充说明</a:t>
              </a: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8423D8E7-C233-4697-BD0A-9E570C6244D4}"/>
                </a:ext>
              </a:extLst>
            </p:cNvPr>
            <p:cNvSpPr txBox="1"/>
            <p:nvPr/>
          </p:nvSpPr>
          <p:spPr>
            <a:xfrm>
              <a:off x="1372876" y="6555763"/>
              <a:ext cx="22113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dirty="0"/>
                <a:t>优</a:t>
              </a:r>
              <a:r>
                <a:rPr lang="zh-CN" altLang="en-US" dirty="0">
                  <a:sym typeface="Wingdings 2" panose="05020102010507070707" pitchFamily="18" charset="2"/>
                </a:rPr>
                <a:t>  良  中  差  未体现</a:t>
              </a:r>
              <a:r>
                <a:rPr lang="zh-CN" altLang="en-US" sz="1100" dirty="0">
                  <a:solidFill>
                    <a:schemeClr val="accent2"/>
                  </a:solidFill>
                  <a:sym typeface="Wingdings 2" panose="05020102010507070707" pitchFamily="18" charset="2"/>
                </a:rPr>
                <a:t></a:t>
              </a:r>
              <a:endParaRPr lang="zh-CN" altLang="en-US" dirty="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5AD36882-60B7-40B4-9B2A-423AF1700271}"/>
                </a:ext>
              </a:extLst>
            </p:cNvPr>
            <p:cNvSpPr txBox="1"/>
            <p:nvPr/>
          </p:nvSpPr>
          <p:spPr>
            <a:xfrm>
              <a:off x="1372876" y="6298660"/>
              <a:ext cx="22113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dirty="0"/>
                <a:t>优</a:t>
              </a:r>
              <a:r>
                <a:rPr lang="zh-CN" altLang="en-US" sz="1100" dirty="0">
                  <a:solidFill>
                    <a:schemeClr val="accent2"/>
                  </a:solidFill>
                  <a:sym typeface="Wingdings 2" panose="05020102010507070707" pitchFamily="18" charset="2"/>
                </a:rPr>
                <a:t></a:t>
              </a:r>
              <a:r>
                <a:rPr lang="zh-CN" altLang="en-US" dirty="0">
                  <a:sym typeface="Wingdings 2" panose="05020102010507070707" pitchFamily="18" charset="2"/>
                </a:rPr>
                <a:t>  良  中  差  未体现</a:t>
              </a:r>
              <a:endParaRPr lang="zh-CN" altLang="en-US" dirty="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8F01D669-BBEE-48A7-BAFB-D84B011DCF87}"/>
                </a:ext>
              </a:extLst>
            </p:cNvPr>
            <p:cNvSpPr txBox="1"/>
            <p:nvPr/>
          </p:nvSpPr>
          <p:spPr>
            <a:xfrm>
              <a:off x="4376858" y="6038383"/>
              <a:ext cx="22113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dirty="0"/>
                <a:t>优</a:t>
              </a:r>
              <a:r>
                <a:rPr lang="zh-CN" altLang="en-US" dirty="0">
                  <a:sym typeface="Wingdings 2" panose="05020102010507070707" pitchFamily="18" charset="2"/>
                </a:rPr>
                <a:t>  良  中  差  未体现</a:t>
              </a:r>
              <a:r>
                <a:rPr lang="zh-CN" altLang="en-US" sz="1100" dirty="0">
                  <a:solidFill>
                    <a:schemeClr val="accent2"/>
                  </a:solidFill>
                  <a:sym typeface="Wingdings 2" panose="05020102010507070707" pitchFamily="18" charset="2"/>
                </a:rPr>
                <a:t></a:t>
              </a:r>
              <a:endParaRPr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2D1A061B-E342-4369-851D-F83DF1B33AA9}"/>
                </a:ext>
              </a:extLst>
            </p:cNvPr>
            <p:cNvSpPr txBox="1"/>
            <p:nvPr/>
          </p:nvSpPr>
          <p:spPr>
            <a:xfrm>
              <a:off x="4376858" y="5779693"/>
              <a:ext cx="21085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dirty="0"/>
                <a:t>优</a:t>
              </a:r>
              <a:r>
                <a:rPr lang="zh-CN" altLang="en-US" dirty="0">
                  <a:sym typeface="Wingdings 2" panose="05020102010507070707" pitchFamily="18" charset="2"/>
                </a:rPr>
                <a:t>  良  中  差  未体现</a:t>
              </a:r>
              <a:r>
                <a:rPr lang="zh-CN" altLang="en-US" sz="1100" dirty="0">
                  <a:solidFill>
                    <a:schemeClr val="accent2"/>
                  </a:solidFill>
                  <a:sym typeface="Wingdings 2" panose="05020102010507070707" pitchFamily="18" charset="2"/>
                </a:rPr>
                <a:t></a:t>
              </a:r>
              <a:endParaRPr lang="zh-CN" altLang="en-US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D6AAB879-CF82-40C6-9CBE-4CC22610494B}"/>
                </a:ext>
              </a:extLst>
            </p:cNvPr>
            <p:cNvSpPr txBox="1"/>
            <p:nvPr/>
          </p:nvSpPr>
          <p:spPr>
            <a:xfrm>
              <a:off x="4376858" y="6555763"/>
              <a:ext cx="22113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dirty="0"/>
                <a:t>优</a:t>
              </a:r>
              <a:r>
                <a:rPr lang="zh-CN" altLang="en-US" dirty="0">
                  <a:sym typeface="Wingdings 2" panose="05020102010507070707" pitchFamily="18" charset="2"/>
                </a:rPr>
                <a:t>  良  中  差  未体现</a:t>
              </a:r>
              <a:r>
                <a:rPr lang="zh-CN" altLang="en-US" dirty="0">
                  <a:solidFill>
                    <a:schemeClr val="accent2"/>
                  </a:solidFill>
                  <a:sym typeface="Wingdings 2" panose="05020102010507070707" pitchFamily="18" charset="2"/>
                </a:rPr>
                <a:t></a:t>
              </a:r>
              <a:endParaRPr lang="zh-CN" altLang="en-US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C151EDC9-33BD-4E8A-A960-BB6EF9641D7A}"/>
                </a:ext>
              </a:extLst>
            </p:cNvPr>
            <p:cNvSpPr txBox="1"/>
            <p:nvPr/>
          </p:nvSpPr>
          <p:spPr>
            <a:xfrm>
              <a:off x="4376858" y="6297073"/>
              <a:ext cx="22113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dirty="0"/>
                <a:t>优</a:t>
              </a:r>
              <a:r>
                <a:rPr lang="zh-CN" altLang="en-US" dirty="0">
                  <a:sym typeface="Wingdings 2" panose="05020102010507070707" pitchFamily="18" charset="2"/>
                </a:rPr>
                <a:t>  良  中  差  未体现</a:t>
              </a:r>
              <a:r>
                <a:rPr lang="zh-CN" altLang="en-US" dirty="0">
                  <a:solidFill>
                    <a:schemeClr val="accent2"/>
                  </a:solidFill>
                  <a:sym typeface="Wingdings 2" panose="05020102010507070707" pitchFamily="18" charset="2"/>
                </a:rPr>
                <a:t></a:t>
              </a:r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ADB6C29-41C9-4F84-9BAF-D0FD82BB4511}"/>
                </a:ext>
              </a:extLst>
            </p:cNvPr>
            <p:cNvSpPr txBox="1"/>
            <p:nvPr/>
          </p:nvSpPr>
          <p:spPr>
            <a:xfrm>
              <a:off x="398184" y="7263537"/>
              <a:ext cx="6055004" cy="688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今天开始正式学习三维建模。如一对此期待已久，课上非常认真专注，每一个操作都会反复尝试，遇到问题也会第一时间询问老师。目前如一对三维建模以及软件操作有了初步的感觉，接下来进一步熟悉后，会开始设计机械臂的相关零件。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DA2F4801-813B-48E5-B88F-0C0C05A328DB}"/>
                </a:ext>
              </a:extLst>
            </p:cNvPr>
            <p:cNvSpPr txBox="1"/>
            <p:nvPr/>
          </p:nvSpPr>
          <p:spPr>
            <a:xfrm>
              <a:off x="3423697" y="6040260"/>
              <a:ext cx="116961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想象力与创新：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C9A0489-5C2E-47E5-99D9-7CC8C0EF190D}"/>
                </a:ext>
              </a:extLst>
            </p:cNvPr>
            <p:cNvSpPr txBox="1"/>
            <p:nvPr/>
          </p:nvSpPr>
          <p:spPr>
            <a:xfrm>
              <a:off x="3429070" y="6823130"/>
              <a:ext cx="11485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挫折困难应对：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09C94C4-B023-4463-A75A-C3951542F1E5}"/>
                </a:ext>
              </a:extLst>
            </p:cNvPr>
            <p:cNvSpPr txBox="1"/>
            <p:nvPr/>
          </p:nvSpPr>
          <p:spPr>
            <a:xfrm>
              <a:off x="401133" y="6827414"/>
              <a:ext cx="1349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学习方法习惯：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97E281EF-3BCA-4B4B-9EDC-A83C250BA2C6}"/>
                </a:ext>
              </a:extLst>
            </p:cNvPr>
            <p:cNvSpPr txBox="1"/>
            <p:nvPr/>
          </p:nvSpPr>
          <p:spPr>
            <a:xfrm>
              <a:off x="1378249" y="6824610"/>
              <a:ext cx="22113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dirty="0"/>
                <a:t>优</a:t>
              </a:r>
              <a:r>
                <a:rPr lang="zh-CN" altLang="en-US" dirty="0">
                  <a:sym typeface="Wingdings 2" panose="05020102010507070707" pitchFamily="18" charset="2"/>
                </a:rPr>
                <a:t>  良  中  差  未体现</a:t>
              </a:r>
              <a:r>
                <a:rPr lang="zh-CN" altLang="en-US" sz="1100" dirty="0">
                  <a:solidFill>
                    <a:schemeClr val="accent2"/>
                  </a:solidFill>
                  <a:sym typeface="Wingdings 2" panose="05020102010507070707" pitchFamily="18" charset="2"/>
                </a:rPr>
                <a:t></a:t>
              </a:r>
              <a:endParaRPr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A6FFFEBE-914D-4688-8935-9E7B2990AAC6}"/>
                </a:ext>
              </a:extLst>
            </p:cNvPr>
            <p:cNvSpPr txBox="1"/>
            <p:nvPr/>
          </p:nvSpPr>
          <p:spPr>
            <a:xfrm>
              <a:off x="4382231" y="6824610"/>
              <a:ext cx="22113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dirty="0"/>
                <a:t>优</a:t>
              </a:r>
              <a:r>
                <a:rPr lang="zh-CN" altLang="en-US" dirty="0">
                  <a:sym typeface="Wingdings 2" panose="05020102010507070707" pitchFamily="18" charset="2"/>
                </a:rPr>
                <a:t>  良  中  差  未体现</a:t>
              </a:r>
              <a:r>
                <a:rPr lang="zh-CN" altLang="en-US" sz="1100" dirty="0">
                  <a:solidFill>
                    <a:schemeClr val="accent2"/>
                  </a:solidFill>
                  <a:sym typeface="Wingdings 2" panose="05020102010507070707" pitchFamily="18" charset="2"/>
                </a:rPr>
                <a:t></a:t>
              </a:r>
              <a:endParaRPr lang="zh-CN" altLang="en-US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352E6FF9-118C-42FD-91B9-3BCDEACBCF3F}"/>
                </a:ext>
              </a:extLst>
            </p:cNvPr>
            <p:cNvSpPr txBox="1"/>
            <p:nvPr/>
          </p:nvSpPr>
          <p:spPr>
            <a:xfrm>
              <a:off x="3423697" y="5532303"/>
              <a:ext cx="11485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动手实践能力：</a:t>
              </a: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A128819A-3D07-41A0-A8BE-2B2D6B07CF11}"/>
                </a:ext>
              </a:extLst>
            </p:cNvPr>
            <p:cNvSpPr txBox="1"/>
            <p:nvPr/>
          </p:nvSpPr>
          <p:spPr>
            <a:xfrm>
              <a:off x="395760" y="5533510"/>
              <a:ext cx="11734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专注度与效率：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FFD8DA85-E8AE-4BAA-A199-2DA1F2A8021A}"/>
                </a:ext>
              </a:extLst>
            </p:cNvPr>
            <p:cNvSpPr txBox="1"/>
            <p:nvPr/>
          </p:nvSpPr>
          <p:spPr>
            <a:xfrm>
              <a:off x="1372876" y="5533510"/>
              <a:ext cx="21085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dirty="0"/>
                <a:t>优</a:t>
              </a:r>
              <a:r>
                <a:rPr lang="zh-CN" altLang="en-US" sz="1100" dirty="0">
                  <a:solidFill>
                    <a:schemeClr val="accent2"/>
                  </a:solidFill>
                  <a:sym typeface="Wingdings 2" panose="05020102010507070707" pitchFamily="18" charset="2"/>
                </a:rPr>
                <a:t></a:t>
              </a:r>
              <a:r>
                <a:rPr lang="zh-CN" altLang="en-US" dirty="0">
                  <a:sym typeface="Wingdings 2" panose="05020102010507070707" pitchFamily="18" charset="2"/>
                </a:rPr>
                <a:t>  良  中  差  未体现</a:t>
              </a:r>
              <a:endParaRPr lang="zh-CN" altLang="en-US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5F4BD5ED-58B9-4DD0-9500-874D9C97896A}"/>
                </a:ext>
              </a:extLst>
            </p:cNvPr>
            <p:cNvSpPr txBox="1"/>
            <p:nvPr/>
          </p:nvSpPr>
          <p:spPr>
            <a:xfrm>
              <a:off x="4376858" y="5528747"/>
              <a:ext cx="21085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dirty="0"/>
                <a:t>优</a:t>
              </a:r>
              <a:r>
                <a:rPr lang="zh-CN" altLang="en-US" dirty="0">
                  <a:sym typeface="Wingdings 2" panose="05020102010507070707" pitchFamily="18" charset="2"/>
                </a:rPr>
                <a:t>  良  中  差  未体现</a:t>
              </a:r>
              <a:r>
                <a:rPr lang="zh-CN" altLang="en-US" dirty="0">
                  <a:solidFill>
                    <a:schemeClr val="accent2"/>
                  </a:solidFill>
                  <a:sym typeface="Wingdings 2" panose="05020102010507070707" pitchFamily="18" charset="2"/>
                </a:rPr>
                <a:t></a:t>
              </a:r>
              <a:endParaRPr lang="zh-CN" altLang="en-US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2781BF73-DB65-4EC3-9CF2-8E40043B522D}"/>
                </a:ext>
              </a:extLst>
            </p:cNvPr>
            <p:cNvSpPr txBox="1"/>
            <p:nvPr/>
          </p:nvSpPr>
          <p:spPr>
            <a:xfrm>
              <a:off x="1667790" y="5228119"/>
              <a:ext cx="11734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bg1"/>
                  </a:solidFill>
                </a:rPr>
                <a:t>总体表现：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ECED1170-74D8-4831-A213-EB959B19D0FB}"/>
                </a:ext>
              </a:extLst>
            </p:cNvPr>
            <p:cNvSpPr txBox="1"/>
            <p:nvPr/>
          </p:nvSpPr>
          <p:spPr>
            <a:xfrm>
              <a:off x="2407162" y="5228119"/>
              <a:ext cx="30535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rgbClr val="36A4A4"/>
                  </a:solidFill>
                </a:defRPr>
              </a:lvl1pPr>
            </a:lstStyle>
            <a:p>
              <a:r>
                <a:rPr lang="zh-CN" altLang="en-US" sz="1050" dirty="0">
                  <a:solidFill>
                    <a:schemeClr val="bg1"/>
                  </a:solidFill>
                </a:rPr>
                <a:t>优</a:t>
              </a:r>
              <a:r>
                <a:rPr lang="zh-CN" altLang="en-US" sz="1050" dirty="0">
                  <a:solidFill>
                    <a:srgbClr val="FFFF00"/>
                  </a:solidFill>
                  <a:sym typeface="Wingdings 2" panose="05020102010507070707" pitchFamily="18" charset="2"/>
                </a:rPr>
                <a:t></a:t>
              </a:r>
              <a:r>
                <a:rPr lang="zh-CN" altLang="en-US" sz="1050" dirty="0">
                  <a:solidFill>
                    <a:schemeClr val="bg1"/>
                  </a:solidFill>
                  <a:sym typeface="Wingdings 2" panose="05020102010507070707" pitchFamily="18" charset="2"/>
                </a:rPr>
                <a:t>  良  仍需努力  需要改进</a:t>
              </a:r>
              <a:endParaRPr lang="zh-CN" altLang="en-US" sz="1050" dirty="0">
                <a:solidFill>
                  <a:schemeClr val="bg1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091260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85811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13614</TotalTime>
  <Words>664</Words>
  <Application>Microsoft Office PowerPoint</Application>
  <PresentationFormat>A4 纸张(210x297 毫米)</PresentationFormat>
  <Paragraphs>56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-apple-system</vt:lpstr>
      <vt:lpstr>等线</vt:lpstr>
      <vt:lpstr>等线 Light</vt:lpstr>
      <vt:lpstr>华文琥珀</vt:lpstr>
      <vt:lpstr>微软雅黑</vt:lpstr>
      <vt:lpstr>Arial</vt:lpstr>
      <vt:lpstr>Bahnschrift Light SemiCondensed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 William</dc:creator>
  <cp:lastModifiedBy>William Yu</cp:lastModifiedBy>
  <cp:revision>645</cp:revision>
  <dcterms:created xsi:type="dcterms:W3CDTF">2022-08-20T11:02:52Z</dcterms:created>
  <dcterms:modified xsi:type="dcterms:W3CDTF">2026-02-26T21:03:04Z</dcterms:modified>
</cp:coreProperties>
</file>